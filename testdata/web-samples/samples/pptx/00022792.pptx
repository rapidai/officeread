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ls" ContentType="application/vnd.ms-exce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Default Extension="xlsx" ContentType="application/vnd.openxmlformats-officedocument.spreadsheetml.sheet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charts/chart6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321" r:id="rId3"/>
    <p:sldId id="299" r:id="rId4"/>
    <p:sldId id="302" r:id="rId5"/>
    <p:sldId id="323" r:id="rId6"/>
    <p:sldId id="260" r:id="rId7"/>
    <p:sldId id="280" r:id="rId8"/>
    <p:sldId id="264" r:id="rId9"/>
    <p:sldId id="265" r:id="rId10"/>
    <p:sldId id="266" r:id="rId11"/>
    <p:sldId id="267" r:id="rId12"/>
    <p:sldId id="334" r:id="rId13"/>
    <p:sldId id="272" r:id="rId14"/>
    <p:sldId id="279" r:id="rId15"/>
    <p:sldId id="262" r:id="rId16"/>
    <p:sldId id="310" r:id="rId17"/>
    <p:sldId id="311" r:id="rId18"/>
    <p:sldId id="320" r:id="rId19"/>
    <p:sldId id="263" r:id="rId20"/>
    <p:sldId id="307" r:id="rId21"/>
    <p:sldId id="292" r:id="rId22"/>
    <p:sldId id="293" r:id="rId23"/>
    <p:sldId id="309" r:id="rId24"/>
    <p:sldId id="296" r:id="rId25"/>
    <p:sldId id="306" r:id="rId26"/>
    <p:sldId id="303" r:id="rId27"/>
    <p:sldId id="257" r:id="rId28"/>
    <p:sldId id="258" r:id="rId29"/>
    <p:sldId id="325" r:id="rId30"/>
    <p:sldId id="326" r:id="rId31"/>
    <p:sldId id="328" r:id="rId32"/>
    <p:sldId id="329" r:id="rId33"/>
    <p:sldId id="332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FF00FF"/>
    <a:srgbClr val="FF99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2275" y="-9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ahar\Documents\ASIE%20ISBRA\results\mapping%20stat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ahar\Documents\ASIE%20ISBRA\results\mapping%20stat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ahar\Documents\ION%20Torrent\ION-Torrent-Datasets-statistics.xlsx" TargetMode="Externa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PLOAD\ASE\melPar_melPool_secPar_secPool_melHyb_secHyb.gene_estimates" TargetMode="External"/><Relationship Id="rId1" Type="http://schemas.openxmlformats.org/officeDocument/2006/relationships/themeOverride" Target="../theme/themeOverride1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PLOAD\ASE\melPar_melPool_secPar_secPool_melHyb_secHyb.gene_estimates" TargetMode="External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pieChart>
        <c:varyColors val="1"/>
        <c:ser>
          <c:idx val="0"/>
          <c:order val="0"/>
          <c:spPr>
            <a:ln w="19050">
              <a:solidFill>
                <a:schemeClr val="tx1"/>
              </a:solidFill>
            </a:ln>
          </c:spPr>
          <c:dPt>
            <c:idx val="0"/>
            <c:spPr>
              <a:solidFill>
                <a:srgbClr val="00B050"/>
              </a:solidFill>
              <a:ln w="19050">
                <a:solidFill>
                  <a:schemeClr val="tx1"/>
                </a:solidFill>
              </a:ln>
            </c:spPr>
          </c:dPt>
          <c:dPt>
            <c:idx val="1"/>
            <c:spPr>
              <a:solidFill>
                <a:srgbClr val="00B050"/>
              </a:solidFill>
              <a:ln w="19050">
                <a:solidFill>
                  <a:schemeClr val="tx1"/>
                </a:solidFill>
              </a:ln>
            </c:spPr>
          </c:dPt>
          <c:dPt>
            <c:idx val="2"/>
            <c:spPr>
              <a:solidFill>
                <a:srgbClr val="C00000"/>
              </a:solidFill>
              <a:ln w="19050">
                <a:solidFill>
                  <a:schemeClr val="tx1"/>
                </a:solidFill>
              </a:ln>
            </c:spPr>
          </c:dPt>
          <c:dPt>
            <c:idx val="3"/>
            <c:spPr>
              <a:solidFill>
                <a:srgbClr val="C00000"/>
              </a:solidFill>
              <a:ln w="19050">
                <a:solidFill>
                  <a:schemeClr val="tx1"/>
                </a:solidFill>
              </a:ln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1800" dirty="0" smtClean="0">
                        <a:solidFill>
                          <a:srgbClr val="FF00FF"/>
                        </a:solidFill>
                        <a:latin typeface="Algerian" pitchFamily="82" charset="0"/>
                      </a:rPr>
                      <a:t>H0</a:t>
                    </a:r>
                    <a:endParaRPr lang="en-US" sz="1800" dirty="0">
                      <a:solidFill>
                        <a:srgbClr val="FF00FF"/>
                      </a:solidFill>
                      <a:latin typeface="Algerian" pitchFamily="82" charset="0"/>
                    </a:endParaRPr>
                  </a:p>
                </c:rich>
              </c:tx>
              <c:dLblPos val="outEnd"/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z="1800" dirty="0" smtClean="0">
                        <a:solidFill>
                          <a:srgbClr val="3399FF"/>
                        </a:solidFill>
                        <a:latin typeface="Algerian" pitchFamily="82" charset="0"/>
                      </a:rPr>
                      <a:t>H1</a:t>
                    </a:r>
                    <a:endParaRPr lang="en-US" sz="1800" dirty="0">
                      <a:solidFill>
                        <a:srgbClr val="3399FF"/>
                      </a:solidFill>
                      <a:latin typeface="Algerian" pitchFamily="82" charset="0"/>
                    </a:endParaRPr>
                  </a:p>
                </c:rich>
              </c:tx>
              <c:dLblPos val="outEnd"/>
              <c:showVal val="1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sz="1800" dirty="0" smtClean="0">
                        <a:solidFill>
                          <a:srgbClr val="FF00FF"/>
                        </a:solidFill>
                        <a:latin typeface="Algerian" pitchFamily="82" charset="0"/>
                      </a:rPr>
                      <a:t>H0</a:t>
                    </a:r>
                    <a:endParaRPr lang="en-US" sz="1800" dirty="0">
                      <a:solidFill>
                        <a:srgbClr val="FF00FF"/>
                      </a:solidFill>
                      <a:latin typeface="Algerian" pitchFamily="82" charset="0"/>
                    </a:endParaRPr>
                  </a:p>
                </c:rich>
              </c:tx>
              <c:dLblPos val="outEnd"/>
              <c:showVal val="1"/>
            </c:dLbl>
            <c:dLbl>
              <c:idx val="3"/>
              <c:layout/>
              <c:tx>
                <c:rich>
                  <a:bodyPr/>
                  <a:lstStyle/>
                  <a:p>
                    <a:pPr>
                      <a:defRPr>
                        <a:solidFill>
                          <a:srgbClr val="3399FF"/>
                        </a:solidFill>
                      </a:defRPr>
                    </a:pPr>
                    <a:r>
                      <a:rPr lang="en-US" sz="1800" b="0" i="0" u="none" strike="noStrike" baseline="0" dirty="0" smtClean="0">
                        <a:solidFill>
                          <a:srgbClr val="3399FF"/>
                        </a:solidFill>
                        <a:effectLst/>
                        <a:latin typeface="Algerian" pitchFamily="82" charset="0"/>
                      </a:rPr>
                      <a:t>H1</a:t>
                    </a:r>
                    <a:endParaRPr lang="en-US" sz="1800" dirty="0">
                      <a:solidFill>
                        <a:srgbClr val="3399FF"/>
                      </a:solidFill>
                      <a:latin typeface="Algerian" pitchFamily="82" charset="0"/>
                    </a:endParaRPr>
                  </a:p>
                </c:rich>
              </c:tx>
              <c:spPr/>
              <c:dLblPos val="outEnd"/>
              <c:showVal val="1"/>
            </c:dLbl>
            <c:dLblPos val="outEnd"/>
            <c:showVal val="1"/>
            <c:showLeaderLines val="1"/>
          </c:dLbls>
          <c:val>
            <c:numRef>
              <c:f>Sheet2!$B$10:$B$13</c:f>
              <c:numCache>
                <c:formatCode>General</c:formatCode>
                <c:ptCount val="4"/>
                <c:pt idx="0">
                  <c:v>3</c:v>
                </c:pt>
                <c:pt idx="1">
                  <c:v>9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/>
        <c:firstSliceAng val="0"/>
      </c:pieChart>
    </c:plotArea>
    <c:plotVisOnly val="1"/>
    <c:dispBlanksAs val="zero"/>
  </c:chart>
  <c:spPr>
    <a:ln>
      <a:noFill/>
    </a:ln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pieChart>
        <c:varyColors val="1"/>
        <c:ser>
          <c:idx val="0"/>
          <c:order val="0"/>
          <c:spPr>
            <a:ln w="19050">
              <a:solidFill>
                <a:schemeClr val="tx1"/>
              </a:solidFill>
            </a:ln>
          </c:spPr>
          <c:dPt>
            <c:idx val="0"/>
            <c:spPr>
              <a:solidFill>
                <a:srgbClr val="00B050"/>
              </a:solidFill>
              <a:ln w="19050">
                <a:solidFill>
                  <a:schemeClr val="tx1"/>
                </a:solidFill>
              </a:ln>
            </c:spPr>
          </c:dPt>
          <c:dPt>
            <c:idx val="1"/>
            <c:spPr>
              <a:solidFill>
                <a:srgbClr val="00B050"/>
              </a:solidFill>
              <a:ln w="19050">
                <a:solidFill>
                  <a:schemeClr val="tx1"/>
                </a:solidFill>
              </a:ln>
            </c:spPr>
          </c:dPt>
          <c:dPt>
            <c:idx val="2"/>
            <c:spPr>
              <a:solidFill>
                <a:srgbClr val="92D050"/>
              </a:solidFill>
              <a:ln w="19050">
                <a:solidFill>
                  <a:schemeClr val="tx1"/>
                </a:solidFill>
              </a:ln>
            </c:spPr>
          </c:dPt>
          <c:dPt>
            <c:idx val="3"/>
            <c:spPr>
              <a:solidFill>
                <a:srgbClr val="92D050"/>
              </a:solidFill>
              <a:ln w="19050">
                <a:solidFill>
                  <a:schemeClr val="tx1"/>
                </a:solidFill>
              </a:ln>
            </c:spPr>
          </c:dPt>
          <c:dPt>
            <c:idx val="4"/>
            <c:spPr>
              <a:solidFill>
                <a:srgbClr val="C00000"/>
              </a:solidFill>
              <a:ln w="19050">
                <a:solidFill>
                  <a:schemeClr val="tx1"/>
                </a:solidFill>
              </a:ln>
            </c:spPr>
          </c:dPt>
          <c:dPt>
            <c:idx val="5"/>
            <c:spPr>
              <a:solidFill>
                <a:srgbClr val="C00000"/>
              </a:solidFill>
              <a:ln w="19050">
                <a:solidFill>
                  <a:schemeClr val="tx1"/>
                </a:solidFill>
              </a:ln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pPr>
                      <a:defRPr sz="1800">
                        <a:solidFill>
                          <a:srgbClr val="FF00FF"/>
                        </a:solidFill>
                        <a:latin typeface="Algerian" pitchFamily="82" charset="0"/>
                      </a:defRPr>
                    </a:pPr>
                    <a:r>
                      <a:rPr lang="en-US" dirty="0" smtClean="0"/>
                      <a:t>H0</a:t>
                    </a:r>
                    <a:endParaRPr lang="en-US" dirty="0"/>
                  </a:p>
                </c:rich>
              </c:tx>
              <c:spPr/>
              <c:dLblPos val="outEnd"/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H1</a:t>
                    </a:r>
                    <a:endParaRPr lang="en-US" dirty="0"/>
                  </a:p>
                </c:rich>
              </c:tx>
              <c:dLblPos val="outEnd"/>
              <c:showVal val="1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H1</a:t>
                    </a:r>
                    <a:endParaRPr lang="en-US" dirty="0"/>
                  </a:p>
                </c:rich>
              </c:tx>
              <c:dLblPos val="outEnd"/>
              <c:showVal val="1"/>
            </c:dLbl>
            <c:dLbl>
              <c:idx val="3"/>
              <c:delete val="1"/>
            </c:dLbl>
            <c:dLbl>
              <c:idx val="4"/>
              <c:layout/>
              <c:tx>
                <c:rich>
                  <a:bodyPr/>
                  <a:lstStyle/>
                  <a:p>
                    <a:pPr>
                      <a:defRPr sz="1800">
                        <a:solidFill>
                          <a:srgbClr val="FF00FF"/>
                        </a:solidFill>
                        <a:latin typeface="Algerian" pitchFamily="82" charset="0"/>
                      </a:defRPr>
                    </a:pPr>
                    <a:r>
                      <a:rPr lang="en-US" dirty="0" smtClean="0"/>
                      <a:t>H0</a:t>
                    </a:r>
                    <a:endParaRPr lang="en-US" dirty="0"/>
                  </a:p>
                </c:rich>
              </c:tx>
              <c:spPr/>
              <c:dLblPos val="outEnd"/>
              <c:showVal val="1"/>
            </c:dLbl>
            <c:dLbl>
              <c:idx val="5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H1</a:t>
                    </a:r>
                    <a:endParaRPr lang="en-US" dirty="0"/>
                  </a:p>
                </c:rich>
              </c:tx>
              <c:dLblPos val="outEnd"/>
              <c:showVal val="1"/>
            </c:dLbl>
            <c:txPr>
              <a:bodyPr/>
              <a:lstStyle/>
              <a:p>
                <a:pPr>
                  <a:defRPr sz="1800">
                    <a:solidFill>
                      <a:srgbClr val="3399FF"/>
                    </a:solidFill>
                    <a:latin typeface="Algerian" pitchFamily="82" charset="0"/>
                  </a:defRPr>
                </a:pPr>
                <a:endParaRPr lang="en-US"/>
              </a:p>
            </c:txPr>
            <c:dLblPos val="outEnd"/>
            <c:showVal val="1"/>
            <c:showLeaderLines val="1"/>
          </c:dLbls>
          <c:val>
            <c:numRef>
              <c:f>Sheet2!$B$2:$B$7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6</c:v>
                </c:pt>
                <c:pt idx="3">
                  <c:v>0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dLbls>
          <c:showVal val="1"/>
        </c:dLbls>
        <c:firstSliceAng val="0"/>
      </c:pieChart>
    </c:plotArea>
    <c:plotVisOnly val="1"/>
    <c:dispBlanksAs val="zero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autoTitleDeleted val="1"/>
    <c:plotArea>
      <c:layout/>
      <c:barChart>
        <c:barDir val="col"/>
        <c:grouping val="clustered"/>
        <c:ser>
          <c:idx val="1"/>
          <c:order val="1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6"/>
            <c:spPr>
              <a:solidFill>
                <a:srgbClr val="00B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6"/>
            <c:spPr>
              <a:solidFill>
                <a:srgbClr val="00B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dLbls/>
        <c:gapWidth val="41"/>
        <c:axId val="78165120"/>
        <c:axId val="78166656"/>
      </c:barChart>
      <c:catAx>
        <c:axId val="78165120"/>
        <c:scaling>
          <c:orientation val="minMax"/>
        </c:scaling>
        <c:axPos val="b"/>
        <c:numFmt formatCode="General" sourceLinked="1"/>
        <c:tickLblPos val="nextTo"/>
        <c:spPr>
          <a:ln w="25400">
            <a:solidFill>
              <a:schemeClr val="tx1"/>
            </a:solidFill>
          </a:ln>
        </c:spPr>
        <c:crossAx val="78166656"/>
        <c:crossesAt val="0"/>
        <c:auto val="1"/>
        <c:lblAlgn val="ctr"/>
        <c:lblOffset val="100"/>
      </c:catAx>
      <c:valAx>
        <c:axId val="78166656"/>
        <c:scaling>
          <c:orientation val="minMax"/>
        </c:scaling>
        <c:axPos val="l"/>
        <c:numFmt formatCode="General" sourceLinked="1"/>
        <c:majorTickMark val="none"/>
        <c:tickLblPos val="none"/>
        <c:spPr>
          <a:solidFill>
            <a:schemeClr val="tx1"/>
          </a:solidFill>
          <a:ln w="25400">
            <a:solidFill>
              <a:schemeClr val="tx1"/>
            </a:solidFill>
          </a:ln>
        </c:spPr>
        <c:crossAx val="78165120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autoTitleDeleted val="1"/>
    <c:plotArea>
      <c:layout/>
      <c:barChart>
        <c:barDir val="col"/>
        <c:grouping val="clustered"/>
        <c:ser>
          <c:idx val="1"/>
          <c:order val="1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2"/>
            <c:spPr>
              <a:solidFill>
                <a:srgbClr val="92D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FF0000"/>
            </a:solidFill>
          </c:spPr>
          <c:dPt>
            <c:idx val="2"/>
            <c:spPr>
              <a:solidFill>
                <a:srgbClr val="92D050"/>
              </a:solidFill>
            </c:spPr>
          </c:dPt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24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8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</c:ser>
        <c:dLbls/>
        <c:gapWidth val="41"/>
        <c:axId val="78201216"/>
        <c:axId val="78202752"/>
      </c:barChart>
      <c:catAx>
        <c:axId val="78201216"/>
        <c:scaling>
          <c:orientation val="minMax"/>
        </c:scaling>
        <c:axPos val="b"/>
        <c:numFmt formatCode="General" sourceLinked="1"/>
        <c:tickLblPos val="nextTo"/>
        <c:spPr>
          <a:ln w="25400">
            <a:solidFill>
              <a:schemeClr val="tx1"/>
            </a:solidFill>
          </a:ln>
        </c:spPr>
        <c:crossAx val="78202752"/>
        <c:crossesAt val="0"/>
        <c:auto val="1"/>
        <c:lblAlgn val="ctr"/>
        <c:lblOffset val="100"/>
      </c:catAx>
      <c:valAx>
        <c:axId val="78202752"/>
        <c:scaling>
          <c:orientation val="minMax"/>
        </c:scaling>
        <c:axPos val="l"/>
        <c:numFmt formatCode="General" sourceLinked="1"/>
        <c:majorTickMark val="none"/>
        <c:tickLblPos val="none"/>
        <c:spPr>
          <a:solidFill>
            <a:schemeClr val="tx1"/>
          </a:solidFill>
          <a:ln w="25400">
            <a:solidFill>
              <a:schemeClr val="tx1"/>
            </a:solidFill>
          </a:ln>
        </c:spPr>
        <c:crossAx val="78201216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en-US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barChart>
        <c:barDir val="col"/>
        <c:grouping val="stacked"/>
        <c:ser>
          <c:idx val="0"/>
          <c:order val="0"/>
          <c:spPr>
            <a:noFill/>
          </c:spPr>
          <c:errBars>
            <c:errBarType val="minus"/>
            <c:errValType val="cust"/>
            <c:plus>
              <c:numLit>
                <c:formatCode>General</c:formatCode>
                <c:ptCount val="1"/>
                <c:pt idx="0">
                  <c:v>1</c:v>
                </c:pt>
              </c:numLit>
            </c:plus>
            <c:minus>
              <c:numRef>
                <c:f>'mean 234 sd 25 no correction'!$G$27:$J$27</c:f>
                <c:numCache>
                  <c:formatCode>General</c:formatCode>
                  <c:ptCount val="4"/>
                  <c:pt idx="0">
                    <c:v>4.353589500000199E-4</c:v>
                  </c:pt>
                  <c:pt idx="1">
                    <c:v>2.46941283795E-2</c:v>
                  </c:pt>
                  <c:pt idx="2">
                    <c:v>7.5982866974999563E-3</c:v>
                  </c:pt>
                  <c:pt idx="3">
                    <c:v>3.1605750412500036E-2</c:v>
                  </c:pt>
                </c:numCache>
              </c:numRef>
            </c:minus>
          </c:errBars>
          <c:cat>
            <c:strRef>
              <c:f>'mean 234 sd 25 no correction'!$G$23:$J$23</c:f>
              <c:strCache>
                <c:ptCount val="4"/>
                <c:pt idx="0">
                  <c:v>IsoEM HBR</c:v>
                </c:pt>
                <c:pt idx="1">
                  <c:v>Cufflinks HBR</c:v>
                </c:pt>
                <c:pt idx="2">
                  <c:v>IsoEM UHR</c:v>
                </c:pt>
                <c:pt idx="3">
                  <c:v>Cufflinks UHR</c:v>
                </c:pt>
              </c:strCache>
            </c:strRef>
          </c:cat>
          <c:val>
            <c:numRef>
              <c:f>'mean 234 sd 25 no correction'!$G$24:$J$24</c:f>
              <c:numCache>
                <c:formatCode>General</c:formatCode>
                <c:ptCount val="4"/>
                <c:pt idx="0">
                  <c:v>0.72870985105000108</c:v>
                </c:pt>
                <c:pt idx="1">
                  <c:v>0.12505320040449999</c:v>
                </c:pt>
                <c:pt idx="2">
                  <c:v>0.4767369806665</c:v>
                </c:pt>
                <c:pt idx="3">
                  <c:v>0.26949995994850001</c:v>
                </c:pt>
              </c:numCache>
            </c:numRef>
          </c:val>
        </c:ser>
        <c:ser>
          <c:idx val="1"/>
          <c:order val="1"/>
          <c:cat>
            <c:strRef>
              <c:f>'mean 234 sd 25 no correction'!$G$23:$J$23</c:f>
              <c:strCache>
                <c:ptCount val="4"/>
                <c:pt idx="0">
                  <c:v>IsoEM HBR</c:v>
                </c:pt>
                <c:pt idx="1">
                  <c:v>Cufflinks HBR</c:v>
                </c:pt>
                <c:pt idx="2">
                  <c:v>IsoEM UHR</c:v>
                </c:pt>
                <c:pt idx="3">
                  <c:v>Cufflinks UHR</c:v>
                </c:pt>
              </c:strCache>
            </c:strRef>
          </c:cat>
          <c:val>
            <c:numRef>
              <c:f>'mean 234 sd 25 no correction'!$G$25:$J$25</c:f>
              <c:numCache>
                <c:formatCode>General</c:formatCode>
                <c:ptCount val="4"/>
                <c:pt idx="0">
                  <c:v>3.4133811140000252E-3</c:v>
                </c:pt>
                <c:pt idx="1">
                  <c:v>6.2261773996499993E-2</c:v>
                </c:pt>
                <c:pt idx="2">
                  <c:v>1.0105522414499917E-2</c:v>
                </c:pt>
                <c:pt idx="3">
                  <c:v>3.8563891276499951E-2</c:v>
                </c:pt>
              </c:numCache>
            </c:numRef>
          </c:val>
        </c:ser>
        <c:ser>
          <c:idx val="2"/>
          <c:order val="2"/>
          <c:errBars>
            <c:errBarType val="plus"/>
            <c:errValType val="cust"/>
            <c:plus>
              <c:numRef>
                <c:f>'mean 234 sd 25 no correction'!$G$28:$J$28</c:f>
                <c:numCache>
                  <c:formatCode>General</c:formatCode>
                  <c:ptCount val="4"/>
                  <c:pt idx="0">
                    <c:v>5.4021990400000604E-3</c:v>
                  </c:pt>
                  <c:pt idx="1">
                    <c:v>5.1720871765000009E-3</c:v>
                  </c:pt>
                  <c:pt idx="2">
                    <c:v>4.9948555720000206E-3</c:v>
                  </c:pt>
                  <c:pt idx="3">
                    <c:v>9.4179215599993248E-4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</c:errBars>
          <c:cat>
            <c:strRef>
              <c:f>'mean 234 sd 25 no correction'!$G$23:$J$23</c:f>
              <c:strCache>
                <c:ptCount val="4"/>
                <c:pt idx="0">
                  <c:v>IsoEM HBR</c:v>
                </c:pt>
                <c:pt idx="1">
                  <c:v>Cufflinks HBR</c:v>
                </c:pt>
                <c:pt idx="2">
                  <c:v>IsoEM UHR</c:v>
                </c:pt>
                <c:pt idx="3">
                  <c:v>Cufflinks UHR</c:v>
                </c:pt>
              </c:strCache>
            </c:strRef>
          </c:cat>
          <c:val>
            <c:numRef>
              <c:f>'mean 234 sd 25 no correction'!$G$26:$J$26</c:f>
              <c:numCache>
                <c:formatCode>General</c:formatCode>
                <c:ptCount val="4"/>
                <c:pt idx="0">
                  <c:v>9.7587447320000124E-3</c:v>
                </c:pt>
                <c:pt idx="1">
                  <c:v>2.661837799150002E-2</c:v>
                </c:pt>
                <c:pt idx="2">
                  <c:v>6.970066516000027E-3</c:v>
                </c:pt>
                <c:pt idx="3">
                  <c:v>4.7074868200000465E-3</c:v>
                </c:pt>
              </c:numCache>
            </c:numRef>
          </c:val>
        </c:ser>
        <c:dLbls/>
        <c:overlap val="100"/>
        <c:axId val="64199296"/>
        <c:axId val="63766912"/>
      </c:barChart>
      <c:catAx>
        <c:axId val="64199296"/>
        <c:scaling>
          <c:orientation val="minMax"/>
        </c:scaling>
        <c:axPos val="b"/>
        <c:tickLblPos val="nextTo"/>
        <c:txPr>
          <a:bodyPr/>
          <a:lstStyle/>
          <a:p>
            <a:pPr>
              <a:defRPr sz="1800" b="1"/>
            </a:pPr>
            <a:endParaRPr lang="en-US"/>
          </a:p>
        </c:txPr>
        <c:crossAx val="63766912"/>
        <c:crosses val="autoZero"/>
        <c:auto val="1"/>
        <c:lblAlgn val="ctr"/>
        <c:lblOffset val="100"/>
      </c:catAx>
      <c:valAx>
        <c:axId val="63766912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800"/>
                </a:pPr>
                <a:r>
                  <a:rPr lang="en-US" sz="1800" dirty="0"/>
                  <a:t>R</a:t>
                </a:r>
                <a:r>
                  <a:rPr lang="en-US" sz="1800" baseline="30000" dirty="0"/>
                  <a:t>2</a:t>
                </a:r>
                <a:r>
                  <a:rPr lang="en-US" sz="1800" dirty="0"/>
                  <a:t> for </a:t>
                </a:r>
                <a:r>
                  <a:rPr lang="en-US" sz="1800" dirty="0" err="1"/>
                  <a:t>IsoEM</a:t>
                </a:r>
                <a:r>
                  <a:rPr lang="en-US" sz="1800" dirty="0"/>
                  <a:t>/</a:t>
                </a:r>
                <a:r>
                  <a:rPr lang="en-US" sz="1800" dirty="0" err="1"/>
                  <a:t>Ccufflinks</a:t>
                </a:r>
                <a:r>
                  <a:rPr lang="en-US" sz="1800" baseline="0" dirty="0"/>
                  <a:t> Estimates </a:t>
                </a:r>
                <a:r>
                  <a:rPr lang="en-US" sz="1800" baseline="0" dirty="0" err="1"/>
                  <a:t>vs</a:t>
                </a:r>
                <a:r>
                  <a:rPr lang="en-US" sz="1800" baseline="0" dirty="0"/>
                  <a:t> </a:t>
                </a:r>
                <a:r>
                  <a:rPr lang="en-US" sz="1800" baseline="0" dirty="0" err="1" smtClean="0"/>
                  <a:t>qPCR</a:t>
                </a:r>
                <a:endParaRPr lang="en-US" sz="1800" dirty="0"/>
              </a:p>
            </c:rich>
          </c:tx>
          <c:layout/>
        </c:title>
        <c:numFmt formatCode="General" sourceLinked="1"/>
        <c:tickLblPos val="nextTo"/>
        <c:crossAx val="64199296"/>
        <c:crosses val="autoZero"/>
        <c:crossBetween val="between"/>
      </c:valAx>
    </c:plotArea>
    <c:plotVisOnly val="1"/>
    <c:dispBlanksAs val="gap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ser>
          <c:idx val="0"/>
          <c:order val="0"/>
          <c:tx>
            <c:strRef>
              <c:f>Sheet1!$C$1</c:f>
              <c:strCache>
                <c:ptCount val="1"/>
                <c:pt idx="0">
                  <c:v>melPool</c:v>
                </c:pt>
              </c:strCache>
            </c:strRef>
          </c:tx>
          <c:spPr>
            <a:ln w="28575">
              <a:noFill/>
            </a:ln>
          </c:spPr>
          <c:trendline>
            <c:spPr>
              <a:ln w="0">
                <a:solidFill>
                  <a:sysClr val="windowText" lastClr="000000">
                    <a:alpha val="0"/>
                  </a:sysClr>
                </a:solidFill>
                <a:prstDash val="sysDot"/>
              </a:ln>
            </c:spPr>
            <c:trendlineType val="linear"/>
            <c:dispRSqr val="1"/>
            <c:trendlineLbl>
              <c:layout>
                <c:manualLayout>
                  <c:x val="-3.1257234494736781E-2"/>
                  <c:y val="-4.3454106760136335E-2"/>
                </c:manualLayout>
              </c:layout>
              <c:numFmt formatCode="General" sourceLinked="0"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</c:trendlineLbl>
          </c:trendline>
          <c:xVal>
            <c:numRef>
              <c:f>Sheet1!$B$2:$B$13530</c:f>
              <c:numCache>
                <c:formatCode>General</c:formatCode>
                <c:ptCount val="13529"/>
                <c:pt idx="0">
                  <c:v>2.4596526491518981E-5</c:v>
                </c:pt>
                <c:pt idx="1">
                  <c:v>6.0999482243363507E-7</c:v>
                </c:pt>
                <c:pt idx="2">
                  <c:v>3.1660742256247639E-6</c:v>
                </c:pt>
                <c:pt idx="3">
                  <c:v>5.1651919462385172E-6</c:v>
                </c:pt>
                <c:pt idx="4">
                  <c:v>1.7035491768328385E-6</c:v>
                </c:pt>
                <c:pt idx="5">
                  <c:v>1.7763179355504921E-5</c:v>
                </c:pt>
                <c:pt idx="6">
                  <c:v>4.7976296411124022E-5</c:v>
                </c:pt>
                <c:pt idx="7">
                  <c:v>7.95908068671838E-5</c:v>
                </c:pt>
                <c:pt idx="8">
                  <c:v>2.8472349915694315E-6</c:v>
                </c:pt>
                <c:pt idx="9">
                  <c:v>2.8721282102597092E-6</c:v>
                </c:pt>
                <c:pt idx="10">
                  <c:v>1.7665008432467225E-7</c:v>
                </c:pt>
                <c:pt idx="11">
                  <c:v>7.5264925891125114E-6</c:v>
                </c:pt>
                <c:pt idx="12">
                  <c:v>8.731070468025163E-6</c:v>
                </c:pt>
                <c:pt idx="13">
                  <c:v>1.3471632756902373E-7</c:v>
                </c:pt>
                <c:pt idx="14">
                  <c:v>6.724332035118812E-6</c:v>
                </c:pt>
                <c:pt idx="15">
                  <c:v>1.1029461260524756E-5</c:v>
                </c:pt>
                <c:pt idx="16">
                  <c:v>7.67483252321449E-6</c:v>
                </c:pt>
                <c:pt idx="17">
                  <c:v>0</c:v>
                </c:pt>
                <c:pt idx="18">
                  <c:v>2.7641723422167485E-5</c:v>
                </c:pt>
                <c:pt idx="19">
                  <c:v>0</c:v>
                </c:pt>
                <c:pt idx="20">
                  <c:v>5.4107722437619481E-5</c:v>
                </c:pt>
                <c:pt idx="21">
                  <c:v>2.1274296985391815E-5</c:v>
                </c:pt>
                <c:pt idx="22">
                  <c:v>4.3417611087028015E-7</c:v>
                </c:pt>
                <c:pt idx="23">
                  <c:v>9.7836192515586812E-7</c:v>
                </c:pt>
                <c:pt idx="24">
                  <c:v>1.2253477305370388E-5</c:v>
                </c:pt>
                <c:pt idx="25">
                  <c:v>2.346886659285807E-5</c:v>
                </c:pt>
                <c:pt idx="26">
                  <c:v>1.8091852717853251E-5</c:v>
                </c:pt>
                <c:pt idx="27">
                  <c:v>2.9181322413119428E-6</c:v>
                </c:pt>
                <c:pt idx="28">
                  <c:v>1.8169722959109064E-7</c:v>
                </c:pt>
                <c:pt idx="29">
                  <c:v>2.1832834151883855E-5</c:v>
                </c:pt>
                <c:pt idx="30">
                  <c:v>1.4777565291248054E-5</c:v>
                </c:pt>
                <c:pt idx="31">
                  <c:v>7.2704173862228605E-4</c:v>
                </c:pt>
                <c:pt idx="32">
                  <c:v>7.9442941215321718E-6</c:v>
                </c:pt>
                <c:pt idx="33">
                  <c:v>6.1372999377219708E-6</c:v>
                </c:pt>
                <c:pt idx="34">
                  <c:v>2.2558354862815184E-6</c:v>
                </c:pt>
                <c:pt idx="35">
                  <c:v>3.5821687079754681E-7</c:v>
                </c:pt>
                <c:pt idx="36">
                  <c:v>8.2755098135421762E-6</c:v>
                </c:pt>
                <c:pt idx="37">
                  <c:v>3.112253303829214E-5</c:v>
                </c:pt>
                <c:pt idx="38">
                  <c:v>2.1773172910999598E-5</c:v>
                </c:pt>
                <c:pt idx="39">
                  <c:v>6.0106284558514911E-5</c:v>
                </c:pt>
                <c:pt idx="40">
                  <c:v>7.8865625186275275E-6</c:v>
                </c:pt>
                <c:pt idx="41">
                  <c:v>6.4139800020392507E-6</c:v>
                </c:pt>
                <c:pt idx="42">
                  <c:v>7.5156581330860674E-6</c:v>
                </c:pt>
                <c:pt idx="43">
                  <c:v>0</c:v>
                </c:pt>
                <c:pt idx="44">
                  <c:v>1.8736173640325588E-3</c:v>
                </c:pt>
                <c:pt idx="45">
                  <c:v>1.542619323166991E-5</c:v>
                </c:pt>
                <c:pt idx="46">
                  <c:v>5.3007650397483919E-5</c:v>
                </c:pt>
                <c:pt idx="47">
                  <c:v>2.6968450973941781E-5</c:v>
                </c:pt>
                <c:pt idx="48">
                  <c:v>6.5231620831952917E-3</c:v>
                </c:pt>
                <c:pt idx="49">
                  <c:v>4.3614250315166923E-5</c:v>
                </c:pt>
                <c:pt idx="50">
                  <c:v>7.6643455254847984E-7</c:v>
                </c:pt>
                <c:pt idx="51">
                  <c:v>5.5991148834078444E-5</c:v>
                </c:pt>
                <c:pt idx="52">
                  <c:v>1.5663801497008295E-5</c:v>
                </c:pt>
                <c:pt idx="53">
                  <c:v>1.0169694726151795E-4</c:v>
                </c:pt>
                <c:pt idx="54">
                  <c:v>5.6114944697014333E-5</c:v>
                </c:pt>
                <c:pt idx="55">
                  <c:v>1.3970286387924641E-5</c:v>
                </c:pt>
                <c:pt idx="56">
                  <c:v>2.4540674547525586E-5</c:v>
                </c:pt>
                <c:pt idx="57">
                  <c:v>0</c:v>
                </c:pt>
                <c:pt idx="58">
                  <c:v>3.1118814963566482E-5</c:v>
                </c:pt>
                <c:pt idx="59">
                  <c:v>3.0302804962121812E-5</c:v>
                </c:pt>
                <c:pt idx="60">
                  <c:v>4.0353065691404822E-5</c:v>
                </c:pt>
                <c:pt idx="61">
                  <c:v>1.5612951870384931E-5</c:v>
                </c:pt>
                <c:pt idx="62">
                  <c:v>3.1042778754516782E-6</c:v>
                </c:pt>
                <c:pt idx="63">
                  <c:v>5.0414495686036402E-5</c:v>
                </c:pt>
                <c:pt idx="64">
                  <c:v>0</c:v>
                </c:pt>
                <c:pt idx="65">
                  <c:v>2.9760577127686888E-5</c:v>
                </c:pt>
                <c:pt idx="66">
                  <c:v>7.2461420586178003E-6</c:v>
                </c:pt>
                <c:pt idx="67">
                  <c:v>4.3071654026573512E-7</c:v>
                </c:pt>
                <c:pt idx="68">
                  <c:v>0</c:v>
                </c:pt>
                <c:pt idx="69">
                  <c:v>8.2754019907149005E-7</c:v>
                </c:pt>
                <c:pt idx="70">
                  <c:v>2.2114814665293614E-5</c:v>
                </c:pt>
                <c:pt idx="71">
                  <c:v>5.6071083094354916E-5</c:v>
                </c:pt>
                <c:pt idx="72">
                  <c:v>2.1708869964580751E-5</c:v>
                </c:pt>
                <c:pt idx="73">
                  <c:v>0</c:v>
                </c:pt>
                <c:pt idx="74">
                  <c:v>0</c:v>
                </c:pt>
                <c:pt idx="75">
                  <c:v>3.5266604014151206E-5</c:v>
                </c:pt>
                <c:pt idx="76">
                  <c:v>0</c:v>
                </c:pt>
                <c:pt idx="77">
                  <c:v>9.3591214487486829E-6</c:v>
                </c:pt>
                <c:pt idx="78">
                  <c:v>1.8886883477272942E-4</c:v>
                </c:pt>
                <c:pt idx="79">
                  <c:v>4.6138916323017183E-5</c:v>
                </c:pt>
                <c:pt idx="80">
                  <c:v>1.6085780772230525E-6</c:v>
                </c:pt>
                <c:pt idx="81">
                  <c:v>4.0405605073741325E-5</c:v>
                </c:pt>
                <c:pt idx="82">
                  <c:v>1.3393470192224718E-5</c:v>
                </c:pt>
                <c:pt idx="83">
                  <c:v>1.3483088068862742E-5</c:v>
                </c:pt>
                <c:pt idx="84">
                  <c:v>0</c:v>
                </c:pt>
                <c:pt idx="85">
                  <c:v>3.1842700545076726E-5</c:v>
                </c:pt>
                <c:pt idx="86">
                  <c:v>1.205675431163448E-5</c:v>
                </c:pt>
                <c:pt idx="87">
                  <c:v>3.4677774403928265E-5</c:v>
                </c:pt>
                <c:pt idx="88">
                  <c:v>4.8699024898063601E-5</c:v>
                </c:pt>
                <c:pt idx="89">
                  <c:v>1.5545034533135361E-4</c:v>
                </c:pt>
                <c:pt idx="90">
                  <c:v>3.0655506442557166E-5</c:v>
                </c:pt>
                <c:pt idx="91">
                  <c:v>3.8337777507149499E-5</c:v>
                </c:pt>
                <c:pt idx="92">
                  <c:v>1.2012205734077636E-5</c:v>
                </c:pt>
                <c:pt idx="93">
                  <c:v>0</c:v>
                </c:pt>
                <c:pt idx="94">
                  <c:v>1.0435093008447069E-4</c:v>
                </c:pt>
                <c:pt idx="95">
                  <c:v>1.8368725156600381E-5</c:v>
                </c:pt>
                <c:pt idx="96">
                  <c:v>3.0234183228352059E-5</c:v>
                </c:pt>
                <c:pt idx="97">
                  <c:v>1.7257605589977664E-5</c:v>
                </c:pt>
                <c:pt idx="98">
                  <c:v>2.1270393568147359E-4</c:v>
                </c:pt>
                <c:pt idx="99">
                  <c:v>8.7374668970432828E-6</c:v>
                </c:pt>
                <c:pt idx="100">
                  <c:v>6.0074378532284434E-6</c:v>
                </c:pt>
                <c:pt idx="101">
                  <c:v>2.7793193749886011E-5</c:v>
                </c:pt>
                <c:pt idx="102">
                  <c:v>1.1145345526463787E-6</c:v>
                </c:pt>
                <c:pt idx="103">
                  <c:v>3.3955735683265443E-6</c:v>
                </c:pt>
                <c:pt idx="104">
                  <c:v>0</c:v>
                </c:pt>
                <c:pt idx="105">
                  <c:v>2.1447599592941896E-5</c:v>
                </c:pt>
                <c:pt idx="106">
                  <c:v>2.0514203340929663E-7</c:v>
                </c:pt>
                <c:pt idx="107">
                  <c:v>4.3566656617625041E-6</c:v>
                </c:pt>
                <c:pt idx="108">
                  <c:v>1.3649368480719032E-5</c:v>
                </c:pt>
                <c:pt idx="109">
                  <c:v>0</c:v>
                </c:pt>
                <c:pt idx="110">
                  <c:v>9.8886251001581026E-6</c:v>
                </c:pt>
                <c:pt idx="111">
                  <c:v>6.0289397600694103E-6</c:v>
                </c:pt>
                <c:pt idx="112">
                  <c:v>2.3537454313561106E-4</c:v>
                </c:pt>
                <c:pt idx="113">
                  <c:v>4.5246331482768114E-6</c:v>
                </c:pt>
                <c:pt idx="114">
                  <c:v>8.4681345906031213E-7</c:v>
                </c:pt>
                <c:pt idx="115">
                  <c:v>1.4604248537905049E-4</c:v>
                </c:pt>
                <c:pt idx="116">
                  <c:v>5.5088306980570899E-6</c:v>
                </c:pt>
                <c:pt idx="117">
                  <c:v>1.1660538694096992E-6</c:v>
                </c:pt>
                <c:pt idx="118">
                  <c:v>3.2837104459978852E-5</c:v>
                </c:pt>
                <c:pt idx="119">
                  <c:v>1.3598723472540792E-6</c:v>
                </c:pt>
                <c:pt idx="120">
                  <c:v>2.6449573069895642E-5</c:v>
                </c:pt>
                <c:pt idx="121">
                  <c:v>1.091513723350875E-4</c:v>
                </c:pt>
                <c:pt idx="122">
                  <c:v>2.6024865619607921E-5</c:v>
                </c:pt>
                <c:pt idx="123">
                  <c:v>4.0445836129614964E-5</c:v>
                </c:pt>
                <c:pt idx="124">
                  <c:v>3.283062217312084E-5</c:v>
                </c:pt>
                <c:pt idx="125">
                  <c:v>2.6755981689492806E-4</c:v>
                </c:pt>
                <c:pt idx="126">
                  <c:v>6.7494649962561555E-6</c:v>
                </c:pt>
                <c:pt idx="127">
                  <c:v>0</c:v>
                </c:pt>
                <c:pt idx="128">
                  <c:v>1.7074803629241809E-5</c:v>
                </c:pt>
                <c:pt idx="129">
                  <c:v>5.9223524286538587E-5</c:v>
                </c:pt>
                <c:pt idx="130">
                  <c:v>2.4959788144169604E-5</c:v>
                </c:pt>
                <c:pt idx="131">
                  <c:v>4.1881032467467086E-6</c:v>
                </c:pt>
                <c:pt idx="132">
                  <c:v>1.0835166152212401E-5</c:v>
                </c:pt>
                <c:pt idx="133">
                  <c:v>1.7947861078766313E-5</c:v>
                </c:pt>
                <c:pt idx="134">
                  <c:v>2.8054856718585787E-7</c:v>
                </c:pt>
                <c:pt idx="135">
                  <c:v>4.0964004464932514E-6</c:v>
                </c:pt>
                <c:pt idx="136">
                  <c:v>3.6302838014338302E-6</c:v>
                </c:pt>
                <c:pt idx="137">
                  <c:v>2.667183838981075E-7</c:v>
                </c:pt>
                <c:pt idx="138">
                  <c:v>1.9233496855610468E-5</c:v>
                </c:pt>
                <c:pt idx="139">
                  <c:v>5.4595336494539355E-6</c:v>
                </c:pt>
                <c:pt idx="140">
                  <c:v>1.7096971788091626E-7</c:v>
                </c:pt>
                <c:pt idx="141">
                  <c:v>5.8947574485659399E-8</c:v>
                </c:pt>
                <c:pt idx="142">
                  <c:v>1.9700888642743989E-5</c:v>
                </c:pt>
                <c:pt idx="143">
                  <c:v>6.3018807971744493E-7</c:v>
                </c:pt>
                <c:pt idx="144">
                  <c:v>4.0366641203504483E-5</c:v>
                </c:pt>
                <c:pt idx="145">
                  <c:v>1.0697173331510484E-5</c:v>
                </c:pt>
                <c:pt idx="146">
                  <c:v>1.3653836112438933E-5</c:v>
                </c:pt>
                <c:pt idx="147">
                  <c:v>1.9228445199416335E-4</c:v>
                </c:pt>
                <c:pt idx="148">
                  <c:v>8.9257955774926501E-6</c:v>
                </c:pt>
                <c:pt idx="149">
                  <c:v>1.389967108447935E-5</c:v>
                </c:pt>
                <c:pt idx="150">
                  <c:v>1.5937844102843229E-5</c:v>
                </c:pt>
                <c:pt idx="151">
                  <c:v>1.0561963262608454E-5</c:v>
                </c:pt>
                <c:pt idx="152">
                  <c:v>2.4232190864550221E-7</c:v>
                </c:pt>
                <c:pt idx="153">
                  <c:v>2.3968305883222761E-5</c:v>
                </c:pt>
                <c:pt idx="154">
                  <c:v>1.5739740482157541E-5</c:v>
                </c:pt>
                <c:pt idx="155">
                  <c:v>5.9011927732914692E-8</c:v>
                </c:pt>
                <c:pt idx="156">
                  <c:v>4.9472874353188637E-5</c:v>
                </c:pt>
                <c:pt idx="157">
                  <c:v>2.9245443407950153E-5</c:v>
                </c:pt>
                <c:pt idx="158">
                  <c:v>3.214076669388356E-4</c:v>
                </c:pt>
                <c:pt idx="159">
                  <c:v>3.5550233411773603E-5</c:v>
                </c:pt>
                <c:pt idx="160">
                  <c:v>2.8795013983235032E-5</c:v>
                </c:pt>
                <c:pt idx="161">
                  <c:v>1.6696965970367962E-5</c:v>
                </c:pt>
                <c:pt idx="162">
                  <c:v>4.3557451875655834E-5</c:v>
                </c:pt>
                <c:pt idx="163">
                  <c:v>1.1325533968061716E-5</c:v>
                </c:pt>
                <c:pt idx="164">
                  <c:v>4.1458723478679624E-6</c:v>
                </c:pt>
                <c:pt idx="165">
                  <c:v>9.4654119003290778E-6</c:v>
                </c:pt>
                <c:pt idx="166">
                  <c:v>1.247421364692676E-5</c:v>
                </c:pt>
                <c:pt idx="167">
                  <c:v>3.6531593510146289E-5</c:v>
                </c:pt>
                <c:pt idx="168">
                  <c:v>3.7614809516646247E-4</c:v>
                </c:pt>
                <c:pt idx="169">
                  <c:v>2.3317085420137157E-5</c:v>
                </c:pt>
                <c:pt idx="170">
                  <c:v>1.6501789046956954E-5</c:v>
                </c:pt>
                <c:pt idx="171">
                  <c:v>7.1877342276668044E-5</c:v>
                </c:pt>
                <c:pt idx="172">
                  <c:v>4.0633902616156902E-5</c:v>
                </c:pt>
                <c:pt idx="173">
                  <c:v>7.7989008423899878E-6</c:v>
                </c:pt>
                <c:pt idx="174">
                  <c:v>1.7259837705176201E-5</c:v>
                </c:pt>
                <c:pt idx="175">
                  <c:v>2.4791773880015399E-5</c:v>
                </c:pt>
                <c:pt idx="176">
                  <c:v>1.5468073854720362E-4</c:v>
                </c:pt>
                <c:pt idx="177">
                  <c:v>4.7347380265707775E-7</c:v>
                </c:pt>
                <c:pt idx="178">
                  <c:v>4.370911646384679E-5</c:v>
                </c:pt>
                <c:pt idx="179">
                  <c:v>1.61939860936526E-5</c:v>
                </c:pt>
                <c:pt idx="180">
                  <c:v>1.8002541792750151E-5</c:v>
                </c:pt>
                <c:pt idx="181">
                  <c:v>1.5881164168136033E-4</c:v>
                </c:pt>
                <c:pt idx="182">
                  <c:v>2.8878033058086986E-5</c:v>
                </c:pt>
                <c:pt idx="183">
                  <c:v>9.4646515673625889E-6</c:v>
                </c:pt>
                <c:pt idx="184">
                  <c:v>2.4831141201807357E-5</c:v>
                </c:pt>
                <c:pt idx="185">
                  <c:v>3.4670939626215328E-5</c:v>
                </c:pt>
                <c:pt idx="186">
                  <c:v>1.3244399739774987E-5</c:v>
                </c:pt>
                <c:pt idx="187">
                  <c:v>6.7280443195981467E-5</c:v>
                </c:pt>
                <c:pt idx="188">
                  <c:v>3.8596450518402011E-6</c:v>
                </c:pt>
                <c:pt idx="189">
                  <c:v>7.2759646160699267E-6</c:v>
                </c:pt>
                <c:pt idx="190">
                  <c:v>1.7353173547442325E-5</c:v>
                </c:pt>
                <c:pt idx="191">
                  <c:v>2.0425387044407058E-5</c:v>
                </c:pt>
                <c:pt idx="192">
                  <c:v>8.182785432707228E-6</c:v>
                </c:pt>
                <c:pt idx="193">
                  <c:v>2.3481099486409946E-5</c:v>
                </c:pt>
                <c:pt idx="194">
                  <c:v>1.3658730188498755E-6</c:v>
                </c:pt>
                <c:pt idx="195">
                  <c:v>1.1128137067081752E-6</c:v>
                </c:pt>
                <c:pt idx="196">
                  <c:v>0</c:v>
                </c:pt>
                <c:pt idx="197">
                  <c:v>9.704744818647944E-6</c:v>
                </c:pt>
                <c:pt idx="198">
                  <c:v>1.2885217489302922E-4</c:v>
                </c:pt>
                <c:pt idx="199">
                  <c:v>9.9228616332720767E-6</c:v>
                </c:pt>
                <c:pt idx="200">
                  <c:v>2.7602515303838124E-6</c:v>
                </c:pt>
                <c:pt idx="201">
                  <c:v>2.4477061707781435E-5</c:v>
                </c:pt>
                <c:pt idx="202">
                  <c:v>2.7102447558415207E-5</c:v>
                </c:pt>
                <c:pt idx="203">
                  <c:v>3.5771642075746129E-6</c:v>
                </c:pt>
                <c:pt idx="204">
                  <c:v>1.1347624374526224E-5</c:v>
                </c:pt>
                <c:pt idx="205">
                  <c:v>1.8354813515568694E-7</c:v>
                </c:pt>
                <c:pt idx="206">
                  <c:v>8.9265015087405863E-6</c:v>
                </c:pt>
                <c:pt idx="207">
                  <c:v>2.9540620137230181E-5</c:v>
                </c:pt>
                <c:pt idx="208">
                  <c:v>8.9799984613978774E-6</c:v>
                </c:pt>
                <c:pt idx="209">
                  <c:v>1.3595251321424281E-5</c:v>
                </c:pt>
                <c:pt idx="210">
                  <c:v>1.0178554379098381E-5</c:v>
                </c:pt>
                <c:pt idx="211">
                  <c:v>1.8788373988544154E-5</c:v>
                </c:pt>
                <c:pt idx="212">
                  <c:v>8.5688627949275051E-6</c:v>
                </c:pt>
                <c:pt idx="213">
                  <c:v>1.3429795230645831E-6</c:v>
                </c:pt>
                <c:pt idx="214">
                  <c:v>4.1394136315601084E-5</c:v>
                </c:pt>
                <c:pt idx="215">
                  <c:v>3.4338556705792691E-6</c:v>
                </c:pt>
                <c:pt idx="216">
                  <c:v>2.1614346573432984E-4</c:v>
                </c:pt>
                <c:pt idx="217">
                  <c:v>2.0951330708698816E-6</c:v>
                </c:pt>
                <c:pt idx="218">
                  <c:v>2.5527709942550002E-7</c:v>
                </c:pt>
                <c:pt idx="219">
                  <c:v>6.2339804541283638E-5</c:v>
                </c:pt>
                <c:pt idx="220">
                  <c:v>1.0310166972445518E-5</c:v>
                </c:pt>
                <c:pt idx="221">
                  <c:v>3.3810743270273554E-7</c:v>
                </c:pt>
                <c:pt idx="222">
                  <c:v>3.9606808380163359E-5</c:v>
                </c:pt>
                <c:pt idx="223">
                  <c:v>1.0185093428736707E-4</c:v>
                </c:pt>
                <c:pt idx="224">
                  <c:v>4.3459553933512522E-5</c:v>
                </c:pt>
                <c:pt idx="225">
                  <c:v>2.9594739162444402E-5</c:v>
                </c:pt>
                <c:pt idx="226">
                  <c:v>2.7448275333726402E-5</c:v>
                </c:pt>
                <c:pt idx="227">
                  <c:v>0</c:v>
                </c:pt>
                <c:pt idx="228">
                  <c:v>1.5741120353286941E-3</c:v>
                </c:pt>
                <c:pt idx="229">
                  <c:v>4.1421399083026511E-7</c:v>
                </c:pt>
                <c:pt idx="230">
                  <c:v>7.8623851466318862E-7</c:v>
                </c:pt>
                <c:pt idx="231">
                  <c:v>5.7059761943309933E-6</c:v>
                </c:pt>
                <c:pt idx="232">
                  <c:v>1.551073911143459E-7</c:v>
                </c:pt>
                <c:pt idx="233">
                  <c:v>4.4892641401365556E-5</c:v>
                </c:pt>
                <c:pt idx="234">
                  <c:v>0</c:v>
                </c:pt>
                <c:pt idx="235">
                  <c:v>3.4958804675217035E-3</c:v>
                </c:pt>
                <c:pt idx="236">
                  <c:v>2.5694946126057398E-4</c:v>
                </c:pt>
                <c:pt idx="237">
                  <c:v>2.2292922353333429E-5</c:v>
                </c:pt>
                <c:pt idx="238">
                  <c:v>3.0366835891879823E-5</c:v>
                </c:pt>
                <c:pt idx="239">
                  <c:v>5.8609521119242712E-6</c:v>
                </c:pt>
                <c:pt idx="240">
                  <c:v>6.0957367721486337E-5</c:v>
                </c:pt>
                <c:pt idx="241">
                  <c:v>4.4326502079607499E-5</c:v>
                </c:pt>
                <c:pt idx="242">
                  <c:v>4.2629558074978876E-5</c:v>
                </c:pt>
                <c:pt idx="243">
                  <c:v>0</c:v>
                </c:pt>
                <c:pt idx="244">
                  <c:v>2.3194603117844019E-5</c:v>
                </c:pt>
                <c:pt idx="245">
                  <c:v>1.1446770553087339E-3</c:v>
                </c:pt>
                <c:pt idx="246">
                  <c:v>2.4290834546153276E-5</c:v>
                </c:pt>
                <c:pt idx="247">
                  <c:v>7.1153355572605012E-6</c:v>
                </c:pt>
                <c:pt idx="248">
                  <c:v>3.1936813857931648E-6</c:v>
                </c:pt>
                <c:pt idx="249">
                  <c:v>3.8065811911327838E-5</c:v>
                </c:pt>
                <c:pt idx="250">
                  <c:v>2.5260006286947615E-5</c:v>
                </c:pt>
                <c:pt idx="251">
                  <c:v>1.5748107308133701E-5</c:v>
                </c:pt>
                <c:pt idx="252">
                  <c:v>5.0693988513065834E-5</c:v>
                </c:pt>
                <c:pt idx="253">
                  <c:v>1.8262098754391169E-5</c:v>
                </c:pt>
                <c:pt idx="254">
                  <c:v>3.5082143233085549E-5</c:v>
                </c:pt>
                <c:pt idx="255">
                  <c:v>2.7287115383699745E-5</c:v>
                </c:pt>
                <c:pt idx="256">
                  <c:v>1.9219135491746065E-5</c:v>
                </c:pt>
                <c:pt idx="257">
                  <c:v>7.2090869913276942E-6</c:v>
                </c:pt>
                <c:pt idx="258">
                  <c:v>8.9540394742490268E-6</c:v>
                </c:pt>
                <c:pt idx="259">
                  <c:v>4.0847550984898983E-7</c:v>
                </c:pt>
                <c:pt idx="260">
                  <c:v>1.7941212641894689E-5</c:v>
                </c:pt>
                <c:pt idx="261">
                  <c:v>1.373119379602325E-4</c:v>
                </c:pt>
                <c:pt idx="262">
                  <c:v>3.8536050988987214E-5</c:v>
                </c:pt>
                <c:pt idx="263">
                  <c:v>4.6868432777470804E-6</c:v>
                </c:pt>
                <c:pt idx="264">
                  <c:v>4.3898108534567264E-5</c:v>
                </c:pt>
                <c:pt idx="265">
                  <c:v>1.3797835666931297E-5</c:v>
                </c:pt>
                <c:pt idx="266">
                  <c:v>1.0577069207052455E-5</c:v>
                </c:pt>
                <c:pt idx="267">
                  <c:v>2.5250969491022165E-5</c:v>
                </c:pt>
                <c:pt idx="268">
                  <c:v>1.9027883881218653E-5</c:v>
                </c:pt>
                <c:pt idx="269">
                  <c:v>0</c:v>
                </c:pt>
                <c:pt idx="270">
                  <c:v>1.3166287746418092E-6</c:v>
                </c:pt>
                <c:pt idx="271">
                  <c:v>1.8830470911674619E-5</c:v>
                </c:pt>
                <c:pt idx="272">
                  <c:v>2.7010148703787806E-5</c:v>
                </c:pt>
                <c:pt idx="273">
                  <c:v>6.0941291773787602E-7</c:v>
                </c:pt>
                <c:pt idx="274">
                  <c:v>7.8544503670783133E-6</c:v>
                </c:pt>
                <c:pt idx="275">
                  <c:v>1.5005053473718743E-4</c:v>
                </c:pt>
                <c:pt idx="276">
                  <c:v>8.6954026582503151E-6</c:v>
                </c:pt>
                <c:pt idx="277">
                  <c:v>1.8493272428515558E-6</c:v>
                </c:pt>
                <c:pt idx="278">
                  <c:v>4.1573107087898428E-5</c:v>
                </c:pt>
                <c:pt idx="279">
                  <c:v>1.4914979527462039E-5</c:v>
                </c:pt>
                <c:pt idx="280">
                  <c:v>4.7633222814312075E-5</c:v>
                </c:pt>
                <c:pt idx="281">
                  <c:v>1.5137763124642443E-5</c:v>
                </c:pt>
                <c:pt idx="282">
                  <c:v>1.4692186868912245E-5</c:v>
                </c:pt>
                <c:pt idx="283">
                  <c:v>3.1017245040894698E-5</c:v>
                </c:pt>
                <c:pt idx="284">
                  <c:v>1.3829436857950921E-4</c:v>
                </c:pt>
                <c:pt idx="285">
                  <c:v>3.8092412269779466E-5</c:v>
                </c:pt>
                <c:pt idx="286">
                  <c:v>5.1113743892232451E-5</c:v>
                </c:pt>
                <c:pt idx="287">
                  <c:v>1.0381409591371793E-4</c:v>
                </c:pt>
                <c:pt idx="288">
                  <c:v>4.8839948465152755E-5</c:v>
                </c:pt>
                <c:pt idx="289">
                  <c:v>2.7939272612458111E-5</c:v>
                </c:pt>
                <c:pt idx="290">
                  <c:v>1.2180061884073451E-5</c:v>
                </c:pt>
                <c:pt idx="291">
                  <c:v>2.6876250072690571E-4</c:v>
                </c:pt>
                <c:pt idx="292">
                  <c:v>1.6823139516743612E-5</c:v>
                </c:pt>
                <c:pt idx="293">
                  <c:v>2.0603253879519243E-6</c:v>
                </c:pt>
                <c:pt idx="294">
                  <c:v>2.3388364265897035E-5</c:v>
                </c:pt>
                <c:pt idx="295">
                  <c:v>1.6212793015319528E-6</c:v>
                </c:pt>
                <c:pt idx="296">
                  <c:v>2.2127219784304627E-5</c:v>
                </c:pt>
                <c:pt idx="297">
                  <c:v>1.587728127735239E-5</c:v>
                </c:pt>
                <c:pt idx="298">
                  <c:v>9.7336966336846847E-7</c:v>
                </c:pt>
                <c:pt idx="299">
                  <c:v>1.373153309890512E-6</c:v>
                </c:pt>
                <c:pt idx="300">
                  <c:v>3.0691228277274568E-7</c:v>
                </c:pt>
                <c:pt idx="301">
                  <c:v>3.337423473136644E-5</c:v>
                </c:pt>
                <c:pt idx="302">
                  <c:v>0</c:v>
                </c:pt>
                <c:pt idx="303">
                  <c:v>8.1153443847156735E-6</c:v>
                </c:pt>
                <c:pt idx="304">
                  <c:v>1.2119938520930293E-6</c:v>
                </c:pt>
                <c:pt idx="305">
                  <c:v>1.8211017784016209E-5</c:v>
                </c:pt>
                <c:pt idx="306">
                  <c:v>1.5322656133232926E-6</c:v>
                </c:pt>
                <c:pt idx="307">
                  <c:v>7.0872013831058554E-5</c:v>
                </c:pt>
                <c:pt idx="308">
                  <c:v>6.6940111605310774E-5</c:v>
                </c:pt>
                <c:pt idx="309">
                  <c:v>2.9306122959602051E-5</c:v>
                </c:pt>
                <c:pt idx="310">
                  <c:v>1.974733821435504E-5</c:v>
                </c:pt>
                <c:pt idx="311">
                  <c:v>7.5676896124689517E-6</c:v>
                </c:pt>
                <c:pt idx="312">
                  <c:v>4.3550635257166886E-5</c:v>
                </c:pt>
                <c:pt idx="313">
                  <c:v>3.6814731973020001E-5</c:v>
                </c:pt>
                <c:pt idx="314">
                  <c:v>6.7380093559524394E-5</c:v>
                </c:pt>
                <c:pt idx="315">
                  <c:v>1.1298088371914085E-5</c:v>
                </c:pt>
                <c:pt idx="316">
                  <c:v>9.1360437977492631E-6</c:v>
                </c:pt>
                <c:pt idx="317">
                  <c:v>1.17345146622494E-3</c:v>
                </c:pt>
                <c:pt idx="318">
                  <c:v>3.0797501931181443E-5</c:v>
                </c:pt>
                <c:pt idx="319">
                  <c:v>3.5426344260620393E-5</c:v>
                </c:pt>
                <c:pt idx="320">
                  <c:v>6.1755540451057799E-6</c:v>
                </c:pt>
                <c:pt idx="321">
                  <c:v>1.5682009262073008E-5</c:v>
                </c:pt>
                <c:pt idx="322">
                  <c:v>2.1733903223352959E-6</c:v>
                </c:pt>
                <c:pt idx="323">
                  <c:v>1.6329309586731155E-4</c:v>
                </c:pt>
                <c:pt idx="324">
                  <c:v>2.2565644014549448E-5</c:v>
                </c:pt>
                <c:pt idx="325">
                  <c:v>6.3791527345567977E-6</c:v>
                </c:pt>
                <c:pt idx="326">
                  <c:v>2.3637107587609209E-5</c:v>
                </c:pt>
                <c:pt idx="327">
                  <c:v>1.8323703662152481E-6</c:v>
                </c:pt>
                <c:pt idx="328">
                  <c:v>7.8694531830201161E-6</c:v>
                </c:pt>
                <c:pt idx="329">
                  <c:v>1.9796522557124936E-5</c:v>
                </c:pt>
                <c:pt idx="330">
                  <c:v>3.9406757397139992E-6</c:v>
                </c:pt>
                <c:pt idx="331">
                  <c:v>5.5455027995310611E-6</c:v>
                </c:pt>
                <c:pt idx="332">
                  <c:v>1.3784780505725237E-5</c:v>
                </c:pt>
                <c:pt idx="333">
                  <c:v>4.1191053201565988E-5</c:v>
                </c:pt>
                <c:pt idx="334">
                  <c:v>1.0157972634186515E-6</c:v>
                </c:pt>
                <c:pt idx="335">
                  <c:v>1.4906438794380674E-6</c:v>
                </c:pt>
                <c:pt idx="336">
                  <c:v>1.2817569527612412E-4</c:v>
                </c:pt>
                <c:pt idx="337">
                  <c:v>1.8402452889442495E-5</c:v>
                </c:pt>
                <c:pt idx="338">
                  <c:v>1.7200742447736447E-5</c:v>
                </c:pt>
                <c:pt idx="339">
                  <c:v>3.7950065903236591E-5</c:v>
                </c:pt>
                <c:pt idx="340">
                  <c:v>1.268488925518608E-5</c:v>
                </c:pt>
                <c:pt idx="341">
                  <c:v>4.8397534791081662E-5</c:v>
                </c:pt>
                <c:pt idx="342">
                  <c:v>2.2740348096581605E-5</c:v>
                </c:pt>
                <c:pt idx="343">
                  <c:v>7.0407676466547985E-5</c:v>
                </c:pt>
                <c:pt idx="344">
                  <c:v>5.5808058532106893E-4</c:v>
                </c:pt>
                <c:pt idx="345">
                  <c:v>4.7458207090662427E-5</c:v>
                </c:pt>
                <c:pt idx="346">
                  <c:v>1.3221188637523647E-4</c:v>
                </c:pt>
                <c:pt idx="347">
                  <c:v>0</c:v>
                </c:pt>
                <c:pt idx="348">
                  <c:v>1.072104352039811E-4</c:v>
                </c:pt>
                <c:pt idx="349">
                  <c:v>0</c:v>
                </c:pt>
                <c:pt idx="350">
                  <c:v>9.6859274354727269E-6</c:v>
                </c:pt>
                <c:pt idx="351">
                  <c:v>0</c:v>
                </c:pt>
                <c:pt idx="352">
                  <c:v>1.266059588024994E-4</c:v>
                </c:pt>
                <c:pt idx="353">
                  <c:v>0</c:v>
                </c:pt>
                <c:pt idx="354">
                  <c:v>3.7372645969674502E-6</c:v>
                </c:pt>
                <c:pt idx="355">
                  <c:v>1.1852758459496384E-4</c:v>
                </c:pt>
                <c:pt idx="356">
                  <c:v>0</c:v>
                </c:pt>
                <c:pt idx="357">
                  <c:v>1.3220173147799049E-6</c:v>
                </c:pt>
                <c:pt idx="358">
                  <c:v>1.0856859213685534E-5</c:v>
                </c:pt>
                <c:pt idx="359">
                  <c:v>6.7908847755067414E-5</c:v>
                </c:pt>
                <c:pt idx="360">
                  <c:v>1.4249153306977394E-6</c:v>
                </c:pt>
                <c:pt idx="361">
                  <c:v>2.3960828806511151E-5</c:v>
                </c:pt>
                <c:pt idx="362">
                  <c:v>2.0467597805130476E-7</c:v>
                </c:pt>
                <c:pt idx="363">
                  <c:v>6.6443363886039713E-6</c:v>
                </c:pt>
                <c:pt idx="364">
                  <c:v>1.5969673693021808E-5</c:v>
                </c:pt>
                <c:pt idx="365">
                  <c:v>5.893352921520439E-6</c:v>
                </c:pt>
                <c:pt idx="366">
                  <c:v>9.6413993533960506E-5</c:v>
                </c:pt>
                <c:pt idx="367">
                  <c:v>4.9408600790690606E-5</c:v>
                </c:pt>
                <c:pt idx="368">
                  <c:v>1.1465588696047976E-5</c:v>
                </c:pt>
                <c:pt idx="369">
                  <c:v>4.4842557496011956E-5</c:v>
                </c:pt>
                <c:pt idx="370">
                  <c:v>1.3677424025611957E-6</c:v>
                </c:pt>
                <c:pt idx="371">
                  <c:v>6.6842112552529032E-5</c:v>
                </c:pt>
                <c:pt idx="372">
                  <c:v>6.062532799833804E-6</c:v>
                </c:pt>
                <c:pt idx="373">
                  <c:v>0</c:v>
                </c:pt>
                <c:pt idx="374">
                  <c:v>2.4102644682531592E-5</c:v>
                </c:pt>
                <c:pt idx="375">
                  <c:v>6.2484636699554862E-5</c:v>
                </c:pt>
                <c:pt idx="376">
                  <c:v>9.6519696344359712E-5</c:v>
                </c:pt>
                <c:pt idx="377">
                  <c:v>2.2668194691727211E-5</c:v>
                </c:pt>
                <c:pt idx="378">
                  <c:v>2.4740032235291825E-5</c:v>
                </c:pt>
                <c:pt idx="379">
                  <c:v>1.1690380983939413E-6</c:v>
                </c:pt>
                <c:pt idx="380">
                  <c:v>4.3577727491551114E-6</c:v>
                </c:pt>
                <c:pt idx="381">
                  <c:v>1.1547008059464808E-5</c:v>
                </c:pt>
                <c:pt idx="382">
                  <c:v>1.2436565791134341E-4</c:v>
                </c:pt>
                <c:pt idx="383">
                  <c:v>2.1505181308392279E-5</c:v>
                </c:pt>
                <c:pt idx="384">
                  <c:v>0</c:v>
                </c:pt>
                <c:pt idx="385">
                  <c:v>9.5948887906874592E-6</c:v>
                </c:pt>
                <c:pt idx="386">
                  <c:v>2.5729381912220148E-5</c:v>
                </c:pt>
                <c:pt idx="387">
                  <c:v>2.556967094365565E-5</c:v>
                </c:pt>
                <c:pt idx="388">
                  <c:v>2.5447146479935141E-5</c:v>
                </c:pt>
                <c:pt idx="389">
                  <c:v>1.1755612556691738E-5</c:v>
                </c:pt>
                <c:pt idx="390">
                  <c:v>7.0519253640832907E-6</c:v>
                </c:pt>
                <c:pt idx="391">
                  <c:v>5.8610208568037003E-5</c:v>
                </c:pt>
                <c:pt idx="392">
                  <c:v>6.748869434619415E-5</c:v>
                </c:pt>
                <c:pt idx="393">
                  <c:v>4.1396211854823137E-7</c:v>
                </c:pt>
                <c:pt idx="394">
                  <c:v>2.9481635445447425E-5</c:v>
                </c:pt>
                <c:pt idx="395">
                  <c:v>1.3920478506251672E-5</c:v>
                </c:pt>
                <c:pt idx="396">
                  <c:v>1.7203490110268677E-4</c:v>
                </c:pt>
                <c:pt idx="397">
                  <c:v>5.8495260884250041E-6</c:v>
                </c:pt>
                <c:pt idx="398">
                  <c:v>4.973759855704078E-5</c:v>
                </c:pt>
                <c:pt idx="399">
                  <c:v>3.4360495471896621E-5</c:v>
                </c:pt>
                <c:pt idx="400">
                  <c:v>1.5707480483005509E-5</c:v>
                </c:pt>
                <c:pt idx="401">
                  <c:v>2.3226725931126742E-6</c:v>
                </c:pt>
                <c:pt idx="402">
                  <c:v>3.6148564014294758E-6</c:v>
                </c:pt>
                <c:pt idx="403">
                  <c:v>3.8479777690520199E-5</c:v>
                </c:pt>
                <c:pt idx="404">
                  <c:v>2.4471010697197126E-5</c:v>
                </c:pt>
                <c:pt idx="405">
                  <c:v>2.2488181767187042E-5</c:v>
                </c:pt>
                <c:pt idx="406">
                  <c:v>8.4725589033463735E-6</c:v>
                </c:pt>
                <c:pt idx="407">
                  <c:v>1.3738299813167978E-6</c:v>
                </c:pt>
                <c:pt idx="408">
                  <c:v>1.1194200311147961E-4</c:v>
                </c:pt>
                <c:pt idx="409">
                  <c:v>2.6437967676456693E-6</c:v>
                </c:pt>
                <c:pt idx="410">
                  <c:v>6.4002900759277064E-5</c:v>
                </c:pt>
                <c:pt idx="411">
                  <c:v>3.7829332560523047E-4</c:v>
                </c:pt>
                <c:pt idx="412">
                  <c:v>1.117398287554528E-6</c:v>
                </c:pt>
                <c:pt idx="413">
                  <c:v>9.3691860535556775E-6</c:v>
                </c:pt>
                <c:pt idx="414">
                  <c:v>4.3484184757361326E-6</c:v>
                </c:pt>
                <c:pt idx="415">
                  <c:v>3.4929045009088386E-5</c:v>
                </c:pt>
                <c:pt idx="416">
                  <c:v>4.0064716199332006E-5</c:v>
                </c:pt>
                <c:pt idx="417">
                  <c:v>4.0904016087161892E-4</c:v>
                </c:pt>
                <c:pt idx="418">
                  <c:v>1.0661938779170241E-4</c:v>
                </c:pt>
                <c:pt idx="419">
                  <c:v>2.8968308252510486E-5</c:v>
                </c:pt>
                <c:pt idx="420">
                  <c:v>4.2517692489879532E-5</c:v>
                </c:pt>
                <c:pt idx="421">
                  <c:v>1.6154345642380404E-5</c:v>
                </c:pt>
                <c:pt idx="422">
                  <c:v>1.3845130859713524E-5</c:v>
                </c:pt>
                <c:pt idx="423">
                  <c:v>2.7804114134481604E-5</c:v>
                </c:pt>
                <c:pt idx="424">
                  <c:v>4.5391745170247514E-6</c:v>
                </c:pt>
                <c:pt idx="425">
                  <c:v>2.4823892715015828E-5</c:v>
                </c:pt>
                <c:pt idx="426">
                  <c:v>2.0029280543205448E-5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1.6696502178640829E-7</c:v>
                </c:pt>
                <c:pt idx="431">
                  <c:v>2.4254301745900282E-4</c:v>
                </c:pt>
                <c:pt idx="432">
                  <c:v>2.9254818392956696E-5</c:v>
                </c:pt>
                <c:pt idx="433">
                  <c:v>0</c:v>
                </c:pt>
                <c:pt idx="434">
                  <c:v>5.5791772599653933E-5</c:v>
                </c:pt>
                <c:pt idx="435">
                  <c:v>3.5940902415507464E-5</c:v>
                </c:pt>
                <c:pt idx="436">
                  <c:v>4.5393038620481366E-6</c:v>
                </c:pt>
                <c:pt idx="437">
                  <c:v>1.1348222099742138E-6</c:v>
                </c:pt>
                <c:pt idx="438">
                  <c:v>2.9365840908111211E-4</c:v>
                </c:pt>
                <c:pt idx="439">
                  <c:v>0</c:v>
                </c:pt>
                <c:pt idx="440">
                  <c:v>0</c:v>
                </c:pt>
                <c:pt idx="441">
                  <c:v>2.0970021397359742E-5</c:v>
                </c:pt>
                <c:pt idx="442">
                  <c:v>3.6316035509519215E-6</c:v>
                </c:pt>
                <c:pt idx="443">
                  <c:v>8.409456976305569E-5</c:v>
                </c:pt>
                <c:pt idx="444">
                  <c:v>9.8077309785054328E-5</c:v>
                </c:pt>
                <c:pt idx="445">
                  <c:v>0</c:v>
                </c:pt>
                <c:pt idx="446">
                  <c:v>1.4083046079586581E-6</c:v>
                </c:pt>
                <c:pt idx="447">
                  <c:v>3.4812990885241267E-6</c:v>
                </c:pt>
                <c:pt idx="448">
                  <c:v>2.0722684033110437E-5</c:v>
                </c:pt>
                <c:pt idx="449">
                  <c:v>1.8999973920333747E-7</c:v>
                </c:pt>
                <c:pt idx="450">
                  <c:v>2.9367829800981798E-5</c:v>
                </c:pt>
                <c:pt idx="451">
                  <c:v>6.8171030584785433E-7</c:v>
                </c:pt>
                <c:pt idx="452">
                  <c:v>5.1320495068915506E-5</c:v>
                </c:pt>
                <c:pt idx="453">
                  <c:v>9.9866203195878103E-7</c:v>
                </c:pt>
                <c:pt idx="454">
                  <c:v>2.5837318694111486E-5</c:v>
                </c:pt>
                <c:pt idx="455">
                  <c:v>8.4625314553558856E-5</c:v>
                </c:pt>
                <c:pt idx="456">
                  <c:v>3.8086840500377103E-5</c:v>
                </c:pt>
                <c:pt idx="457">
                  <c:v>1.0142756497317293E-4</c:v>
                </c:pt>
                <c:pt idx="458">
                  <c:v>1.0516680356030701E-5</c:v>
                </c:pt>
                <c:pt idx="459">
                  <c:v>7.2143262469017583E-6</c:v>
                </c:pt>
                <c:pt idx="460">
                  <c:v>7.5796574927206597E-7</c:v>
                </c:pt>
                <c:pt idx="461">
                  <c:v>5.1636961925466308E-5</c:v>
                </c:pt>
                <c:pt idx="462">
                  <c:v>3.7366123467946602E-5</c:v>
                </c:pt>
                <c:pt idx="463">
                  <c:v>7.3971659649394924E-6</c:v>
                </c:pt>
                <c:pt idx="464">
                  <c:v>5.3622486396922877E-6</c:v>
                </c:pt>
                <c:pt idx="465">
                  <c:v>1.7403629895839965E-5</c:v>
                </c:pt>
                <c:pt idx="466">
                  <c:v>1.3766110136676431E-7</c:v>
                </c:pt>
                <c:pt idx="467">
                  <c:v>1.7614159623147591E-4</c:v>
                </c:pt>
                <c:pt idx="468">
                  <c:v>2.205439293199259E-5</c:v>
                </c:pt>
                <c:pt idx="469">
                  <c:v>4.9573254324881001E-5</c:v>
                </c:pt>
                <c:pt idx="470">
                  <c:v>3.7082369297480774E-5</c:v>
                </c:pt>
                <c:pt idx="471">
                  <c:v>5.3282712577587393E-5</c:v>
                </c:pt>
                <c:pt idx="472">
                  <c:v>1.8815813675837235E-4</c:v>
                </c:pt>
                <c:pt idx="473">
                  <c:v>3.0282742025984398E-5</c:v>
                </c:pt>
                <c:pt idx="474">
                  <c:v>5.6188919930050089E-5</c:v>
                </c:pt>
                <c:pt idx="475">
                  <c:v>1.0380119271705511E-5</c:v>
                </c:pt>
                <c:pt idx="476">
                  <c:v>1.1571295292393314E-4</c:v>
                </c:pt>
                <c:pt idx="477">
                  <c:v>4.5125946646449683E-4</c:v>
                </c:pt>
                <c:pt idx="478">
                  <c:v>8.0336231753751143E-5</c:v>
                </c:pt>
                <c:pt idx="479">
                  <c:v>0</c:v>
                </c:pt>
                <c:pt idx="480">
                  <c:v>3.8396979950027009E-3</c:v>
                </c:pt>
                <c:pt idx="481">
                  <c:v>2.553166819910116E-5</c:v>
                </c:pt>
                <c:pt idx="482">
                  <c:v>1.083309351478164E-5</c:v>
                </c:pt>
                <c:pt idx="483">
                  <c:v>3.108706829015372E-5</c:v>
                </c:pt>
                <c:pt idx="484">
                  <c:v>1.1592198540578504E-5</c:v>
                </c:pt>
                <c:pt idx="485">
                  <c:v>3.6697839536219106E-5</c:v>
                </c:pt>
                <c:pt idx="486">
                  <c:v>4.8210191256234009E-6</c:v>
                </c:pt>
                <c:pt idx="487">
                  <c:v>9.7298866446029723E-6</c:v>
                </c:pt>
                <c:pt idx="488">
                  <c:v>1.8703535329906439E-6</c:v>
                </c:pt>
                <c:pt idx="489">
                  <c:v>1.7452055438082531E-3</c:v>
                </c:pt>
                <c:pt idx="490">
                  <c:v>1.6242376747207753E-5</c:v>
                </c:pt>
                <c:pt idx="491">
                  <c:v>4.2358607583281504E-6</c:v>
                </c:pt>
                <c:pt idx="492">
                  <c:v>2.0831443738445049E-6</c:v>
                </c:pt>
                <c:pt idx="493">
                  <c:v>4.3722146343857374E-5</c:v>
                </c:pt>
                <c:pt idx="494">
                  <c:v>7.0159049195109524E-5</c:v>
                </c:pt>
                <c:pt idx="495">
                  <c:v>3.0683062096801568E-5</c:v>
                </c:pt>
                <c:pt idx="496">
                  <c:v>1.4274698852923315E-4</c:v>
                </c:pt>
                <c:pt idx="497">
                  <c:v>8.3431648274869808E-6</c:v>
                </c:pt>
                <c:pt idx="498">
                  <c:v>1.0462243703874106E-4</c:v>
                </c:pt>
                <c:pt idx="499">
                  <c:v>5.4656650394852524E-5</c:v>
                </c:pt>
                <c:pt idx="500">
                  <c:v>1.4712516958054E-5</c:v>
                </c:pt>
                <c:pt idx="501">
                  <c:v>8.5272188174922726E-5</c:v>
                </c:pt>
                <c:pt idx="502">
                  <c:v>8.6809397572665777E-6</c:v>
                </c:pt>
                <c:pt idx="503">
                  <c:v>9.7758908367760332E-5</c:v>
                </c:pt>
                <c:pt idx="504">
                  <c:v>4.0793035265236866E-4</c:v>
                </c:pt>
                <c:pt idx="505">
                  <c:v>1.2851142565562505E-4</c:v>
                </c:pt>
                <c:pt idx="506">
                  <c:v>5.2668902064802112E-5</c:v>
                </c:pt>
                <c:pt idx="507">
                  <c:v>9.2509402386129582E-6</c:v>
                </c:pt>
                <c:pt idx="508">
                  <c:v>1.9467248148479879E-4</c:v>
                </c:pt>
                <c:pt idx="509">
                  <c:v>4.1486164017150009E-6</c:v>
                </c:pt>
                <c:pt idx="510">
                  <c:v>1.3296922025226081E-5</c:v>
                </c:pt>
                <c:pt idx="511">
                  <c:v>0</c:v>
                </c:pt>
                <c:pt idx="512">
                  <c:v>4.0208679824699829E-5</c:v>
                </c:pt>
                <c:pt idx="513">
                  <c:v>2.3000969734859416E-5</c:v>
                </c:pt>
                <c:pt idx="514">
                  <c:v>5.8466840782654063E-6</c:v>
                </c:pt>
                <c:pt idx="515">
                  <c:v>1.1106671737931666E-6</c:v>
                </c:pt>
                <c:pt idx="516">
                  <c:v>1.8294489605885929E-5</c:v>
                </c:pt>
                <c:pt idx="517">
                  <c:v>0</c:v>
                </c:pt>
                <c:pt idx="518">
                  <c:v>2.4723931002467299E-4</c:v>
                </c:pt>
                <c:pt idx="519">
                  <c:v>9.2097510454896559E-6</c:v>
                </c:pt>
                <c:pt idx="520">
                  <c:v>2.9058270754599475E-5</c:v>
                </c:pt>
                <c:pt idx="521">
                  <c:v>1.4394791995382388E-6</c:v>
                </c:pt>
                <c:pt idx="522">
                  <c:v>4.3512480713188888E-6</c:v>
                </c:pt>
                <c:pt idx="523">
                  <c:v>4.0678336045612004E-5</c:v>
                </c:pt>
                <c:pt idx="524">
                  <c:v>4.1736057282785542E-6</c:v>
                </c:pt>
                <c:pt idx="525">
                  <c:v>2.2067185466721171E-5</c:v>
                </c:pt>
                <c:pt idx="526">
                  <c:v>3.2453353124130525E-5</c:v>
                </c:pt>
                <c:pt idx="527">
                  <c:v>1.4473379435122709E-6</c:v>
                </c:pt>
                <c:pt idx="528">
                  <c:v>1.2705215928643761E-6</c:v>
                </c:pt>
                <c:pt idx="529">
                  <c:v>4.8340502199027414E-6</c:v>
                </c:pt>
                <c:pt idx="530">
                  <c:v>3.0621530291295051E-5</c:v>
                </c:pt>
                <c:pt idx="531">
                  <c:v>4.0253665148941937E-7</c:v>
                </c:pt>
                <c:pt idx="532">
                  <c:v>1.3479805765186789E-5</c:v>
                </c:pt>
                <c:pt idx="533">
                  <c:v>8.4509858033950362E-6</c:v>
                </c:pt>
                <c:pt idx="534">
                  <c:v>1.6773037625863062E-6</c:v>
                </c:pt>
                <c:pt idx="535">
                  <c:v>7.7361720412729871E-5</c:v>
                </c:pt>
                <c:pt idx="536">
                  <c:v>1.2364959843733709E-5</c:v>
                </c:pt>
                <c:pt idx="537">
                  <c:v>1.1072262055088463E-5</c:v>
                </c:pt>
                <c:pt idx="538">
                  <c:v>3.6162565281410396E-5</c:v>
                </c:pt>
                <c:pt idx="539">
                  <c:v>4.8209521340780063E-7</c:v>
                </c:pt>
                <c:pt idx="540">
                  <c:v>5.0390885614415634E-6</c:v>
                </c:pt>
                <c:pt idx="541">
                  <c:v>1.790714963214712E-5</c:v>
                </c:pt>
                <c:pt idx="542">
                  <c:v>5.0496133546502198E-5</c:v>
                </c:pt>
                <c:pt idx="543">
                  <c:v>0</c:v>
                </c:pt>
                <c:pt idx="544">
                  <c:v>9.2503446463316341E-5</c:v>
                </c:pt>
                <c:pt idx="545">
                  <c:v>1.801688300766166E-6</c:v>
                </c:pt>
                <c:pt idx="546">
                  <c:v>1.4110796820166037E-5</c:v>
                </c:pt>
                <c:pt idx="547">
                  <c:v>3.2068373050576343E-5</c:v>
                </c:pt>
                <c:pt idx="548">
                  <c:v>2.2083928696342317E-5</c:v>
                </c:pt>
                <c:pt idx="549">
                  <c:v>9.7091592260305214E-6</c:v>
                </c:pt>
                <c:pt idx="550">
                  <c:v>3.5186957008431606E-5</c:v>
                </c:pt>
                <c:pt idx="551">
                  <c:v>2.8919929116922742E-4</c:v>
                </c:pt>
                <c:pt idx="552">
                  <c:v>1.064593195211009E-5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1.0916286964182922E-4</c:v>
                </c:pt>
                <c:pt idx="558">
                  <c:v>0</c:v>
                </c:pt>
                <c:pt idx="559">
                  <c:v>5.1815964379542306E-5</c:v>
                </c:pt>
                <c:pt idx="560">
                  <c:v>3.6803353738450857E-5</c:v>
                </c:pt>
                <c:pt idx="561">
                  <c:v>1.674323107829973E-5</c:v>
                </c:pt>
                <c:pt idx="562">
                  <c:v>3.1041442540537455E-5</c:v>
                </c:pt>
                <c:pt idx="563">
                  <c:v>4.8913056826560199E-5</c:v>
                </c:pt>
                <c:pt idx="564">
                  <c:v>5.3099141260657719E-7</c:v>
                </c:pt>
                <c:pt idx="565">
                  <c:v>0</c:v>
                </c:pt>
                <c:pt idx="566">
                  <c:v>0</c:v>
                </c:pt>
                <c:pt idx="567">
                  <c:v>1.3584483971522367E-5</c:v>
                </c:pt>
                <c:pt idx="568">
                  <c:v>4.4489650866954429E-7</c:v>
                </c:pt>
                <c:pt idx="569">
                  <c:v>7.2990017229572133E-6</c:v>
                </c:pt>
                <c:pt idx="570">
                  <c:v>2.2099289618569317E-5</c:v>
                </c:pt>
                <c:pt idx="571">
                  <c:v>5.7854300327047918E-6</c:v>
                </c:pt>
                <c:pt idx="572">
                  <c:v>1.7602555891937684E-5</c:v>
                </c:pt>
                <c:pt idx="573">
                  <c:v>2.7674529232654079E-5</c:v>
                </c:pt>
                <c:pt idx="574">
                  <c:v>2.6208448874351345E-5</c:v>
                </c:pt>
                <c:pt idx="575">
                  <c:v>0</c:v>
                </c:pt>
                <c:pt idx="576">
                  <c:v>0</c:v>
                </c:pt>
                <c:pt idx="577">
                  <c:v>1.3513731450837373E-5</c:v>
                </c:pt>
                <c:pt idx="578">
                  <c:v>0</c:v>
                </c:pt>
                <c:pt idx="579">
                  <c:v>3.0135150273644457E-7</c:v>
                </c:pt>
                <c:pt idx="580">
                  <c:v>7.7952893000620023E-4</c:v>
                </c:pt>
                <c:pt idx="581">
                  <c:v>2.3689931163211292E-5</c:v>
                </c:pt>
                <c:pt idx="582">
                  <c:v>5.0802623880593555E-5</c:v>
                </c:pt>
                <c:pt idx="583">
                  <c:v>4.1493859493954955E-5</c:v>
                </c:pt>
                <c:pt idx="584">
                  <c:v>2.5705577959155048E-5</c:v>
                </c:pt>
                <c:pt idx="585">
                  <c:v>2.9761831137425802E-7</c:v>
                </c:pt>
                <c:pt idx="586">
                  <c:v>4.3192006366487492E-5</c:v>
                </c:pt>
                <c:pt idx="587">
                  <c:v>1.8635277922866856E-5</c:v>
                </c:pt>
                <c:pt idx="588">
                  <c:v>1.8160311384299176E-6</c:v>
                </c:pt>
                <c:pt idx="589">
                  <c:v>2.5679340854775028E-5</c:v>
                </c:pt>
                <c:pt idx="590">
                  <c:v>2.4876409238720006E-5</c:v>
                </c:pt>
                <c:pt idx="591">
                  <c:v>9.3631627694655491E-6</c:v>
                </c:pt>
                <c:pt idx="592">
                  <c:v>1.4739339578862356E-5</c:v>
                </c:pt>
                <c:pt idx="593">
                  <c:v>8.6053648177819087E-5</c:v>
                </c:pt>
                <c:pt idx="594">
                  <c:v>1.9445179570051262E-3</c:v>
                </c:pt>
                <c:pt idx="595">
                  <c:v>7.2827610211748534E-5</c:v>
                </c:pt>
                <c:pt idx="596">
                  <c:v>1.1298957457418681E-4</c:v>
                </c:pt>
                <c:pt idx="597">
                  <c:v>2.7448037672462619E-6</c:v>
                </c:pt>
                <c:pt idx="598">
                  <c:v>5.0114473268152114E-5</c:v>
                </c:pt>
                <c:pt idx="599">
                  <c:v>4.2731166642964023E-6</c:v>
                </c:pt>
                <c:pt idx="600">
                  <c:v>0</c:v>
                </c:pt>
                <c:pt idx="601">
                  <c:v>2.1293250221663443E-7</c:v>
                </c:pt>
                <c:pt idx="602">
                  <c:v>3.9624869251080912E-6</c:v>
                </c:pt>
                <c:pt idx="603">
                  <c:v>9.4228071073631318E-6</c:v>
                </c:pt>
                <c:pt idx="604">
                  <c:v>2.3817018413354435E-5</c:v>
                </c:pt>
                <c:pt idx="605">
                  <c:v>6.1824799218668916E-6</c:v>
                </c:pt>
                <c:pt idx="606">
                  <c:v>2.9320583394420203E-5</c:v>
                </c:pt>
                <c:pt idx="607">
                  <c:v>0</c:v>
                </c:pt>
                <c:pt idx="608">
                  <c:v>1.040059149832177E-4</c:v>
                </c:pt>
                <c:pt idx="609">
                  <c:v>0</c:v>
                </c:pt>
                <c:pt idx="610">
                  <c:v>0</c:v>
                </c:pt>
                <c:pt idx="611">
                  <c:v>1.9419067475754783E-5</c:v>
                </c:pt>
                <c:pt idx="612">
                  <c:v>8.6226840287388171E-5</c:v>
                </c:pt>
                <c:pt idx="613">
                  <c:v>1.9755112216847727E-7</c:v>
                </c:pt>
                <c:pt idx="614">
                  <c:v>3.2760561092939036E-5</c:v>
                </c:pt>
                <c:pt idx="615">
                  <c:v>5.7019963927584149E-6</c:v>
                </c:pt>
                <c:pt idx="616">
                  <c:v>1.7125960121408382E-5</c:v>
                </c:pt>
                <c:pt idx="617">
                  <c:v>6.3259129085253974E-8</c:v>
                </c:pt>
                <c:pt idx="618">
                  <c:v>2.7077809808782137E-5</c:v>
                </c:pt>
                <c:pt idx="619">
                  <c:v>2.4526274827947006E-5</c:v>
                </c:pt>
                <c:pt idx="620">
                  <c:v>1.8868940379262241E-4</c:v>
                </c:pt>
                <c:pt idx="621">
                  <c:v>8.2674267523261859E-6</c:v>
                </c:pt>
                <c:pt idx="622">
                  <c:v>1.5118820150406822E-4</c:v>
                </c:pt>
                <c:pt idx="623">
                  <c:v>0</c:v>
                </c:pt>
                <c:pt idx="624">
                  <c:v>0</c:v>
                </c:pt>
                <c:pt idx="625">
                  <c:v>1.7226737337180628E-5</c:v>
                </c:pt>
                <c:pt idx="626">
                  <c:v>8.4858596237597939E-8</c:v>
                </c:pt>
                <c:pt idx="627">
                  <c:v>5.438121308184092E-8</c:v>
                </c:pt>
                <c:pt idx="628">
                  <c:v>1.6605901265840297E-5</c:v>
                </c:pt>
                <c:pt idx="629">
                  <c:v>1.3575437987142553E-5</c:v>
                </c:pt>
                <c:pt idx="630">
                  <c:v>0</c:v>
                </c:pt>
                <c:pt idx="631">
                  <c:v>2.9322602442745019E-4</c:v>
                </c:pt>
                <c:pt idx="632">
                  <c:v>4.5712410827357219E-7</c:v>
                </c:pt>
                <c:pt idx="633">
                  <c:v>1.4057627763100181E-5</c:v>
                </c:pt>
                <c:pt idx="634">
                  <c:v>1.2556601017653068E-4</c:v>
                </c:pt>
                <c:pt idx="635">
                  <c:v>1.078402509792518E-7</c:v>
                </c:pt>
                <c:pt idx="636">
                  <c:v>2.9943899093353216E-5</c:v>
                </c:pt>
                <c:pt idx="637">
                  <c:v>2.7704144594353026E-5</c:v>
                </c:pt>
                <c:pt idx="638">
                  <c:v>3.6419061318138552E-4</c:v>
                </c:pt>
                <c:pt idx="639">
                  <c:v>1.7433745154133645E-5</c:v>
                </c:pt>
                <c:pt idx="640">
                  <c:v>0</c:v>
                </c:pt>
                <c:pt idx="641">
                  <c:v>4.4967511092413669E-5</c:v>
                </c:pt>
                <c:pt idx="642">
                  <c:v>1.7948508844499116E-7</c:v>
                </c:pt>
                <c:pt idx="643">
                  <c:v>8.6983882303775698E-5</c:v>
                </c:pt>
                <c:pt idx="644">
                  <c:v>7.6227549982963282E-6</c:v>
                </c:pt>
                <c:pt idx="645">
                  <c:v>2.1453453766077548E-5</c:v>
                </c:pt>
                <c:pt idx="646">
                  <c:v>6.5170617068111319E-6</c:v>
                </c:pt>
                <c:pt idx="647">
                  <c:v>9.4713206003583006E-5</c:v>
                </c:pt>
                <c:pt idx="648">
                  <c:v>1.5979419229543733E-5</c:v>
                </c:pt>
                <c:pt idx="649">
                  <c:v>1.0768872252420266E-5</c:v>
                </c:pt>
                <c:pt idx="650">
                  <c:v>0</c:v>
                </c:pt>
                <c:pt idx="651">
                  <c:v>3.7910270087771184E-6</c:v>
                </c:pt>
                <c:pt idx="652">
                  <c:v>3.7540185811124513E-4</c:v>
                </c:pt>
                <c:pt idx="653">
                  <c:v>2.8166092159173292E-5</c:v>
                </c:pt>
                <c:pt idx="654">
                  <c:v>1.7519186479201841E-5</c:v>
                </c:pt>
                <c:pt idx="655">
                  <c:v>6.9209397275812E-6</c:v>
                </c:pt>
                <c:pt idx="656">
                  <c:v>5.9331716179390957E-5</c:v>
                </c:pt>
                <c:pt idx="657">
                  <c:v>0</c:v>
                </c:pt>
                <c:pt idx="658">
                  <c:v>4.2259363821337379E-5</c:v>
                </c:pt>
                <c:pt idx="659">
                  <c:v>1.8522740532838741E-5</c:v>
                </c:pt>
                <c:pt idx="660">
                  <c:v>3.7264317587880433E-4</c:v>
                </c:pt>
                <c:pt idx="661">
                  <c:v>1.9494698645084631E-4</c:v>
                </c:pt>
                <c:pt idx="662">
                  <c:v>3.2317535711611216E-5</c:v>
                </c:pt>
                <c:pt idx="663">
                  <c:v>1.170200042116466E-5</c:v>
                </c:pt>
                <c:pt idx="664">
                  <c:v>2.1563913630795418E-5</c:v>
                </c:pt>
                <c:pt idx="665">
                  <c:v>1.2766741270137789E-5</c:v>
                </c:pt>
                <c:pt idx="666">
                  <c:v>3.0535835489873083E-6</c:v>
                </c:pt>
                <c:pt idx="667">
                  <c:v>0</c:v>
                </c:pt>
                <c:pt idx="668">
                  <c:v>6.7256300568077283E-6</c:v>
                </c:pt>
                <c:pt idx="669">
                  <c:v>0</c:v>
                </c:pt>
                <c:pt idx="670">
                  <c:v>1.669380832571358E-4</c:v>
                </c:pt>
                <c:pt idx="671">
                  <c:v>1.1326032426164406E-5</c:v>
                </c:pt>
                <c:pt idx="672">
                  <c:v>9.4666686529905768E-6</c:v>
                </c:pt>
                <c:pt idx="673">
                  <c:v>8.9996609872805683E-6</c:v>
                </c:pt>
                <c:pt idx="674">
                  <c:v>0</c:v>
                </c:pt>
                <c:pt idx="675">
                  <c:v>2.0000711597105163E-5</c:v>
                </c:pt>
                <c:pt idx="676">
                  <c:v>0</c:v>
                </c:pt>
                <c:pt idx="677">
                  <c:v>1.1020372233098774E-7</c:v>
                </c:pt>
                <c:pt idx="678">
                  <c:v>1.0751019315880193E-4</c:v>
                </c:pt>
                <c:pt idx="679">
                  <c:v>2.0040961162930801E-6</c:v>
                </c:pt>
                <c:pt idx="680">
                  <c:v>0</c:v>
                </c:pt>
                <c:pt idx="681">
                  <c:v>9.4925691424582631E-6</c:v>
                </c:pt>
                <c:pt idx="682">
                  <c:v>2.6811973329364216E-4</c:v>
                </c:pt>
                <c:pt idx="683">
                  <c:v>5.0287022128049171E-5</c:v>
                </c:pt>
                <c:pt idx="684">
                  <c:v>2.3067535904701118E-6</c:v>
                </c:pt>
                <c:pt idx="685">
                  <c:v>2.9308190938220745E-3</c:v>
                </c:pt>
                <c:pt idx="686">
                  <c:v>2.2744008051900255E-6</c:v>
                </c:pt>
                <c:pt idx="687">
                  <c:v>1.6041994359809096E-5</c:v>
                </c:pt>
                <c:pt idx="688">
                  <c:v>9.289111597852228E-6</c:v>
                </c:pt>
                <c:pt idx="689">
                  <c:v>1.0759399001075709E-5</c:v>
                </c:pt>
                <c:pt idx="690">
                  <c:v>0</c:v>
                </c:pt>
                <c:pt idx="691">
                  <c:v>2.8178067317124092E-7</c:v>
                </c:pt>
                <c:pt idx="692">
                  <c:v>1.3154122352562753E-6</c:v>
                </c:pt>
                <c:pt idx="693">
                  <c:v>0</c:v>
                </c:pt>
                <c:pt idx="694">
                  <c:v>1.1285854446107286E-4</c:v>
                </c:pt>
                <c:pt idx="695">
                  <c:v>2.5451448963979269E-5</c:v>
                </c:pt>
                <c:pt idx="696">
                  <c:v>1.0199042604405581E-7</c:v>
                </c:pt>
                <c:pt idx="697">
                  <c:v>2.1234215089274964E-6</c:v>
                </c:pt>
                <c:pt idx="698">
                  <c:v>9.6349540095092654E-6</c:v>
                </c:pt>
                <c:pt idx="699">
                  <c:v>8.5320951689608063E-5</c:v>
                </c:pt>
                <c:pt idx="700">
                  <c:v>9.7819724720515011E-6</c:v>
                </c:pt>
                <c:pt idx="701">
                  <c:v>2.1854318881796969E-5</c:v>
                </c:pt>
                <c:pt idx="702">
                  <c:v>4.5959743678210232E-5</c:v>
                </c:pt>
                <c:pt idx="703">
                  <c:v>3.0978846366831912E-5</c:v>
                </c:pt>
                <c:pt idx="704">
                  <c:v>2.4598412438359711E-5</c:v>
                </c:pt>
                <c:pt idx="705">
                  <c:v>0</c:v>
                </c:pt>
                <c:pt idx="706">
                  <c:v>7.4403764624263688E-6</c:v>
                </c:pt>
                <c:pt idx="707">
                  <c:v>7.2752255455383429E-8</c:v>
                </c:pt>
                <c:pt idx="708">
                  <c:v>2.3806475123420159E-5</c:v>
                </c:pt>
                <c:pt idx="709">
                  <c:v>9.522237841691674E-6</c:v>
                </c:pt>
                <c:pt idx="710">
                  <c:v>6.835397340765327E-5</c:v>
                </c:pt>
                <c:pt idx="711">
                  <c:v>2.0219959212201154E-5</c:v>
                </c:pt>
                <c:pt idx="712">
                  <c:v>2.0930067271057019E-5</c:v>
                </c:pt>
                <c:pt idx="713">
                  <c:v>2.0108211631771997E-5</c:v>
                </c:pt>
                <c:pt idx="714">
                  <c:v>1.952521435685995E-5</c:v>
                </c:pt>
                <c:pt idx="715">
                  <c:v>1.6457452080958987E-5</c:v>
                </c:pt>
                <c:pt idx="716">
                  <c:v>1.3212703116291281E-5</c:v>
                </c:pt>
                <c:pt idx="717">
                  <c:v>1.623281373360927E-5</c:v>
                </c:pt>
                <c:pt idx="718">
                  <c:v>1.5129297621610207E-4</c:v>
                </c:pt>
                <c:pt idx="719">
                  <c:v>0</c:v>
                </c:pt>
                <c:pt idx="720">
                  <c:v>3.2370412592650573E-4</c:v>
                </c:pt>
                <c:pt idx="721">
                  <c:v>1.0537022573752361E-7</c:v>
                </c:pt>
                <c:pt idx="722">
                  <c:v>7.9150192821442298E-5</c:v>
                </c:pt>
                <c:pt idx="723">
                  <c:v>1.1284953194853798E-7</c:v>
                </c:pt>
                <c:pt idx="724">
                  <c:v>6.5675629719404413E-6</c:v>
                </c:pt>
                <c:pt idx="725">
                  <c:v>1.308664274070354E-4</c:v>
                </c:pt>
                <c:pt idx="726">
                  <c:v>1.5344624099015406E-6</c:v>
                </c:pt>
                <c:pt idx="727">
                  <c:v>6.9034001628374248E-4</c:v>
                </c:pt>
                <c:pt idx="728">
                  <c:v>1.7327671831693171E-5</c:v>
                </c:pt>
                <c:pt idx="729">
                  <c:v>3.816300144708529E-5</c:v>
                </c:pt>
                <c:pt idx="730">
                  <c:v>1.3007624917938711E-6</c:v>
                </c:pt>
                <c:pt idx="731">
                  <c:v>4.3609810878191323E-5</c:v>
                </c:pt>
                <c:pt idx="732">
                  <c:v>1.0207714952412861E-4</c:v>
                </c:pt>
                <c:pt idx="733">
                  <c:v>1.9791277182004387E-6</c:v>
                </c:pt>
                <c:pt idx="734">
                  <c:v>9.7556059694314686E-7</c:v>
                </c:pt>
                <c:pt idx="735">
                  <c:v>1.1339760078429338E-3</c:v>
                </c:pt>
                <c:pt idx="736">
                  <c:v>0</c:v>
                </c:pt>
                <c:pt idx="737">
                  <c:v>1.3060250529668353E-6</c:v>
                </c:pt>
                <c:pt idx="738">
                  <c:v>3.1973595953459196E-5</c:v>
                </c:pt>
                <c:pt idx="739">
                  <c:v>5.4785397773252561E-8</c:v>
                </c:pt>
                <c:pt idx="740">
                  <c:v>0</c:v>
                </c:pt>
                <c:pt idx="741">
                  <c:v>2.5121704688604759E-4</c:v>
                </c:pt>
                <c:pt idx="742">
                  <c:v>3.6019423481875772E-6</c:v>
                </c:pt>
                <c:pt idx="743">
                  <c:v>1.0343483099668029E-4</c:v>
                </c:pt>
                <c:pt idx="744">
                  <c:v>5.0193859674538964E-6</c:v>
                </c:pt>
                <c:pt idx="745">
                  <c:v>3.0799599224154448E-5</c:v>
                </c:pt>
                <c:pt idx="746">
                  <c:v>4.0753451914567326E-5</c:v>
                </c:pt>
                <c:pt idx="747">
                  <c:v>1.2148122225021141E-5</c:v>
                </c:pt>
                <c:pt idx="748">
                  <c:v>3.2207502961280844E-6</c:v>
                </c:pt>
                <c:pt idx="749">
                  <c:v>3.1046931743462292E-5</c:v>
                </c:pt>
                <c:pt idx="750">
                  <c:v>0</c:v>
                </c:pt>
                <c:pt idx="751">
                  <c:v>2.0821209484202628E-5</c:v>
                </c:pt>
                <c:pt idx="752">
                  <c:v>5.5299156832071362E-7</c:v>
                </c:pt>
                <c:pt idx="753">
                  <c:v>0</c:v>
                </c:pt>
                <c:pt idx="754">
                  <c:v>2.5557884540590801E-6</c:v>
                </c:pt>
                <c:pt idx="755">
                  <c:v>8.9052596051647242E-6</c:v>
                </c:pt>
                <c:pt idx="756">
                  <c:v>1.1749979239561166E-6</c:v>
                </c:pt>
                <c:pt idx="757">
                  <c:v>6.4197792039385402E-7</c:v>
                </c:pt>
                <c:pt idx="758">
                  <c:v>2.0408492395142162E-5</c:v>
                </c:pt>
                <c:pt idx="759">
                  <c:v>9.4664834523146537E-5</c:v>
                </c:pt>
                <c:pt idx="760">
                  <c:v>2.8519748460177517E-3</c:v>
                </c:pt>
                <c:pt idx="761">
                  <c:v>3.5936792777850294E-6</c:v>
                </c:pt>
                <c:pt idx="762">
                  <c:v>2.018481032494229E-5</c:v>
                </c:pt>
                <c:pt idx="763">
                  <c:v>1.9114481960965275E-5</c:v>
                </c:pt>
                <c:pt idx="764">
                  <c:v>8.0073492163737787E-5</c:v>
                </c:pt>
                <c:pt idx="765">
                  <c:v>0</c:v>
                </c:pt>
                <c:pt idx="766">
                  <c:v>2.827812079854346E-5</c:v>
                </c:pt>
                <c:pt idx="767">
                  <c:v>1.2832958644686367E-6</c:v>
                </c:pt>
                <c:pt idx="768">
                  <c:v>1.7453327738200179E-5</c:v>
                </c:pt>
                <c:pt idx="769">
                  <c:v>1.1036729108541041E-4</c:v>
                </c:pt>
                <c:pt idx="770">
                  <c:v>8.9446122117193091E-6</c:v>
                </c:pt>
                <c:pt idx="771">
                  <c:v>4.1263302139961517E-7</c:v>
                </c:pt>
                <c:pt idx="772">
                  <c:v>4.5940720605495724E-6</c:v>
                </c:pt>
                <c:pt idx="773">
                  <c:v>2.0638961082840317E-5</c:v>
                </c:pt>
                <c:pt idx="774">
                  <c:v>2.277807821885261E-5</c:v>
                </c:pt>
                <c:pt idx="775">
                  <c:v>4.9478192955011289E-6</c:v>
                </c:pt>
                <c:pt idx="776">
                  <c:v>2.1055859423265756E-5</c:v>
                </c:pt>
                <c:pt idx="777">
                  <c:v>1.066447735232118E-4</c:v>
                </c:pt>
                <c:pt idx="778">
                  <c:v>5.0654507477325333E-5</c:v>
                </c:pt>
                <c:pt idx="779">
                  <c:v>3.3470542293095806E-7</c:v>
                </c:pt>
                <c:pt idx="780">
                  <c:v>2.4931286052407604E-5</c:v>
                </c:pt>
                <c:pt idx="781">
                  <c:v>1.8141968259152436E-6</c:v>
                </c:pt>
                <c:pt idx="782">
                  <c:v>3.2710998973282668E-7</c:v>
                </c:pt>
                <c:pt idx="783">
                  <c:v>8.6044877953322803E-6</c:v>
                </c:pt>
                <c:pt idx="784">
                  <c:v>1.1803994168020307E-4</c:v>
                </c:pt>
                <c:pt idx="785">
                  <c:v>2.2089527414187635E-5</c:v>
                </c:pt>
                <c:pt idx="786">
                  <c:v>3.4366322082778433E-5</c:v>
                </c:pt>
                <c:pt idx="787">
                  <c:v>1.990888059566628E-6</c:v>
                </c:pt>
                <c:pt idx="788">
                  <c:v>6.3820200497215478E-6</c:v>
                </c:pt>
                <c:pt idx="789">
                  <c:v>1.6641628842828987E-5</c:v>
                </c:pt>
                <c:pt idx="790">
                  <c:v>3.0193502195391955E-5</c:v>
                </c:pt>
                <c:pt idx="791">
                  <c:v>1.2791623663383251E-5</c:v>
                </c:pt>
                <c:pt idx="792">
                  <c:v>1.2301558594415118E-5</c:v>
                </c:pt>
                <c:pt idx="793">
                  <c:v>1.1103173948796153E-6</c:v>
                </c:pt>
                <c:pt idx="794">
                  <c:v>1.7463899105697624E-5</c:v>
                </c:pt>
                <c:pt idx="795">
                  <c:v>4.1195833945570402E-6</c:v>
                </c:pt>
                <c:pt idx="796">
                  <c:v>0</c:v>
                </c:pt>
                <c:pt idx="797">
                  <c:v>4.901056137435204E-5</c:v>
                </c:pt>
                <c:pt idx="798">
                  <c:v>2.2377030750306245E-5</c:v>
                </c:pt>
                <c:pt idx="799">
                  <c:v>2.4795837524472317E-5</c:v>
                </c:pt>
                <c:pt idx="800">
                  <c:v>1.4940231571887084E-5</c:v>
                </c:pt>
                <c:pt idx="801">
                  <c:v>2.6240255244344479E-7</c:v>
                </c:pt>
                <c:pt idx="802">
                  <c:v>0</c:v>
                </c:pt>
                <c:pt idx="803">
                  <c:v>2.4330147447991275E-5</c:v>
                </c:pt>
                <c:pt idx="804">
                  <c:v>5.9686273275813698E-5</c:v>
                </c:pt>
                <c:pt idx="805">
                  <c:v>5.4646045696187958E-6</c:v>
                </c:pt>
                <c:pt idx="806">
                  <c:v>3.0405895764384268E-6</c:v>
                </c:pt>
                <c:pt idx="807">
                  <c:v>5.8079656733049806E-6</c:v>
                </c:pt>
                <c:pt idx="808">
                  <c:v>2.9304501900716991E-5</c:v>
                </c:pt>
                <c:pt idx="809">
                  <c:v>1.4662865532553457E-5</c:v>
                </c:pt>
                <c:pt idx="810">
                  <c:v>4.9823852605867163E-6</c:v>
                </c:pt>
                <c:pt idx="811">
                  <c:v>2.3515638935269091E-5</c:v>
                </c:pt>
                <c:pt idx="812">
                  <c:v>4.8957956625924132E-5</c:v>
                </c:pt>
                <c:pt idx="813">
                  <c:v>6.2048605594085407E-3</c:v>
                </c:pt>
                <c:pt idx="814">
                  <c:v>8.1174632605712804E-7</c:v>
                </c:pt>
                <c:pt idx="815">
                  <c:v>3.5569042928988195E-5</c:v>
                </c:pt>
                <c:pt idx="816">
                  <c:v>1.4911703669889546E-7</c:v>
                </c:pt>
                <c:pt idx="817">
                  <c:v>3.3051178973602308E-5</c:v>
                </c:pt>
                <c:pt idx="818">
                  <c:v>8.8106429018439155E-6</c:v>
                </c:pt>
                <c:pt idx="819">
                  <c:v>7.2073234404466377E-5</c:v>
                </c:pt>
                <c:pt idx="820">
                  <c:v>4.372089587035636E-6</c:v>
                </c:pt>
                <c:pt idx="821">
                  <c:v>1.0135298588128038E-4</c:v>
                </c:pt>
                <c:pt idx="822">
                  <c:v>2.1267917608689399E-5</c:v>
                </c:pt>
                <c:pt idx="823">
                  <c:v>7.1372607020145744E-5</c:v>
                </c:pt>
                <c:pt idx="824">
                  <c:v>9.0900827455984266E-5</c:v>
                </c:pt>
                <c:pt idx="825">
                  <c:v>9.3465186649700443E-6</c:v>
                </c:pt>
                <c:pt idx="826">
                  <c:v>3.5931516907268771E-5</c:v>
                </c:pt>
                <c:pt idx="827">
                  <c:v>1.8745596782287298E-4</c:v>
                </c:pt>
                <c:pt idx="828">
                  <c:v>4.1875991584260512E-7</c:v>
                </c:pt>
                <c:pt idx="829">
                  <c:v>0</c:v>
                </c:pt>
                <c:pt idx="830">
                  <c:v>2.6728670767659728E-5</c:v>
                </c:pt>
                <c:pt idx="831">
                  <c:v>4.9495848544058802E-5</c:v>
                </c:pt>
                <c:pt idx="832">
                  <c:v>7.1444483841026476E-6</c:v>
                </c:pt>
                <c:pt idx="833">
                  <c:v>2.8217321892337838E-5</c:v>
                </c:pt>
                <c:pt idx="834">
                  <c:v>3.7983337554188827E-4</c:v>
                </c:pt>
                <c:pt idx="835">
                  <c:v>4.1600712498970302E-7</c:v>
                </c:pt>
                <c:pt idx="836">
                  <c:v>9.7004138826198355E-6</c:v>
                </c:pt>
                <c:pt idx="837">
                  <c:v>4.3323802312955307E-3</c:v>
                </c:pt>
                <c:pt idx="838">
                  <c:v>1.0622262554842514E-5</c:v>
                </c:pt>
                <c:pt idx="839">
                  <c:v>5.523003288603137E-6</c:v>
                </c:pt>
                <c:pt idx="840">
                  <c:v>6.6205058743142114E-6</c:v>
                </c:pt>
                <c:pt idx="841">
                  <c:v>0</c:v>
                </c:pt>
                <c:pt idx="842">
                  <c:v>1.5732031300828284E-5</c:v>
                </c:pt>
                <c:pt idx="843">
                  <c:v>1.7410184204993612E-5</c:v>
                </c:pt>
                <c:pt idx="844">
                  <c:v>1.0934438498556829E-5</c:v>
                </c:pt>
                <c:pt idx="845">
                  <c:v>1.4591720408251987E-5</c:v>
                </c:pt>
                <c:pt idx="846">
                  <c:v>1.7815441257603476E-5</c:v>
                </c:pt>
                <c:pt idx="847">
                  <c:v>5.1358599338099442E-7</c:v>
                </c:pt>
                <c:pt idx="848">
                  <c:v>3.1951448844301413E-5</c:v>
                </c:pt>
                <c:pt idx="849">
                  <c:v>8.090392416642223E-6</c:v>
                </c:pt>
                <c:pt idx="850">
                  <c:v>9.7083126165661067E-6</c:v>
                </c:pt>
                <c:pt idx="851">
                  <c:v>1.4089681123441614E-5</c:v>
                </c:pt>
                <c:pt idx="852">
                  <c:v>3.5430959770262863E-5</c:v>
                </c:pt>
                <c:pt idx="853">
                  <c:v>1.1188600425014133E-6</c:v>
                </c:pt>
                <c:pt idx="854">
                  <c:v>2.4658172322631852E-5</c:v>
                </c:pt>
                <c:pt idx="855">
                  <c:v>3.9172270906843017E-5</c:v>
                </c:pt>
                <c:pt idx="856">
                  <c:v>9.5217819626175544E-6</c:v>
                </c:pt>
                <c:pt idx="857">
                  <c:v>3.6792026130923423E-5</c:v>
                </c:pt>
                <c:pt idx="858">
                  <c:v>1.0120501593009388E-4</c:v>
                </c:pt>
                <c:pt idx="859">
                  <c:v>0</c:v>
                </c:pt>
                <c:pt idx="860">
                  <c:v>1.8182111406581273E-5</c:v>
                </c:pt>
                <c:pt idx="861">
                  <c:v>1.4732254671205493E-5</c:v>
                </c:pt>
                <c:pt idx="862">
                  <c:v>2.3445509986995072E-6</c:v>
                </c:pt>
                <c:pt idx="863">
                  <c:v>3.4328720652364187E-5</c:v>
                </c:pt>
                <c:pt idx="864">
                  <c:v>2.8652588818759612E-5</c:v>
                </c:pt>
                <c:pt idx="865">
                  <c:v>3.4559706661158001E-5</c:v>
                </c:pt>
                <c:pt idx="866">
                  <c:v>5.7270088676411282E-6</c:v>
                </c:pt>
                <c:pt idx="867">
                  <c:v>4.4735111009668742E-6</c:v>
                </c:pt>
                <c:pt idx="868">
                  <c:v>6.142605372902763E-8</c:v>
                </c:pt>
                <c:pt idx="869">
                  <c:v>0</c:v>
                </c:pt>
                <c:pt idx="870">
                  <c:v>8.0711998938915548E-5</c:v>
                </c:pt>
                <c:pt idx="871">
                  <c:v>1.5535035331868171E-5</c:v>
                </c:pt>
                <c:pt idx="872">
                  <c:v>5.923827485298616E-6</c:v>
                </c:pt>
                <c:pt idx="873">
                  <c:v>3.0864159638123827E-5</c:v>
                </c:pt>
                <c:pt idx="874">
                  <c:v>4.0144764800111244E-8</c:v>
                </c:pt>
                <c:pt idx="875">
                  <c:v>1.7864637968966101E-6</c:v>
                </c:pt>
                <c:pt idx="876">
                  <c:v>7.8187932536879957E-7</c:v>
                </c:pt>
                <c:pt idx="877">
                  <c:v>1.7476406757799389E-5</c:v>
                </c:pt>
                <c:pt idx="878">
                  <c:v>4.7465238319759352E-6</c:v>
                </c:pt>
                <c:pt idx="879">
                  <c:v>3.7490516479514418E-5</c:v>
                </c:pt>
                <c:pt idx="880">
                  <c:v>9.2243395432761721E-5</c:v>
                </c:pt>
                <c:pt idx="881">
                  <c:v>8.0739246905675564E-8</c:v>
                </c:pt>
                <c:pt idx="882">
                  <c:v>1.4646853088392149E-5</c:v>
                </c:pt>
                <c:pt idx="883">
                  <c:v>1.9098117792775624E-5</c:v>
                </c:pt>
                <c:pt idx="884">
                  <c:v>1.5238888657327314E-5</c:v>
                </c:pt>
                <c:pt idx="885">
                  <c:v>4.3999700199039747E-6</c:v>
                </c:pt>
                <c:pt idx="886">
                  <c:v>9.0400222020593063E-4</c:v>
                </c:pt>
                <c:pt idx="887">
                  <c:v>1.2296464037708503E-4</c:v>
                </c:pt>
                <c:pt idx="888">
                  <c:v>9.3784233987844425E-6</c:v>
                </c:pt>
                <c:pt idx="889">
                  <c:v>2.2732144836616511E-6</c:v>
                </c:pt>
                <c:pt idx="890">
                  <c:v>1.1069268082597155E-6</c:v>
                </c:pt>
                <c:pt idx="891">
                  <c:v>0</c:v>
                </c:pt>
                <c:pt idx="892">
                  <c:v>2.1235021048893388E-5</c:v>
                </c:pt>
                <c:pt idx="893">
                  <c:v>0</c:v>
                </c:pt>
                <c:pt idx="894">
                  <c:v>5.5064440546706085E-7</c:v>
                </c:pt>
                <c:pt idx="895">
                  <c:v>0</c:v>
                </c:pt>
                <c:pt idx="896">
                  <c:v>3.2837644766099057E-5</c:v>
                </c:pt>
                <c:pt idx="897">
                  <c:v>1.598616853332142E-6</c:v>
                </c:pt>
                <c:pt idx="898">
                  <c:v>1.8282929955739113E-5</c:v>
                </c:pt>
                <c:pt idx="899">
                  <c:v>2.8543855209689592E-5</c:v>
                </c:pt>
                <c:pt idx="900">
                  <c:v>3.1317893726187124E-5</c:v>
                </c:pt>
                <c:pt idx="901">
                  <c:v>3.7723437581912156E-5</c:v>
                </c:pt>
                <c:pt idx="902">
                  <c:v>7.7988532260556308E-5</c:v>
                </c:pt>
                <c:pt idx="903">
                  <c:v>1.3236059830362332E-5</c:v>
                </c:pt>
                <c:pt idx="904">
                  <c:v>1.0663632825417164E-5</c:v>
                </c:pt>
                <c:pt idx="905">
                  <c:v>2.866114835808569E-7</c:v>
                </c:pt>
                <c:pt idx="906">
                  <c:v>0</c:v>
                </c:pt>
                <c:pt idx="907">
                  <c:v>1.0997089756549939E-6</c:v>
                </c:pt>
                <c:pt idx="908">
                  <c:v>2.9311207751845689E-5</c:v>
                </c:pt>
                <c:pt idx="909">
                  <c:v>8.2279033543735975E-5</c:v>
                </c:pt>
                <c:pt idx="910">
                  <c:v>5.4679838240382484E-6</c:v>
                </c:pt>
                <c:pt idx="911">
                  <c:v>7.3937197363202394E-5</c:v>
                </c:pt>
                <c:pt idx="912">
                  <c:v>1.7525688391693935E-5</c:v>
                </c:pt>
                <c:pt idx="913">
                  <c:v>5.8627902172830426E-7</c:v>
                </c:pt>
                <c:pt idx="914">
                  <c:v>0</c:v>
                </c:pt>
                <c:pt idx="915">
                  <c:v>1.114801827119432E-5</c:v>
                </c:pt>
                <c:pt idx="916">
                  <c:v>3.5413028660445431E-5</c:v>
                </c:pt>
                <c:pt idx="917">
                  <c:v>6.5015627202722024E-5</c:v>
                </c:pt>
                <c:pt idx="918">
                  <c:v>5.7030156051926506E-4</c:v>
                </c:pt>
                <c:pt idx="919">
                  <c:v>1.7717708752030138E-5</c:v>
                </c:pt>
                <c:pt idx="920">
                  <c:v>0</c:v>
                </c:pt>
                <c:pt idx="921">
                  <c:v>4.7136361145176759E-3</c:v>
                </c:pt>
                <c:pt idx="922">
                  <c:v>1.9253254607634069E-5</c:v>
                </c:pt>
                <c:pt idx="923">
                  <c:v>3.556441325268654E-5</c:v>
                </c:pt>
                <c:pt idx="924">
                  <c:v>4.1537983654328821E-3</c:v>
                </c:pt>
                <c:pt idx="925">
                  <c:v>2.9135988376273652E-5</c:v>
                </c:pt>
                <c:pt idx="926">
                  <c:v>6.2937190606717053E-5</c:v>
                </c:pt>
                <c:pt idx="927">
                  <c:v>1.4104278662656644E-5</c:v>
                </c:pt>
                <c:pt idx="928">
                  <c:v>4.2214323008330254E-6</c:v>
                </c:pt>
                <c:pt idx="929">
                  <c:v>0</c:v>
                </c:pt>
                <c:pt idx="930">
                  <c:v>1.6762092041522603E-5</c:v>
                </c:pt>
                <c:pt idx="931">
                  <c:v>6.1724257156645567E-5</c:v>
                </c:pt>
                <c:pt idx="932">
                  <c:v>0</c:v>
                </c:pt>
                <c:pt idx="933">
                  <c:v>5.0322661725383851E-7</c:v>
                </c:pt>
                <c:pt idx="934">
                  <c:v>2.6223791545890495E-5</c:v>
                </c:pt>
                <c:pt idx="935">
                  <c:v>1.0831815575237609E-5</c:v>
                </c:pt>
                <c:pt idx="936">
                  <c:v>0</c:v>
                </c:pt>
                <c:pt idx="937">
                  <c:v>4.2120721405207559E-6</c:v>
                </c:pt>
                <c:pt idx="938">
                  <c:v>4.492099097231291E-7</c:v>
                </c:pt>
                <c:pt idx="939">
                  <c:v>1.5189723690928928E-5</c:v>
                </c:pt>
                <c:pt idx="940">
                  <c:v>0</c:v>
                </c:pt>
                <c:pt idx="941">
                  <c:v>7.1617528773886766E-5</c:v>
                </c:pt>
                <c:pt idx="942">
                  <c:v>7.0870959203689353E-6</c:v>
                </c:pt>
                <c:pt idx="943">
                  <c:v>0</c:v>
                </c:pt>
                <c:pt idx="944">
                  <c:v>1.7149956379375923E-5</c:v>
                </c:pt>
                <c:pt idx="945">
                  <c:v>3.7736953524251073E-5</c:v>
                </c:pt>
                <c:pt idx="946">
                  <c:v>4.7004283307260571E-6</c:v>
                </c:pt>
                <c:pt idx="947">
                  <c:v>4.5451589264077639E-5</c:v>
                </c:pt>
                <c:pt idx="948">
                  <c:v>1.2676539692035691E-5</c:v>
                </c:pt>
                <c:pt idx="949">
                  <c:v>1.7898982054089298E-7</c:v>
                </c:pt>
                <c:pt idx="950">
                  <c:v>7.5011543679507424E-5</c:v>
                </c:pt>
                <c:pt idx="951">
                  <c:v>7.6077302982492119E-6</c:v>
                </c:pt>
                <c:pt idx="952">
                  <c:v>1.3513731450837385E-6</c:v>
                </c:pt>
                <c:pt idx="953">
                  <c:v>5.7346497739954265E-6</c:v>
                </c:pt>
                <c:pt idx="954">
                  <c:v>6.0804191004892942E-7</c:v>
                </c:pt>
                <c:pt idx="955">
                  <c:v>1.9330201649928662E-4</c:v>
                </c:pt>
                <c:pt idx="956">
                  <c:v>6.0327800616034623E-5</c:v>
                </c:pt>
                <c:pt idx="957">
                  <c:v>3.0240517931943868E-6</c:v>
                </c:pt>
                <c:pt idx="958">
                  <c:v>2.005986192465405E-6</c:v>
                </c:pt>
                <c:pt idx="959">
                  <c:v>2.446477746248011E-6</c:v>
                </c:pt>
                <c:pt idx="960">
                  <c:v>0</c:v>
                </c:pt>
                <c:pt idx="961">
                  <c:v>5.1806710082776482E-6</c:v>
                </c:pt>
                <c:pt idx="962">
                  <c:v>1.2967682520109113E-5</c:v>
                </c:pt>
                <c:pt idx="963">
                  <c:v>4.2093388036352832E-7</c:v>
                </c:pt>
                <c:pt idx="964">
                  <c:v>2.3544795268246616E-7</c:v>
                </c:pt>
                <c:pt idx="965">
                  <c:v>3.0860258576738213E-5</c:v>
                </c:pt>
                <c:pt idx="966">
                  <c:v>1.0244830861890104E-5</c:v>
                </c:pt>
                <c:pt idx="967">
                  <c:v>3.3279796729960412E-5</c:v>
                </c:pt>
                <c:pt idx="968">
                  <c:v>6.8173464367444243E-8</c:v>
                </c:pt>
                <c:pt idx="969">
                  <c:v>2.6246745985577607E-5</c:v>
                </c:pt>
                <c:pt idx="970">
                  <c:v>1.1736696428250181E-5</c:v>
                </c:pt>
                <c:pt idx="971">
                  <c:v>3.5732231526268652E-7</c:v>
                </c:pt>
                <c:pt idx="972">
                  <c:v>2.148648525414135E-5</c:v>
                </c:pt>
                <c:pt idx="973">
                  <c:v>5.4900162915687979E-5</c:v>
                </c:pt>
                <c:pt idx="974">
                  <c:v>2.7300467577449388E-7</c:v>
                </c:pt>
                <c:pt idx="975">
                  <c:v>6.4425637295568687E-5</c:v>
                </c:pt>
                <c:pt idx="976">
                  <c:v>7.4989492443953421E-7</c:v>
                </c:pt>
                <c:pt idx="977">
                  <c:v>1.5697416724716643E-5</c:v>
                </c:pt>
                <c:pt idx="978">
                  <c:v>2.1302433814127891E-5</c:v>
                </c:pt>
                <c:pt idx="979">
                  <c:v>9.0025152774923201E-6</c:v>
                </c:pt>
                <c:pt idx="980">
                  <c:v>5.4822439962829435E-6</c:v>
                </c:pt>
                <c:pt idx="981">
                  <c:v>7.4047843566232403E-7</c:v>
                </c:pt>
                <c:pt idx="982">
                  <c:v>2.3916957867520209E-4</c:v>
                </c:pt>
                <c:pt idx="983">
                  <c:v>1.9720505654250345E-5</c:v>
                </c:pt>
                <c:pt idx="984">
                  <c:v>0</c:v>
                </c:pt>
                <c:pt idx="985">
                  <c:v>4.2476222255251541E-5</c:v>
                </c:pt>
                <c:pt idx="986">
                  <c:v>9.1463495437139986E-7</c:v>
                </c:pt>
                <c:pt idx="987">
                  <c:v>1.1121120081936449E-5</c:v>
                </c:pt>
                <c:pt idx="988">
                  <c:v>3.077159504192448E-6</c:v>
                </c:pt>
                <c:pt idx="989">
                  <c:v>1.5157357393157937E-6</c:v>
                </c:pt>
                <c:pt idx="990">
                  <c:v>0</c:v>
                </c:pt>
                <c:pt idx="991">
                  <c:v>2.3183778877831034E-5</c:v>
                </c:pt>
                <c:pt idx="992">
                  <c:v>1.7595206617770483E-5</c:v>
                </c:pt>
                <c:pt idx="993">
                  <c:v>6.430325746123395E-6</c:v>
                </c:pt>
                <c:pt idx="994">
                  <c:v>0</c:v>
                </c:pt>
                <c:pt idx="995">
                  <c:v>8.9748989610124168E-6</c:v>
                </c:pt>
                <c:pt idx="996">
                  <c:v>6.1581561041790749E-5</c:v>
                </c:pt>
                <c:pt idx="997">
                  <c:v>1.8933424099246812E-7</c:v>
                </c:pt>
                <c:pt idx="998">
                  <c:v>9.8281683278817737E-8</c:v>
                </c:pt>
                <c:pt idx="999">
                  <c:v>7.8213156077192533E-6</c:v>
                </c:pt>
                <c:pt idx="1000">
                  <c:v>3.9667171920368531E-5</c:v>
                </c:pt>
                <c:pt idx="1001">
                  <c:v>0</c:v>
                </c:pt>
                <c:pt idx="1002">
                  <c:v>1.1145345526463797E-7</c:v>
                </c:pt>
                <c:pt idx="1003">
                  <c:v>1.7646075185548346E-5</c:v>
                </c:pt>
                <c:pt idx="1004">
                  <c:v>5.8222327520197123E-6</c:v>
                </c:pt>
                <c:pt idx="1005">
                  <c:v>3.611765845037229E-5</c:v>
                </c:pt>
                <c:pt idx="1006">
                  <c:v>8.1776825059127312E-5</c:v>
                </c:pt>
                <c:pt idx="1007">
                  <c:v>0</c:v>
                </c:pt>
                <c:pt idx="1008">
                  <c:v>0</c:v>
                </c:pt>
                <c:pt idx="1009">
                  <c:v>9.1323688002441144E-7</c:v>
                </c:pt>
                <c:pt idx="1010">
                  <c:v>4.75871500545805E-5</c:v>
                </c:pt>
                <c:pt idx="1011">
                  <c:v>1.5521873884666083E-5</c:v>
                </c:pt>
                <c:pt idx="1012">
                  <c:v>8.4285227344100304E-7</c:v>
                </c:pt>
                <c:pt idx="1013">
                  <c:v>6.6074005200654517E-6</c:v>
                </c:pt>
                <c:pt idx="1014">
                  <c:v>1.8459679272901796E-5</c:v>
                </c:pt>
                <c:pt idx="1015">
                  <c:v>8.0472746684685753E-6</c:v>
                </c:pt>
                <c:pt idx="1016">
                  <c:v>1.6823511667138739E-3</c:v>
                </c:pt>
                <c:pt idx="1017">
                  <c:v>2.9313194108982375E-6</c:v>
                </c:pt>
                <c:pt idx="1018">
                  <c:v>4.7397502718351519E-5</c:v>
                </c:pt>
                <c:pt idx="1019">
                  <c:v>2.0757091508486194E-5</c:v>
                </c:pt>
                <c:pt idx="1020">
                  <c:v>1.2985809631359382E-5</c:v>
                </c:pt>
                <c:pt idx="1021">
                  <c:v>7.6909191118751374E-6</c:v>
                </c:pt>
                <c:pt idx="1022">
                  <c:v>2.8383847319237254E-5</c:v>
                </c:pt>
                <c:pt idx="1023">
                  <c:v>6.336949410386188E-5</c:v>
                </c:pt>
                <c:pt idx="1024">
                  <c:v>5.626362169638981E-5</c:v>
                </c:pt>
                <c:pt idx="1025">
                  <c:v>0</c:v>
                </c:pt>
                <c:pt idx="1026">
                  <c:v>5.237721803806789E-6</c:v>
                </c:pt>
                <c:pt idx="1027">
                  <c:v>0</c:v>
                </c:pt>
                <c:pt idx="1028">
                  <c:v>9.297489232157528E-6</c:v>
                </c:pt>
                <c:pt idx="1029">
                  <c:v>0</c:v>
                </c:pt>
                <c:pt idx="1030">
                  <c:v>2.3770307116088418E-5</c:v>
                </c:pt>
                <c:pt idx="1031">
                  <c:v>5.5540637866272487E-6</c:v>
                </c:pt>
                <c:pt idx="1032">
                  <c:v>3.730563186239665E-5</c:v>
                </c:pt>
                <c:pt idx="1033">
                  <c:v>5.4876248184772173E-5</c:v>
                </c:pt>
                <c:pt idx="1034">
                  <c:v>7.8256774216612957E-5</c:v>
                </c:pt>
                <c:pt idx="1035">
                  <c:v>3.8967231144247841E-5</c:v>
                </c:pt>
                <c:pt idx="1036">
                  <c:v>4.0194688417875448E-5</c:v>
                </c:pt>
                <c:pt idx="1037">
                  <c:v>1.409904775832242E-5</c:v>
                </c:pt>
                <c:pt idx="1038">
                  <c:v>1.6575495153086352E-5</c:v>
                </c:pt>
                <c:pt idx="1039">
                  <c:v>1.4362253218421313E-5</c:v>
                </c:pt>
                <c:pt idx="1040">
                  <c:v>4.1252443376240403E-5</c:v>
                </c:pt>
                <c:pt idx="1041">
                  <c:v>2.5289555087598216E-5</c:v>
                </c:pt>
                <c:pt idx="1042">
                  <c:v>3.0416758892560021E-5</c:v>
                </c:pt>
                <c:pt idx="1043">
                  <c:v>2.5790912311402085E-5</c:v>
                </c:pt>
                <c:pt idx="1044">
                  <c:v>5.6840090224342573E-8</c:v>
                </c:pt>
                <c:pt idx="1045">
                  <c:v>9.3045364087733457E-6</c:v>
                </c:pt>
                <c:pt idx="1046">
                  <c:v>1.2200689348492865E-5</c:v>
                </c:pt>
                <c:pt idx="1047">
                  <c:v>2.7045070369363337E-5</c:v>
                </c:pt>
                <c:pt idx="1048">
                  <c:v>3.6624970136147076E-5</c:v>
                </c:pt>
                <c:pt idx="1049">
                  <c:v>2.4547798804270753E-5</c:v>
                </c:pt>
                <c:pt idx="1050">
                  <c:v>6.8941383925265361E-6</c:v>
                </c:pt>
                <c:pt idx="1051">
                  <c:v>1.8181475690648E-6</c:v>
                </c:pt>
                <c:pt idx="1052">
                  <c:v>4.9669237786069071E-6</c:v>
                </c:pt>
                <c:pt idx="1053">
                  <c:v>1.8909139156955366E-5</c:v>
                </c:pt>
                <c:pt idx="1054">
                  <c:v>9.66566297038116E-5</c:v>
                </c:pt>
                <c:pt idx="1055">
                  <c:v>1.9267946237765734E-5</c:v>
                </c:pt>
                <c:pt idx="1056">
                  <c:v>1.8150273678195104E-5</c:v>
                </c:pt>
                <c:pt idx="1057">
                  <c:v>0</c:v>
                </c:pt>
                <c:pt idx="1058">
                  <c:v>2.2051984009525692E-6</c:v>
                </c:pt>
                <c:pt idx="1059">
                  <c:v>2.0907775511821099E-6</c:v>
                </c:pt>
                <c:pt idx="1060">
                  <c:v>5.0143715958580471E-6</c:v>
                </c:pt>
                <c:pt idx="1061">
                  <c:v>3.2191946258682681E-5</c:v>
                </c:pt>
                <c:pt idx="1062">
                  <c:v>6.1695980958629832E-4</c:v>
                </c:pt>
                <c:pt idx="1063">
                  <c:v>7.3451944033575501E-6</c:v>
                </c:pt>
                <c:pt idx="1064">
                  <c:v>1.1132811620799961E-4</c:v>
                </c:pt>
                <c:pt idx="1065">
                  <c:v>2.4975628011492525E-5</c:v>
                </c:pt>
                <c:pt idx="1066">
                  <c:v>5.5052638412941145E-6</c:v>
                </c:pt>
                <c:pt idx="1067">
                  <c:v>1.3349425929686307E-4</c:v>
                </c:pt>
                <c:pt idx="1068">
                  <c:v>1.1493159807296527E-6</c:v>
                </c:pt>
                <c:pt idx="1069">
                  <c:v>0</c:v>
                </c:pt>
                <c:pt idx="1070">
                  <c:v>4.9326479399597102E-5</c:v>
                </c:pt>
                <c:pt idx="1071">
                  <c:v>4.2840433296294315E-5</c:v>
                </c:pt>
                <c:pt idx="1072">
                  <c:v>1.1295059123087945E-6</c:v>
                </c:pt>
                <c:pt idx="1073">
                  <c:v>0</c:v>
                </c:pt>
                <c:pt idx="1074">
                  <c:v>6.1673405278989404E-6</c:v>
                </c:pt>
                <c:pt idx="1075">
                  <c:v>8.4276542404275578E-5</c:v>
                </c:pt>
                <c:pt idx="1076">
                  <c:v>7.426537283961699E-5</c:v>
                </c:pt>
                <c:pt idx="1077">
                  <c:v>7.1184119430195158E-6</c:v>
                </c:pt>
                <c:pt idx="1078">
                  <c:v>0</c:v>
                </c:pt>
                <c:pt idx="1079">
                  <c:v>1.43743825041309E-5</c:v>
                </c:pt>
                <c:pt idx="1080">
                  <c:v>6.924363029026439E-6</c:v>
                </c:pt>
                <c:pt idx="1081">
                  <c:v>3.8066084363765436E-5</c:v>
                </c:pt>
                <c:pt idx="1082">
                  <c:v>3.8051086486829998E-5</c:v>
                </c:pt>
                <c:pt idx="1083">
                  <c:v>2.1248511632049237E-6</c:v>
                </c:pt>
                <c:pt idx="1084">
                  <c:v>0</c:v>
                </c:pt>
                <c:pt idx="1085">
                  <c:v>1.8402608732112567E-4</c:v>
                </c:pt>
                <c:pt idx="1086">
                  <c:v>5.1209929708436434E-6</c:v>
                </c:pt>
                <c:pt idx="1087">
                  <c:v>7.4375458118880969E-6</c:v>
                </c:pt>
                <c:pt idx="1088">
                  <c:v>2.0440513897771245E-5</c:v>
                </c:pt>
                <c:pt idx="1089">
                  <c:v>1.640515240314453E-5</c:v>
                </c:pt>
                <c:pt idx="1090">
                  <c:v>3.8464521825871016E-5</c:v>
                </c:pt>
                <c:pt idx="1091">
                  <c:v>8.1839403184481263E-8</c:v>
                </c:pt>
                <c:pt idx="1092">
                  <c:v>6.3099135179007447E-7</c:v>
                </c:pt>
                <c:pt idx="1093">
                  <c:v>2.4717850467188011E-5</c:v>
                </c:pt>
                <c:pt idx="1094">
                  <c:v>2.0791385941192644E-5</c:v>
                </c:pt>
                <c:pt idx="1095">
                  <c:v>1.1944863305295245E-5</c:v>
                </c:pt>
                <c:pt idx="1096">
                  <c:v>1.9714859429580423E-6</c:v>
                </c:pt>
                <c:pt idx="1097">
                  <c:v>2.4049988782102222E-3</c:v>
                </c:pt>
                <c:pt idx="1098">
                  <c:v>4.6281643293719007E-5</c:v>
                </c:pt>
                <c:pt idx="1099">
                  <c:v>4.4837080852379953E-4</c:v>
                </c:pt>
                <c:pt idx="1100">
                  <c:v>2.333801239271377E-5</c:v>
                </c:pt>
                <c:pt idx="1101">
                  <c:v>1.5506372817582917E-5</c:v>
                </c:pt>
                <c:pt idx="1102">
                  <c:v>1.3513731450837385E-6</c:v>
                </c:pt>
                <c:pt idx="1103">
                  <c:v>0</c:v>
                </c:pt>
                <c:pt idx="1104">
                  <c:v>1.0919069613269657E-5</c:v>
                </c:pt>
                <c:pt idx="1105">
                  <c:v>1.6578400570357774E-5</c:v>
                </c:pt>
                <c:pt idx="1106">
                  <c:v>3.0572774359556211E-5</c:v>
                </c:pt>
                <c:pt idx="1107">
                  <c:v>1.1553161765337693E-5</c:v>
                </c:pt>
                <c:pt idx="1108">
                  <c:v>8.6795283234463533E-6</c:v>
                </c:pt>
                <c:pt idx="1109">
                  <c:v>6.3552492779901676E-7</c:v>
                </c:pt>
                <c:pt idx="1110">
                  <c:v>2.2476379016376867E-5</c:v>
                </c:pt>
                <c:pt idx="1111">
                  <c:v>0</c:v>
                </c:pt>
                <c:pt idx="1112">
                  <c:v>1.0439178792710418E-5</c:v>
                </c:pt>
                <c:pt idx="1113">
                  <c:v>0</c:v>
                </c:pt>
                <c:pt idx="1114">
                  <c:v>1.4994431568196824E-7</c:v>
                </c:pt>
                <c:pt idx="1115">
                  <c:v>4.026535084712572E-5</c:v>
                </c:pt>
                <c:pt idx="1116">
                  <c:v>9.5305733497665223E-7</c:v>
                </c:pt>
                <c:pt idx="1117">
                  <c:v>1.1509302383966793E-5</c:v>
                </c:pt>
                <c:pt idx="1118">
                  <c:v>8.9965458638274328E-6</c:v>
                </c:pt>
                <c:pt idx="1119">
                  <c:v>4.3742560503339504E-5</c:v>
                </c:pt>
                <c:pt idx="1120">
                  <c:v>5.7514441054764107E-5</c:v>
                </c:pt>
                <c:pt idx="1121">
                  <c:v>2.1038292195623759E-7</c:v>
                </c:pt>
                <c:pt idx="1122">
                  <c:v>3.1566704121096834E-4</c:v>
                </c:pt>
                <c:pt idx="1123">
                  <c:v>4.2986024495705681E-7</c:v>
                </c:pt>
                <c:pt idx="1124">
                  <c:v>0</c:v>
                </c:pt>
                <c:pt idx="1125">
                  <c:v>1.3615850328299637E-7</c:v>
                </c:pt>
                <c:pt idx="1126">
                  <c:v>2.4539930121686113E-5</c:v>
                </c:pt>
                <c:pt idx="1127">
                  <c:v>1.2803794365794953E-4</c:v>
                </c:pt>
                <c:pt idx="1128">
                  <c:v>1.9168413405443165E-7</c:v>
                </c:pt>
                <c:pt idx="1129">
                  <c:v>0</c:v>
                </c:pt>
                <c:pt idx="1130">
                  <c:v>8.3062618660196747E-5</c:v>
                </c:pt>
                <c:pt idx="1131">
                  <c:v>3.4393378029702935E-7</c:v>
                </c:pt>
                <c:pt idx="1132">
                  <c:v>2.3292873746027685E-5</c:v>
                </c:pt>
                <c:pt idx="1133">
                  <c:v>0</c:v>
                </c:pt>
                <c:pt idx="1134">
                  <c:v>2.7826535717898208E-5</c:v>
                </c:pt>
                <c:pt idx="1135">
                  <c:v>4.2117796355109985E-5</c:v>
                </c:pt>
                <c:pt idx="1136">
                  <c:v>6.8859778093439069E-7</c:v>
                </c:pt>
                <c:pt idx="1137">
                  <c:v>1.3476297291693801E-6</c:v>
                </c:pt>
                <c:pt idx="1138">
                  <c:v>1.6227353983621165E-5</c:v>
                </c:pt>
                <c:pt idx="1139">
                  <c:v>5.7700474595600802E-5</c:v>
                </c:pt>
                <c:pt idx="1140">
                  <c:v>7.5895295547978375E-5</c:v>
                </c:pt>
                <c:pt idx="1141">
                  <c:v>3.0012770145687388E-6</c:v>
                </c:pt>
                <c:pt idx="1142">
                  <c:v>1.0537022573752361E-7</c:v>
                </c:pt>
                <c:pt idx="1143">
                  <c:v>0</c:v>
                </c:pt>
                <c:pt idx="1144">
                  <c:v>2.3301960645876207E-5</c:v>
                </c:pt>
                <c:pt idx="1145">
                  <c:v>4.0288354888649024E-5</c:v>
                </c:pt>
                <c:pt idx="1146">
                  <c:v>2.0261147014402467E-5</c:v>
                </c:pt>
                <c:pt idx="1147">
                  <c:v>7.5285411982381316E-7</c:v>
                </c:pt>
                <c:pt idx="1148">
                  <c:v>0</c:v>
                </c:pt>
                <c:pt idx="1149">
                  <c:v>8.9088816822610525E-5</c:v>
                </c:pt>
                <c:pt idx="1150">
                  <c:v>0</c:v>
                </c:pt>
                <c:pt idx="1151">
                  <c:v>1.535260715906914E-6</c:v>
                </c:pt>
                <c:pt idx="1152">
                  <c:v>1.0779889326075499E-5</c:v>
                </c:pt>
                <c:pt idx="1153">
                  <c:v>8.0678993736343079E-7</c:v>
                </c:pt>
                <c:pt idx="1154">
                  <c:v>1.7006044072963875E-6</c:v>
                </c:pt>
                <c:pt idx="1155">
                  <c:v>2.1736565730511004E-5</c:v>
                </c:pt>
                <c:pt idx="1156">
                  <c:v>1.2978887198165694E-5</c:v>
                </c:pt>
                <c:pt idx="1157">
                  <c:v>4.8264967570414117E-4</c:v>
                </c:pt>
                <c:pt idx="1158">
                  <c:v>2.360477109316575E-7</c:v>
                </c:pt>
                <c:pt idx="1159">
                  <c:v>2.801411803928678E-5</c:v>
                </c:pt>
                <c:pt idx="1160">
                  <c:v>0</c:v>
                </c:pt>
                <c:pt idx="1161">
                  <c:v>1.22637112916349E-4</c:v>
                </c:pt>
                <c:pt idx="1162">
                  <c:v>6.4659002157116993E-8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3.0378771860936812E-6</c:v>
                </c:pt>
                <c:pt idx="1167">
                  <c:v>7.7221322576213789E-6</c:v>
                </c:pt>
                <c:pt idx="1168">
                  <c:v>2.7967857949994862E-6</c:v>
                </c:pt>
                <c:pt idx="1169">
                  <c:v>6.8200595882244729E-5</c:v>
                </c:pt>
                <c:pt idx="1170">
                  <c:v>2.4337627122240658E-6</c:v>
                </c:pt>
                <c:pt idx="1171">
                  <c:v>3.1285809146633306E-6</c:v>
                </c:pt>
                <c:pt idx="1172">
                  <c:v>3.8178249951116661E-5</c:v>
                </c:pt>
                <c:pt idx="1173">
                  <c:v>3.5871743790196793E-4</c:v>
                </c:pt>
                <c:pt idx="1174">
                  <c:v>2.5608793920294831E-5</c:v>
                </c:pt>
                <c:pt idx="1175">
                  <c:v>3.6482514602935645E-7</c:v>
                </c:pt>
                <c:pt idx="1176">
                  <c:v>1.1920387112576086E-5</c:v>
                </c:pt>
                <c:pt idx="1177">
                  <c:v>5.0567230507132845E-6</c:v>
                </c:pt>
                <c:pt idx="1178">
                  <c:v>2.5904902205337692E-5</c:v>
                </c:pt>
                <c:pt idx="1179">
                  <c:v>3.4100797545193006E-4</c:v>
                </c:pt>
                <c:pt idx="1180">
                  <c:v>0</c:v>
                </c:pt>
                <c:pt idx="1181">
                  <c:v>4.2350918088732038E-5</c:v>
                </c:pt>
                <c:pt idx="1182">
                  <c:v>6.2657963672695965E-6</c:v>
                </c:pt>
                <c:pt idx="1183">
                  <c:v>4.5747811744088587E-5</c:v>
                </c:pt>
                <c:pt idx="1184">
                  <c:v>4.1591496359210294E-5</c:v>
                </c:pt>
                <c:pt idx="1185">
                  <c:v>1.0035475119117091E-6</c:v>
                </c:pt>
                <c:pt idx="1186">
                  <c:v>1.2734744424849208E-5</c:v>
                </c:pt>
                <c:pt idx="1187">
                  <c:v>4.0448422740721534E-5</c:v>
                </c:pt>
                <c:pt idx="1188">
                  <c:v>2.0266360896804416E-4</c:v>
                </c:pt>
                <c:pt idx="1189">
                  <c:v>2.1405208714108468E-5</c:v>
                </c:pt>
                <c:pt idx="1190">
                  <c:v>3.6364434797985098E-5</c:v>
                </c:pt>
                <c:pt idx="1191">
                  <c:v>1.4710855823332849E-5</c:v>
                </c:pt>
                <c:pt idx="1192">
                  <c:v>6.3202682477762599E-5</c:v>
                </c:pt>
                <c:pt idx="1193">
                  <c:v>0</c:v>
                </c:pt>
                <c:pt idx="1194">
                  <c:v>1.4748956562987561E-7</c:v>
                </c:pt>
                <c:pt idx="1195">
                  <c:v>0</c:v>
                </c:pt>
                <c:pt idx="1196">
                  <c:v>1.0046857937271769E-5</c:v>
                </c:pt>
                <c:pt idx="1197">
                  <c:v>1.8901103504214047E-5</c:v>
                </c:pt>
                <c:pt idx="1198">
                  <c:v>0</c:v>
                </c:pt>
                <c:pt idx="1199">
                  <c:v>0</c:v>
                </c:pt>
                <c:pt idx="1200">
                  <c:v>1.0237872694321161E-4</c:v>
                </c:pt>
                <c:pt idx="1201">
                  <c:v>0</c:v>
                </c:pt>
                <c:pt idx="1202">
                  <c:v>1.6293784015531118E-5</c:v>
                </c:pt>
                <c:pt idx="1203">
                  <c:v>2.0270597176256122E-5</c:v>
                </c:pt>
                <c:pt idx="1204">
                  <c:v>2.5909763594124463E-5</c:v>
                </c:pt>
                <c:pt idx="1205">
                  <c:v>4.8220778799816435E-5</c:v>
                </c:pt>
                <c:pt idx="1206">
                  <c:v>1.5330334116200908E-7</c:v>
                </c:pt>
                <c:pt idx="1207">
                  <c:v>1.1759428327058653E-5</c:v>
                </c:pt>
                <c:pt idx="1208">
                  <c:v>0</c:v>
                </c:pt>
                <c:pt idx="1209">
                  <c:v>2.8176281235302918E-5</c:v>
                </c:pt>
                <c:pt idx="1210">
                  <c:v>1.2202014854029263E-7</c:v>
                </c:pt>
                <c:pt idx="1211">
                  <c:v>3.1712223137965147E-5</c:v>
                </c:pt>
                <c:pt idx="1212">
                  <c:v>1.2892513949099965E-5</c:v>
                </c:pt>
                <c:pt idx="1213">
                  <c:v>0</c:v>
                </c:pt>
                <c:pt idx="1214">
                  <c:v>1.4935991209610516E-5</c:v>
                </c:pt>
                <c:pt idx="1215">
                  <c:v>0</c:v>
                </c:pt>
                <c:pt idx="1216">
                  <c:v>4.3391123333025469E-6</c:v>
                </c:pt>
                <c:pt idx="1217">
                  <c:v>0</c:v>
                </c:pt>
                <c:pt idx="1218">
                  <c:v>2.0330768322056012E-5</c:v>
                </c:pt>
                <c:pt idx="1219">
                  <c:v>5.7846949484189793E-5</c:v>
                </c:pt>
                <c:pt idx="1220">
                  <c:v>8.5957243672379465E-5</c:v>
                </c:pt>
                <c:pt idx="1221">
                  <c:v>3.2340553899439953E-6</c:v>
                </c:pt>
                <c:pt idx="1222">
                  <c:v>0</c:v>
                </c:pt>
                <c:pt idx="1223">
                  <c:v>2.0270597176256122E-5</c:v>
                </c:pt>
                <c:pt idx="1224">
                  <c:v>1.2114437272239947E-5</c:v>
                </c:pt>
                <c:pt idx="1225">
                  <c:v>2.6113298715294616E-4</c:v>
                </c:pt>
                <c:pt idx="1226">
                  <c:v>4.0253668151342117E-5</c:v>
                </c:pt>
                <c:pt idx="1227">
                  <c:v>1.8392132431015189E-5</c:v>
                </c:pt>
                <c:pt idx="1228">
                  <c:v>0</c:v>
                </c:pt>
                <c:pt idx="1229">
                  <c:v>2.1027785742619458E-5</c:v>
                </c:pt>
                <c:pt idx="1230">
                  <c:v>3.2086403445438205E-6</c:v>
                </c:pt>
                <c:pt idx="1231">
                  <c:v>3.2370079173926262E-5</c:v>
                </c:pt>
                <c:pt idx="1232">
                  <c:v>3.1343476357291091E-5</c:v>
                </c:pt>
                <c:pt idx="1233">
                  <c:v>0</c:v>
                </c:pt>
                <c:pt idx="1234">
                  <c:v>4.3580144009440494E-5</c:v>
                </c:pt>
                <c:pt idx="1235">
                  <c:v>0</c:v>
                </c:pt>
                <c:pt idx="1236">
                  <c:v>1.3717348340263153E-6</c:v>
                </c:pt>
                <c:pt idx="1237">
                  <c:v>1.8840201259256306E-5</c:v>
                </c:pt>
                <c:pt idx="1238">
                  <c:v>3.1384066929370286E-5</c:v>
                </c:pt>
                <c:pt idx="1239">
                  <c:v>6.7822993479736432E-8</c:v>
                </c:pt>
                <c:pt idx="1240">
                  <c:v>2.2588315363634429E-5</c:v>
                </c:pt>
                <c:pt idx="1241">
                  <c:v>2.3513992378301435E-5</c:v>
                </c:pt>
                <c:pt idx="1242">
                  <c:v>5.7021852470790532E-8</c:v>
                </c:pt>
                <c:pt idx="1243">
                  <c:v>4.4655499115691585E-5</c:v>
                </c:pt>
                <c:pt idx="1244">
                  <c:v>2.6807215823314409E-5</c:v>
                </c:pt>
                <c:pt idx="1245">
                  <c:v>7.8856597642533856E-5</c:v>
                </c:pt>
                <c:pt idx="1246">
                  <c:v>1.9773159208740696E-5</c:v>
                </c:pt>
                <c:pt idx="1247">
                  <c:v>7.1103639322791918E-5</c:v>
                </c:pt>
                <c:pt idx="1248">
                  <c:v>1.8116200939866214E-4</c:v>
                </c:pt>
                <c:pt idx="1249">
                  <c:v>0</c:v>
                </c:pt>
                <c:pt idx="1250">
                  <c:v>6.7949850249162474E-6</c:v>
                </c:pt>
                <c:pt idx="1251">
                  <c:v>2.390651052570872E-6</c:v>
                </c:pt>
                <c:pt idx="1252">
                  <c:v>5.3868804630014398E-5</c:v>
                </c:pt>
                <c:pt idx="1253">
                  <c:v>5.9738080888785507E-5</c:v>
                </c:pt>
                <c:pt idx="1254">
                  <c:v>6.1658722831875803E-4</c:v>
                </c:pt>
                <c:pt idx="1255">
                  <c:v>1.7679284215916057E-4</c:v>
                </c:pt>
                <c:pt idx="1256">
                  <c:v>1.4259888402110563E-4</c:v>
                </c:pt>
                <c:pt idx="1257">
                  <c:v>1.3942052851279422E-5</c:v>
                </c:pt>
                <c:pt idx="1258">
                  <c:v>3.2067190298395107E-5</c:v>
                </c:pt>
                <c:pt idx="1259">
                  <c:v>8.1278452723144065E-5</c:v>
                </c:pt>
                <c:pt idx="1260">
                  <c:v>1.8448780137661636E-7</c:v>
                </c:pt>
                <c:pt idx="1261">
                  <c:v>1.635419729719171E-5</c:v>
                </c:pt>
                <c:pt idx="1262">
                  <c:v>1.0270985887399144E-4</c:v>
                </c:pt>
                <c:pt idx="1263">
                  <c:v>1.9858206310385444E-5</c:v>
                </c:pt>
                <c:pt idx="1264">
                  <c:v>1.8049321180464372E-5</c:v>
                </c:pt>
                <c:pt idx="1265">
                  <c:v>4.0988011336559032E-5</c:v>
                </c:pt>
                <c:pt idx="1266">
                  <c:v>8.4861371661841063E-6</c:v>
                </c:pt>
                <c:pt idx="1267">
                  <c:v>0</c:v>
                </c:pt>
                <c:pt idx="1268">
                  <c:v>1.2978373542220819E-7</c:v>
                </c:pt>
                <c:pt idx="1269">
                  <c:v>1.3877809794203903E-5</c:v>
                </c:pt>
                <c:pt idx="1270">
                  <c:v>1.4755986339450941E-5</c:v>
                </c:pt>
                <c:pt idx="1271">
                  <c:v>1.6536897883829843E-5</c:v>
                </c:pt>
                <c:pt idx="1272">
                  <c:v>2.550478893538319E-5</c:v>
                </c:pt>
                <c:pt idx="1273">
                  <c:v>7.984479439194948E-8</c:v>
                </c:pt>
                <c:pt idx="1274">
                  <c:v>8.5125867406850344E-8</c:v>
                </c:pt>
                <c:pt idx="1275">
                  <c:v>1.2489585444396817E-5</c:v>
                </c:pt>
                <c:pt idx="1276">
                  <c:v>9.2148317280900008E-6</c:v>
                </c:pt>
                <c:pt idx="1277">
                  <c:v>3.7292248463635003E-5</c:v>
                </c:pt>
                <c:pt idx="1278">
                  <c:v>5.0394705395154481E-7</c:v>
                </c:pt>
                <c:pt idx="1279">
                  <c:v>1.2122612036780565E-5</c:v>
                </c:pt>
                <c:pt idx="1280">
                  <c:v>1.0240084206329752E-4</c:v>
                </c:pt>
                <c:pt idx="1281">
                  <c:v>3.5392387174036683E-5</c:v>
                </c:pt>
                <c:pt idx="1282">
                  <c:v>1.959037579450261E-5</c:v>
                </c:pt>
                <c:pt idx="1283">
                  <c:v>2.0153634121088972E-6</c:v>
                </c:pt>
                <c:pt idx="1284">
                  <c:v>3.4102153831159479E-4</c:v>
                </c:pt>
                <c:pt idx="1285">
                  <c:v>2.1702200266873682E-5</c:v>
                </c:pt>
                <c:pt idx="1286">
                  <c:v>1.5933876905325473E-6</c:v>
                </c:pt>
                <c:pt idx="1287">
                  <c:v>1.7358678806470673E-7</c:v>
                </c:pt>
                <c:pt idx="1288">
                  <c:v>1.516976402339086E-5</c:v>
                </c:pt>
                <c:pt idx="1289">
                  <c:v>2.7494604235777811E-5</c:v>
                </c:pt>
                <c:pt idx="1290">
                  <c:v>2.6164177845847352E-5</c:v>
                </c:pt>
                <c:pt idx="1291">
                  <c:v>5.4947828008487532E-7</c:v>
                </c:pt>
                <c:pt idx="1292">
                  <c:v>4.3996172122226177E-5</c:v>
                </c:pt>
                <c:pt idx="1293">
                  <c:v>7.0435430330504669E-5</c:v>
                </c:pt>
                <c:pt idx="1294">
                  <c:v>9.8428372358338499E-5</c:v>
                </c:pt>
                <c:pt idx="1295">
                  <c:v>4.2529934443985086E-5</c:v>
                </c:pt>
                <c:pt idx="1296">
                  <c:v>3.6721694278668224E-5</c:v>
                </c:pt>
                <c:pt idx="1297">
                  <c:v>0</c:v>
                </c:pt>
                <c:pt idx="1298">
                  <c:v>0</c:v>
                </c:pt>
                <c:pt idx="1299">
                  <c:v>2.0941725707934726E-5</c:v>
                </c:pt>
                <c:pt idx="1300">
                  <c:v>1.2383979698889459E-5</c:v>
                </c:pt>
                <c:pt idx="1301">
                  <c:v>4.4968619459601055E-6</c:v>
                </c:pt>
                <c:pt idx="1302">
                  <c:v>8.0242501080760325E-6</c:v>
                </c:pt>
                <c:pt idx="1303">
                  <c:v>2.6109274622808618E-5</c:v>
                </c:pt>
                <c:pt idx="1304">
                  <c:v>1.9366617408002847E-5</c:v>
                </c:pt>
                <c:pt idx="1305">
                  <c:v>6.0500311751811341E-4</c:v>
                </c:pt>
                <c:pt idx="1306">
                  <c:v>1.8533117418291256E-5</c:v>
                </c:pt>
                <c:pt idx="1307">
                  <c:v>4.5286657981416043E-5</c:v>
                </c:pt>
                <c:pt idx="1308">
                  <c:v>4.8833408180933238E-5</c:v>
                </c:pt>
                <c:pt idx="1309">
                  <c:v>7.2594425149126833E-6</c:v>
                </c:pt>
                <c:pt idx="1310">
                  <c:v>1.6232237194591855E-5</c:v>
                </c:pt>
                <c:pt idx="1311">
                  <c:v>1.7435841133391269E-5</c:v>
                </c:pt>
                <c:pt idx="1312">
                  <c:v>5.2052891514336843E-5</c:v>
                </c:pt>
                <c:pt idx="1313">
                  <c:v>4.7631358387256407E-5</c:v>
                </c:pt>
                <c:pt idx="1314">
                  <c:v>1.4946918083880224E-5</c:v>
                </c:pt>
                <c:pt idx="1315">
                  <c:v>1.1582710570117572E-4</c:v>
                </c:pt>
                <c:pt idx="1316">
                  <c:v>6.381137200955349E-6</c:v>
                </c:pt>
                <c:pt idx="1317">
                  <c:v>2.3148842766842992E-5</c:v>
                </c:pt>
                <c:pt idx="1318">
                  <c:v>1.0937980024710481E-4</c:v>
                </c:pt>
                <c:pt idx="1319">
                  <c:v>4.0047134594203309E-7</c:v>
                </c:pt>
                <c:pt idx="1320">
                  <c:v>1.6722328168089573E-5</c:v>
                </c:pt>
                <c:pt idx="1321">
                  <c:v>8.9994086995410434E-5</c:v>
                </c:pt>
                <c:pt idx="1322">
                  <c:v>1.9950734851196197E-6</c:v>
                </c:pt>
                <c:pt idx="1323">
                  <c:v>1.6318468167048921E-4</c:v>
                </c:pt>
                <c:pt idx="1324">
                  <c:v>1.0345440345138718E-5</c:v>
                </c:pt>
                <c:pt idx="1325">
                  <c:v>1.3955982331831387E-3</c:v>
                </c:pt>
                <c:pt idx="1326">
                  <c:v>7.5150560736757862E-6</c:v>
                </c:pt>
                <c:pt idx="1327">
                  <c:v>9.1167382640763494E-7</c:v>
                </c:pt>
                <c:pt idx="1328">
                  <c:v>1.2556373126368381E-5</c:v>
                </c:pt>
                <c:pt idx="1329">
                  <c:v>3.4132151848815875E-5</c:v>
                </c:pt>
                <c:pt idx="1330">
                  <c:v>1.0625046840953265E-7</c:v>
                </c:pt>
                <c:pt idx="1331">
                  <c:v>5.2289618541753739E-5</c:v>
                </c:pt>
                <c:pt idx="1332">
                  <c:v>1.0211168282535021E-5</c:v>
                </c:pt>
                <c:pt idx="1333">
                  <c:v>1.612929237680586E-4</c:v>
                </c:pt>
                <c:pt idx="1334">
                  <c:v>3.6731685486549276E-5</c:v>
                </c:pt>
                <c:pt idx="1335">
                  <c:v>0</c:v>
                </c:pt>
                <c:pt idx="1336">
                  <c:v>1.6198996809196288E-5</c:v>
                </c:pt>
                <c:pt idx="1337">
                  <c:v>8.9430594649767208E-6</c:v>
                </c:pt>
                <c:pt idx="1338">
                  <c:v>3.2722905275591038E-5</c:v>
                </c:pt>
                <c:pt idx="1339">
                  <c:v>1.2079313028681362E-7</c:v>
                </c:pt>
                <c:pt idx="1340">
                  <c:v>5.3964984163077892E-7</c:v>
                </c:pt>
                <c:pt idx="1341">
                  <c:v>1.4164609411442933E-5</c:v>
                </c:pt>
                <c:pt idx="1342">
                  <c:v>1.9212292906009785E-5</c:v>
                </c:pt>
                <c:pt idx="1343">
                  <c:v>9.7638478545317721E-6</c:v>
                </c:pt>
                <c:pt idx="1344">
                  <c:v>0</c:v>
                </c:pt>
                <c:pt idx="1345">
                  <c:v>1.4118296316457781E-6</c:v>
                </c:pt>
                <c:pt idx="1346">
                  <c:v>2.5354555655967596E-5</c:v>
                </c:pt>
                <c:pt idx="1347">
                  <c:v>2.5278827924656009E-5</c:v>
                </c:pt>
                <c:pt idx="1348">
                  <c:v>2.8375734594490599E-5</c:v>
                </c:pt>
                <c:pt idx="1349">
                  <c:v>7.7186864154716394E-7</c:v>
                </c:pt>
                <c:pt idx="1350">
                  <c:v>2.8249223160027546E-5</c:v>
                </c:pt>
                <c:pt idx="1351">
                  <c:v>1.0207966569913875E-4</c:v>
                </c:pt>
                <c:pt idx="1352">
                  <c:v>1.6819573850886934E-5</c:v>
                </c:pt>
                <c:pt idx="1353">
                  <c:v>3.9485895866171121E-4</c:v>
                </c:pt>
                <c:pt idx="1354">
                  <c:v>3.079622807793964E-5</c:v>
                </c:pt>
                <c:pt idx="1355">
                  <c:v>3.1717056213197578E-7</c:v>
                </c:pt>
                <c:pt idx="1356">
                  <c:v>1.5871723099900528E-5</c:v>
                </c:pt>
                <c:pt idx="1357">
                  <c:v>2.5201282975885987E-5</c:v>
                </c:pt>
                <c:pt idx="1358">
                  <c:v>9.0143830610345021E-6</c:v>
                </c:pt>
                <c:pt idx="1359">
                  <c:v>2.0388387228521805E-5</c:v>
                </c:pt>
                <c:pt idx="1360">
                  <c:v>2.3016319997539251E-5</c:v>
                </c:pt>
                <c:pt idx="1361">
                  <c:v>1.998333671103506E-7</c:v>
                </c:pt>
                <c:pt idx="1362">
                  <c:v>7.9304865849771125E-5</c:v>
                </c:pt>
                <c:pt idx="1363">
                  <c:v>1.0316614603005781E-4</c:v>
                </c:pt>
                <c:pt idx="1364">
                  <c:v>2.3752831164602198E-4</c:v>
                </c:pt>
                <c:pt idx="1365">
                  <c:v>4.1373418283502119E-5</c:v>
                </c:pt>
                <c:pt idx="1366">
                  <c:v>4.5310080304568049E-7</c:v>
                </c:pt>
                <c:pt idx="1367">
                  <c:v>8.7656698370941035E-5</c:v>
                </c:pt>
                <c:pt idx="1368">
                  <c:v>1.081098516066984E-4</c:v>
                </c:pt>
                <c:pt idx="1369">
                  <c:v>1.1873336303625869E-5</c:v>
                </c:pt>
                <c:pt idx="1370">
                  <c:v>2.1119308277089388E-5</c:v>
                </c:pt>
                <c:pt idx="1371">
                  <c:v>7.595743939035784E-6</c:v>
                </c:pt>
                <c:pt idx="1372">
                  <c:v>1.212573458262162E-4</c:v>
                </c:pt>
                <c:pt idx="1373">
                  <c:v>2.7185544634782794E-5</c:v>
                </c:pt>
                <c:pt idx="1374">
                  <c:v>5.1572385519289283E-5</c:v>
                </c:pt>
                <c:pt idx="1375">
                  <c:v>1.6949020136745566E-5</c:v>
                </c:pt>
                <c:pt idx="1376">
                  <c:v>4.3243940642679556E-6</c:v>
                </c:pt>
                <c:pt idx="1377">
                  <c:v>1.0496102097737836E-7</c:v>
                </c:pt>
                <c:pt idx="1378">
                  <c:v>4.5151761553386184E-5</c:v>
                </c:pt>
                <c:pt idx="1379">
                  <c:v>4.9971424647370718E-6</c:v>
                </c:pt>
                <c:pt idx="1380">
                  <c:v>2.6770701998831239E-4</c:v>
                </c:pt>
                <c:pt idx="1381">
                  <c:v>1.168599567420657E-5</c:v>
                </c:pt>
                <c:pt idx="1382">
                  <c:v>1.7869155830533425E-5</c:v>
                </c:pt>
                <c:pt idx="1383">
                  <c:v>4.7805998815344154E-7</c:v>
                </c:pt>
                <c:pt idx="1384">
                  <c:v>4.1511819825755734E-5</c:v>
                </c:pt>
                <c:pt idx="1385">
                  <c:v>1.6538254652172114E-5</c:v>
                </c:pt>
                <c:pt idx="1386">
                  <c:v>3.2480240858644675E-5</c:v>
                </c:pt>
                <c:pt idx="1387">
                  <c:v>1.8680746417334026E-5</c:v>
                </c:pt>
                <c:pt idx="1388">
                  <c:v>1.9885946044295857E-5</c:v>
                </c:pt>
                <c:pt idx="1389">
                  <c:v>1.0778649213030868E-7</c:v>
                </c:pt>
                <c:pt idx="1390">
                  <c:v>7.9262200305500577E-6</c:v>
                </c:pt>
                <c:pt idx="1391">
                  <c:v>7.1786090044289328E-8</c:v>
                </c:pt>
                <c:pt idx="1392">
                  <c:v>6.6357081331008661E-5</c:v>
                </c:pt>
                <c:pt idx="1393">
                  <c:v>3.0317966053526347E-4</c:v>
                </c:pt>
                <c:pt idx="1394">
                  <c:v>8.5186845821898045E-7</c:v>
                </c:pt>
                <c:pt idx="1395">
                  <c:v>8.3273494214709227E-6</c:v>
                </c:pt>
                <c:pt idx="1396">
                  <c:v>2.895654082953085E-5</c:v>
                </c:pt>
                <c:pt idx="1397">
                  <c:v>4.3398245515624172E-7</c:v>
                </c:pt>
                <c:pt idx="1398">
                  <c:v>1.3513731450837373E-5</c:v>
                </c:pt>
                <c:pt idx="1399">
                  <c:v>8.4298516958660787E-5</c:v>
                </c:pt>
                <c:pt idx="1400">
                  <c:v>0</c:v>
                </c:pt>
                <c:pt idx="1401">
                  <c:v>1.9703833620569757E-5</c:v>
                </c:pt>
                <c:pt idx="1402">
                  <c:v>6.3688531884989788E-6</c:v>
                </c:pt>
                <c:pt idx="1403">
                  <c:v>4.7350029346401745E-5</c:v>
                </c:pt>
                <c:pt idx="1404">
                  <c:v>2.3469424083967716E-5</c:v>
                </c:pt>
                <c:pt idx="1405">
                  <c:v>3.8288905777372753E-5</c:v>
                </c:pt>
                <c:pt idx="1406">
                  <c:v>1.860284908655858E-5</c:v>
                </c:pt>
                <c:pt idx="1407">
                  <c:v>0</c:v>
                </c:pt>
                <c:pt idx="1408">
                  <c:v>1.5389410382004747E-6</c:v>
                </c:pt>
                <c:pt idx="1409">
                  <c:v>1.5549780885537506E-6</c:v>
                </c:pt>
                <c:pt idx="1410">
                  <c:v>1.302404124568943E-4</c:v>
                </c:pt>
                <c:pt idx="1411">
                  <c:v>1.3945483166473156E-5</c:v>
                </c:pt>
                <c:pt idx="1412">
                  <c:v>3.543399818547345E-5</c:v>
                </c:pt>
                <c:pt idx="1413">
                  <c:v>7.3401451139369234E-7</c:v>
                </c:pt>
                <c:pt idx="1414">
                  <c:v>1.9258090490695486E-6</c:v>
                </c:pt>
                <c:pt idx="1415">
                  <c:v>2.3970682752411891E-5</c:v>
                </c:pt>
                <c:pt idx="1416">
                  <c:v>1.604784885634966E-4</c:v>
                </c:pt>
                <c:pt idx="1417">
                  <c:v>1.6503558713991184E-5</c:v>
                </c:pt>
                <c:pt idx="1418">
                  <c:v>0</c:v>
                </c:pt>
                <c:pt idx="1419">
                  <c:v>3.0331286516094248E-5</c:v>
                </c:pt>
                <c:pt idx="1420">
                  <c:v>2.3672645554339669E-4</c:v>
                </c:pt>
                <c:pt idx="1421">
                  <c:v>2.1632846756866684E-4</c:v>
                </c:pt>
                <c:pt idx="1422">
                  <c:v>5.836806941169084E-5</c:v>
                </c:pt>
                <c:pt idx="1423">
                  <c:v>2.6216236782175177E-3</c:v>
                </c:pt>
                <c:pt idx="1424">
                  <c:v>1.9268558585683875E-5</c:v>
                </c:pt>
                <c:pt idx="1425">
                  <c:v>4.5611430501754402E-4</c:v>
                </c:pt>
                <c:pt idx="1426">
                  <c:v>1.7701503175162871E-5</c:v>
                </c:pt>
                <c:pt idx="1427">
                  <c:v>0</c:v>
                </c:pt>
                <c:pt idx="1428">
                  <c:v>3.0800527523276272E-7</c:v>
                </c:pt>
                <c:pt idx="1429">
                  <c:v>2.5313912739935617E-5</c:v>
                </c:pt>
                <c:pt idx="1430">
                  <c:v>2.3042952385086852E-6</c:v>
                </c:pt>
                <c:pt idx="1431">
                  <c:v>9.3768748842545452E-6</c:v>
                </c:pt>
                <c:pt idx="1432">
                  <c:v>7.0706246963178267E-8</c:v>
                </c:pt>
                <c:pt idx="1433">
                  <c:v>4.4869682431106982E-4</c:v>
                </c:pt>
                <c:pt idx="1434">
                  <c:v>2.8936307495226077E-6</c:v>
                </c:pt>
                <c:pt idx="1435">
                  <c:v>1.4968156915445845E-5</c:v>
                </c:pt>
                <c:pt idx="1436">
                  <c:v>6.6447358086477684E-7</c:v>
                </c:pt>
                <c:pt idx="1437">
                  <c:v>5.666901396594138E-6</c:v>
                </c:pt>
                <c:pt idx="1438">
                  <c:v>2.3415335203680119E-5</c:v>
                </c:pt>
                <c:pt idx="1439">
                  <c:v>6.1845019620993984E-6</c:v>
                </c:pt>
                <c:pt idx="1440">
                  <c:v>0</c:v>
                </c:pt>
                <c:pt idx="1441">
                  <c:v>5.1432314847931209E-4</c:v>
                </c:pt>
                <c:pt idx="1442">
                  <c:v>2.4707612558576219E-5</c:v>
                </c:pt>
                <c:pt idx="1443">
                  <c:v>2.1192911379304818E-5</c:v>
                </c:pt>
                <c:pt idx="1444">
                  <c:v>5.5514726147941314E-5</c:v>
                </c:pt>
                <c:pt idx="1445">
                  <c:v>2.4937143518506058E-5</c:v>
                </c:pt>
                <c:pt idx="1446">
                  <c:v>5.3121132201468883E-5</c:v>
                </c:pt>
                <c:pt idx="1447">
                  <c:v>7.9613153440228715E-5</c:v>
                </c:pt>
                <c:pt idx="1448">
                  <c:v>1.5176390716688333E-5</c:v>
                </c:pt>
                <c:pt idx="1449">
                  <c:v>9.7356816932298739E-5</c:v>
                </c:pt>
                <c:pt idx="1450">
                  <c:v>2.6867175773480761E-6</c:v>
                </c:pt>
                <c:pt idx="1451">
                  <c:v>3.4177317065157347E-5</c:v>
                </c:pt>
                <c:pt idx="1452">
                  <c:v>2.6239030494974893E-5</c:v>
                </c:pt>
                <c:pt idx="1453">
                  <c:v>6.4015933974070476E-5</c:v>
                </c:pt>
                <c:pt idx="1454">
                  <c:v>4.2376436387562671E-5</c:v>
                </c:pt>
                <c:pt idx="1455">
                  <c:v>3.7526925001953233E-4</c:v>
                </c:pt>
                <c:pt idx="1456">
                  <c:v>2.2527376855234467E-5</c:v>
                </c:pt>
                <c:pt idx="1457">
                  <c:v>1.5671151081148175E-5</c:v>
                </c:pt>
                <c:pt idx="1458">
                  <c:v>9.3356418474163937E-6</c:v>
                </c:pt>
                <c:pt idx="1459">
                  <c:v>1.0869422918295122E-4</c:v>
                </c:pt>
                <c:pt idx="1460">
                  <c:v>1.6614027689284222E-5</c:v>
                </c:pt>
                <c:pt idx="1461">
                  <c:v>2.9126172099995776E-5</c:v>
                </c:pt>
                <c:pt idx="1462">
                  <c:v>1.7489752366152819E-5</c:v>
                </c:pt>
                <c:pt idx="1463">
                  <c:v>1.9326900845890377E-5</c:v>
                </c:pt>
                <c:pt idx="1464">
                  <c:v>1.229589984091109E-5</c:v>
                </c:pt>
                <c:pt idx="1465">
                  <c:v>3.3844608856598402E-5</c:v>
                </c:pt>
                <c:pt idx="1466">
                  <c:v>1.7325296731842786E-7</c:v>
                </c:pt>
                <c:pt idx="1467">
                  <c:v>1.0109601335928489E-4</c:v>
                </c:pt>
                <c:pt idx="1468">
                  <c:v>2.8260165430205878E-5</c:v>
                </c:pt>
                <c:pt idx="1469">
                  <c:v>5.7482925421791034E-5</c:v>
                </c:pt>
                <c:pt idx="1470">
                  <c:v>4.8042305190388774E-5</c:v>
                </c:pt>
                <c:pt idx="1471">
                  <c:v>1.5256901144433748E-5</c:v>
                </c:pt>
                <c:pt idx="1472">
                  <c:v>1.4818026490923891E-5</c:v>
                </c:pt>
                <c:pt idx="1473">
                  <c:v>2.5663238366037996E-5</c:v>
                </c:pt>
                <c:pt idx="1474">
                  <c:v>1.5859635932523107E-5</c:v>
                </c:pt>
                <c:pt idx="1475">
                  <c:v>7.6522973224220289E-6</c:v>
                </c:pt>
                <c:pt idx="1476">
                  <c:v>3.7450028863463725E-5</c:v>
                </c:pt>
                <c:pt idx="1477">
                  <c:v>0</c:v>
                </c:pt>
                <c:pt idx="1478">
                  <c:v>1.2501887997779674E-5</c:v>
                </c:pt>
                <c:pt idx="1479">
                  <c:v>4.4866640212531399E-5</c:v>
                </c:pt>
                <c:pt idx="1480">
                  <c:v>2.3662175692127691E-5</c:v>
                </c:pt>
                <c:pt idx="1481">
                  <c:v>1.2538725773580042E-4</c:v>
                </c:pt>
                <c:pt idx="1482">
                  <c:v>2.5226450735170351E-5</c:v>
                </c:pt>
                <c:pt idx="1483">
                  <c:v>1.1179101142843234E-4</c:v>
                </c:pt>
                <c:pt idx="1484">
                  <c:v>1.7819883177800441E-5</c:v>
                </c:pt>
                <c:pt idx="1485">
                  <c:v>1.2541746126067166E-7</c:v>
                </c:pt>
                <c:pt idx="1486">
                  <c:v>2.6980317592416063E-5</c:v>
                </c:pt>
                <c:pt idx="1487">
                  <c:v>2.8891425860410939E-5</c:v>
                </c:pt>
                <c:pt idx="1488">
                  <c:v>3.4211978356550445E-7</c:v>
                </c:pt>
                <c:pt idx="1489">
                  <c:v>6.1762179193422669E-5</c:v>
                </c:pt>
                <c:pt idx="1490">
                  <c:v>1.2062392270796719E-4</c:v>
                </c:pt>
                <c:pt idx="1491">
                  <c:v>3.8762703270381152E-5</c:v>
                </c:pt>
                <c:pt idx="1492">
                  <c:v>4.3779017523522749E-5</c:v>
                </c:pt>
                <c:pt idx="1493">
                  <c:v>0</c:v>
                </c:pt>
                <c:pt idx="1494">
                  <c:v>1.5597255705513133E-5</c:v>
                </c:pt>
                <c:pt idx="1495">
                  <c:v>4.0827367489118123E-5</c:v>
                </c:pt>
                <c:pt idx="1496">
                  <c:v>1.2879143998528907E-5</c:v>
                </c:pt>
                <c:pt idx="1497">
                  <c:v>1.2594877861403247E-6</c:v>
                </c:pt>
                <c:pt idx="1498">
                  <c:v>2.0962763909103851E-5</c:v>
                </c:pt>
                <c:pt idx="1499">
                  <c:v>4.4204917101406026E-5</c:v>
                </c:pt>
                <c:pt idx="1500">
                  <c:v>9.7935659483498129E-5</c:v>
                </c:pt>
                <c:pt idx="1501">
                  <c:v>2.7773048085169414E-4</c:v>
                </c:pt>
                <c:pt idx="1502">
                  <c:v>2.1402353665622276E-5</c:v>
                </c:pt>
                <c:pt idx="1503">
                  <c:v>4.9596251568385227E-5</c:v>
                </c:pt>
                <c:pt idx="1504">
                  <c:v>2.1218812876682884E-7</c:v>
                </c:pt>
                <c:pt idx="1505">
                  <c:v>5.2470726068869298E-5</c:v>
                </c:pt>
                <c:pt idx="1506">
                  <c:v>1.819299275391116E-4</c:v>
                </c:pt>
                <c:pt idx="1507">
                  <c:v>1.1991707089480335E-6</c:v>
                </c:pt>
                <c:pt idx="1508">
                  <c:v>2.3438942617250817E-5</c:v>
                </c:pt>
                <c:pt idx="1509">
                  <c:v>3.6096778499732686E-7</c:v>
                </c:pt>
                <c:pt idx="1510">
                  <c:v>3.3598049120878886E-5</c:v>
                </c:pt>
                <c:pt idx="1511">
                  <c:v>7.4436291270186616E-5</c:v>
                </c:pt>
                <c:pt idx="1512">
                  <c:v>1.6842820113994074E-6</c:v>
                </c:pt>
                <c:pt idx="1513">
                  <c:v>5.9778388535469005E-5</c:v>
                </c:pt>
                <c:pt idx="1514">
                  <c:v>2.4812097090062138E-5</c:v>
                </c:pt>
                <c:pt idx="1515">
                  <c:v>5.7142135116701774E-6</c:v>
                </c:pt>
                <c:pt idx="1516">
                  <c:v>3.0125607794140392E-5</c:v>
                </c:pt>
                <c:pt idx="1517">
                  <c:v>1.6463115407040713E-5</c:v>
                </c:pt>
                <c:pt idx="1518">
                  <c:v>5.5469013327019755E-6</c:v>
                </c:pt>
                <c:pt idx="1519">
                  <c:v>3.0467858206430015E-5</c:v>
                </c:pt>
                <c:pt idx="1520">
                  <c:v>2.6687070445544874E-6</c:v>
                </c:pt>
                <c:pt idx="1521">
                  <c:v>3.8496597752948708E-7</c:v>
                </c:pt>
                <c:pt idx="1522">
                  <c:v>8.8128289041780755E-6</c:v>
                </c:pt>
                <c:pt idx="1523">
                  <c:v>1.1363294106790648E-6</c:v>
                </c:pt>
                <c:pt idx="1524">
                  <c:v>8.3601141030957289E-6</c:v>
                </c:pt>
                <c:pt idx="1525">
                  <c:v>1.8261405047434931E-5</c:v>
                </c:pt>
                <c:pt idx="1526">
                  <c:v>3.4720145036274347E-6</c:v>
                </c:pt>
                <c:pt idx="1527">
                  <c:v>0</c:v>
                </c:pt>
                <c:pt idx="1528">
                  <c:v>1.0103724449224271E-7</c:v>
                </c:pt>
                <c:pt idx="1529">
                  <c:v>1.0545724603166993E-5</c:v>
                </c:pt>
                <c:pt idx="1530">
                  <c:v>1.2076718117182307E-5</c:v>
                </c:pt>
                <c:pt idx="1531">
                  <c:v>1.3019855835623787E-5</c:v>
                </c:pt>
                <c:pt idx="1532">
                  <c:v>5.1245981577651125E-5</c:v>
                </c:pt>
                <c:pt idx="1533">
                  <c:v>2.5058837933684078E-7</c:v>
                </c:pt>
                <c:pt idx="1534">
                  <c:v>8.2515889499809643E-5</c:v>
                </c:pt>
                <c:pt idx="1535">
                  <c:v>3.4277765793830475E-4</c:v>
                </c:pt>
                <c:pt idx="1536">
                  <c:v>1.5948638018555862E-5</c:v>
                </c:pt>
                <c:pt idx="1537">
                  <c:v>0</c:v>
                </c:pt>
                <c:pt idx="1538">
                  <c:v>4.7710422175273007E-6</c:v>
                </c:pt>
                <c:pt idx="1539">
                  <c:v>4.4127386854084316E-5</c:v>
                </c:pt>
                <c:pt idx="1540">
                  <c:v>0</c:v>
                </c:pt>
                <c:pt idx="1541">
                  <c:v>1.1557355887412899E-5</c:v>
                </c:pt>
                <c:pt idx="1542">
                  <c:v>1.7220626330518047E-4</c:v>
                </c:pt>
                <c:pt idx="1543">
                  <c:v>1.639332314518635E-5</c:v>
                </c:pt>
                <c:pt idx="1544">
                  <c:v>2.0244093876102998E-5</c:v>
                </c:pt>
                <c:pt idx="1545">
                  <c:v>8.471246784853274E-5</c:v>
                </c:pt>
                <c:pt idx="1546">
                  <c:v>4.9481949433868834E-5</c:v>
                </c:pt>
                <c:pt idx="1547">
                  <c:v>3.8157677052390627E-5</c:v>
                </c:pt>
                <c:pt idx="1548">
                  <c:v>1.3832236905907581E-5</c:v>
                </c:pt>
                <c:pt idx="1549">
                  <c:v>4.4685405330768993E-5</c:v>
                </c:pt>
                <c:pt idx="1550">
                  <c:v>2.5727970935794797E-5</c:v>
                </c:pt>
                <c:pt idx="1551">
                  <c:v>1.1472563361121834E-5</c:v>
                </c:pt>
                <c:pt idx="1552">
                  <c:v>3.3069539558452094E-5</c:v>
                </c:pt>
                <c:pt idx="1553">
                  <c:v>0</c:v>
                </c:pt>
                <c:pt idx="1554">
                  <c:v>7.4730312170529672E-7</c:v>
                </c:pt>
                <c:pt idx="1555">
                  <c:v>1.3673135988328623E-5</c:v>
                </c:pt>
                <c:pt idx="1556">
                  <c:v>0</c:v>
                </c:pt>
                <c:pt idx="1557">
                  <c:v>9.1630108256152745E-6</c:v>
                </c:pt>
                <c:pt idx="1558">
                  <c:v>8.1950525117112567E-4</c:v>
                </c:pt>
                <c:pt idx="1559">
                  <c:v>2.3692661697235971E-5</c:v>
                </c:pt>
                <c:pt idx="1560">
                  <c:v>2.8464365992649812E-5</c:v>
                </c:pt>
                <c:pt idx="1561">
                  <c:v>1.3512239539697616E-5</c:v>
                </c:pt>
                <c:pt idx="1562">
                  <c:v>4.9479044265970323E-5</c:v>
                </c:pt>
                <c:pt idx="1563">
                  <c:v>2.4217637297657892E-5</c:v>
                </c:pt>
                <c:pt idx="1564">
                  <c:v>1.0979507839130948E-5</c:v>
                </c:pt>
                <c:pt idx="1565">
                  <c:v>4.9204969162103433E-5</c:v>
                </c:pt>
                <c:pt idx="1566">
                  <c:v>1.2748803255506983E-5</c:v>
                </c:pt>
                <c:pt idx="1567">
                  <c:v>5.0636933014319974E-6</c:v>
                </c:pt>
                <c:pt idx="1568">
                  <c:v>3.7678376528075335E-5</c:v>
                </c:pt>
                <c:pt idx="1569">
                  <c:v>1.6257120542360796E-7</c:v>
                </c:pt>
                <c:pt idx="1570">
                  <c:v>8.3748687951243881E-7</c:v>
                </c:pt>
                <c:pt idx="1571">
                  <c:v>1.031582553499041E-7</c:v>
                </c:pt>
                <c:pt idx="1572">
                  <c:v>5.3152504545633648E-5</c:v>
                </c:pt>
                <c:pt idx="1573">
                  <c:v>1.43242805754724E-5</c:v>
                </c:pt>
                <c:pt idx="1574">
                  <c:v>5.1634555991259294E-6</c:v>
                </c:pt>
                <c:pt idx="1575">
                  <c:v>7.2795411101905983E-6</c:v>
                </c:pt>
                <c:pt idx="1576">
                  <c:v>0</c:v>
                </c:pt>
                <c:pt idx="1577">
                  <c:v>4.5615971142067345E-7</c:v>
                </c:pt>
                <c:pt idx="1578">
                  <c:v>1.8584699441230195E-5</c:v>
                </c:pt>
                <c:pt idx="1579">
                  <c:v>7.7304356256403423E-5</c:v>
                </c:pt>
                <c:pt idx="1580">
                  <c:v>2.378591246810831E-4</c:v>
                </c:pt>
                <c:pt idx="1581">
                  <c:v>1.2223071588975224E-5</c:v>
                </c:pt>
                <c:pt idx="1582">
                  <c:v>6.1004885069172188E-5</c:v>
                </c:pt>
                <c:pt idx="1583">
                  <c:v>2.0543439735239659E-5</c:v>
                </c:pt>
                <c:pt idx="1584">
                  <c:v>1.24771398054178E-5</c:v>
                </c:pt>
                <c:pt idx="1585">
                  <c:v>1.38374765784627E-5</c:v>
                </c:pt>
                <c:pt idx="1586">
                  <c:v>1.8018308601116516E-5</c:v>
                </c:pt>
                <c:pt idx="1587">
                  <c:v>1.7715479885131442E-5</c:v>
                </c:pt>
                <c:pt idx="1588">
                  <c:v>6.2667903701199207E-6</c:v>
                </c:pt>
                <c:pt idx="1589">
                  <c:v>1.6264313958529881E-5</c:v>
                </c:pt>
                <c:pt idx="1590">
                  <c:v>3.5100601226359869E-5</c:v>
                </c:pt>
                <c:pt idx="1591">
                  <c:v>6.4127599782315357E-5</c:v>
                </c:pt>
                <c:pt idx="1592">
                  <c:v>0</c:v>
                </c:pt>
                <c:pt idx="1593">
                  <c:v>3.8156787984245811E-5</c:v>
                </c:pt>
                <c:pt idx="1594">
                  <c:v>3.2986799698793499E-5</c:v>
                </c:pt>
                <c:pt idx="1595">
                  <c:v>1.2956505502553061E-5</c:v>
                </c:pt>
                <c:pt idx="1596">
                  <c:v>8.3401793911521292E-5</c:v>
                </c:pt>
                <c:pt idx="1597">
                  <c:v>7.5627177746331908E-5</c:v>
                </c:pt>
                <c:pt idx="1598">
                  <c:v>6.6494773043522025E-7</c:v>
                </c:pt>
                <c:pt idx="1599">
                  <c:v>2.9484504983645212E-5</c:v>
                </c:pt>
                <c:pt idx="1600">
                  <c:v>0</c:v>
                </c:pt>
                <c:pt idx="1601">
                  <c:v>9.3321417328442396E-6</c:v>
                </c:pt>
                <c:pt idx="1602">
                  <c:v>3.507680415326324E-5</c:v>
                </c:pt>
                <c:pt idx="1603">
                  <c:v>2.7409948558411793E-6</c:v>
                </c:pt>
                <c:pt idx="1604">
                  <c:v>4.5033426813423934E-6</c:v>
                </c:pt>
                <c:pt idx="1605">
                  <c:v>7.93946579521498E-6</c:v>
                </c:pt>
                <c:pt idx="1606">
                  <c:v>1.1653399588774063E-5</c:v>
                </c:pt>
                <c:pt idx="1607">
                  <c:v>2.3650532232323635E-5</c:v>
                </c:pt>
                <c:pt idx="1608">
                  <c:v>5.2201763209415496E-8</c:v>
                </c:pt>
                <c:pt idx="1609">
                  <c:v>8.6750285018676881E-5</c:v>
                </c:pt>
                <c:pt idx="1610">
                  <c:v>8.8474383058340182E-5</c:v>
                </c:pt>
                <c:pt idx="1611">
                  <c:v>0</c:v>
                </c:pt>
                <c:pt idx="1612">
                  <c:v>4.2396020237921653E-7</c:v>
                </c:pt>
                <c:pt idx="1613">
                  <c:v>2.0270597176256138E-6</c:v>
                </c:pt>
                <c:pt idx="1614">
                  <c:v>0</c:v>
                </c:pt>
                <c:pt idx="1615">
                  <c:v>1.2570912977523058E-5</c:v>
                </c:pt>
                <c:pt idx="1616">
                  <c:v>1.8322821900237693E-5</c:v>
                </c:pt>
                <c:pt idx="1617">
                  <c:v>4.2246062825044133E-5</c:v>
                </c:pt>
                <c:pt idx="1618">
                  <c:v>2.6679353141395659E-6</c:v>
                </c:pt>
                <c:pt idx="1619">
                  <c:v>8.4813091131373023E-6</c:v>
                </c:pt>
                <c:pt idx="1620">
                  <c:v>1.0524712967941878E-4</c:v>
                </c:pt>
                <c:pt idx="1621">
                  <c:v>2.4799475883006695E-4</c:v>
                </c:pt>
                <c:pt idx="1622">
                  <c:v>2.6130823783359051E-5</c:v>
                </c:pt>
                <c:pt idx="1623">
                  <c:v>7.8114054629118255E-8</c:v>
                </c:pt>
                <c:pt idx="1624">
                  <c:v>1.0056594161193682E-5</c:v>
                </c:pt>
                <c:pt idx="1625">
                  <c:v>0</c:v>
                </c:pt>
                <c:pt idx="1626">
                  <c:v>1.512648129476456E-5</c:v>
                </c:pt>
                <c:pt idx="1627">
                  <c:v>0</c:v>
                </c:pt>
                <c:pt idx="1628">
                  <c:v>5.3035021542909149E-5</c:v>
                </c:pt>
                <c:pt idx="1629">
                  <c:v>3.4177823303282599E-5</c:v>
                </c:pt>
                <c:pt idx="1630">
                  <c:v>1.4383104983998465E-5</c:v>
                </c:pt>
                <c:pt idx="1631">
                  <c:v>1.7076049133181902E-5</c:v>
                </c:pt>
                <c:pt idx="1632">
                  <c:v>4.685875225163317E-6</c:v>
                </c:pt>
                <c:pt idx="1633">
                  <c:v>1.5703447086532019E-6</c:v>
                </c:pt>
                <c:pt idx="1634">
                  <c:v>6.9287108044760893E-6</c:v>
                </c:pt>
                <c:pt idx="1635">
                  <c:v>5.3185546675008084E-6</c:v>
                </c:pt>
                <c:pt idx="1636">
                  <c:v>0</c:v>
                </c:pt>
                <c:pt idx="1637">
                  <c:v>1.2073170733938443E-5</c:v>
                </c:pt>
                <c:pt idx="1638">
                  <c:v>1.1362718196455772E-4</c:v>
                </c:pt>
                <c:pt idx="1639">
                  <c:v>8.6487881285359251E-5</c:v>
                </c:pt>
                <c:pt idx="1640">
                  <c:v>2.2022377179057891E-5</c:v>
                </c:pt>
                <c:pt idx="1641">
                  <c:v>3.6132971793682816E-5</c:v>
                </c:pt>
                <c:pt idx="1642">
                  <c:v>6.7860099816691145E-5</c:v>
                </c:pt>
                <c:pt idx="1643">
                  <c:v>1.7968839116044838E-5</c:v>
                </c:pt>
                <c:pt idx="1644">
                  <c:v>3.5331808502754022E-5</c:v>
                </c:pt>
                <c:pt idx="1645">
                  <c:v>3.3711660866277036E-5</c:v>
                </c:pt>
                <c:pt idx="1646">
                  <c:v>6.4450532242375152E-8</c:v>
                </c:pt>
                <c:pt idx="1647">
                  <c:v>1.1779395883531161E-4</c:v>
                </c:pt>
                <c:pt idx="1648">
                  <c:v>1.7367828146202599E-5</c:v>
                </c:pt>
                <c:pt idx="1649">
                  <c:v>5.2637755463935911E-6</c:v>
                </c:pt>
                <c:pt idx="1650">
                  <c:v>3.1767664087345047E-5</c:v>
                </c:pt>
                <c:pt idx="1651">
                  <c:v>5.6187363090952154E-6</c:v>
                </c:pt>
                <c:pt idx="1652">
                  <c:v>2.2399089913885152E-5</c:v>
                </c:pt>
                <c:pt idx="1653">
                  <c:v>5.219096284461363E-5</c:v>
                </c:pt>
                <c:pt idx="1654">
                  <c:v>3.0115693553936992E-3</c:v>
                </c:pt>
                <c:pt idx="1655">
                  <c:v>5.5242946150675992E-5</c:v>
                </c:pt>
                <c:pt idx="1656">
                  <c:v>0</c:v>
                </c:pt>
                <c:pt idx="1657">
                  <c:v>0</c:v>
                </c:pt>
                <c:pt idx="1658">
                  <c:v>5.1028671663985303E-7</c:v>
                </c:pt>
                <c:pt idx="1659">
                  <c:v>1.2963533889371355E-5</c:v>
                </c:pt>
                <c:pt idx="1660">
                  <c:v>2.2947567956844392E-4</c:v>
                </c:pt>
                <c:pt idx="1661">
                  <c:v>1.7795072919332768E-5</c:v>
                </c:pt>
                <c:pt idx="1662">
                  <c:v>6.6632803275597062E-5</c:v>
                </c:pt>
                <c:pt idx="1663">
                  <c:v>5.6909939490146405E-5</c:v>
                </c:pt>
                <c:pt idx="1664">
                  <c:v>3.4944598499135142E-5</c:v>
                </c:pt>
                <c:pt idx="1665">
                  <c:v>3.0038031360059155E-5</c:v>
                </c:pt>
                <c:pt idx="1666">
                  <c:v>2.2401433139615115E-5</c:v>
                </c:pt>
                <c:pt idx="1667">
                  <c:v>2.6032973116284927E-5</c:v>
                </c:pt>
                <c:pt idx="1668">
                  <c:v>1.9040314458701748E-5</c:v>
                </c:pt>
                <c:pt idx="1669">
                  <c:v>1.8018308601116542E-7</c:v>
                </c:pt>
                <c:pt idx="1670">
                  <c:v>6.016019134436595E-5</c:v>
                </c:pt>
                <c:pt idx="1671">
                  <c:v>2.2034308253570499E-5</c:v>
                </c:pt>
                <c:pt idx="1672">
                  <c:v>4.0485398599205694E-5</c:v>
                </c:pt>
                <c:pt idx="1673">
                  <c:v>9.2958832620227105E-5</c:v>
                </c:pt>
                <c:pt idx="1674">
                  <c:v>5.6290108389310859E-4</c:v>
                </c:pt>
                <c:pt idx="1675">
                  <c:v>9.1579713347479538E-7</c:v>
                </c:pt>
                <c:pt idx="1676">
                  <c:v>6.3725169987369521E-5</c:v>
                </c:pt>
                <c:pt idx="1677">
                  <c:v>4.8693202393705592E-5</c:v>
                </c:pt>
                <c:pt idx="1678">
                  <c:v>4.1517169822645261E-5</c:v>
                </c:pt>
                <c:pt idx="1679">
                  <c:v>5.5712840460576929E-4</c:v>
                </c:pt>
                <c:pt idx="1680">
                  <c:v>2.0073686018562797E-5</c:v>
                </c:pt>
                <c:pt idx="1681">
                  <c:v>2.1527494603120581E-5</c:v>
                </c:pt>
                <c:pt idx="1682">
                  <c:v>9.342826682055289E-6</c:v>
                </c:pt>
                <c:pt idx="1683">
                  <c:v>1.5295677929640461E-6</c:v>
                </c:pt>
                <c:pt idx="1684">
                  <c:v>0</c:v>
                </c:pt>
                <c:pt idx="1685">
                  <c:v>0</c:v>
                </c:pt>
                <c:pt idx="1686">
                  <c:v>1.8075725151658801E-3</c:v>
                </c:pt>
                <c:pt idx="1687">
                  <c:v>3.4930485171792946E-7</c:v>
                </c:pt>
                <c:pt idx="1688">
                  <c:v>0</c:v>
                </c:pt>
                <c:pt idx="1689">
                  <c:v>9.4384445928192741E-6</c:v>
                </c:pt>
                <c:pt idx="1690">
                  <c:v>0</c:v>
                </c:pt>
                <c:pt idx="1691">
                  <c:v>2.2750790938821234E-5</c:v>
                </c:pt>
                <c:pt idx="1692">
                  <c:v>5.7276742573085713E-7</c:v>
                </c:pt>
                <c:pt idx="1693">
                  <c:v>1.282441893254044E-7</c:v>
                </c:pt>
                <c:pt idx="1694">
                  <c:v>0</c:v>
                </c:pt>
                <c:pt idx="1695">
                  <c:v>1.6563226844043384E-5</c:v>
                </c:pt>
                <c:pt idx="1696">
                  <c:v>0</c:v>
                </c:pt>
                <c:pt idx="1697">
                  <c:v>0</c:v>
                </c:pt>
                <c:pt idx="1698">
                  <c:v>3.5805558719992832E-5</c:v>
                </c:pt>
                <c:pt idx="1699">
                  <c:v>0</c:v>
                </c:pt>
                <c:pt idx="1700">
                  <c:v>2.5225632041563239E-6</c:v>
                </c:pt>
                <c:pt idx="1701">
                  <c:v>1.1464459343140343E-7</c:v>
                </c:pt>
                <c:pt idx="1702">
                  <c:v>1.3374414631756566E-7</c:v>
                </c:pt>
                <c:pt idx="1703">
                  <c:v>0</c:v>
                </c:pt>
                <c:pt idx="1704">
                  <c:v>4.2257642712779426E-5</c:v>
                </c:pt>
                <c:pt idx="1705">
                  <c:v>1.3593697442933134E-5</c:v>
                </c:pt>
                <c:pt idx="1706">
                  <c:v>1.0748531917059291E-5</c:v>
                </c:pt>
                <c:pt idx="1707">
                  <c:v>3.2546755325806265E-5</c:v>
                </c:pt>
                <c:pt idx="1708">
                  <c:v>0</c:v>
                </c:pt>
                <c:pt idx="1709">
                  <c:v>0</c:v>
                </c:pt>
                <c:pt idx="1710">
                  <c:v>2.5801873891813798E-7</c:v>
                </c:pt>
                <c:pt idx="1711">
                  <c:v>2.5338822399086212E-6</c:v>
                </c:pt>
                <c:pt idx="1712">
                  <c:v>3.7668937842055587E-7</c:v>
                </c:pt>
                <c:pt idx="1713">
                  <c:v>5.2639211498738331E-6</c:v>
                </c:pt>
                <c:pt idx="1714">
                  <c:v>0</c:v>
                </c:pt>
                <c:pt idx="1715">
                  <c:v>0</c:v>
                </c:pt>
                <c:pt idx="1716">
                  <c:v>2.9417566149032589E-6</c:v>
                </c:pt>
                <c:pt idx="1717">
                  <c:v>1.3284685155060452E-5</c:v>
                </c:pt>
                <c:pt idx="1718">
                  <c:v>0</c:v>
                </c:pt>
                <c:pt idx="1719">
                  <c:v>7.8246530713199925E-6</c:v>
                </c:pt>
                <c:pt idx="1720">
                  <c:v>1.0201097482029027E-5</c:v>
                </c:pt>
                <c:pt idx="1721">
                  <c:v>1.2589502127952003E-4</c:v>
                </c:pt>
                <c:pt idx="1722">
                  <c:v>5.7375108679500811E-7</c:v>
                </c:pt>
                <c:pt idx="1723">
                  <c:v>7.1780171896524154E-6</c:v>
                </c:pt>
                <c:pt idx="1724">
                  <c:v>0</c:v>
                </c:pt>
                <c:pt idx="1725">
                  <c:v>1.9236628399768542E-7</c:v>
                </c:pt>
                <c:pt idx="1726">
                  <c:v>2.7444945538839764E-5</c:v>
                </c:pt>
                <c:pt idx="1727">
                  <c:v>9.7101831441092411E-5</c:v>
                </c:pt>
                <c:pt idx="1728">
                  <c:v>2.4096693186815649E-6</c:v>
                </c:pt>
                <c:pt idx="1729">
                  <c:v>0</c:v>
                </c:pt>
                <c:pt idx="1730">
                  <c:v>1.6179141261171442E-6</c:v>
                </c:pt>
                <c:pt idx="1731">
                  <c:v>4.7662955992276632E-5</c:v>
                </c:pt>
                <c:pt idx="1732">
                  <c:v>0</c:v>
                </c:pt>
                <c:pt idx="1733">
                  <c:v>0</c:v>
                </c:pt>
                <c:pt idx="1734">
                  <c:v>0</c:v>
                </c:pt>
                <c:pt idx="1735">
                  <c:v>2.7961457300004842E-5</c:v>
                </c:pt>
                <c:pt idx="1736">
                  <c:v>0</c:v>
                </c:pt>
                <c:pt idx="1737">
                  <c:v>5.601546715373046E-7</c:v>
                </c:pt>
                <c:pt idx="1738">
                  <c:v>3.0014144444199607E-5</c:v>
                </c:pt>
                <c:pt idx="1739">
                  <c:v>1.2119938520930293E-6</c:v>
                </c:pt>
                <c:pt idx="1740">
                  <c:v>0</c:v>
                </c:pt>
                <c:pt idx="1741">
                  <c:v>0</c:v>
                </c:pt>
                <c:pt idx="1742">
                  <c:v>0</c:v>
                </c:pt>
                <c:pt idx="1743">
                  <c:v>0</c:v>
                </c:pt>
                <c:pt idx="1744">
                  <c:v>5.0970808872577264E-5</c:v>
                </c:pt>
                <c:pt idx="1745">
                  <c:v>1.1457095575870679E-4</c:v>
                </c:pt>
                <c:pt idx="1746">
                  <c:v>1.0095520044474568E-6</c:v>
                </c:pt>
                <c:pt idx="1747">
                  <c:v>5.5939936500577012E-5</c:v>
                </c:pt>
                <c:pt idx="1748">
                  <c:v>2.3175063587968083E-5</c:v>
                </c:pt>
                <c:pt idx="1749">
                  <c:v>0</c:v>
                </c:pt>
                <c:pt idx="1750">
                  <c:v>1.3173804319469251E-4</c:v>
                </c:pt>
                <c:pt idx="1751">
                  <c:v>0</c:v>
                </c:pt>
                <c:pt idx="1752">
                  <c:v>3.8928444508585095E-7</c:v>
                </c:pt>
                <c:pt idx="1753">
                  <c:v>0</c:v>
                </c:pt>
                <c:pt idx="1754">
                  <c:v>4.700428326529872E-6</c:v>
                </c:pt>
                <c:pt idx="1755">
                  <c:v>1.6694624760854579E-5</c:v>
                </c:pt>
                <c:pt idx="1756">
                  <c:v>3.8667060190475683E-7</c:v>
                </c:pt>
                <c:pt idx="1757">
                  <c:v>0</c:v>
                </c:pt>
                <c:pt idx="1758">
                  <c:v>0</c:v>
                </c:pt>
                <c:pt idx="1759">
                  <c:v>3.3078893924933531E-5</c:v>
                </c:pt>
                <c:pt idx="1760">
                  <c:v>2.4424117088028413E-5</c:v>
                </c:pt>
                <c:pt idx="1761">
                  <c:v>3.0547282050891815E-5</c:v>
                </c:pt>
                <c:pt idx="1762">
                  <c:v>3.3644706479980892E-5</c:v>
                </c:pt>
                <c:pt idx="1763">
                  <c:v>6.2015649940275341E-5</c:v>
                </c:pt>
                <c:pt idx="1764">
                  <c:v>1.7933772300709183E-5</c:v>
                </c:pt>
                <c:pt idx="1765">
                  <c:v>2.1745244104656803E-5</c:v>
                </c:pt>
                <c:pt idx="1766">
                  <c:v>2.9173414200377816E-5</c:v>
                </c:pt>
                <c:pt idx="1767">
                  <c:v>0</c:v>
                </c:pt>
                <c:pt idx="1768">
                  <c:v>0</c:v>
                </c:pt>
                <c:pt idx="1769">
                  <c:v>5.8755354134075799E-7</c:v>
                </c:pt>
                <c:pt idx="1770">
                  <c:v>0</c:v>
                </c:pt>
                <c:pt idx="1771">
                  <c:v>3.9050755211276622E-7</c:v>
                </c:pt>
                <c:pt idx="1772">
                  <c:v>1.7637610497097467E-7</c:v>
                </c:pt>
                <c:pt idx="1773">
                  <c:v>1.9368214457226258E-6</c:v>
                </c:pt>
                <c:pt idx="1774">
                  <c:v>1.5134415162308668E-5</c:v>
                </c:pt>
                <c:pt idx="1775">
                  <c:v>2.8200550032344802E-5</c:v>
                </c:pt>
                <c:pt idx="1776">
                  <c:v>3.8766215335202446E-6</c:v>
                </c:pt>
                <c:pt idx="1777">
                  <c:v>0</c:v>
                </c:pt>
                <c:pt idx="1778">
                  <c:v>3.0784146373387818E-5</c:v>
                </c:pt>
                <c:pt idx="1779">
                  <c:v>0</c:v>
                </c:pt>
                <c:pt idx="1780">
                  <c:v>4.4858859587842008E-7</c:v>
                </c:pt>
                <c:pt idx="1781">
                  <c:v>0</c:v>
                </c:pt>
                <c:pt idx="1782">
                  <c:v>0</c:v>
                </c:pt>
                <c:pt idx="1783">
                  <c:v>4.6733365247852693E-7</c:v>
                </c:pt>
                <c:pt idx="1784">
                  <c:v>0</c:v>
                </c:pt>
                <c:pt idx="1785">
                  <c:v>1.8639629587361897E-6</c:v>
                </c:pt>
                <c:pt idx="1786">
                  <c:v>2.3846731328468493E-3</c:v>
                </c:pt>
                <c:pt idx="1787">
                  <c:v>6.6816966382385429E-7</c:v>
                </c:pt>
                <c:pt idx="1788">
                  <c:v>0</c:v>
                </c:pt>
                <c:pt idx="1789">
                  <c:v>0</c:v>
                </c:pt>
                <c:pt idx="1790">
                  <c:v>0</c:v>
                </c:pt>
                <c:pt idx="1791">
                  <c:v>9.2906903724507347E-7</c:v>
                </c:pt>
                <c:pt idx="1792">
                  <c:v>0</c:v>
                </c:pt>
                <c:pt idx="1793">
                  <c:v>6.0673896309882134E-6</c:v>
                </c:pt>
                <c:pt idx="1794">
                  <c:v>9.4762956346613323E-6</c:v>
                </c:pt>
                <c:pt idx="1795">
                  <c:v>0</c:v>
                </c:pt>
                <c:pt idx="1796">
                  <c:v>6.1079012207174634E-7</c:v>
                </c:pt>
                <c:pt idx="1797">
                  <c:v>3.9296508560987652E-5</c:v>
                </c:pt>
                <c:pt idx="1798">
                  <c:v>4.7642975368357961E-7</c:v>
                </c:pt>
                <c:pt idx="1799">
                  <c:v>1.9551781673551671E-5</c:v>
                </c:pt>
                <c:pt idx="1800">
                  <c:v>7.5172449424603433E-6</c:v>
                </c:pt>
                <c:pt idx="1801">
                  <c:v>3.1427282443807946E-6</c:v>
                </c:pt>
                <c:pt idx="1802">
                  <c:v>1.4809568713246426E-6</c:v>
                </c:pt>
                <c:pt idx="1803">
                  <c:v>6.6693307592041648E-8</c:v>
                </c:pt>
                <c:pt idx="1804">
                  <c:v>1.8137063181471373E-5</c:v>
                </c:pt>
                <c:pt idx="1805">
                  <c:v>1.3665571130060287E-5</c:v>
                </c:pt>
                <c:pt idx="1806">
                  <c:v>1.1031617510887671E-6</c:v>
                </c:pt>
                <c:pt idx="1807">
                  <c:v>8.7949190919092269E-7</c:v>
                </c:pt>
                <c:pt idx="1808">
                  <c:v>0</c:v>
                </c:pt>
                <c:pt idx="1809">
                  <c:v>2.8541634203013595E-5</c:v>
                </c:pt>
                <c:pt idx="1810">
                  <c:v>0</c:v>
                </c:pt>
                <c:pt idx="1811">
                  <c:v>1.0010665042761694E-5</c:v>
                </c:pt>
                <c:pt idx="1812">
                  <c:v>0</c:v>
                </c:pt>
                <c:pt idx="1813">
                  <c:v>8.7185364198951383E-8</c:v>
                </c:pt>
                <c:pt idx="1814">
                  <c:v>0</c:v>
                </c:pt>
                <c:pt idx="1815">
                  <c:v>0</c:v>
                </c:pt>
                <c:pt idx="1816">
                  <c:v>0</c:v>
                </c:pt>
                <c:pt idx="1817">
                  <c:v>1.3131314273360547E-5</c:v>
                </c:pt>
                <c:pt idx="1818">
                  <c:v>0</c:v>
                </c:pt>
                <c:pt idx="1819">
                  <c:v>0</c:v>
                </c:pt>
                <c:pt idx="1820">
                  <c:v>0</c:v>
                </c:pt>
                <c:pt idx="1821">
                  <c:v>1.0465619710232312E-7</c:v>
                </c:pt>
                <c:pt idx="1822">
                  <c:v>1.2824418933178989E-7</c:v>
                </c:pt>
                <c:pt idx="1823">
                  <c:v>0</c:v>
                </c:pt>
                <c:pt idx="1824">
                  <c:v>1.5016383650418514E-5</c:v>
                </c:pt>
                <c:pt idx="1825">
                  <c:v>5.0789863170932433E-6</c:v>
                </c:pt>
                <c:pt idx="1826">
                  <c:v>6.8721604682984113E-5</c:v>
                </c:pt>
                <c:pt idx="1827">
                  <c:v>1.6835707985557991E-6</c:v>
                </c:pt>
                <c:pt idx="1828">
                  <c:v>1.349378930734451E-5</c:v>
                </c:pt>
                <c:pt idx="1829">
                  <c:v>5.5637723098390101E-6</c:v>
                </c:pt>
                <c:pt idx="1830">
                  <c:v>8.6312330782074057E-6</c:v>
                </c:pt>
                <c:pt idx="1831">
                  <c:v>1.4651867594325144E-6</c:v>
                </c:pt>
                <c:pt idx="1832">
                  <c:v>7.2102017645043328E-6</c:v>
                </c:pt>
                <c:pt idx="1833">
                  <c:v>1.3973382180457671E-5</c:v>
                </c:pt>
                <c:pt idx="1834">
                  <c:v>0</c:v>
                </c:pt>
                <c:pt idx="1835">
                  <c:v>0</c:v>
                </c:pt>
                <c:pt idx="1836">
                  <c:v>7.8951784630317567E-6</c:v>
                </c:pt>
                <c:pt idx="1837">
                  <c:v>0</c:v>
                </c:pt>
                <c:pt idx="1838">
                  <c:v>1.3633020379154999E-7</c:v>
                </c:pt>
                <c:pt idx="1839">
                  <c:v>1.3113916910871732E-5</c:v>
                </c:pt>
                <c:pt idx="1840">
                  <c:v>1.7777100532405344E-5</c:v>
                </c:pt>
                <c:pt idx="1841">
                  <c:v>3.6309621878007573E-5</c:v>
                </c:pt>
                <c:pt idx="1842">
                  <c:v>2.1996745310492601E-5</c:v>
                </c:pt>
                <c:pt idx="1843">
                  <c:v>3.8699946520389231E-5</c:v>
                </c:pt>
                <c:pt idx="1844">
                  <c:v>2.0037733859391612E-3</c:v>
                </c:pt>
                <c:pt idx="1845">
                  <c:v>1.0065051955935366E-4</c:v>
                </c:pt>
                <c:pt idx="1846">
                  <c:v>6.0162416252907283E-5</c:v>
                </c:pt>
                <c:pt idx="1847">
                  <c:v>4.8712647445210844E-5</c:v>
                </c:pt>
                <c:pt idx="1848">
                  <c:v>1.5265364676922657E-4</c:v>
                </c:pt>
                <c:pt idx="1849">
                  <c:v>6.9472112259256756E-5</c:v>
                </c:pt>
                <c:pt idx="1850">
                  <c:v>2.4555846175619599E-5</c:v>
                </c:pt>
                <c:pt idx="1851">
                  <c:v>9.6654503092082601E-5</c:v>
                </c:pt>
                <c:pt idx="1852">
                  <c:v>2.7517994065704458E-5</c:v>
                </c:pt>
                <c:pt idx="1853">
                  <c:v>1.107682905806346E-7</c:v>
                </c:pt>
                <c:pt idx="1854">
                  <c:v>5.1312693857486421E-7</c:v>
                </c:pt>
                <c:pt idx="1855">
                  <c:v>1.8729150964453893E-5</c:v>
                </c:pt>
                <c:pt idx="1856">
                  <c:v>4.7202052100956497E-6</c:v>
                </c:pt>
                <c:pt idx="1857">
                  <c:v>2.194083364770798E-5</c:v>
                </c:pt>
                <c:pt idx="1858">
                  <c:v>2.0835684983875803E-5</c:v>
                </c:pt>
                <c:pt idx="1859">
                  <c:v>3.6389553143904412E-4</c:v>
                </c:pt>
                <c:pt idx="1860">
                  <c:v>1.693450056495918E-5</c:v>
                </c:pt>
                <c:pt idx="1861">
                  <c:v>1.0533030197134427E-5</c:v>
                </c:pt>
                <c:pt idx="1862">
                  <c:v>3.826897402007056E-6</c:v>
                </c:pt>
                <c:pt idx="1863">
                  <c:v>1.7722926492901468E-6</c:v>
                </c:pt>
                <c:pt idx="1864">
                  <c:v>2.8897352540050426E-6</c:v>
                </c:pt>
                <c:pt idx="1865">
                  <c:v>6.3155081662499273E-5</c:v>
                </c:pt>
                <c:pt idx="1866">
                  <c:v>1.0092371928192465E-5</c:v>
                </c:pt>
                <c:pt idx="1867">
                  <c:v>2.6470031433461163E-5</c:v>
                </c:pt>
                <c:pt idx="1868">
                  <c:v>3.0695566572659797E-3</c:v>
                </c:pt>
                <c:pt idx="1869">
                  <c:v>8.3477227189983108E-5</c:v>
                </c:pt>
                <c:pt idx="1870">
                  <c:v>1.4424754038542888E-5</c:v>
                </c:pt>
                <c:pt idx="1871">
                  <c:v>1.2060936791822411E-6</c:v>
                </c:pt>
                <c:pt idx="1872">
                  <c:v>0</c:v>
                </c:pt>
                <c:pt idx="1873">
                  <c:v>0</c:v>
                </c:pt>
                <c:pt idx="1874">
                  <c:v>1.7704506597389193E-5</c:v>
                </c:pt>
                <c:pt idx="1875">
                  <c:v>7.0647553048128564E-5</c:v>
                </c:pt>
                <c:pt idx="1876">
                  <c:v>1.3834979192284246E-5</c:v>
                </c:pt>
                <c:pt idx="1877">
                  <c:v>1.3061658244857458E-5</c:v>
                </c:pt>
                <c:pt idx="1878">
                  <c:v>0</c:v>
                </c:pt>
                <c:pt idx="1879">
                  <c:v>9.1087947167856751E-5</c:v>
                </c:pt>
                <c:pt idx="1880">
                  <c:v>3.7513189196479387E-4</c:v>
                </c:pt>
                <c:pt idx="1881">
                  <c:v>5.4054925803349735E-5</c:v>
                </c:pt>
                <c:pt idx="1882">
                  <c:v>3.6359815562791297E-7</c:v>
                </c:pt>
                <c:pt idx="1883">
                  <c:v>5.7021354658411541E-5</c:v>
                </c:pt>
                <c:pt idx="1884">
                  <c:v>4.5424307397772823E-7</c:v>
                </c:pt>
                <c:pt idx="1885">
                  <c:v>7.2414006198340952E-7</c:v>
                </c:pt>
                <c:pt idx="1886">
                  <c:v>2.5645352998030287E-7</c:v>
                </c:pt>
                <c:pt idx="1887">
                  <c:v>1.1599769485697351E-7</c:v>
                </c:pt>
                <c:pt idx="1888">
                  <c:v>6.659343952062163E-5</c:v>
                </c:pt>
                <c:pt idx="1889">
                  <c:v>7.2216949727306818E-6</c:v>
                </c:pt>
                <c:pt idx="1890">
                  <c:v>1.8306931393354146E-5</c:v>
                </c:pt>
                <c:pt idx="1891">
                  <c:v>1.8123706025560768E-5</c:v>
                </c:pt>
                <c:pt idx="1892">
                  <c:v>7.5777933348502935E-7</c:v>
                </c:pt>
                <c:pt idx="1893">
                  <c:v>5.8437757625242971E-6</c:v>
                </c:pt>
                <c:pt idx="1894">
                  <c:v>4.8856834024560082E-5</c:v>
                </c:pt>
                <c:pt idx="1895">
                  <c:v>4.4972520848158134E-6</c:v>
                </c:pt>
                <c:pt idx="1896">
                  <c:v>3.8242818998215218E-5</c:v>
                </c:pt>
                <c:pt idx="1897">
                  <c:v>2.7285945917844863E-5</c:v>
                </c:pt>
                <c:pt idx="1898">
                  <c:v>8.9889090099952421E-5</c:v>
                </c:pt>
                <c:pt idx="1899">
                  <c:v>1.2794065278899267E-6</c:v>
                </c:pt>
                <c:pt idx="1900">
                  <c:v>0</c:v>
                </c:pt>
                <c:pt idx="1901">
                  <c:v>0</c:v>
                </c:pt>
                <c:pt idx="1902">
                  <c:v>3.6841195024609765E-5</c:v>
                </c:pt>
                <c:pt idx="1903">
                  <c:v>1.1008864558601609E-6</c:v>
                </c:pt>
                <c:pt idx="1904">
                  <c:v>4.2507150041952517E-7</c:v>
                </c:pt>
                <c:pt idx="1905">
                  <c:v>3.7866848198493741E-7</c:v>
                </c:pt>
                <c:pt idx="1906">
                  <c:v>1.7632414018226024E-5</c:v>
                </c:pt>
                <c:pt idx="1907">
                  <c:v>5.7157887766606539E-6</c:v>
                </c:pt>
                <c:pt idx="1908">
                  <c:v>7.5180703481710215E-6</c:v>
                </c:pt>
                <c:pt idx="1909">
                  <c:v>1.9925121283042098E-5</c:v>
                </c:pt>
                <c:pt idx="1910">
                  <c:v>7.1393298230839383E-6</c:v>
                </c:pt>
                <c:pt idx="1911">
                  <c:v>0</c:v>
                </c:pt>
                <c:pt idx="1912">
                  <c:v>3.023495389920566E-5</c:v>
                </c:pt>
                <c:pt idx="1913">
                  <c:v>2.3116970229987298E-5</c:v>
                </c:pt>
                <c:pt idx="1914">
                  <c:v>3.6068764050763211E-5</c:v>
                </c:pt>
                <c:pt idx="1915">
                  <c:v>1.003181505900004E-4</c:v>
                </c:pt>
                <c:pt idx="1916">
                  <c:v>2.9200525245528012E-5</c:v>
                </c:pt>
                <c:pt idx="1917">
                  <c:v>8.259035873816532E-5</c:v>
                </c:pt>
                <c:pt idx="1918">
                  <c:v>0</c:v>
                </c:pt>
                <c:pt idx="1919">
                  <c:v>8.1705933990743537E-7</c:v>
                </c:pt>
                <c:pt idx="1920">
                  <c:v>0</c:v>
                </c:pt>
                <c:pt idx="1921">
                  <c:v>6.0093759476203522E-6</c:v>
                </c:pt>
                <c:pt idx="1922">
                  <c:v>0</c:v>
                </c:pt>
                <c:pt idx="1923">
                  <c:v>8.956905684067904E-8</c:v>
                </c:pt>
                <c:pt idx="1924">
                  <c:v>6.6529139450276509E-6</c:v>
                </c:pt>
                <c:pt idx="1925">
                  <c:v>4.1246730532676422E-4</c:v>
                </c:pt>
                <c:pt idx="1926">
                  <c:v>0</c:v>
                </c:pt>
                <c:pt idx="1927">
                  <c:v>1.2257352789875132E-7</c:v>
                </c:pt>
                <c:pt idx="1928">
                  <c:v>0</c:v>
                </c:pt>
                <c:pt idx="1929">
                  <c:v>1.2103207292669138E-5</c:v>
                </c:pt>
                <c:pt idx="1930">
                  <c:v>8.4750898541144793E-6</c:v>
                </c:pt>
                <c:pt idx="1931">
                  <c:v>3.1245621851647175E-7</c:v>
                </c:pt>
                <c:pt idx="1932">
                  <c:v>0</c:v>
                </c:pt>
                <c:pt idx="1933">
                  <c:v>8.874689310997745E-6</c:v>
                </c:pt>
                <c:pt idx="1934">
                  <c:v>2.4598373516882667E-7</c:v>
                </c:pt>
                <c:pt idx="1935">
                  <c:v>8.9941640271796743E-8</c:v>
                </c:pt>
                <c:pt idx="1936">
                  <c:v>6.280704289133863E-5</c:v>
                </c:pt>
                <c:pt idx="1937">
                  <c:v>1.9763997102046482E-5</c:v>
                </c:pt>
                <c:pt idx="1938">
                  <c:v>2.7817441352358016E-5</c:v>
                </c:pt>
                <c:pt idx="1939">
                  <c:v>4.7395097454184235E-6</c:v>
                </c:pt>
                <c:pt idx="1940">
                  <c:v>0</c:v>
                </c:pt>
                <c:pt idx="1941">
                  <c:v>3.6209041207983667E-6</c:v>
                </c:pt>
                <c:pt idx="1942">
                  <c:v>1.7970387567602952E-5</c:v>
                </c:pt>
                <c:pt idx="1943">
                  <c:v>2.3249430453053658E-7</c:v>
                </c:pt>
                <c:pt idx="1944">
                  <c:v>9.2752056786985266E-5</c:v>
                </c:pt>
                <c:pt idx="1945">
                  <c:v>1.7337384148167385E-5</c:v>
                </c:pt>
                <c:pt idx="1946">
                  <c:v>4.2806501936756844E-5</c:v>
                </c:pt>
                <c:pt idx="1947">
                  <c:v>3.0375744809493658E-5</c:v>
                </c:pt>
                <c:pt idx="1948">
                  <c:v>1.7607467688387546E-6</c:v>
                </c:pt>
                <c:pt idx="1949">
                  <c:v>0</c:v>
                </c:pt>
                <c:pt idx="1950">
                  <c:v>3.9198640901631327E-7</c:v>
                </c:pt>
                <c:pt idx="1951">
                  <c:v>0</c:v>
                </c:pt>
                <c:pt idx="1952">
                  <c:v>0</c:v>
                </c:pt>
                <c:pt idx="1953">
                  <c:v>0</c:v>
                </c:pt>
                <c:pt idx="1954">
                  <c:v>0</c:v>
                </c:pt>
                <c:pt idx="1955">
                  <c:v>0</c:v>
                </c:pt>
                <c:pt idx="1956">
                  <c:v>9.3915839702294156E-6</c:v>
                </c:pt>
                <c:pt idx="1957">
                  <c:v>6.2183486074530206E-5</c:v>
                </c:pt>
                <c:pt idx="1958">
                  <c:v>2.9374868046123073E-5</c:v>
                </c:pt>
                <c:pt idx="1959">
                  <c:v>4.7901433908898955E-6</c:v>
                </c:pt>
                <c:pt idx="1960">
                  <c:v>1.5720280547018139E-7</c:v>
                </c:pt>
                <c:pt idx="1961">
                  <c:v>0</c:v>
                </c:pt>
                <c:pt idx="1962">
                  <c:v>1.3413132953684683E-6</c:v>
                </c:pt>
                <c:pt idx="1963">
                  <c:v>0</c:v>
                </c:pt>
                <c:pt idx="1964">
                  <c:v>1.7065485652201886E-7</c:v>
                </c:pt>
                <c:pt idx="1965">
                  <c:v>4.6230241988522133E-5</c:v>
                </c:pt>
                <c:pt idx="1966">
                  <c:v>1.361810141568218E-5</c:v>
                </c:pt>
                <c:pt idx="1967">
                  <c:v>9.93406000106317E-8</c:v>
                </c:pt>
                <c:pt idx="1968">
                  <c:v>1.142292771693421E-4</c:v>
                </c:pt>
                <c:pt idx="1969">
                  <c:v>3.1215549068344416E-7</c:v>
                </c:pt>
                <c:pt idx="1970">
                  <c:v>4.7394129258861253E-6</c:v>
                </c:pt>
                <c:pt idx="1971">
                  <c:v>9.960155140125816E-6</c:v>
                </c:pt>
                <c:pt idx="1972">
                  <c:v>1.1251078361900697E-4</c:v>
                </c:pt>
                <c:pt idx="1973">
                  <c:v>2.0363470032135309E-5</c:v>
                </c:pt>
                <c:pt idx="1974">
                  <c:v>0</c:v>
                </c:pt>
                <c:pt idx="1975">
                  <c:v>3.3673560336512855E-6</c:v>
                </c:pt>
                <c:pt idx="1976">
                  <c:v>1.3916106696283577E-5</c:v>
                </c:pt>
                <c:pt idx="1977">
                  <c:v>3.8142395274689917E-6</c:v>
                </c:pt>
                <c:pt idx="1978">
                  <c:v>1.9571611066730087E-5</c:v>
                </c:pt>
                <c:pt idx="1979">
                  <c:v>1.2551529256832214E-5</c:v>
                </c:pt>
                <c:pt idx="1980">
                  <c:v>0</c:v>
                </c:pt>
                <c:pt idx="1981">
                  <c:v>0</c:v>
                </c:pt>
                <c:pt idx="1982">
                  <c:v>2.4985076212889192E-5</c:v>
                </c:pt>
                <c:pt idx="1983">
                  <c:v>7.6424041775559417E-6</c:v>
                </c:pt>
                <c:pt idx="1984">
                  <c:v>3.1114090633813867E-6</c:v>
                </c:pt>
                <c:pt idx="1985">
                  <c:v>2.5055930520112261E-5</c:v>
                </c:pt>
                <c:pt idx="1986">
                  <c:v>1.6945117806692678E-6</c:v>
                </c:pt>
                <c:pt idx="1987">
                  <c:v>1.2990069282871602E-6</c:v>
                </c:pt>
                <c:pt idx="1988">
                  <c:v>0</c:v>
                </c:pt>
                <c:pt idx="1989">
                  <c:v>2.5772737522184968E-6</c:v>
                </c:pt>
                <c:pt idx="1990">
                  <c:v>3.9178774560466008E-5</c:v>
                </c:pt>
                <c:pt idx="1991">
                  <c:v>6.8597621577855E-8</c:v>
                </c:pt>
                <c:pt idx="1992">
                  <c:v>2.5035323092445315E-5</c:v>
                </c:pt>
                <c:pt idx="1993">
                  <c:v>1.4629208607131111E-7</c:v>
                </c:pt>
                <c:pt idx="1994">
                  <c:v>2.2476067189079428E-7</c:v>
                </c:pt>
                <c:pt idx="1995">
                  <c:v>7.6133698314577122E-7</c:v>
                </c:pt>
                <c:pt idx="1996">
                  <c:v>9.0910557032906026E-6</c:v>
                </c:pt>
                <c:pt idx="1997">
                  <c:v>2.8075743526536545E-5</c:v>
                </c:pt>
                <c:pt idx="1998">
                  <c:v>3.1244023610120336E-5</c:v>
                </c:pt>
                <c:pt idx="1999">
                  <c:v>3.1004072156534704E-5</c:v>
                </c:pt>
                <c:pt idx="2000">
                  <c:v>3.247267518515785E-8</c:v>
                </c:pt>
                <c:pt idx="2001">
                  <c:v>1.1880203473263621E-6</c:v>
                </c:pt>
                <c:pt idx="2002">
                  <c:v>2.8625732993830358E-7</c:v>
                </c:pt>
                <c:pt idx="2003">
                  <c:v>7.0201202342012644E-7</c:v>
                </c:pt>
                <c:pt idx="2004">
                  <c:v>3.3024911441815915E-5</c:v>
                </c:pt>
                <c:pt idx="2005">
                  <c:v>5.6467633792673059E-7</c:v>
                </c:pt>
                <c:pt idx="2006">
                  <c:v>1.126687771630409E-5</c:v>
                </c:pt>
                <c:pt idx="2007">
                  <c:v>5.0097243561955114E-7</c:v>
                </c:pt>
                <c:pt idx="2008">
                  <c:v>0</c:v>
                </c:pt>
                <c:pt idx="2009">
                  <c:v>1.4935473654485562E-6</c:v>
                </c:pt>
                <c:pt idx="2010">
                  <c:v>7.2556947387046738E-7</c:v>
                </c:pt>
                <c:pt idx="2011">
                  <c:v>0</c:v>
                </c:pt>
                <c:pt idx="2012">
                  <c:v>3.9769973688736911E-4</c:v>
                </c:pt>
                <c:pt idx="2013">
                  <c:v>0</c:v>
                </c:pt>
                <c:pt idx="2014">
                  <c:v>8.182785432707228E-6</c:v>
                </c:pt>
                <c:pt idx="2015">
                  <c:v>5.2101133304433444E-7</c:v>
                </c:pt>
                <c:pt idx="2016">
                  <c:v>4.1181039360179896E-6</c:v>
                </c:pt>
                <c:pt idx="2017">
                  <c:v>1.8802522187727511E-5</c:v>
                </c:pt>
                <c:pt idx="2018">
                  <c:v>1.3565747353265553E-5</c:v>
                </c:pt>
                <c:pt idx="2019">
                  <c:v>3.8916433263750686E-8</c:v>
                </c:pt>
                <c:pt idx="2020">
                  <c:v>0</c:v>
                </c:pt>
                <c:pt idx="2021">
                  <c:v>3.5214935376775116E-7</c:v>
                </c:pt>
                <c:pt idx="2022">
                  <c:v>1.1071490827192061E-5</c:v>
                </c:pt>
                <c:pt idx="2023">
                  <c:v>1.6580438588059866E-5</c:v>
                </c:pt>
                <c:pt idx="2024">
                  <c:v>1.9537924989162532E-5</c:v>
                </c:pt>
                <c:pt idx="2025">
                  <c:v>8.783925443044306E-5</c:v>
                </c:pt>
                <c:pt idx="2026">
                  <c:v>3.1948115824309567E-7</c:v>
                </c:pt>
                <c:pt idx="2027">
                  <c:v>2.6826265907369616E-7</c:v>
                </c:pt>
                <c:pt idx="2028">
                  <c:v>3.2048374982223274E-7</c:v>
                </c:pt>
                <c:pt idx="2029">
                  <c:v>7.5637773138583481E-6</c:v>
                </c:pt>
                <c:pt idx="2030">
                  <c:v>8.219830212826065E-6</c:v>
                </c:pt>
                <c:pt idx="2031">
                  <c:v>5.9388345149280197E-5</c:v>
                </c:pt>
                <c:pt idx="2032">
                  <c:v>0</c:v>
                </c:pt>
                <c:pt idx="2033">
                  <c:v>0</c:v>
                </c:pt>
                <c:pt idx="2034">
                  <c:v>2.6081938325646846E-7</c:v>
                </c:pt>
                <c:pt idx="2035">
                  <c:v>1.1247097088595036E-5</c:v>
                </c:pt>
                <c:pt idx="2036">
                  <c:v>8.8180955633523281E-8</c:v>
                </c:pt>
                <c:pt idx="2037">
                  <c:v>0</c:v>
                </c:pt>
                <c:pt idx="2038">
                  <c:v>5.5073790935659553E-8</c:v>
                </c:pt>
                <c:pt idx="2039">
                  <c:v>0</c:v>
                </c:pt>
                <c:pt idx="2040">
                  <c:v>3.9198266791702845E-7</c:v>
                </c:pt>
                <c:pt idx="2041">
                  <c:v>0</c:v>
                </c:pt>
                <c:pt idx="2042">
                  <c:v>5.9033668969447798E-5</c:v>
                </c:pt>
                <c:pt idx="2043">
                  <c:v>1.6505320855984592E-6</c:v>
                </c:pt>
                <c:pt idx="2044">
                  <c:v>0</c:v>
                </c:pt>
                <c:pt idx="2045">
                  <c:v>1.012349014078687E-4</c:v>
                </c:pt>
                <c:pt idx="2046">
                  <c:v>3.2368219043921957E-7</c:v>
                </c:pt>
                <c:pt idx="2047">
                  <c:v>4.5519937518610307E-6</c:v>
                </c:pt>
                <c:pt idx="2048">
                  <c:v>8.3161424312845912E-7</c:v>
                </c:pt>
                <c:pt idx="2049">
                  <c:v>1.0271719867619902E-5</c:v>
                </c:pt>
                <c:pt idx="2050">
                  <c:v>4.7102979965123762E-5</c:v>
                </c:pt>
                <c:pt idx="2051">
                  <c:v>0</c:v>
                </c:pt>
                <c:pt idx="2052">
                  <c:v>1.0072346422984378E-6</c:v>
                </c:pt>
                <c:pt idx="2053">
                  <c:v>0</c:v>
                </c:pt>
                <c:pt idx="2054">
                  <c:v>0</c:v>
                </c:pt>
                <c:pt idx="2055">
                  <c:v>0</c:v>
                </c:pt>
                <c:pt idx="2056">
                  <c:v>0</c:v>
                </c:pt>
                <c:pt idx="2057">
                  <c:v>0</c:v>
                </c:pt>
                <c:pt idx="2058">
                  <c:v>0</c:v>
                </c:pt>
                <c:pt idx="2059">
                  <c:v>9.5842067027215788E-8</c:v>
                </c:pt>
                <c:pt idx="2060">
                  <c:v>1.5313010142591966E-7</c:v>
                </c:pt>
                <c:pt idx="2061">
                  <c:v>1.3437382685578447E-5</c:v>
                </c:pt>
                <c:pt idx="2062">
                  <c:v>4.8359205433466413E-4</c:v>
                </c:pt>
                <c:pt idx="2063">
                  <c:v>0</c:v>
                </c:pt>
                <c:pt idx="2064">
                  <c:v>2.2153658116126981E-6</c:v>
                </c:pt>
                <c:pt idx="2065">
                  <c:v>0</c:v>
                </c:pt>
                <c:pt idx="2066">
                  <c:v>5.9399415959335115E-3</c:v>
                </c:pt>
                <c:pt idx="2067">
                  <c:v>2.875262010816463E-6</c:v>
                </c:pt>
                <c:pt idx="2068">
                  <c:v>1.3025283326108343E-6</c:v>
                </c:pt>
                <c:pt idx="2069">
                  <c:v>0</c:v>
                </c:pt>
                <c:pt idx="2070">
                  <c:v>6.8453836170180824E-6</c:v>
                </c:pt>
                <c:pt idx="2071">
                  <c:v>0</c:v>
                </c:pt>
                <c:pt idx="2072">
                  <c:v>9.9846678235486862E-5</c:v>
                </c:pt>
                <c:pt idx="2073">
                  <c:v>1.4414646880893178E-6</c:v>
                </c:pt>
                <c:pt idx="2074">
                  <c:v>3.5100601171006255E-6</c:v>
                </c:pt>
                <c:pt idx="2075">
                  <c:v>8.3618477717246063E-5</c:v>
                </c:pt>
                <c:pt idx="2076">
                  <c:v>0</c:v>
                </c:pt>
                <c:pt idx="2077">
                  <c:v>1.2607562869585896E-6</c:v>
                </c:pt>
                <c:pt idx="2078">
                  <c:v>9.7852283323457276E-5</c:v>
                </c:pt>
                <c:pt idx="2079">
                  <c:v>0</c:v>
                </c:pt>
                <c:pt idx="2080">
                  <c:v>0</c:v>
                </c:pt>
                <c:pt idx="2081">
                  <c:v>4.4819410841973584E-6</c:v>
                </c:pt>
                <c:pt idx="2082">
                  <c:v>1.8060978508386726E-7</c:v>
                </c:pt>
                <c:pt idx="2083">
                  <c:v>1.2884164330159181E-5</c:v>
                </c:pt>
                <c:pt idx="2084">
                  <c:v>1.9435478940530247E-6</c:v>
                </c:pt>
                <c:pt idx="2085">
                  <c:v>0</c:v>
                </c:pt>
                <c:pt idx="2086">
                  <c:v>2.4794830995650539E-6</c:v>
                </c:pt>
                <c:pt idx="2087">
                  <c:v>0</c:v>
                </c:pt>
                <c:pt idx="2088">
                  <c:v>9.3672287958109767E-6</c:v>
                </c:pt>
                <c:pt idx="2089">
                  <c:v>2.081895354178191E-5</c:v>
                </c:pt>
                <c:pt idx="2090">
                  <c:v>1.5918014960495481E-5</c:v>
                </c:pt>
                <c:pt idx="2091">
                  <c:v>2.0098700396548669E-6</c:v>
                </c:pt>
                <c:pt idx="2092">
                  <c:v>2.4283135899350981E-5</c:v>
                </c:pt>
                <c:pt idx="2093">
                  <c:v>1.1828211335525084E-6</c:v>
                </c:pt>
                <c:pt idx="2094">
                  <c:v>5.1809833038354194E-6</c:v>
                </c:pt>
                <c:pt idx="2095">
                  <c:v>2.3813502827972057E-5</c:v>
                </c:pt>
                <c:pt idx="2096">
                  <c:v>4.3465370158517449E-5</c:v>
                </c:pt>
                <c:pt idx="2097">
                  <c:v>2.2998876758877965E-5</c:v>
                </c:pt>
                <c:pt idx="2098">
                  <c:v>6.9664369618220649E-5</c:v>
                </c:pt>
                <c:pt idx="2099">
                  <c:v>3.4302548084192792E-6</c:v>
                </c:pt>
                <c:pt idx="2100">
                  <c:v>1.9539772357198481E-3</c:v>
                </c:pt>
                <c:pt idx="2101">
                  <c:v>9.2123281067429597E-5</c:v>
                </c:pt>
                <c:pt idx="2102">
                  <c:v>3.780788198859781E-5</c:v>
                </c:pt>
                <c:pt idx="2103">
                  <c:v>8.2433761850107999E-5</c:v>
                </c:pt>
                <c:pt idx="2104">
                  <c:v>1.3420488205130226E-5</c:v>
                </c:pt>
                <c:pt idx="2105">
                  <c:v>4.9752046137312901E-6</c:v>
                </c:pt>
                <c:pt idx="2106">
                  <c:v>0</c:v>
                </c:pt>
                <c:pt idx="2107">
                  <c:v>1.4939803613991048E-6</c:v>
                </c:pt>
                <c:pt idx="2108">
                  <c:v>1.0522400184351116E-5</c:v>
                </c:pt>
                <c:pt idx="2109">
                  <c:v>2.2573940243944669E-5</c:v>
                </c:pt>
                <c:pt idx="2110">
                  <c:v>0</c:v>
                </c:pt>
                <c:pt idx="2111">
                  <c:v>3.2926858357370341E-6</c:v>
                </c:pt>
                <c:pt idx="2112">
                  <c:v>1.11996487709872E-4</c:v>
                </c:pt>
                <c:pt idx="2113">
                  <c:v>1.1278635918256163E-5</c:v>
                </c:pt>
                <c:pt idx="2114">
                  <c:v>3.9291537465660689E-5</c:v>
                </c:pt>
                <c:pt idx="2115">
                  <c:v>0</c:v>
                </c:pt>
                <c:pt idx="2116">
                  <c:v>0</c:v>
                </c:pt>
                <c:pt idx="2117">
                  <c:v>9.3133050278181237E-6</c:v>
                </c:pt>
                <c:pt idx="2118">
                  <c:v>6.2211916470715376E-5</c:v>
                </c:pt>
                <c:pt idx="2119">
                  <c:v>9.7308597304924762E-8</c:v>
                </c:pt>
                <c:pt idx="2120">
                  <c:v>1.5231162826216108E-5</c:v>
                </c:pt>
                <c:pt idx="2121">
                  <c:v>0</c:v>
                </c:pt>
                <c:pt idx="2122">
                  <c:v>8.1133096890581139E-7</c:v>
                </c:pt>
                <c:pt idx="2123">
                  <c:v>0</c:v>
                </c:pt>
                <c:pt idx="2124">
                  <c:v>6.5455006018183315E-6</c:v>
                </c:pt>
                <c:pt idx="2125">
                  <c:v>4.914084163940879E-7</c:v>
                </c:pt>
                <c:pt idx="2126">
                  <c:v>0</c:v>
                </c:pt>
                <c:pt idx="2127">
                  <c:v>2.2063235021775463E-7</c:v>
                </c:pt>
                <c:pt idx="2128">
                  <c:v>0</c:v>
                </c:pt>
                <c:pt idx="2129">
                  <c:v>2.7983568109154589E-7</c:v>
                </c:pt>
                <c:pt idx="2130">
                  <c:v>1.4464096784429645E-5</c:v>
                </c:pt>
                <c:pt idx="2131">
                  <c:v>2.173316324959363E-6</c:v>
                </c:pt>
                <c:pt idx="2132">
                  <c:v>8.7744468738904539E-6</c:v>
                </c:pt>
                <c:pt idx="2133">
                  <c:v>1.7741954174718985E-5</c:v>
                </c:pt>
                <c:pt idx="2134">
                  <c:v>1.408625277976606E-6</c:v>
                </c:pt>
                <c:pt idx="2135">
                  <c:v>2.1296850708567888E-5</c:v>
                </c:pt>
                <c:pt idx="2136">
                  <c:v>3.9850242566084279E-6</c:v>
                </c:pt>
                <c:pt idx="2137">
                  <c:v>3.1110748663798381E-7</c:v>
                </c:pt>
                <c:pt idx="2138">
                  <c:v>5.3499947099003218E-5</c:v>
                </c:pt>
                <c:pt idx="2139">
                  <c:v>9.1618518310762392E-8</c:v>
                </c:pt>
                <c:pt idx="2140">
                  <c:v>0</c:v>
                </c:pt>
                <c:pt idx="2141">
                  <c:v>0</c:v>
                </c:pt>
                <c:pt idx="2142">
                  <c:v>2.8789534204191152E-5</c:v>
                </c:pt>
                <c:pt idx="2143">
                  <c:v>9.8750063024388263E-7</c:v>
                </c:pt>
                <c:pt idx="2144">
                  <c:v>4.7522894489109535E-6</c:v>
                </c:pt>
                <c:pt idx="2145">
                  <c:v>1.8116340748021407E-5</c:v>
                </c:pt>
                <c:pt idx="2146">
                  <c:v>7.9432353162810575E-8</c:v>
                </c:pt>
                <c:pt idx="2147">
                  <c:v>9.6360618320279559E-6</c:v>
                </c:pt>
                <c:pt idx="2148">
                  <c:v>0</c:v>
                </c:pt>
                <c:pt idx="2149">
                  <c:v>4.1376341282328962E-7</c:v>
                </c:pt>
                <c:pt idx="2150">
                  <c:v>0</c:v>
                </c:pt>
                <c:pt idx="2151">
                  <c:v>2.5962811415463858E-5</c:v>
                </c:pt>
                <c:pt idx="2152">
                  <c:v>0</c:v>
                </c:pt>
                <c:pt idx="2153">
                  <c:v>0</c:v>
                </c:pt>
                <c:pt idx="2154">
                  <c:v>7.2794181820458738E-7</c:v>
                </c:pt>
                <c:pt idx="2155">
                  <c:v>1.4119888270531883E-5</c:v>
                </c:pt>
                <c:pt idx="2156">
                  <c:v>1.2783259480521841E-5</c:v>
                </c:pt>
                <c:pt idx="2157">
                  <c:v>3.629965820370926E-6</c:v>
                </c:pt>
                <c:pt idx="2158">
                  <c:v>6.0311720108667336E-5</c:v>
                </c:pt>
                <c:pt idx="2159">
                  <c:v>4.1433932032824847E-6</c:v>
                </c:pt>
                <c:pt idx="2160">
                  <c:v>9.5588131788932378E-6</c:v>
                </c:pt>
                <c:pt idx="2161">
                  <c:v>1.9374525377544676E-7</c:v>
                </c:pt>
                <c:pt idx="2162">
                  <c:v>7.0187110330257125E-6</c:v>
                </c:pt>
                <c:pt idx="2163">
                  <c:v>1.8594633499040029E-5</c:v>
                </c:pt>
                <c:pt idx="2164">
                  <c:v>9.2524971633047861E-5</c:v>
                </c:pt>
                <c:pt idx="2165">
                  <c:v>1.9143403359993374E-6</c:v>
                </c:pt>
                <c:pt idx="2166">
                  <c:v>3.3242334050188191E-5</c:v>
                </c:pt>
                <c:pt idx="2167">
                  <c:v>0</c:v>
                </c:pt>
                <c:pt idx="2168">
                  <c:v>5.0636932836861659E-6</c:v>
                </c:pt>
                <c:pt idx="2169">
                  <c:v>0</c:v>
                </c:pt>
                <c:pt idx="2170">
                  <c:v>2.9651632366072303E-7</c:v>
                </c:pt>
                <c:pt idx="2171">
                  <c:v>1.9327478250910899E-5</c:v>
                </c:pt>
                <c:pt idx="2172">
                  <c:v>0</c:v>
                </c:pt>
                <c:pt idx="2173">
                  <c:v>6.0853911550306464E-5</c:v>
                </c:pt>
                <c:pt idx="2174">
                  <c:v>2.2693613165254727E-5</c:v>
                </c:pt>
                <c:pt idx="2175">
                  <c:v>0</c:v>
                </c:pt>
                <c:pt idx="2176">
                  <c:v>7.7311574671180086E-7</c:v>
                </c:pt>
                <c:pt idx="2177">
                  <c:v>4.6619519280938924E-6</c:v>
                </c:pt>
                <c:pt idx="2178">
                  <c:v>0</c:v>
                </c:pt>
                <c:pt idx="2179">
                  <c:v>3.1736232182887455E-7</c:v>
                </c:pt>
                <c:pt idx="2180">
                  <c:v>0</c:v>
                </c:pt>
                <c:pt idx="2181">
                  <c:v>4.6352729965731189E-8</c:v>
                </c:pt>
                <c:pt idx="2182">
                  <c:v>1.2084472959486421E-5</c:v>
                </c:pt>
                <c:pt idx="2183">
                  <c:v>1.7066437049030191E-5</c:v>
                </c:pt>
                <c:pt idx="2184">
                  <c:v>2.5537760222054962E-6</c:v>
                </c:pt>
                <c:pt idx="2185">
                  <c:v>0</c:v>
                </c:pt>
                <c:pt idx="2186">
                  <c:v>2.4910104056843204E-6</c:v>
                </c:pt>
                <c:pt idx="2187">
                  <c:v>6.2092629458232438E-6</c:v>
                </c:pt>
                <c:pt idx="2188">
                  <c:v>2.0003840221369848E-4</c:v>
                </c:pt>
                <c:pt idx="2189">
                  <c:v>9.9648146836259632E-6</c:v>
                </c:pt>
                <c:pt idx="2190">
                  <c:v>1.3143492233006221E-5</c:v>
                </c:pt>
                <c:pt idx="2191">
                  <c:v>0</c:v>
                </c:pt>
                <c:pt idx="2192">
                  <c:v>5.460093515489885E-7</c:v>
                </c:pt>
                <c:pt idx="2193">
                  <c:v>3.2328363717042851E-6</c:v>
                </c:pt>
                <c:pt idx="2194">
                  <c:v>4.4126470043550937E-7</c:v>
                </c:pt>
                <c:pt idx="2195">
                  <c:v>1.2355411612194209E-6</c:v>
                </c:pt>
                <c:pt idx="2196">
                  <c:v>0</c:v>
                </c:pt>
                <c:pt idx="2197">
                  <c:v>9.7323197245340466E-7</c:v>
                </c:pt>
                <c:pt idx="2198">
                  <c:v>0</c:v>
                </c:pt>
                <c:pt idx="2199">
                  <c:v>1.3684791342620119E-6</c:v>
                </c:pt>
                <c:pt idx="2200">
                  <c:v>8.7396808089490556E-8</c:v>
                </c:pt>
                <c:pt idx="2201">
                  <c:v>4.6004192173063502E-7</c:v>
                </c:pt>
                <c:pt idx="2202">
                  <c:v>0</c:v>
                </c:pt>
                <c:pt idx="2203">
                  <c:v>4.2219992708724313E-4</c:v>
                </c:pt>
                <c:pt idx="2204">
                  <c:v>0</c:v>
                </c:pt>
                <c:pt idx="2205">
                  <c:v>0</c:v>
                </c:pt>
                <c:pt idx="2206">
                  <c:v>0</c:v>
                </c:pt>
                <c:pt idx="2207">
                  <c:v>4.1527471807951172E-7</c:v>
                </c:pt>
                <c:pt idx="2208">
                  <c:v>3.1157939788051453E-6</c:v>
                </c:pt>
                <c:pt idx="2209">
                  <c:v>0</c:v>
                </c:pt>
                <c:pt idx="2210">
                  <c:v>1.0658217378248353E-7</c:v>
                </c:pt>
                <c:pt idx="2211">
                  <c:v>2.4334004399445981E-5</c:v>
                </c:pt>
                <c:pt idx="2212">
                  <c:v>1.4706692446438456E-6</c:v>
                </c:pt>
                <c:pt idx="2213">
                  <c:v>2.5725857039554517E-5</c:v>
                </c:pt>
                <c:pt idx="2214">
                  <c:v>0</c:v>
                </c:pt>
                <c:pt idx="2215">
                  <c:v>3.9734095536918584E-6</c:v>
                </c:pt>
                <c:pt idx="2216">
                  <c:v>6.2491243703294445E-7</c:v>
                </c:pt>
                <c:pt idx="2217">
                  <c:v>1.1228026131259541E-6</c:v>
                </c:pt>
                <c:pt idx="2218">
                  <c:v>3.4728511170420169E-8</c:v>
                </c:pt>
                <c:pt idx="2219">
                  <c:v>5.5961107920878284E-5</c:v>
                </c:pt>
                <c:pt idx="2220">
                  <c:v>9.8550457253144726E-8</c:v>
                </c:pt>
                <c:pt idx="2221">
                  <c:v>1.8578942421263502E-4</c:v>
                </c:pt>
                <c:pt idx="2222">
                  <c:v>7.6946513599074217E-8</c:v>
                </c:pt>
                <c:pt idx="2223">
                  <c:v>4.1266583515877193E-5</c:v>
                </c:pt>
                <c:pt idx="2224">
                  <c:v>3.1616203556792626E-6</c:v>
                </c:pt>
                <c:pt idx="2225">
                  <c:v>3.1155576831901727E-6</c:v>
                </c:pt>
                <c:pt idx="2226">
                  <c:v>5.1199819680953147E-5</c:v>
                </c:pt>
                <c:pt idx="2227">
                  <c:v>3.4780649310466264E-6</c:v>
                </c:pt>
                <c:pt idx="2228">
                  <c:v>1.8607547608726193E-7</c:v>
                </c:pt>
                <c:pt idx="2229">
                  <c:v>2.2048236221624626E-7</c:v>
                </c:pt>
                <c:pt idx="2230">
                  <c:v>1.8202500571182136E-6</c:v>
                </c:pt>
                <c:pt idx="2231">
                  <c:v>1.6331488221437562E-5</c:v>
                </c:pt>
                <c:pt idx="2232">
                  <c:v>9.2086756053406643E-8</c:v>
                </c:pt>
                <c:pt idx="2233">
                  <c:v>8.9101526049477736E-7</c:v>
                </c:pt>
                <c:pt idx="2234">
                  <c:v>9.2404189102481847E-5</c:v>
                </c:pt>
                <c:pt idx="2235">
                  <c:v>6.4865910964019669E-5</c:v>
                </c:pt>
                <c:pt idx="2236">
                  <c:v>0</c:v>
                </c:pt>
                <c:pt idx="2237">
                  <c:v>1.1464459343234342E-6</c:v>
                </c:pt>
                <c:pt idx="2238">
                  <c:v>7.6814894562193035E-6</c:v>
                </c:pt>
                <c:pt idx="2239">
                  <c:v>5.9477911887181034E-6</c:v>
                </c:pt>
                <c:pt idx="2240">
                  <c:v>1.12142368274089E-4</c:v>
                </c:pt>
                <c:pt idx="2241">
                  <c:v>0</c:v>
                </c:pt>
                <c:pt idx="2242">
                  <c:v>1.1009149858116047E-7</c:v>
                </c:pt>
                <c:pt idx="2243">
                  <c:v>2.7341735726112972E-5</c:v>
                </c:pt>
                <c:pt idx="2244">
                  <c:v>0</c:v>
                </c:pt>
                <c:pt idx="2245">
                  <c:v>4.6570397615193534E-7</c:v>
                </c:pt>
                <c:pt idx="2246">
                  <c:v>3.4429889046719537E-6</c:v>
                </c:pt>
                <c:pt idx="2247">
                  <c:v>6.2690332023844803E-5</c:v>
                </c:pt>
                <c:pt idx="2248">
                  <c:v>8.4460821567734088E-7</c:v>
                </c:pt>
                <c:pt idx="2249">
                  <c:v>9.4505249723435887E-6</c:v>
                </c:pt>
                <c:pt idx="2250">
                  <c:v>3.5419287571359745E-5</c:v>
                </c:pt>
                <c:pt idx="2251">
                  <c:v>1.1282988883325225E-5</c:v>
                </c:pt>
                <c:pt idx="2252">
                  <c:v>8.0236154021180598E-6</c:v>
                </c:pt>
                <c:pt idx="2253">
                  <c:v>1.3649191288769402E-4</c:v>
                </c:pt>
                <c:pt idx="2254">
                  <c:v>1.7021377474589836E-5</c:v>
                </c:pt>
                <c:pt idx="2255">
                  <c:v>3.7597944529152839E-4</c:v>
                </c:pt>
                <c:pt idx="2256">
                  <c:v>4.9104548551048822E-6</c:v>
                </c:pt>
                <c:pt idx="2257">
                  <c:v>4.2329620832693831E-8</c:v>
                </c:pt>
                <c:pt idx="2258">
                  <c:v>9.3891930675793775E-6</c:v>
                </c:pt>
                <c:pt idx="2259">
                  <c:v>2.7518871318068924E-5</c:v>
                </c:pt>
                <c:pt idx="2260">
                  <c:v>3.0291213904600395E-6</c:v>
                </c:pt>
                <c:pt idx="2261">
                  <c:v>3.5877156389335748E-7</c:v>
                </c:pt>
                <c:pt idx="2262">
                  <c:v>0</c:v>
                </c:pt>
                <c:pt idx="2263">
                  <c:v>0</c:v>
                </c:pt>
                <c:pt idx="2264">
                  <c:v>1.5677872302877977E-4</c:v>
                </c:pt>
                <c:pt idx="2265">
                  <c:v>2.3080668575298752E-7</c:v>
                </c:pt>
                <c:pt idx="2266">
                  <c:v>3.3721101561665486E-8</c:v>
                </c:pt>
                <c:pt idx="2267">
                  <c:v>1.6916944994691309E-5</c:v>
                </c:pt>
                <c:pt idx="2268">
                  <c:v>0</c:v>
                </c:pt>
                <c:pt idx="2269">
                  <c:v>3.6142411563281048E-5</c:v>
                </c:pt>
                <c:pt idx="2270">
                  <c:v>2.2595499835530207E-5</c:v>
                </c:pt>
                <c:pt idx="2271">
                  <c:v>2.6328046116788532E-5</c:v>
                </c:pt>
                <c:pt idx="2272">
                  <c:v>5.1444197003662784E-5</c:v>
                </c:pt>
                <c:pt idx="2273">
                  <c:v>1.3032037241555831E-4</c:v>
                </c:pt>
                <c:pt idx="2274">
                  <c:v>1.2961194960470473E-5</c:v>
                </c:pt>
                <c:pt idx="2275">
                  <c:v>1.1738311792258327E-7</c:v>
                </c:pt>
                <c:pt idx="2276">
                  <c:v>4.371228657021785E-5</c:v>
                </c:pt>
                <c:pt idx="2277">
                  <c:v>8.061883043005187E-8</c:v>
                </c:pt>
                <c:pt idx="2278">
                  <c:v>1.5072264435960559E-7</c:v>
                </c:pt>
                <c:pt idx="2279">
                  <c:v>3.5835599965816338E-5</c:v>
                </c:pt>
                <c:pt idx="2280">
                  <c:v>6.689297068164531E-4</c:v>
                </c:pt>
                <c:pt idx="2281">
                  <c:v>6.8869979542045587E-5</c:v>
                </c:pt>
                <c:pt idx="2282">
                  <c:v>3.3476851733930275E-5</c:v>
                </c:pt>
                <c:pt idx="2283">
                  <c:v>1.9241270723364314E-5</c:v>
                </c:pt>
                <c:pt idx="2284">
                  <c:v>2.8844435197585692E-5</c:v>
                </c:pt>
                <c:pt idx="2285">
                  <c:v>4.0118417912300724E-5</c:v>
                </c:pt>
                <c:pt idx="2286">
                  <c:v>1.7417698314412679E-5</c:v>
                </c:pt>
                <c:pt idx="2287">
                  <c:v>1.4421082294319993E-6</c:v>
                </c:pt>
                <c:pt idx="2288">
                  <c:v>1.8118969543022209E-6</c:v>
                </c:pt>
                <c:pt idx="2289">
                  <c:v>2.6141965588840949E-5</c:v>
                </c:pt>
                <c:pt idx="2290">
                  <c:v>1.6001078605925186E-5</c:v>
                </c:pt>
                <c:pt idx="2291">
                  <c:v>0</c:v>
                </c:pt>
                <c:pt idx="2292">
                  <c:v>1.0694086977302461E-6</c:v>
                </c:pt>
                <c:pt idx="2293">
                  <c:v>4.4311692263486826E-5</c:v>
                </c:pt>
                <c:pt idx="2294">
                  <c:v>3.3192361568246802E-5</c:v>
                </c:pt>
                <c:pt idx="2295">
                  <c:v>0</c:v>
                </c:pt>
                <c:pt idx="2296">
                  <c:v>6.8532394045451507E-7</c:v>
                </c:pt>
                <c:pt idx="2297">
                  <c:v>4.6629659389668549E-5</c:v>
                </c:pt>
                <c:pt idx="2298">
                  <c:v>1.3073737895394582E-4</c:v>
                </c:pt>
                <c:pt idx="2299">
                  <c:v>4.8577701491330314E-3</c:v>
                </c:pt>
                <c:pt idx="2300">
                  <c:v>0</c:v>
                </c:pt>
                <c:pt idx="2301">
                  <c:v>1.6211001051460444E-5</c:v>
                </c:pt>
                <c:pt idx="2302">
                  <c:v>8.8986902927987849E-5</c:v>
                </c:pt>
                <c:pt idx="2303">
                  <c:v>2.1235863708458835E-5</c:v>
                </c:pt>
                <c:pt idx="2304">
                  <c:v>1.2697465792733083E-4</c:v>
                </c:pt>
                <c:pt idx="2305">
                  <c:v>8.7080025458477316E-8</c:v>
                </c:pt>
                <c:pt idx="2306">
                  <c:v>3.0683351603350655E-6</c:v>
                </c:pt>
                <c:pt idx="2307">
                  <c:v>1.6506633406350923E-5</c:v>
                </c:pt>
                <c:pt idx="2308">
                  <c:v>9.3249537226731398E-6</c:v>
                </c:pt>
                <c:pt idx="2309">
                  <c:v>4.7223707028252796E-5</c:v>
                </c:pt>
                <c:pt idx="2310">
                  <c:v>0</c:v>
                </c:pt>
                <c:pt idx="2311">
                  <c:v>6.8287472756891274E-6</c:v>
                </c:pt>
                <c:pt idx="2312">
                  <c:v>7.8354647348447036E-6</c:v>
                </c:pt>
                <c:pt idx="2313">
                  <c:v>2.7775258317926749E-5</c:v>
                </c:pt>
                <c:pt idx="2314">
                  <c:v>2.6391245379142033E-6</c:v>
                </c:pt>
                <c:pt idx="2315">
                  <c:v>1.8867338849336677E-7</c:v>
                </c:pt>
                <c:pt idx="2316">
                  <c:v>0</c:v>
                </c:pt>
                <c:pt idx="2317">
                  <c:v>1.3759435659034491E-6</c:v>
                </c:pt>
                <c:pt idx="2318">
                  <c:v>3.5956175706827483E-6</c:v>
                </c:pt>
                <c:pt idx="2319">
                  <c:v>1.7260672971806501E-4</c:v>
                </c:pt>
                <c:pt idx="2320">
                  <c:v>3.8550799797737602E-5</c:v>
                </c:pt>
                <c:pt idx="2321">
                  <c:v>0</c:v>
                </c:pt>
                <c:pt idx="2322">
                  <c:v>8.8180955633523281E-8</c:v>
                </c:pt>
                <c:pt idx="2323">
                  <c:v>1.9354732910783077E-5</c:v>
                </c:pt>
                <c:pt idx="2324">
                  <c:v>7.2556947387046738E-7</c:v>
                </c:pt>
                <c:pt idx="2325">
                  <c:v>7.7562255567720391E-7</c:v>
                </c:pt>
                <c:pt idx="2326">
                  <c:v>6.9326279618836162E-5</c:v>
                </c:pt>
                <c:pt idx="2327">
                  <c:v>2.2248694098769896E-4</c:v>
                </c:pt>
                <c:pt idx="2328">
                  <c:v>7.7221322576213873E-8</c:v>
                </c:pt>
                <c:pt idx="2329">
                  <c:v>1.1649671441014567E-6</c:v>
                </c:pt>
                <c:pt idx="2330">
                  <c:v>6.6868606928008052E-5</c:v>
                </c:pt>
                <c:pt idx="2331">
                  <c:v>0</c:v>
                </c:pt>
                <c:pt idx="2332">
                  <c:v>0</c:v>
                </c:pt>
                <c:pt idx="2333">
                  <c:v>1.1353621481475762E-4</c:v>
                </c:pt>
                <c:pt idx="2334">
                  <c:v>2.649180669043167E-6</c:v>
                </c:pt>
                <c:pt idx="2335">
                  <c:v>6.599862265147969E-6</c:v>
                </c:pt>
                <c:pt idx="2336">
                  <c:v>1.2684152602054483E-5</c:v>
                </c:pt>
                <c:pt idx="2337">
                  <c:v>4.030291697176706E-5</c:v>
                </c:pt>
                <c:pt idx="2338">
                  <c:v>7.7939660460643831E-6</c:v>
                </c:pt>
                <c:pt idx="2339">
                  <c:v>3.1928485412492425E-7</c:v>
                </c:pt>
                <c:pt idx="2340">
                  <c:v>1.9134487010035251E-6</c:v>
                </c:pt>
                <c:pt idx="2341">
                  <c:v>0</c:v>
                </c:pt>
                <c:pt idx="2342">
                  <c:v>1.4730820591142084E-6</c:v>
                </c:pt>
                <c:pt idx="2343">
                  <c:v>2.5459497993908011E-5</c:v>
                </c:pt>
                <c:pt idx="2344">
                  <c:v>0</c:v>
                </c:pt>
                <c:pt idx="2345">
                  <c:v>7.6456755025954419E-8</c:v>
                </c:pt>
                <c:pt idx="2346">
                  <c:v>0</c:v>
                </c:pt>
                <c:pt idx="2347">
                  <c:v>1.0810985160669847E-6</c:v>
                </c:pt>
                <c:pt idx="2348">
                  <c:v>6.925679154817408E-8</c:v>
                </c:pt>
                <c:pt idx="2349">
                  <c:v>4.9449557770189817E-5</c:v>
                </c:pt>
                <c:pt idx="2350">
                  <c:v>0</c:v>
                </c:pt>
                <c:pt idx="2351">
                  <c:v>2.6519178644325348E-7</c:v>
                </c:pt>
                <c:pt idx="2352">
                  <c:v>0</c:v>
                </c:pt>
                <c:pt idx="2353">
                  <c:v>3.8532024503406047E-6</c:v>
                </c:pt>
                <c:pt idx="2354">
                  <c:v>0</c:v>
                </c:pt>
                <c:pt idx="2355">
                  <c:v>7.4946170957850645E-7</c:v>
                </c:pt>
                <c:pt idx="2356">
                  <c:v>0</c:v>
                </c:pt>
                <c:pt idx="2357">
                  <c:v>2.0003279735962609E-5</c:v>
                </c:pt>
                <c:pt idx="2358">
                  <c:v>1.5313010142591966E-7</c:v>
                </c:pt>
                <c:pt idx="2359">
                  <c:v>2.1595144055432411E-5</c:v>
                </c:pt>
                <c:pt idx="2360">
                  <c:v>1.1031617510887671E-6</c:v>
                </c:pt>
                <c:pt idx="2361">
                  <c:v>0</c:v>
                </c:pt>
                <c:pt idx="2362">
                  <c:v>9.6268790384125781E-8</c:v>
                </c:pt>
                <c:pt idx="2363">
                  <c:v>0</c:v>
                </c:pt>
                <c:pt idx="2364">
                  <c:v>0</c:v>
                </c:pt>
                <c:pt idx="2365">
                  <c:v>2.2828167626807396E-6</c:v>
                </c:pt>
                <c:pt idx="2366">
                  <c:v>0</c:v>
                </c:pt>
                <c:pt idx="2367">
                  <c:v>9.5625421568579778E-6</c:v>
                </c:pt>
                <c:pt idx="2368">
                  <c:v>0</c:v>
                </c:pt>
                <c:pt idx="2369">
                  <c:v>1.5843685149257615E-5</c:v>
                </c:pt>
                <c:pt idx="2370">
                  <c:v>7.5076285837985883E-7</c:v>
                </c:pt>
                <c:pt idx="2371">
                  <c:v>1.2019398671642918E-4</c:v>
                </c:pt>
                <c:pt idx="2372">
                  <c:v>1.0651216907063961E-7</c:v>
                </c:pt>
                <c:pt idx="2373">
                  <c:v>3.2426710369253252E-5</c:v>
                </c:pt>
                <c:pt idx="2374">
                  <c:v>0</c:v>
                </c:pt>
                <c:pt idx="2375">
                  <c:v>0</c:v>
                </c:pt>
                <c:pt idx="2376">
                  <c:v>0</c:v>
                </c:pt>
                <c:pt idx="2377">
                  <c:v>0</c:v>
                </c:pt>
                <c:pt idx="2378">
                  <c:v>5.5058026139661613E-7</c:v>
                </c:pt>
                <c:pt idx="2379">
                  <c:v>1.5924991622262864E-5</c:v>
                </c:pt>
                <c:pt idx="2380">
                  <c:v>3.7563927248071266E-5</c:v>
                </c:pt>
                <c:pt idx="2381">
                  <c:v>7.380101742101177E-5</c:v>
                </c:pt>
                <c:pt idx="2382">
                  <c:v>8.8951143726793863E-5</c:v>
                </c:pt>
                <c:pt idx="2383">
                  <c:v>9.9323538578593291E-6</c:v>
                </c:pt>
                <c:pt idx="2384">
                  <c:v>3.8156418214128052E-6</c:v>
                </c:pt>
                <c:pt idx="2385">
                  <c:v>0</c:v>
                </c:pt>
                <c:pt idx="2386">
                  <c:v>0</c:v>
                </c:pt>
                <c:pt idx="2387">
                  <c:v>1.5934032675422124E-6</c:v>
                </c:pt>
                <c:pt idx="2388">
                  <c:v>0</c:v>
                </c:pt>
                <c:pt idx="2389">
                  <c:v>0</c:v>
                </c:pt>
                <c:pt idx="2390">
                  <c:v>8.9362125504313779E-6</c:v>
                </c:pt>
                <c:pt idx="2391">
                  <c:v>8.7949190919092269E-7</c:v>
                </c:pt>
                <c:pt idx="2392">
                  <c:v>4.9955974083664334E-5</c:v>
                </c:pt>
                <c:pt idx="2393">
                  <c:v>0</c:v>
                </c:pt>
                <c:pt idx="2394">
                  <c:v>1.7088156094075208E-4</c:v>
                </c:pt>
                <c:pt idx="2395">
                  <c:v>2.0790356078211404E-6</c:v>
                </c:pt>
                <c:pt idx="2396">
                  <c:v>0</c:v>
                </c:pt>
                <c:pt idx="2397">
                  <c:v>0</c:v>
                </c:pt>
                <c:pt idx="2398">
                  <c:v>0</c:v>
                </c:pt>
                <c:pt idx="2399">
                  <c:v>0</c:v>
                </c:pt>
                <c:pt idx="2400">
                  <c:v>0</c:v>
                </c:pt>
                <c:pt idx="2401">
                  <c:v>1.8790761719151345E-5</c:v>
                </c:pt>
                <c:pt idx="2402">
                  <c:v>3.1598070253625014E-4</c:v>
                </c:pt>
                <c:pt idx="2403">
                  <c:v>0</c:v>
                </c:pt>
                <c:pt idx="2404">
                  <c:v>0</c:v>
                </c:pt>
                <c:pt idx="2405">
                  <c:v>6.2542889359247692E-6</c:v>
                </c:pt>
                <c:pt idx="2406">
                  <c:v>0</c:v>
                </c:pt>
                <c:pt idx="2407">
                  <c:v>0</c:v>
                </c:pt>
                <c:pt idx="2408">
                  <c:v>1.3494988410373244E-6</c:v>
                </c:pt>
                <c:pt idx="2409">
                  <c:v>3.0077806483753698E-6</c:v>
                </c:pt>
                <c:pt idx="2410">
                  <c:v>4.4307316232253902E-7</c:v>
                </c:pt>
                <c:pt idx="2411">
                  <c:v>1.2372244598041799E-5</c:v>
                </c:pt>
                <c:pt idx="2412">
                  <c:v>5.4054925803349805E-7</c:v>
                </c:pt>
                <c:pt idx="2413">
                  <c:v>1.9914972664258902E-5</c:v>
                </c:pt>
                <c:pt idx="2414">
                  <c:v>4.9457222560725291E-6</c:v>
                </c:pt>
                <c:pt idx="2415">
                  <c:v>0</c:v>
                </c:pt>
                <c:pt idx="2416">
                  <c:v>1.8475739345788858E-5</c:v>
                </c:pt>
                <c:pt idx="2417">
                  <c:v>1.6111751357183227E-7</c:v>
                </c:pt>
                <c:pt idx="2418">
                  <c:v>5.6102676958172529E-8</c:v>
                </c:pt>
                <c:pt idx="2419">
                  <c:v>0</c:v>
                </c:pt>
                <c:pt idx="2420">
                  <c:v>5.1399295534088569E-7</c:v>
                </c:pt>
                <c:pt idx="2421">
                  <c:v>4.7499934800834758E-7</c:v>
                </c:pt>
                <c:pt idx="2422">
                  <c:v>1.4878815698929833E-5</c:v>
                </c:pt>
                <c:pt idx="2423">
                  <c:v>0</c:v>
                </c:pt>
                <c:pt idx="2424">
                  <c:v>0</c:v>
                </c:pt>
                <c:pt idx="2425">
                  <c:v>8.1257424673675266E-5</c:v>
                </c:pt>
                <c:pt idx="2426">
                  <c:v>5.3898806640298384E-6</c:v>
                </c:pt>
                <c:pt idx="2427">
                  <c:v>1.4395452943634961E-7</c:v>
                </c:pt>
                <c:pt idx="2428">
                  <c:v>0</c:v>
                </c:pt>
                <c:pt idx="2429">
                  <c:v>2.5987945097764315E-5</c:v>
                </c:pt>
                <c:pt idx="2430">
                  <c:v>0</c:v>
                </c:pt>
                <c:pt idx="2431">
                  <c:v>1.923654592103662E-7</c:v>
                </c:pt>
                <c:pt idx="2432">
                  <c:v>0</c:v>
                </c:pt>
                <c:pt idx="2433">
                  <c:v>9.3023815449087076E-7</c:v>
                </c:pt>
                <c:pt idx="2434">
                  <c:v>1.5280544396706648E-7</c:v>
                </c:pt>
                <c:pt idx="2435">
                  <c:v>6.6430612087991627E-6</c:v>
                </c:pt>
                <c:pt idx="2436">
                  <c:v>8.3576194508919954E-6</c:v>
                </c:pt>
                <c:pt idx="2437">
                  <c:v>8.3378839801245208E-6</c:v>
                </c:pt>
                <c:pt idx="2438">
                  <c:v>3.7619728709383302E-5</c:v>
                </c:pt>
                <c:pt idx="2439">
                  <c:v>0</c:v>
                </c:pt>
                <c:pt idx="2440">
                  <c:v>5.2476679794492823E-5</c:v>
                </c:pt>
                <c:pt idx="2441">
                  <c:v>6.0685092209245987E-6</c:v>
                </c:pt>
                <c:pt idx="2442">
                  <c:v>2.2601750644860898E-5</c:v>
                </c:pt>
                <c:pt idx="2443">
                  <c:v>1.1361912947492623E-5</c:v>
                </c:pt>
                <c:pt idx="2444">
                  <c:v>1.3923674342108153E-5</c:v>
                </c:pt>
                <c:pt idx="2445">
                  <c:v>5.6582083123392346E-5</c:v>
                </c:pt>
                <c:pt idx="2446">
                  <c:v>7.0654128111896066E-7</c:v>
                </c:pt>
                <c:pt idx="2447">
                  <c:v>0</c:v>
                </c:pt>
                <c:pt idx="2448">
                  <c:v>5.8380381329096538E-6</c:v>
                </c:pt>
                <c:pt idx="2449">
                  <c:v>1.6318468167048976E-7</c:v>
                </c:pt>
                <c:pt idx="2450">
                  <c:v>0</c:v>
                </c:pt>
                <c:pt idx="2451">
                  <c:v>0</c:v>
                </c:pt>
                <c:pt idx="2452">
                  <c:v>0</c:v>
                </c:pt>
                <c:pt idx="2453">
                  <c:v>2.0671099733594509E-6</c:v>
                </c:pt>
                <c:pt idx="2454">
                  <c:v>0</c:v>
                </c:pt>
                <c:pt idx="2455">
                  <c:v>8.8169891523657286E-6</c:v>
                </c:pt>
                <c:pt idx="2456">
                  <c:v>1.3686133139975296E-5</c:v>
                </c:pt>
                <c:pt idx="2457">
                  <c:v>8.7326212929482752E-7</c:v>
                </c:pt>
                <c:pt idx="2458">
                  <c:v>3.5964399532488998E-5</c:v>
                </c:pt>
                <c:pt idx="2459">
                  <c:v>1.6684670225078813E-5</c:v>
                </c:pt>
                <c:pt idx="2460">
                  <c:v>1.6699895776644603E-5</c:v>
                </c:pt>
                <c:pt idx="2461">
                  <c:v>3.2214807649902408E-5</c:v>
                </c:pt>
                <c:pt idx="2462">
                  <c:v>2.9748578638013183E-7</c:v>
                </c:pt>
                <c:pt idx="2463">
                  <c:v>1.2509854257346614E-4</c:v>
                </c:pt>
                <c:pt idx="2464">
                  <c:v>8.7126279085795868E-6</c:v>
                </c:pt>
                <c:pt idx="2465">
                  <c:v>9.877446052088461E-5</c:v>
                </c:pt>
                <c:pt idx="2466">
                  <c:v>4.8179390389941932E-5</c:v>
                </c:pt>
                <c:pt idx="2467">
                  <c:v>3.8926624146438283E-6</c:v>
                </c:pt>
                <c:pt idx="2468">
                  <c:v>9.2798155885579022E-8</c:v>
                </c:pt>
                <c:pt idx="2469">
                  <c:v>1.7686828547898354E-5</c:v>
                </c:pt>
                <c:pt idx="2470">
                  <c:v>0</c:v>
                </c:pt>
                <c:pt idx="2471">
                  <c:v>2.3816857157415328E-5</c:v>
                </c:pt>
                <c:pt idx="2472">
                  <c:v>3.9304459213467716E-6</c:v>
                </c:pt>
                <c:pt idx="2473">
                  <c:v>1.9564734498289868E-5</c:v>
                </c:pt>
                <c:pt idx="2474">
                  <c:v>7.9492537946102924E-8</c:v>
                </c:pt>
                <c:pt idx="2475">
                  <c:v>1.2479830591955909E-6</c:v>
                </c:pt>
                <c:pt idx="2476">
                  <c:v>3.6384273240996212E-4</c:v>
                </c:pt>
                <c:pt idx="2477">
                  <c:v>2.9456527277953874E-6</c:v>
                </c:pt>
                <c:pt idx="2478">
                  <c:v>6.0697982810997872E-7</c:v>
                </c:pt>
                <c:pt idx="2479">
                  <c:v>0</c:v>
                </c:pt>
                <c:pt idx="2480">
                  <c:v>2.2336746199731218E-7</c:v>
                </c:pt>
                <c:pt idx="2481">
                  <c:v>2.4277816284594037E-6</c:v>
                </c:pt>
                <c:pt idx="2482">
                  <c:v>1.602540559734422E-6</c:v>
                </c:pt>
                <c:pt idx="2483">
                  <c:v>6.6125443215748126E-6</c:v>
                </c:pt>
                <c:pt idx="2484">
                  <c:v>1.4190585012278344E-5</c:v>
                </c:pt>
                <c:pt idx="2485">
                  <c:v>1.3352390070815084E-7</c:v>
                </c:pt>
                <c:pt idx="2486">
                  <c:v>7.7904231622311332E-6</c:v>
                </c:pt>
                <c:pt idx="2487">
                  <c:v>2.6332575492836136E-6</c:v>
                </c:pt>
                <c:pt idx="2488">
                  <c:v>8.7572536046544946E-6</c:v>
                </c:pt>
                <c:pt idx="2489">
                  <c:v>0</c:v>
                </c:pt>
                <c:pt idx="2490">
                  <c:v>3.6803353738450914E-7</c:v>
                </c:pt>
                <c:pt idx="2491">
                  <c:v>7.3946105190962094E-6</c:v>
                </c:pt>
                <c:pt idx="2492">
                  <c:v>1.2986168361165071E-6</c:v>
                </c:pt>
                <c:pt idx="2493">
                  <c:v>0</c:v>
                </c:pt>
                <c:pt idx="2494">
                  <c:v>1.0077028369945556E-4</c:v>
                </c:pt>
                <c:pt idx="2495">
                  <c:v>4.8630729096439152E-6</c:v>
                </c:pt>
                <c:pt idx="2496">
                  <c:v>7.3991533419033931E-6</c:v>
                </c:pt>
                <c:pt idx="2497">
                  <c:v>1.9656336655763553E-7</c:v>
                </c:pt>
                <c:pt idx="2498">
                  <c:v>1.3025283326108343E-6</c:v>
                </c:pt>
                <c:pt idx="2499">
                  <c:v>2.6916694611094091E-5</c:v>
                </c:pt>
                <c:pt idx="2500">
                  <c:v>4.4751354695583594E-6</c:v>
                </c:pt>
                <c:pt idx="2501">
                  <c:v>2.0769334484603552E-5</c:v>
                </c:pt>
                <c:pt idx="2502">
                  <c:v>2.2744008051900261E-7</c:v>
                </c:pt>
                <c:pt idx="2503">
                  <c:v>6.0396565143407683E-7</c:v>
                </c:pt>
                <c:pt idx="2504">
                  <c:v>0</c:v>
                </c:pt>
                <c:pt idx="2505">
                  <c:v>1.1463201815701217E-5</c:v>
                </c:pt>
                <c:pt idx="2506">
                  <c:v>1.6766868421807737E-5</c:v>
                </c:pt>
                <c:pt idx="2507">
                  <c:v>3.0643381974688049E-8</c:v>
                </c:pt>
                <c:pt idx="2508">
                  <c:v>0</c:v>
                </c:pt>
                <c:pt idx="2509">
                  <c:v>5.601546715373046E-7</c:v>
                </c:pt>
                <c:pt idx="2510">
                  <c:v>5.0375719638582065E-7</c:v>
                </c:pt>
                <c:pt idx="2511">
                  <c:v>4.1544397123971803E-5</c:v>
                </c:pt>
                <c:pt idx="2512">
                  <c:v>6.5620547257480631E-7</c:v>
                </c:pt>
                <c:pt idx="2513">
                  <c:v>4.2120721405207559E-6</c:v>
                </c:pt>
                <c:pt idx="2514">
                  <c:v>1.1744687844291025E-7</c:v>
                </c:pt>
                <c:pt idx="2515">
                  <c:v>3.9568190762428651E-5</c:v>
                </c:pt>
                <c:pt idx="2516">
                  <c:v>0</c:v>
                </c:pt>
                <c:pt idx="2517">
                  <c:v>0</c:v>
                </c:pt>
                <c:pt idx="2518">
                  <c:v>0</c:v>
                </c:pt>
                <c:pt idx="2519">
                  <c:v>4.9140841639408845E-6</c:v>
                </c:pt>
                <c:pt idx="2520">
                  <c:v>0</c:v>
                </c:pt>
                <c:pt idx="2521">
                  <c:v>0</c:v>
                </c:pt>
                <c:pt idx="2522">
                  <c:v>2.8252682726597226E-4</c:v>
                </c:pt>
                <c:pt idx="2523">
                  <c:v>0</c:v>
                </c:pt>
                <c:pt idx="2524">
                  <c:v>0</c:v>
                </c:pt>
                <c:pt idx="2525">
                  <c:v>1.8207975007444096E-6</c:v>
                </c:pt>
                <c:pt idx="2526">
                  <c:v>0</c:v>
                </c:pt>
                <c:pt idx="2527">
                  <c:v>0</c:v>
                </c:pt>
                <c:pt idx="2528">
                  <c:v>0</c:v>
                </c:pt>
                <c:pt idx="2529">
                  <c:v>0</c:v>
                </c:pt>
                <c:pt idx="2530">
                  <c:v>0</c:v>
                </c:pt>
                <c:pt idx="2531">
                  <c:v>9.6569764722375599E-8</c:v>
                </c:pt>
                <c:pt idx="2532">
                  <c:v>2.1487672369033469E-5</c:v>
                </c:pt>
                <c:pt idx="2533">
                  <c:v>1.94800122629856E-5</c:v>
                </c:pt>
                <c:pt idx="2534">
                  <c:v>9.0468495068367844E-7</c:v>
                </c:pt>
                <c:pt idx="2535">
                  <c:v>1.1802385546582863E-7</c:v>
                </c:pt>
                <c:pt idx="2536">
                  <c:v>5.6200222631993564E-6</c:v>
                </c:pt>
                <c:pt idx="2537">
                  <c:v>1.0101303815671481E-6</c:v>
                </c:pt>
                <c:pt idx="2538">
                  <c:v>2.9304788986207126E-6</c:v>
                </c:pt>
                <c:pt idx="2539">
                  <c:v>5.0676514838900733E-5</c:v>
                </c:pt>
                <c:pt idx="2540">
                  <c:v>2.8433950436079165E-6</c:v>
                </c:pt>
                <c:pt idx="2541">
                  <c:v>2.5896538135018814E-6</c:v>
                </c:pt>
                <c:pt idx="2542">
                  <c:v>9.1424821654714142E-7</c:v>
                </c:pt>
                <c:pt idx="2543">
                  <c:v>3.514134948905962E-6</c:v>
                </c:pt>
                <c:pt idx="2544">
                  <c:v>4.1907751465518172E-5</c:v>
                </c:pt>
                <c:pt idx="2545">
                  <c:v>0</c:v>
                </c:pt>
                <c:pt idx="2546">
                  <c:v>9.1618518310762342E-7</c:v>
                </c:pt>
                <c:pt idx="2547">
                  <c:v>1.1583198386432131E-6</c:v>
                </c:pt>
                <c:pt idx="2548">
                  <c:v>9.4913343898839579E-6</c:v>
                </c:pt>
                <c:pt idx="2549">
                  <c:v>1.4688838533518876E-7</c:v>
                </c:pt>
                <c:pt idx="2550">
                  <c:v>1.3301069010266299E-5</c:v>
                </c:pt>
                <c:pt idx="2551">
                  <c:v>2.2909198953006749E-5</c:v>
                </c:pt>
                <c:pt idx="2552">
                  <c:v>5.1975890195528523E-8</c:v>
                </c:pt>
                <c:pt idx="2553">
                  <c:v>9.1847450140624326E-6</c:v>
                </c:pt>
                <c:pt idx="2554">
                  <c:v>8.9643326373714585E-8</c:v>
                </c:pt>
                <c:pt idx="2555">
                  <c:v>1.8970869391244124E-6</c:v>
                </c:pt>
                <c:pt idx="2556">
                  <c:v>4.9378894159461433E-5</c:v>
                </c:pt>
                <c:pt idx="2557">
                  <c:v>3.8898085565685884E-6</c:v>
                </c:pt>
                <c:pt idx="2558">
                  <c:v>7.2072642436237894E-6</c:v>
                </c:pt>
                <c:pt idx="2559">
                  <c:v>5.5418234276516329E-5</c:v>
                </c:pt>
                <c:pt idx="2560">
                  <c:v>1.5565297958864461E-5</c:v>
                </c:pt>
                <c:pt idx="2561">
                  <c:v>4.0488199327214813E-4</c:v>
                </c:pt>
                <c:pt idx="2562">
                  <c:v>0</c:v>
                </c:pt>
                <c:pt idx="2563">
                  <c:v>8.2481630653612462E-7</c:v>
                </c:pt>
                <c:pt idx="2564">
                  <c:v>4.2421301583838346E-5</c:v>
                </c:pt>
                <c:pt idx="2565">
                  <c:v>3.9432164719768859E-7</c:v>
                </c:pt>
                <c:pt idx="2566">
                  <c:v>0</c:v>
                </c:pt>
                <c:pt idx="2567">
                  <c:v>1.5875161763098306E-7</c:v>
                </c:pt>
                <c:pt idx="2568">
                  <c:v>4.1984408390951116E-6</c:v>
                </c:pt>
                <c:pt idx="2569">
                  <c:v>4.6892261659722006E-6</c:v>
                </c:pt>
                <c:pt idx="2570">
                  <c:v>9.9540319233744459E-6</c:v>
                </c:pt>
                <c:pt idx="2571">
                  <c:v>9.0204543108501364E-6</c:v>
                </c:pt>
                <c:pt idx="2572">
                  <c:v>2.5996429686321691E-6</c:v>
                </c:pt>
                <c:pt idx="2573">
                  <c:v>9.3092738005208268E-6</c:v>
                </c:pt>
                <c:pt idx="2574">
                  <c:v>0</c:v>
                </c:pt>
                <c:pt idx="2575">
                  <c:v>6.1201108670347036E-6</c:v>
                </c:pt>
                <c:pt idx="2576">
                  <c:v>0</c:v>
                </c:pt>
                <c:pt idx="2577">
                  <c:v>6.4618926369447635E-7</c:v>
                </c:pt>
                <c:pt idx="2578">
                  <c:v>2.006235743514695E-6</c:v>
                </c:pt>
                <c:pt idx="2579">
                  <c:v>1.2020167428019073E-4</c:v>
                </c:pt>
                <c:pt idx="2580">
                  <c:v>2.0398085208811192E-6</c:v>
                </c:pt>
                <c:pt idx="2581">
                  <c:v>3.8156418214129165E-5</c:v>
                </c:pt>
                <c:pt idx="2582">
                  <c:v>3.395010060269261E-7</c:v>
                </c:pt>
                <c:pt idx="2583">
                  <c:v>1.0015176530787261E-4</c:v>
                </c:pt>
                <c:pt idx="2584">
                  <c:v>1.2265299209836184E-6</c:v>
                </c:pt>
                <c:pt idx="2585">
                  <c:v>2.7305575242103689E-6</c:v>
                </c:pt>
                <c:pt idx="2586">
                  <c:v>2.3760406946527268E-6</c:v>
                </c:pt>
                <c:pt idx="2587">
                  <c:v>2.0405489232480369E-5</c:v>
                </c:pt>
                <c:pt idx="2588">
                  <c:v>4.3200739902777003E-7</c:v>
                </c:pt>
                <c:pt idx="2589">
                  <c:v>2.1877683505166519E-5</c:v>
                </c:pt>
                <c:pt idx="2590">
                  <c:v>1.8417351210681281E-7</c:v>
                </c:pt>
                <c:pt idx="2591">
                  <c:v>1.3648936981366421E-5</c:v>
                </c:pt>
                <c:pt idx="2592">
                  <c:v>1.3550156602996012E-5</c:v>
                </c:pt>
                <c:pt idx="2593">
                  <c:v>4.1315866856063446E-6</c:v>
                </c:pt>
                <c:pt idx="2594">
                  <c:v>7.239498991520076E-7</c:v>
                </c:pt>
                <c:pt idx="2595">
                  <c:v>0</c:v>
                </c:pt>
                <c:pt idx="2596">
                  <c:v>3.7999947840667701E-7</c:v>
                </c:pt>
                <c:pt idx="2597">
                  <c:v>1.3154959819399165E-5</c:v>
                </c:pt>
                <c:pt idx="2598">
                  <c:v>2.0553203727509448E-7</c:v>
                </c:pt>
                <c:pt idx="2599">
                  <c:v>9.1910607104526535E-7</c:v>
                </c:pt>
                <c:pt idx="2600">
                  <c:v>4.5348092116904132E-8</c:v>
                </c:pt>
                <c:pt idx="2601">
                  <c:v>2.1645370722120655E-5</c:v>
                </c:pt>
                <c:pt idx="2602">
                  <c:v>2.2573791616694501E-4</c:v>
                </c:pt>
                <c:pt idx="2603">
                  <c:v>2.2997913887243328E-4</c:v>
                </c:pt>
                <c:pt idx="2604">
                  <c:v>3.4277144029610549E-5</c:v>
                </c:pt>
                <c:pt idx="2605">
                  <c:v>5.6441227710215366E-5</c:v>
                </c:pt>
                <c:pt idx="2606">
                  <c:v>2.0690880690277312E-7</c:v>
                </c:pt>
                <c:pt idx="2607">
                  <c:v>5.9977726272787428E-6</c:v>
                </c:pt>
                <c:pt idx="2608">
                  <c:v>1.7854641058084106E-7</c:v>
                </c:pt>
                <c:pt idx="2609">
                  <c:v>0</c:v>
                </c:pt>
                <c:pt idx="2610">
                  <c:v>3.9246356386237656E-5</c:v>
                </c:pt>
                <c:pt idx="2611">
                  <c:v>0</c:v>
                </c:pt>
                <c:pt idx="2612">
                  <c:v>5.1938269372135813E-5</c:v>
                </c:pt>
                <c:pt idx="2613">
                  <c:v>2.3881333543039668E-5</c:v>
                </c:pt>
                <c:pt idx="2614">
                  <c:v>6.9800215506761893E-5</c:v>
                </c:pt>
                <c:pt idx="2615">
                  <c:v>0</c:v>
                </c:pt>
                <c:pt idx="2616">
                  <c:v>0</c:v>
                </c:pt>
                <c:pt idx="2617">
                  <c:v>0</c:v>
                </c:pt>
                <c:pt idx="2618">
                  <c:v>8.0739246905675564E-8</c:v>
                </c:pt>
                <c:pt idx="2619">
                  <c:v>0</c:v>
                </c:pt>
                <c:pt idx="2620">
                  <c:v>1.8856340126777345E-6</c:v>
                </c:pt>
                <c:pt idx="2621">
                  <c:v>5.9729199782706919E-7</c:v>
                </c:pt>
                <c:pt idx="2622">
                  <c:v>2.4106827974049565E-6</c:v>
                </c:pt>
                <c:pt idx="2623">
                  <c:v>6.5879440822832543E-6</c:v>
                </c:pt>
                <c:pt idx="2624">
                  <c:v>1.8672387523686707E-5</c:v>
                </c:pt>
                <c:pt idx="2625">
                  <c:v>3.5920370049967816E-5</c:v>
                </c:pt>
                <c:pt idx="2626">
                  <c:v>7.1734544393166967E-5</c:v>
                </c:pt>
                <c:pt idx="2627">
                  <c:v>2.9700508683159212E-7</c:v>
                </c:pt>
                <c:pt idx="2628">
                  <c:v>1.2464277992887014E-5</c:v>
                </c:pt>
                <c:pt idx="2629">
                  <c:v>1.4595194874028413E-4</c:v>
                </c:pt>
                <c:pt idx="2630">
                  <c:v>8.9511376675280485E-7</c:v>
                </c:pt>
                <c:pt idx="2631">
                  <c:v>2.2082012243070528E-7</c:v>
                </c:pt>
                <c:pt idx="2632">
                  <c:v>1.3220417686863172E-5</c:v>
                </c:pt>
                <c:pt idx="2633">
                  <c:v>3.9380587604019789E-5</c:v>
                </c:pt>
                <c:pt idx="2634">
                  <c:v>0</c:v>
                </c:pt>
                <c:pt idx="2635">
                  <c:v>2.5729693284266594E-5</c:v>
                </c:pt>
                <c:pt idx="2636">
                  <c:v>2.1282406783245462E-5</c:v>
                </c:pt>
                <c:pt idx="2637">
                  <c:v>4.4059032748527579E-7</c:v>
                </c:pt>
                <c:pt idx="2638">
                  <c:v>1.0880979767360531E-5</c:v>
                </c:pt>
                <c:pt idx="2639">
                  <c:v>4.5747064678090734E-6</c:v>
                </c:pt>
                <c:pt idx="2640">
                  <c:v>1.9941506306727942E-5</c:v>
                </c:pt>
                <c:pt idx="2641">
                  <c:v>1.3415267987863173E-4</c:v>
                </c:pt>
                <c:pt idx="2642">
                  <c:v>2.8586739607540611E-5</c:v>
                </c:pt>
                <c:pt idx="2643">
                  <c:v>1.2344034621759375E-5</c:v>
                </c:pt>
                <c:pt idx="2644">
                  <c:v>3.5086361576210747E-5</c:v>
                </c:pt>
                <c:pt idx="2645">
                  <c:v>3.6437428920357137E-8</c:v>
                </c:pt>
                <c:pt idx="2646">
                  <c:v>4.6322188649059462E-5</c:v>
                </c:pt>
                <c:pt idx="2647">
                  <c:v>4.9682176348517818E-6</c:v>
                </c:pt>
                <c:pt idx="2648">
                  <c:v>2.3767719852325292E-5</c:v>
                </c:pt>
                <c:pt idx="2649">
                  <c:v>1.4414646880893176E-5</c:v>
                </c:pt>
                <c:pt idx="2650">
                  <c:v>1.7490443854166427E-6</c:v>
                </c:pt>
                <c:pt idx="2651">
                  <c:v>2.591908114230008E-5</c:v>
                </c:pt>
                <c:pt idx="2652">
                  <c:v>4.4506301112346522E-7</c:v>
                </c:pt>
                <c:pt idx="2653">
                  <c:v>2.7087927024497412E-5</c:v>
                </c:pt>
                <c:pt idx="2654">
                  <c:v>1.3828004275275465E-5</c:v>
                </c:pt>
                <c:pt idx="2655">
                  <c:v>2.3832847211608256E-5</c:v>
                </c:pt>
                <c:pt idx="2656">
                  <c:v>4.6950983694807154E-6</c:v>
                </c:pt>
                <c:pt idx="2657">
                  <c:v>4.4003717052214485E-5</c:v>
                </c:pt>
                <c:pt idx="2658">
                  <c:v>9.7610052057680763E-6</c:v>
                </c:pt>
                <c:pt idx="2659">
                  <c:v>2.6540880099844298E-7</c:v>
                </c:pt>
                <c:pt idx="2660">
                  <c:v>3.4062008040466811E-5</c:v>
                </c:pt>
                <c:pt idx="2661">
                  <c:v>7.9675778602692507E-7</c:v>
                </c:pt>
                <c:pt idx="2662">
                  <c:v>1.1250574293254771E-5</c:v>
                </c:pt>
                <c:pt idx="2663">
                  <c:v>2.4624223357410401E-5</c:v>
                </c:pt>
                <c:pt idx="2664">
                  <c:v>5.8947574485659399E-8</c:v>
                </c:pt>
                <c:pt idx="2665">
                  <c:v>7.8720765733033638E-7</c:v>
                </c:pt>
                <c:pt idx="2666">
                  <c:v>0</c:v>
                </c:pt>
                <c:pt idx="2667">
                  <c:v>1.8404809602774776E-5</c:v>
                </c:pt>
                <c:pt idx="2668">
                  <c:v>2.7644526450487358E-6</c:v>
                </c:pt>
                <c:pt idx="2669">
                  <c:v>6.8890214648344806E-5</c:v>
                </c:pt>
                <c:pt idx="2670">
                  <c:v>2.1871935296153094E-6</c:v>
                </c:pt>
                <c:pt idx="2671">
                  <c:v>1.1330281224874237E-5</c:v>
                </c:pt>
                <c:pt idx="2672">
                  <c:v>0</c:v>
                </c:pt>
                <c:pt idx="2673">
                  <c:v>8.3793350029508683E-6</c:v>
                </c:pt>
                <c:pt idx="2674">
                  <c:v>0</c:v>
                </c:pt>
                <c:pt idx="2675">
                  <c:v>0</c:v>
                </c:pt>
                <c:pt idx="2676">
                  <c:v>1.9444217914873954E-7</c:v>
                </c:pt>
                <c:pt idx="2677">
                  <c:v>4.4306689537540726E-5</c:v>
                </c:pt>
                <c:pt idx="2678">
                  <c:v>1.9331885431734402E-6</c:v>
                </c:pt>
                <c:pt idx="2679">
                  <c:v>1.3183345659002252E-5</c:v>
                </c:pt>
                <c:pt idx="2680">
                  <c:v>8.1244878461948494E-7</c:v>
                </c:pt>
                <c:pt idx="2681">
                  <c:v>0</c:v>
                </c:pt>
                <c:pt idx="2682">
                  <c:v>2.6175131232990084E-5</c:v>
                </c:pt>
                <c:pt idx="2683">
                  <c:v>7.0077959177873946E-6</c:v>
                </c:pt>
                <c:pt idx="2684">
                  <c:v>0</c:v>
                </c:pt>
                <c:pt idx="2685">
                  <c:v>9.2008384346127215E-7</c:v>
                </c:pt>
                <c:pt idx="2686">
                  <c:v>3.3812886808519654E-6</c:v>
                </c:pt>
                <c:pt idx="2687">
                  <c:v>3.6441523013494158E-6</c:v>
                </c:pt>
                <c:pt idx="2688">
                  <c:v>1.3638753356606224E-6</c:v>
                </c:pt>
                <c:pt idx="2689">
                  <c:v>2.4661618373364501E-6</c:v>
                </c:pt>
                <c:pt idx="2690">
                  <c:v>1.4818145683543621E-5</c:v>
                </c:pt>
                <c:pt idx="2691">
                  <c:v>5.0982880443304498E-6</c:v>
                </c:pt>
                <c:pt idx="2692">
                  <c:v>0</c:v>
                </c:pt>
                <c:pt idx="2693">
                  <c:v>0</c:v>
                </c:pt>
                <c:pt idx="2694">
                  <c:v>2.0440938328997778E-6</c:v>
                </c:pt>
                <c:pt idx="2695">
                  <c:v>1.153458323968094E-5</c:v>
                </c:pt>
                <c:pt idx="2696">
                  <c:v>0</c:v>
                </c:pt>
                <c:pt idx="2697">
                  <c:v>4.2066090119338524E-7</c:v>
                </c:pt>
                <c:pt idx="2698">
                  <c:v>4.8978927828405972E-7</c:v>
                </c:pt>
                <c:pt idx="2699">
                  <c:v>0</c:v>
                </c:pt>
                <c:pt idx="2700">
                  <c:v>0</c:v>
                </c:pt>
                <c:pt idx="2701">
                  <c:v>0</c:v>
                </c:pt>
                <c:pt idx="2702">
                  <c:v>1.6924475046920958E-5</c:v>
                </c:pt>
                <c:pt idx="2703">
                  <c:v>5.2407822801031781E-7</c:v>
                </c:pt>
                <c:pt idx="2704">
                  <c:v>0</c:v>
                </c:pt>
                <c:pt idx="2705">
                  <c:v>3.7493678603917987E-5</c:v>
                </c:pt>
                <c:pt idx="2706">
                  <c:v>1.3134262773994372E-4</c:v>
                </c:pt>
                <c:pt idx="2707">
                  <c:v>3.0327126334684931E-5</c:v>
                </c:pt>
                <c:pt idx="2708">
                  <c:v>1.7160293905825271E-6</c:v>
                </c:pt>
                <c:pt idx="2709">
                  <c:v>1.9764141061553878E-7</c:v>
                </c:pt>
                <c:pt idx="2710">
                  <c:v>1.3899838063718503E-5</c:v>
                </c:pt>
                <c:pt idx="2711">
                  <c:v>1.2116919856292557E-6</c:v>
                </c:pt>
                <c:pt idx="2712">
                  <c:v>0</c:v>
                </c:pt>
                <c:pt idx="2713">
                  <c:v>2.3420678424328347E-6</c:v>
                </c:pt>
                <c:pt idx="2714">
                  <c:v>1.9051008922994001E-5</c:v>
                </c:pt>
                <c:pt idx="2715">
                  <c:v>2.9022778954818638E-7</c:v>
                </c:pt>
                <c:pt idx="2716">
                  <c:v>1.8089570545690441E-5</c:v>
                </c:pt>
                <c:pt idx="2717">
                  <c:v>4.5392519918838266E-7</c:v>
                </c:pt>
                <c:pt idx="2718">
                  <c:v>0</c:v>
                </c:pt>
                <c:pt idx="2719">
                  <c:v>0</c:v>
                </c:pt>
                <c:pt idx="2720">
                  <c:v>0</c:v>
                </c:pt>
                <c:pt idx="2721">
                  <c:v>1.5518791095481985E-6</c:v>
                </c:pt>
                <c:pt idx="2722">
                  <c:v>0</c:v>
                </c:pt>
                <c:pt idx="2723">
                  <c:v>0</c:v>
                </c:pt>
                <c:pt idx="2724">
                  <c:v>1.4537064264170436E-6</c:v>
                </c:pt>
                <c:pt idx="2725">
                  <c:v>5.7125416965230951E-7</c:v>
                </c:pt>
                <c:pt idx="2726">
                  <c:v>1.1716823816960578E-5</c:v>
                </c:pt>
                <c:pt idx="2727">
                  <c:v>9.3036843449996378E-5</c:v>
                </c:pt>
                <c:pt idx="2728">
                  <c:v>1.2371864651909208E-5</c:v>
                </c:pt>
                <c:pt idx="2729">
                  <c:v>7.6378186748470992E-7</c:v>
                </c:pt>
                <c:pt idx="2730">
                  <c:v>2.4239755894785261E-5</c:v>
                </c:pt>
                <c:pt idx="2731">
                  <c:v>3.3495704649197407E-5</c:v>
                </c:pt>
                <c:pt idx="2732">
                  <c:v>2.8829293761786412E-5</c:v>
                </c:pt>
                <c:pt idx="2733">
                  <c:v>1.5032824424994729E-3</c:v>
                </c:pt>
                <c:pt idx="2734">
                  <c:v>1.4987879366103178E-5</c:v>
                </c:pt>
                <c:pt idx="2735">
                  <c:v>5.5935348382072796E-5</c:v>
                </c:pt>
                <c:pt idx="2736">
                  <c:v>1.2898789176159921E-5</c:v>
                </c:pt>
                <c:pt idx="2737">
                  <c:v>3.8072434901845623E-6</c:v>
                </c:pt>
                <c:pt idx="2738">
                  <c:v>1.0535219547590011E-5</c:v>
                </c:pt>
                <c:pt idx="2739">
                  <c:v>5.1040156440875688E-5</c:v>
                </c:pt>
                <c:pt idx="2740">
                  <c:v>1.2229621222477277E-7</c:v>
                </c:pt>
                <c:pt idx="2741">
                  <c:v>1.1099574086930157E-7</c:v>
                </c:pt>
                <c:pt idx="2742">
                  <c:v>2.4977103647065021E-4</c:v>
                </c:pt>
                <c:pt idx="2743">
                  <c:v>2.2941999031231811E-5</c:v>
                </c:pt>
                <c:pt idx="2744">
                  <c:v>4.2256771328903639E-4</c:v>
                </c:pt>
                <c:pt idx="2745">
                  <c:v>1.775850033447867E-5</c:v>
                </c:pt>
                <c:pt idx="2746">
                  <c:v>1.4968249982620411E-6</c:v>
                </c:pt>
                <c:pt idx="2747">
                  <c:v>2.6164006072252475E-6</c:v>
                </c:pt>
                <c:pt idx="2748">
                  <c:v>2.4386142663556617E-5</c:v>
                </c:pt>
                <c:pt idx="2749">
                  <c:v>3.9746268973051295E-7</c:v>
                </c:pt>
                <c:pt idx="2750">
                  <c:v>1.1424159432236906E-6</c:v>
                </c:pt>
                <c:pt idx="2751">
                  <c:v>2.470333961701678E-6</c:v>
                </c:pt>
                <c:pt idx="2752">
                  <c:v>7.018109698573338E-5</c:v>
                </c:pt>
                <c:pt idx="2753">
                  <c:v>1.6236773708140072E-5</c:v>
                </c:pt>
                <c:pt idx="2754">
                  <c:v>1.7499796123386509E-6</c:v>
                </c:pt>
                <c:pt idx="2755">
                  <c:v>3.2080074660741719E-7</c:v>
                </c:pt>
                <c:pt idx="2756">
                  <c:v>2.6693790520172782E-6</c:v>
                </c:pt>
                <c:pt idx="2757">
                  <c:v>0</c:v>
                </c:pt>
                <c:pt idx="2758">
                  <c:v>4.4456387576586774E-5</c:v>
                </c:pt>
                <c:pt idx="2759">
                  <c:v>4.0226921528074197E-6</c:v>
                </c:pt>
                <c:pt idx="2760">
                  <c:v>3.0828199872222861E-5</c:v>
                </c:pt>
                <c:pt idx="2761">
                  <c:v>3.5050487284741903E-6</c:v>
                </c:pt>
                <c:pt idx="2762">
                  <c:v>0</c:v>
                </c:pt>
                <c:pt idx="2763">
                  <c:v>0</c:v>
                </c:pt>
                <c:pt idx="2764">
                  <c:v>2.6475882026130495E-6</c:v>
                </c:pt>
                <c:pt idx="2765">
                  <c:v>2.3811976961604212E-5</c:v>
                </c:pt>
                <c:pt idx="2766">
                  <c:v>6.3324451440840092E-5</c:v>
                </c:pt>
                <c:pt idx="2767">
                  <c:v>0</c:v>
                </c:pt>
                <c:pt idx="2768">
                  <c:v>2.293547359265634E-5</c:v>
                </c:pt>
                <c:pt idx="2769">
                  <c:v>0</c:v>
                </c:pt>
                <c:pt idx="2770">
                  <c:v>0</c:v>
                </c:pt>
                <c:pt idx="2771">
                  <c:v>3.4104054134605419E-7</c:v>
                </c:pt>
                <c:pt idx="2772">
                  <c:v>1.6110408199612146E-5</c:v>
                </c:pt>
                <c:pt idx="2773">
                  <c:v>2.4459242444954698E-6</c:v>
                </c:pt>
                <c:pt idx="2774">
                  <c:v>6.6460974348380819E-6</c:v>
                </c:pt>
                <c:pt idx="2775">
                  <c:v>6.7881710185137664E-8</c:v>
                </c:pt>
                <c:pt idx="2776">
                  <c:v>0</c:v>
                </c:pt>
                <c:pt idx="2777">
                  <c:v>3.6897560275324066E-7</c:v>
                </c:pt>
                <c:pt idx="2778">
                  <c:v>2.5667473486637258E-5</c:v>
                </c:pt>
                <c:pt idx="2779">
                  <c:v>1.8015196798652514E-7</c:v>
                </c:pt>
                <c:pt idx="2780">
                  <c:v>5.5534121145382138E-5</c:v>
                </c:pt>
                <c:pt idx="2781">
                  <c:v>7.9288486693582385E-8</c:v>
                </c:pt>
                <c:pt idx="2782">
                  <c:v>9.3736865554942202E-7</c:v>
                </c:pt>
                <c:pt idx="2783">
                  <c:v>0</c:v>
                </c:pt>
                <c:pt idx="2784">
                  <c:v>0</c:v>
                </c:pt>
                <c:pt idx="2785">
                  <c:v>0</c:v>
                </c:pt>
                <c:pt idx="2786">
                  <c:v>1.3947972433712232E-6</c:v>
                </c:pt>
                <c:pt idx="2787">
                  <c:v>7.8258828160858428E-6</c:v>
                </c:pt>
                <c:pt idx="2788">
                  <c:v>2.1917908324027176E-5</c:v>
                </c:pt>
                <c:pt idx="2789">
                  <c:v>1.0056730382018559E-7</c:v>
                </c:pt>
                <c:pt idx="2790">
                  <c:v>3.5147875927602994E-6</c:v>
                </c:pt>
                <c:pt idx="2791">
                  <c:v>3.0389087640689112E-5</c:v>
                </c:pt>
                <c:pt idx="2792">
                  <c:v>1.339260980844388E-5</c:v>
                </c:pt>
                <c:pt idx="2793">
                  <c:v>6.7973259992236278E-6</c:v>
                </c:pt>
                <c:pt idx="2794">
                  <c:v>0</c:v>
                </c:pt>
                <c:pt idx="2795">
                  <c:v>1.5378357269800754E-7</c:v>
                </c:pt>
                <c:pt idx="2796">
                  <c:v>1.0590352810452161E-4</c:v>
                </c:pt>
                <c:pt idx="2797">
                  <c:v>1.1711571266982502E-5</c:v>
                </c:pt>
                <c:pt idx="2798">
                  <c:v>4.9820208113686505E-7</c:v>
                </c:pt>
                <c:pt idx="2799">
                  <c:v>0</c:v>
                </c:pt>
                <c:pt idx="2800">
                  <c:v>0</c:v>
                </c:pt>
                <c:pt idx="2801">
                  <c:v>0</c:v>
                </c:pt>
                <c:pt idx="2802">
                  <c:v>0</c:v>
                </c:pt>
                <c:pt idx="2803">
                  <c:v>1.467673136963668E-5</c:v>
                </c:pt>
                <c:pt idx="2804">
                  <c:v>4.5374572754636594E-6</c:v>
                </c:pt>
                <c:pt idx="2805">
                  <c:v>0</c:v>
                </c:pt>
                <c:pt idx="2806">
                  <c:v>1.178448619409521E-5</c:v>
                </c:pt>
                <c:pt idx="2807">
                  <c:v>1.1305423844791007E-5</c:v>
                </c:pt>
                <c:pt idx="2808">
                  <c:v>7.4469969040244384E-6</c:v>
                </c:pt>
                <c:pt idx="2809">
                  <c:v>3.4293816682312359E-6</c:v>
                </c:pt>
                <c:pt idx="2810">
                  <c:v>1.4775657715119481E-4</c:v>
                </c:pt>
                <c:pt idx="2811">
                  <c:v>1.5863514542435717E-7</c:v>
                </c:pt>
                <c:pt idx="2812">
                  <c:v>2.667732303681667E-7</c:v>
                </c:pt>
                <c:pt idx="2813">
                  <c:v>0</c:v>
                </c:pt>
                <c:pt idx="2814">
                  <c:v>1.4048928736019044E-5</c:v>
                </c:pt>
                <c:pt idx="2815">
                  <c:v>1.1225115640614914E-5</c:v>
                </c:pt>
                <c:pt idx="2816">
                  <c:v>1.0004195223306524E-5</c:v>
                </c:pt>
                <c:pt idx="2817">
                  <c:v>1.0215263482338499E-5</c:v>
                </c:pt>
                <c:pt idx="2818">
                  <c:v>8.4910963393761303E-6</c:v>
                </c:pt>
                <c:pt idx="2819">
                  <c:v>0</c:v>
                </c:pt>
                <c:pt idx="2820">
                  <c:v>5.4549248995923132E-5</c:v>
                </c:pt>
                <c:pt idx="2821">
                  <c:v>4.1078009246068723E-6</c:v>
                </c:pt>
                <c:pt idx="2822">
                  <c:v>1.0857959248139462E-6</c:v>
                </c:pt>
                <c:pt idx="2823">
                  <c:v>1.6691544784882269E-5</c:v>
                </c:pt>
                <c:pt idx="2824">
                  <c:v>0</c:v>
                </c:pt>
                <c:pt idx="2825">
                  <c:v>9.2702892078208566E-6</c:v>
                </c:pt>
                <c:pt idx="2826">
                  <c:v>0</c:v>
                </c:pt>
                <c:pt idx="2827">
                  <c:v>1.5677973436028201E-5</c:v>
                </c:pt>
                <c:pt idx="2828">
                  <c:v>1.7839655660541255E-7</c:v>
                </c:pt>
                <c:pt idx="2829">
                  <c:v>0</c:v>
                </c:pt>
                <c:pt idx="2830">
                  <c:v>1.1356076849443233E-7</c:v>
                </c:pt>
                <c:pt idx="2831">
                  <c:v>9.5484342282681591E-5</c:v>
                </c:pt>
                <c:pt idx="2832">
                  <c:v>3.5279519575703289E-6</c:v>
                </c:pt>
                <c:pt idx="2833">
                  <c:v>9.1431980998618153E-6</c:v>
                </c:pt>
                <c:pt idx="2834">
                  <c:v>1.757024016230236E-6</c:v>
                </c:pt>
                <c:pt idx="2835">
                  <c:v>4.5131247350045355E-6</c:v>
                </c:pt>
                <c:pt idx="2836">
                  <c:v>4.9498049170760392E-5</c:v>
                </c:pt>
                <c:pt idx="2837">
                  <c:v>8.2273288745146055E-5</c:v>
                </c:pt>
                <c:pt idx="2838">
                  <c:v>0</c:v>
                </c:pt>
                <c:pt idx="2839">
                  <c:v>7.7676100683258524E-6</c:v>
                </c:pt>
                <c:pt idx="2840">
                  <c:v>0</c:v>
                </c:pt>
                <c:pt idx="2841">
                  <c:v>0</c:v>
                </c:pt>
                <c:pt idx="2842">
                  <c:v>2.3180567228933398E-5</c:v>
                </c:pt>
                <c:pt idx="2843">
                  <c:v>1.7665008432467214E-6</c:v>
                </c:pt>
                <c:pt idx="2844">
                  <c:v>1.6698869393716237E-5</c:v>
                </c:pt>
                <c:pt idx="2845">
                  <c:v>1.4516517176871229E-5</c:v>
                </c:pt>
                <c:pt idx="2846">
                  <c:v>5.6465571349421274E-7</c:v>
                </c:pt>
                <c:pt idx="2847">
                  <c:v>7.5236323061715599E-5</c:v>
                </c:pt>
                <c:pt idx="2848">
                  <c:v>4.3902477809827349E-7</c:v>
                </c:pt>
                <c:pt idx="2849">
                  <c:v>3.8222318763721859E-6</c:v>
                </c:pt>
                <c:pt idx="2850">
                  <c:v>4.3381660198866682E-5</c:v>
                </c:pt>
                <c:pt idx="2851">
                  <c:v>4.2443576065445639E-7</c:v>
                </c:pt>
                <c:pt idx="2852">
                  <c:v>4.5680218988746273E-6</c:v>
                </c:pt>
                <c:pt idx="2853">
                  <c:v>1.6777841614575278E-5</c:v>
                </c:pt>
                <c:pt idx="2854">
                  <c:v>4.8686114542190407E-6</c:v>
                </c:pt>
                <c:pt idx="2855">
                  <c:v>1.4309663702216627E-5</c:v>
                </c:pt>
                <c:pt idx="2856">
                  <c:v>1.0101173003656268E-4</c:v>
                </c:pt>
                <c:pt idx="2857">
                  <c:v>1.7112360123965406E-5</c:v>
                </c:pt>
                <c:pt idx="2858">
                  <c:v>1.2761377397504835E-5</c:v>
                </c:pt>
                <c:pt idx="2859">
                  <c:v>1.0767913506643341E-7</c:v>
                </c:pt>
                <c:pt idx="2860">
                  <c:v>1.2547093151890615E-5</c:v>
                </c:pt>
                <c:pt idx="2861">
                  <c:v>2.2399298640084567E-3</c:v>
                </c:pt>
                <c:pt idx="2862">
                  <c:v>2.2728817334154768E-4</c:v>
                </c:pt>
                <c:pt idx="2863">
                  <c:v>0</c:v>
                </c:pt>
                <c:pt idx="2864">
                  <c:v>1.6892164313198519E-5</c:v>
                </c:pt>
                <c:pt idx="2865">
                  <c:v>0</c:v>
                </c:pt>
                <c:pt idx="2866">
                  <c:v>7.1335638249600625E-5</c:v>
                </c:pt>
                <c:pt idx="2867">
                  <c:v>1.5299519768145804E-5</c:v>
                </c:pt>
                <c:pt idx="2868">
                  <c:v>1.0010171445064787E-6</c:v>
                </c:pt>
                <c:pt idx="2869">
                  <c:v>7.3121029765200402E-5</c:v>
                </c:pt>
                <c:pt idx="2870">
                  <c:v>1.4194423109101733E-4</c:v>
                </c:pt>
                <c:pt idx="2871">
                  <c:v>1.091695871989232E-5</c:v>
                </c:pt>
                <c:pt idx="2872">
                  <c:v>1.7055498217850739E-5</c:v>
                </c:pt>
                <c:pt idx="2873">
                  <c:v>9.0392649977003031E-5</c:v>
                </c:pt>
                <c:pt idx="2874">
                  <c:v>1.3136069454033928E-6</c:v>
                </c:pt>
                <c:pt idx="2875">
                  <c:v>5.5412532858380151E-6</c:v>
                </c:pt>
                <c:pt idx="2876">
                  <c:v>1.9551326546996986E-5</c:v>
                </c:pt>
                <c:pt idx="2877">
                  <c:v>1.9294674527782549E-5</c:v>
                </c:pt>
                <c:pt idx="2878">
                  <c:v>6.2891129497789098E-7</c:v>
                </c:pt>
                <c:pt idx="2879">
                  <c:v>4.0808264144030894E-5</c:v>
                </c:pt>
                <c:pt idx="2880">
                  <c:v>4.4749807169658584E-6</c:v>
                </c:pt>
                <c:pt idx="2881">
                  <c:v>7.0326464761365343E-5</c:v>
                </c:pt>
                <c:pt idx="2882">
                  <c:v>3.3819557332648242E-6</c:v>
                </c:pt>
                <c:pt idx="2883">
                  <c:v>2.1305981930656177E-5</c:v>
                </c:pt>
                <c:pt idx="2884">
                  <c:v>4.5744648070535774E-7</c:v>
                </c:pt>
                <c:pt idx="2885">
                  <c:v>3.0908877205077453E-5</c:v>
                </c:pt>
                <c:pt idx="2886">
                  <c:v>1.9249775735725227E-5</c:v>
                </c:pt>
                <c:pt idx="2887">
                  <c:v>2.6996923395571198E-5</c:v>
                </c:pt>
                <c:pt idx="2888">
                  <c:v>1.9082735372570391E-5</c:v>
                </c:pt>
                <c:pt idx="2889">
                  <c:v>1.937692025089169E-5</c:v>
                </c:pt>
                <c:pt idx="2890">
                  <c:v>8.7871388249284518E-6</c:v>
                </c:pt>
                <c:pt idx="2891">
                  <c:v>1.4583733647824478E-6</c:v>
                </c:pt>
                <c:pt idx="2892">
                  <c:v>1.7030415616321088E-3</c:v>
                </c:pt>
                <c:pt idx="2893">
                  <c:v>1.1880207482533918E-6</c:v>
                </c:pt>
                <c:pt idx="2894">
                  <c:v>8.0200186651854179E-8</c:v>
                </c:pt>
                <c:pt idx="2895">
                  <c:v>8.8037338441937936E-8</c:v>
                </c:pt>
                <c:pt idx="2896">
                  <c:v>1.2849710117927743E-5</c:v>
                </c:pt>
                <c:pt idx="2897">
                  <c:v>0</c:v>
                </c:pt>
                <c:pt idx="2898">
                  <c:v>0</c:v>
                </c:pt>
                <c:pt idx="2899">
                  <c:v>1.4550451091076614E-7</c:v>
                </c:pt>
                <c:pt idx="2900">
                  <c:v>0</c:v>
                </c:pt>
                <c:pt idx="2901">
                  <c:v>1.7604813554891687E-5</c:v>
                </c:pt>
                <c:pt idx="2902">
                  <c:v>3.8976043360764043E-5</c:v>
                </c:pt>
                <c:pt idx="2903">
                  <c:v>0</c:v>
                </c:pt>
                <c:pt idx="2904">
                  <c:v>0</c:v>
                </c:pt>
                <c:pt idx="2905">
                  <c:v>4.7817818979886276E-6</c:v>
                </c:pt>
                <c:pt idx="2906">
                  <c:v>6.8203938279297437E-6</c:v>
                </c:pt>
                <c:pt idx="2907">
                  <c:v>0</c:v>
                </c:pt>
                <c:pt idx="2908">
                  <c:v>1.1831571061384858E-5</c:v>
                </c:pt>
                <c:pt idx="2909">
                  <c:v>3.9099403836057602E-7</c:v>
                </c:pt>
                <c:pt idx="2910">
                  <c:v>1.4057627763100181E-5</c:v>
                </c:pt>
                <c:pt idx="2911">
                  <c:v>0</c:v>
                </c:pt>
                <c:pt idx="2912">
                  <c:v>2.6145066894002254E-7</c:v>
                </c:pt>
                <c:pt idx="2913">
                  <c:v>0</c:v>
                </c:pt>
                <c:pt idx="2914">
                  <c:v>0</c:v>
                </c:pt>
                <c:pt idx="2915">
                  <c:v>2.0141231558538189E-5</c:v>
                </c:pt>
                <c:pt idx="2916">
                  <c:v>4.6893383909258014E-5</c:v>
                </c:pt>
                <c:pt idx="2917">
                  <c:v>3.7279259174724031E-7</c:v>
                </c:pt>
                <c:pt idx="2918">
                  <c:v>6.1777058060970929E-7</c:v>
                </c:pt>
                <c:pt idx="2919">
                  <c:v>1.7501226897331672E-6</c:v>
                </c:pt>
                <c:pt idx="2920">
                  <c:v>3.3888492659675389E-5</c:v>
                </c:pt>
                <c:pt idx="2921">
                  <c:v>3.7825669120074497E-5</c:v>
                </c:pt>
                <c:pt idx="2922">
                  <c:v>0</c:v>
                </c:pt>
                <c:pt idx="2923">
                  <c:v>1.7214944523359661E-7</c:v>
                </c:pt>
                <c:pt idx="2924">
                  <c:v>6.0906958651661674E-7</c:v>
                </c:pt>
                <c:pt idx="2925">
                  <c:v>8.1787452954633553E-5</c:v>
                </c:pt>
                <c:pt idx="2926">
                  <c:v>1.2540742786377035E-5</c:v>
                </c:pt>
                <c:pt idx="2927">
                  <c:v>2.8124518591410642E-5</c:v>
                </c:pt>
                <c:pt idx="2928">
                  <c:v>1.9818019849335702E-5</c:v>
                </c:pt>
                <c:pt idx="2929">
                  <c:v>2.2219051757945611E-4</c:v>
                </c:pt>
                <c:pt idx="2930">
                  <c:v>3.0888529030485402E-6</c:v>
                </c:pt>
                <c:pt idx="2931">
                  <c:v>4.9414361418345166E-4</c:v>
                </c:pt>
                <c:pt idx="2932">
                  <c:v>0</c:v>
                </c:pt>
                <c:pt idx="2933">
                  <c:v>2.1903583143082518E-5</c:v>
                </c:pt>
                <c:pt idx="2934">
                  <c:v>1.3330437929309371E-7</c:v>
                </c:pt>
                <c:pt idx="2935">
                  <c:v>2.0799146926447403E-5</c:v>
                </c:pt>
                <c:pt idx="2936">
                  <c:v>1.1497870958155288E-5</c:v>
                </c:pt>
                <c:pt idx="2937">
                  <c:v>7.1225313999707634E-5</c:v>
                </c:pt>
                <c:pt idx="2938">
                  <c:v>1.7722926492901468E-6</c:v>
                </c:pt>
                <c:pt idx="2939">
                  <c:v>1.8628159046077449E-6</c:v>
                </c:pt>
                <c:pt idx="2940">
                  <c:v>5.6899921898262943E-6</c:v>
                </c:pt>
                <c:pt idx="2941">
                  <c:v>6.3972866915799057E-6</c:v>
                </c:pt>
                <c:pt idx="2942">
                  <c:v>1.4167730702083312E-6</c:v>
                </c:pt>
                <c:pt idx="2943">
                  <c:v>0</c:v>
                </c:pt>
                <c:pt idx="2944">
                  <c:v>3.0428269491951798E-6</c:v>
                </c:pt>
                <c:pt idx="2945">
                  <c:v>1.0334407220225481E-5</c:v>
                </c:pt>
                <c:pt idx="2946">
                  <c:v>5.091705049935192E-5</c:v>
                </c:pt>
                <c:pt idx="2947">
                  <c:v>0</c:v>
                </c:pt>
                <c:pt idx="2948">
                  <c:v>0</c:v>
                </c:pt>
                <c:pt idx="2949">
                  <c:v>5.1148746996717824E-6</c:v>
                </c:pt>
                <c:pt idx="2950">
                  <c:v>2.514182595504632E-7</c:v>
                </c:pt>
                <c:pt idx="2951">
                  <c:v>0</c:v>
                </c:pt>
                <c:pt idx="2952">
                  <c:v>9.6268790388868861E-8</c:v>
                </c:pt>
                <c:pt idx="2953">
                  <c:v>1.2187113379806357E-6</c:v>
                </c:pt>
                <c:pt idx="2954">
                  <c:v>7.6133698314577122E-7</c:v>
                </c:pt>
                <c:pt idx="2955">
                  <c:v>8.5782817035750328E-6</c:v>
                </c:pt>
                <c:pt idx="2956">
                  <c:v>0</c:v>
                </c:pt>
                <c:pt idx="2957">
                  <c:v>0</c:v>
                </c:pt>
                <c:pt idx="2958">
                  <c:v>9.3278560488955661E-8</c:v>
                </c:pt>
                <c:pt idx="2959">
                  <c:v>0</c:v>
                </c:pt>
                <c:pt idx="2960">
                  <c:v>4.0873289832400716E-7</c:v>
                </c:pt>
                <c:pt idx="2961">
                  <c:v>3.7023921783116249E-7</c:v>
                </c:pt>
                <c:pt idx="2962">
                  <c:v>2.7689152200585887E-5</c:v>
                </c:pt>
                <c:pt idx="2963">
                  <c:v>0</c:v>
                </c:pt>
                <c:pt idx="2964">
                  <c:v>4.7158059588527503E-7</c:v>
                </c:pt>
                <c:pt idx="2965">
                  <c:v>0</c:v>
                </c:pt>
                <c:pt idx="2966">
                  <c:v>5.0875224285505617E-6</c:v>
                </c:pt>
                <c:pt idx="2967">
                  <c:v>3.16934418390975E-6</c:v>
                </c:pt>
                <c:pt idx="2968">
                  <c:v>3.5434235203769079E-8</c:v>
                </c:pt>
                <c:pt idx="2969">
                  <c:v>1.1317284741197194E-5</c:v>
                </c:pt>
                <c:pt idx="2970">
                  <c:v>9.9444015932575071E-7</c:v>
                </c:pt>
                <c:pt idx="2971">
                  <c:v>2.9803256386035926E-5</c:v>
                </c:pt>
                <c:pt idx="2972">
                  <c:v>3.888843582974802E-7</c:v>
                </c:pt>
                <c:pt idx="2973">
                  <c:v>1.8504518531993942E-7</c:v>
                </c:pt>
                <c:pt idx="2974">
                  <c:v>2.0184066918298317E-5</c:v>
                </c:pt>
                <c:pt idx="2975">
                  <c:v>2.0202607631342954E-6</c:v>
                </c:pt>
                <c:pt idx="2976">
                  <c:v>7.5866562531017212E-6</c:v>
                </c:pt>
                <c:pt idx="2977">
                  <c:v>6.338298822074207E-6</c:v>
                </c:pt>
                <c:pt idx="2978">
                  <c:v>1.3232539976340174E-7</c:v>
                </c:pt>
                <c:pt idx="2979">
                  <c:v>0</c:v>
                </c:pt>
                <c:pt idx="2980">
                  <c:v>8.3968816781902689E-6</c:v>
                </c:pt>
                <c:pt idx="2981">
                  <c:v>0</c:v>
                </c:pt>
                <c:pt idx="2982">
                  <c:v>2.518086605746101E-6</c:v>
                </c:pt>
                <c:pt idx="2983">
                  <c:v>7.8912300442846569E-7</c:v>
                </c:pt>
                <c:pt idx="2984">
                  <c:v>0</c:v>
                </c:pt>
                <c:pt idx="2985">
                  <c:v>0</c:v>
                </c:pt>
                <c:pt idx="2986">
                  <c:v>2.6311180944276977E-6</c:v>
                </c:pt>
                <c:pt idx="2987">
                  <c:v>0</c:v>
                </c:pt>
                <c:pt idx="2988">
                  <c:v>0</c:v>
                </c:pt>
                <c:pt idx="2989">
                  <c:v>0</c:v>
                </c:pt>
                <c:pt idx="2990">
                  <c:v>1.0961882172823761E-6</c:v>
                </c:pt>
                <c:pt idx="2991">
                  <c:v>0</c:v>
                </c:pt>
                <c:pt idx="2992">
                  <c:v>2.1091794076786759E-5</c:v>
                </c:pt>
                <c:pt idx="2993">
                  <c:v>0</c:v>
                </c:pt>
                <c:pt idx="2994">
                  <c:v>4.600419217303379E-6</c:v>
                </c:pt>
                <c:pt idx="2995">
                  <c:v>4.0642801355901997E-6</c:v>
                </c:pt>
                <c:pt idx="2996">
                  <c:v>2.2153658116126981E-6</c:v>
                </c:pt>
                <c:pt idx="2997">
                  <c:v>0</c:v>
                </c:pt>
                <c:pt idx="2998">
                  <c:v>1.3949658271832162E-7</c:v>
                </c:pt>
                <c:pt idx="2999">
                  <c:v>2.2244825433477278E-7</c:v>
                </c:pt>
                <c:pt idx="3000">
                  <c:v>0</c:v>
                </c:pt>
                <c:pt idx="3001">
                  <c:v>1.2225669810127562E-6</c:v>
                </c:pt>
                <c:pt idx="3002">
                  <c:v>0</c:v>
                </c:pt>
                <c:pt idx="3003">
                  <c:v>3.3415192823932708E-5</c:v>
                </c:pt>
                <c:pt idx="3004">
                  <c:v>0</c:v>
                </c:pt>
                <c:pt idx="3005">
                  <c:v>1.9322023198482141E-7</c:v>
                </c:pt>
                <c:pt idx="3006">
                  <c:v>3.6647407324304989E-7</c:v>
                </c:pt>
                <c:pt idx="3007">
                  <c:v>1.1237965822874636E-4</c:v>
                </c:pt>
                <c:pt idx="3008">
                  <c:v>1.4238622300736003E-5</c:v>
                </c:pt>
                <c:pt idx="3009">
                  <c:v>1.4758935570668381E-5</c:v>
                </c:pt>
                <c:pt idx="3010">
                  <c:v>0</c:v>
                </c:pt>
                <c:pt idx="3011">
                  <c:v>9.564678560378236E-6</c:v>
                </c:pt>
                <c:pt idx="3012">
                  <c:v>9.5175715861428227E-6</c:v>
                </c:pt>
                <c:pt idx="3013">
                  <c:v>1.2275226943153351E-4</c:v>
                </c:pt>
                <c:pt idx="3014">
                  <c:v>1.1355918356132302E-5</c:v>
                </c:pt>
                <c:pt idx="3015">
                  <c:v>9.0013930767465221E-6</c:v>
                </c:pt>
                <c:pt idx="3016">
                  <c:v>3.438608588187202E-5</c:v>
                </c:pt>
                <c:pt idx="3017">
                  <c:v>7.4518576286046505E-5</c:v>
                </c:pt>
                <c:pt idx="3018">
                  <c:v>2.6938496732327992E-5</c:v>
                </c:pt>
                <c:pt idx="3019">
                  <c:v>3.9099403836057602E-7</c:v>
                </c:pt>
                <c:pt idx="3020">
                  <c:v>0</c:v>
                </c:pt>
                <c:pt idx="3021">
                  <c:v>2.8449960949131442E-7</c:v>
                </c:pt>
                <c:pt idx="3022">
                  <c:v>2.3029317502018779E-5</c:v>
                </c:pt>
                <c:pt idx="3023">
                  <c:v>4.7730618810904911E-7</c:v>
                </c:pt>
                <c:pt idx="3024">
                  <c:v>7.9492537946102924E-8</c:v>
                </c:pt>
                <c:pt idx="3025">
                  <c:v>2.192897598513166E-7</c:v>
                </c:pt>
                <c:pt idx="3026">
                  <c:v>1.6355499486641334E-7</c:v>
                </c:pt>
                <c:pt idx="3027">
                  <c:v>1.1145345526463797E-7</c:v>
                </c:pt>
                <c:pt idx="3028">
                  <c:v>1.903342457864422E-7</c:v>
                </c:pt>
                <c:pt idx="3029">
                  <c:v>1.2556657281985656E-5</c:v>
                </c:pt>
                <c:pt idx="3030">
                  <c:v>0</c:v>
                </c:pt>
                <c:pt idx="3031">
                  <c:v>0</c:v>
                </c:pt>
                <c:pt idx="3032">
                  <c:v>4.2927521564806525E-5</c:v>
                </c:pt>
                <c:pt idx="3033">
                  <c:v>5.0083543499429992E-5</c:v>
                </c:pt>
                <c:pt idx="3034">
                  <c:v>7.2850304317182986E-7</c:v>
                </c:pt>
                <c:pt idx="3035">
                  <c:v>6.110556829943856E-5</c:v>
                </c:pt>
                <c:pt idx="3036">
                  <c:v>2.7783956774240782E-5</c:v>
                </c:pt>
                <c:pt idx="3037">
                  <c:v>7.3918482875664929E-5</c:v>
                </c:pt>
                <c:pt idx="3038">
                  <c:v>7.8133755105822148E-6</c:v>
                </c:pt>
                <c:pt idx="3039">
                  <c:v>2.9352032881664859E-5</c:v>
                </c:pt>
                <c:pt idx="3040">
                  <c:v>2.1878019969882002E-4</c:v>
                </c:pt>
                <c:pt idx="3041">
                  <c:v>9.5567386017147925E-6</c:v>
                </c:pt>
                <c:pt idx="3042">
                  <c:v>7.5346320107657929E-6</c:v>
                </c:pt>
                <c:pt idx="3043">
                  <c:v>2.6746653938797448E-5</c:v>
                </c:pt>
                <c:pt idx="3044">
                  <c:v>0</c:v>
                </c:pt>
                <c:pt idx="3045">
                  <c:v>5.6129628766790977E-5</c:v>
                </c:pt>
                <c:pt idx="3046">
                  <c:v>6.9990580387122921E-6</c:v>
                </c:pt>
                <c:pt idx="3047">
                  <c:v>7.4038595292681414E-6</c:v>
                </c:pt>
                <c:pt idx="3048">
                  <c:v>4.4956571955261242E-6</c:v>
                </c:pt>
                <c:pt idx="3049">
                  <c:v>0</c:v>
                </c:pt>
                <c:pt idx="3050">
                  <c:v>1.397164354885626E-5</c:v>
                </c:pt>
                <c:pt idx="3051">
                  <c:v>1.1360054459548032E-6</c:v>
                </c:pt>
                <c:pt idx="3052">
                  <c:v>3.8294827626209758E-7</c:v>
                </c:pt>
                <c:pt idx="3053">
                  <c:v>0</c:v>
                </c:pt>
                <c:pt idx="3054">
                  <c:v>0</c:v>
                </c:pt>
                <c:pt idx="3055">
                  <c:v>4.0462290447538134E-7</c:v>
                </c:pt>
                <c:pt idx="3056">
                  <c:v>3.1025669153189533E-6</c:v>
                </c:pt>
                <c:pt idx="3057">
                  <c:v>0</c:v>
                </c:pt>
                <c:pt idx="3058">
                  <c:v>1.7094969214529315E-5</c:v>
                </c:pt>
                <c:pt idx="3059">
                  <c:v>3.1521779056167469E-5</c:v>
                </c:pt>
                <c:pt idx="3060">
                  <c:v>0</c:v>
                </c:pt>
                <c:pt idx="3061">
                  <c:v>4.6161847773552356E-6</c:v>
                </c:pt>
                <c:pt idx="3062">
                  <c:v>1.0157120526759761E-6</c:v>
                </c:pt>
                <c:pt idx="3063">
                  <c:v>2.3242364863875301E-5</c:v>
                </c:pt>
                <c:pt idx="3064">
                  <c:v>1.4324090161941169E-4</c:v>
                </c:pt>
                <c:pt idx="3065">
                  <c:v>4.8475391533732491E-5</c:v>
                </c:pt>
                <c:pt idx="3066">
                  <c:v>0</c:v>
                </c:pt>
                <c:pt idx="3067">
                  <c:v>4.0834545975902234E-5</c:v>
                </c:pt>
                <c:pt idx="3068">
                  <c:v>1.8355103341645984E-5</c:v>
                </c:pt>
                <c:pt idx="3069">
                  <c:v>2.9926602520885602E-6</c:v>
                </c:pt>
                <c:pt idx="3070">
                  <c:v>2.0403831148306552E-3</c:v>
                </c:pt>
                <c:pt idx="3071">
                  <c:v>2.6590423076030585E-4</c:v>
                </c:pt>
                <c:pt idx="3072">
                  <c:v>3.1113322917140582E-6</c:v>
                </c:pt>
                <c:pt idx="3073">
                  <c:v>7.0338224857969912E-8</c:v>
                </c:pt>
                <c:pt idx="3074">
                  <c:v>0</c:v>
                </c:pt>
                <c:pt idx="3075">
                  <c:v>5.5477423850806447E-5</c:v>
                </c:pt>
                <c:pt idx="3076">
                  <c:v>7.6273501181879241E-7</c:v>
                </c:pt>
                <c:pt idx="3077">
                  <c:v>0</c:v>
                </c:pt>
                <c:pt idx="3078">
                  <c:v>0</c:v>
                </c:pt>
                <c:pt idx="3079">
                  <c:v>0</c:v>
                </c:pt>
                <c:pt idx="3080">
                  <c:v>2.6325450878254675E-6</c:v>
                </c:pt>
                <c:pt idx="3081">
                  <c:v>7.6777129127766599E-5</c:v>
                </c:pt>
                <c:pt idx="3082">
                  <c:v>1.1197064201057173E-5</c:v>
                </c:pt>
                <c:pt idx="3083">
                  <c:v>5.8596125532086501E-7</c:v>
                </c:pt>
                <c:pt idx="3084">
                  <c:v>0</c:v>
                </c:pt>
                <c:pt idx="3085">
                  <c:v>3.6116876928741493E-7</c:v>
                </c:pt>
                <c:pt idx="3086">
                  <c:v>1.4224980474565657E-6</c:v>
                </c:pt>
                <c:pt idx="3087">
                  <c:v>1.108709805733953E-5</c:v>
                </c:pt>
                <c:pt idx="3088">
                  <c:v>9.6659793431605581E-6</c:v>
                </c:pt>
                <c:pt idx="3089">
                  <c:v>7.981264212575145E-6</c:v>
                </c:pt>
                <c:pt idx="3090">
                  <c:v>7.3969898467741588E-6</c:v>
                </c:pt>
                <c:pt idx="3091">
                  <c:v>1.7609923524478449E-5</c:v>
                </c:pt>
                <c:pt idx="3092">
                  <c:v>1.2830157486398101E-5</c:v>
                </c:pt>
                <c:pt idx="3093">
                  <c:v>3.6222372961007588E-6</c:v>
                </c:pt>
                <c:pt idx="3094">
                  <c:v>7.3460968493030597E-5</c:v>
                </c:pt>
                <c:pt idx="3095">
                  <c:v>2.6599255194938031E-5</c:v>
                </c:pt>
                <c:pt idx="3096">
                  <c:v>3.4211978356550445E-7</c:v>
                </c:pt>
                <c:pt idx="3097">
                  <c:v>1.3174947096916668E-6</c:v>
                </c:pt>
                <c:pt idx="3098">
                  <c:v>7.6065314753216708E-6</c:v>
                </c:pt>
                <c:pt idx="3099">
                  <c:v>2.7178859528893647E-5</c:v>
                </c:pt>
                <c:pt idx="3100">
                  <c:v>1.1912055023508007E-7</c:v>
                </c:pt>
                <c:pt idx="3101">
                  <c:v>4.9065664421194543E-6</c:v>
                </c:pt>
                <c:pt idx="3102">
                  <c:v>1.5427311425763834E-6</c:v>
                </c:pt>
                <c:pt idx="3103">
                  <c:v>4.8030871648805251E-5</c:v>
                </c:pt>
                <c:pt idx="3104">
                  <c:v>0</c:v>
                </c:pt>
                <c:pt idx="3105">
                  <c:v>0</c:v>
                </c:pt>
                <c:pt idx="3106">
                  <c:v>2.5074541853471758E-6</c:v>
                </c:pt>
                <c:pt idx="3107">
                  <c:v>2.726604075831005E-7</c:v>
                </c:pt>
                <c:pt idx="3108">
                  <c:v>3.7305502290108692E-5</c:v>
                </c:pt>
                <c:pt idx="3109">
                  <c:v>0</c:v>
                </c:pt>
                <c:pt idx="3110">
                  <c:v>2.7439048631142016E-7</c:v>
                </c:pt>
                <c:pt idx="3111">
                  <c:v>2.1425208205170013E-5</c:v>
                </c:pt>
                <c:pt idx="3112">
                  <c:v>0</c:v>
                </c:pt>
                <c:pt idx="3113">
                  <c:v>4.1230129681378378E-5</c:v>
                </c:pt>
                <c:pt idx="3114">
                  <c:v>5.3063092302370787E-5</c:v>
                </c:pt>
                <c:pt idx="3115">
                  <c:v>2.076459355518999E-5</c:v>
                </c:pt>
                <c:pt idx="3116">
                  <c:v>1.1318883792379203E-4</c:v>
                </c:pt>
                <c:pt idx="3117">
                  <c:v>0</c:v>
                </c:pt>
                <c:pt idx="3118">
                  <c:v>1.2493243721140258E-5</c:v>
                </c:pt>
                <c:pt idx="3119">
                  <c:v>1.9443448561819894E-5</c:v>
                </c:pt>
                <c:pt idx="3120">
                  <c:v>1.1372886676297201E-5</c:v>
                </c:pt>
                <c:pt idx="3121">
                  <c:v>4.5809259155380994E-5</c:v>
                </c:pt>
                <c:pt idx="3122">
                  <c:v>0</c:v>
                </c:pt>
                <c:pt idx="3123">
                  <c:v>1.1249724412767841E-7</c:v>
                </c:pt>
                <c:pt idx="3124">
                  <c:v>1.0514424470476971E-5</c:v>
                </c:pt>
                <c:pt idx="3125">
                  <c:v>6.0581904836309305E-6</c:v>
                </c:pt>
                <c:pt idx="3126">
                  <c:v>0</c:v>
                </c:pt>
                <c:pt idx="3127">
                  <c:v>5.3964984163077892E-7</c:v>
                </c:pt>
                <c:pt idx="3128">
                  <c:v>5.4258394783788891E-7</c:v>
                </c:pt>
                <c:pt idx="3129">
                  <c:v>2.3417296376902291E-6</c:v>
                </c:pt>
                <c:pt idx="3130">
                  <c:v>6.195406968865272E-6</c:v>
                </c:pt>
                <c:pt idx="3131">
                  <c:v>0</c:v>
                </c:pt>
                <c:pt idx="3132">
                  <c:v>1.3610952540411786E-6</c:v>
                </c:pt>
                <c:pt idx="3133">
                  <c:v>3.1797015178441042E-7</c:v>
                </c:pt>
                <c:pt idx="3134">
                  <c:v>1.5226739662915371E-6</c:v>
                </c:pt>
                <c:pt idx="3135">
                  <c:v>0</c:v>
                </c:pt>
                <c:pt idx="3136">
                  <c:v>2.1864913808096447E-6</c:v>
                </c:pt>
                <c:pt idx="3137">
                  <c:v>4.7998979758990982E-5</c:v>
                </c:pt>
                <c:pt idx="3138">
                  <c:v>1.7874861121626045E-6</c:v>
                </c:pt>
                <c:pt idx="3139">
                  <c:v>0</c:v>
                </c:pt>
                <c:pt idx="3140">
                  <c:v>2.2988325430338015E-4</c:v>
                </c:pt>
                <c:pt idx="3141">
                  <c:v>3.6822156541791363E-7</c:v>
                </c:pt>
                <c:pt idx="3142">
                  <c:v>1.2978373542220819E-7</c:v>
                </c:pt>
                <c:pt idx="3143">
                  <c:v>3.4179260292237598E-8</c:v>
                </c:pt>
                <c:pt idx="3144">
                  <c:v>3.5387840133125829E-7</c:v>
                </c:pt>
                <c:pt idx="3145">
                  <c:v>4.8251682864268533E-6</c:v>
                </c:pt>
                <c:pt idx="3146">
                  <c:v>1.6705538848308496E-5</c:v>
                </c:pt>
                <c:pt idx="3147">
                  <c:v>3.12606799826601E-7</c:v>
                </c:pt>
                <c:pt idx="3148">
                  <c:v>1.0640733425856259E-7</c:v>
                </c:pt>
                <c:pt idx="3149">
                  <c:v>0</c:v>
                </c:pt>
                <c:pt idx="3150">
                  <c:v>1.167151188434627E-5</c:v>
                </c:pt>
                <c:pt idx="3151">
                  <c:v>1.4579129366048653E-6</c:v>
                </c:pt>
                <c:pt idx="3152">
                  <c:v>1.6328737813472474E-6</c:v>
                </c:pt>
                <c:pt idx="3153">
                  <c:v>3.0556769815347408E-7</c:v>
                </c:pt>
                <c:pt idx="3154">
                  <c:v>4.7760859100219834E-5</c:v>
                </c:pt>
                <c:pt idx="3155">
                  <c:v>0</c:v>
                </c:pt>
                <c:pt idx="3156">
                  <c:v>3.378432862709361E-6</c:v>
                </c:pt>
                <c:pt idx="3157">
                  <c:v>3.1496570940534411E-5</c:v>
                </c:pt>
                <c:pt idx="3158">
                  <c:v>2.2141442629178299E-5</c:v>
                </c:pt>
                <c:pt idx="3159">
                  <c:v>8.3308743045020857E-6</c:v>
                </c:pt>
                <c:pt idx="3160">
                  <c:v>3.2445535813029089E-5</c:v>
                </c:pt>
                <c:pt idx="3161">
                  <c:v>6.82723962306024E-6</c:v>
                </c:pt>
                <c:pt idx="3162">
                  <c:v>2.3045360217102014E-5</c:v>
                </c:pt>
                <c:pt idx="3163">
                  <c:v>4.2894202076650728E-5</c:v>
                </c:pt>
                <c:pt idx="3164">
                  <c:v>1.399496266985563E-4</c:v>
                </c:pt>
                <c:pt idx="3165">
                  <c:v>3.7687697273251889E-6</c:v>
                </c:pt>
                <c:pt idx="3166">
                  <c:v>3.3491890247177952E-5</c:v>
                </c:pt>
                <c:pt idx="3167">
                  <c:v>1.9778961964506817E-5</c:v>
                </c:pt>
                <c:pt idx="3168">
                  <c:v>6.8657941909481878E-7</c:v>
                </c:pt>
                <c:pt idx="3169">
                  <c:v>8.1763753315991093E-7</c:v>
                </c:pt>
                <c:pt idx="3170">
                  <c:v>0</c:v>
                </c:pt>
                <c:pt idx="3171">
                  <c:v>2.092448740774817E-4</c:v>
                </c:pt>
                <c:pt idx="3172">
                  <c:v>2.1212654889710155E-5</c:v>
                </c:pt>
                <c:pt idx="3173">
                  <c:v>3.7998516851696212E-5</c:v>
                </c:pt>
                <c:pt idx="3174">
                  <c:v>0</c:v>
                </c:pt>
                <c:pt idx="3175">
                  <c:v>1.3564598695833385E-6</c:v>
                </c:pt>
                <c:pt idx="3176">
                  <c:v>0</c:v>
                </c:pt>
                <c:pt idx="3177">
                  <c:v>0</c:v>
                </c:pt>
                <c:pt idx="3178">
                  <c:v>1.4781791727226039E-6</c:v>
                </c:pt>
                <c:pt idx="3179">
                  <c:v>1.0957079554732992E-5</c:v>
                </c:pt>
                <c:pt idx="3180">
                  <c:v>1.0661721065749474E-7</c:v>
                </c:pt>
                <c:pt idx="3181">
                  <c:v>2.0930857364526187E-6</c:v>
                </c:pt>
                <c:pt idx="3182">
                  <c:v>4.0642801355902048E-7</c:v>
                </c:pt>
                <c:pt idx="3183">
                  <c:v>4.3275299555400973E-5</c:v>
                </c:pt>
                <c:pt idx="3184">
                  <c:v>1.0010243474829118E-6</c:v>
                </c:pt>
                <c:pt idx="3185">
                  <c:v>2.3904460768956241E-6</c:v>
                </c:pt>
                <c:pt idx="3186">
                  <c:v>1.3314021133829944E-7</c:v>
                </c:pt>
                <c:pt idx="3187">
                  <c:v>2.5284493131781743E-3</c:v>
                </c:pt>
                <c:pt idx="3188">
                  <c:v>1.2233289275195629E-5</c:v>
                </c:pt>
                <c:pt idx="3189">
                  <c:v>3.7960543377271092E-5</c:v>
                </c:pt>
                <c:pt idx="3190">
                  <c:v>3.7250789726107035E-4</c:v>
                </c:pt>
                <c:pt idx="3191">
                  <c:v>1.9607477554273443E-5</c:v>
                </c:pt>
                <c:pt idx="3192">
                  <c:v>3.3932784559541588E-8</c:v>
                </c:pt>
                <c:pt idx="3193">
                  <c:v>0</c:v>
                </c:pt>
                <c:pt idx="3194">
                  <c:v>6.9029977338984181E-6</c:v>
                </c:pt>
                <c:pt idx="3195">
                  <c:v>6.7018892898380101E-6</c:v>
                </c:pt>
                <c:pt idx="3196">
                  <c:v>1.5043692813118269E-5</c:v>
                </c:pt>
                <c:pt idx="3197">
                  <c:v>0</c:v>
                </c:pt>
                <c:pt idx="3198">
                  <c:v>0</c:v>
                </c:pt>
                <c:pt idx="3199">
                  <c:v>0</c:v>
                </c:pt>
                <c:pt idx="3200">
                  <c:v>1.5739891388214352E-4</c:v>
                </c:pt>
                <c:pt idx="3201">
                  <c:v>3.6523598515776905E-7</c:v>
                </c:pt>
                <c:pt idx="3202">
                  <c:v>3.6708251437421978E-7</c:v>
                </c:pt>
                <c:pt idx="3203">
                  <c:v>1.3081704109891921E-5</c:v>
                </c:pt>
                <c:pt idx="3204">
                  <c:v>0</c:v>
                </c:pt>
                <c:pt idx="3205">
                  <c:v>1.5053270476882106E-6</c:v>
                </c:pt>
                <c:pt idx="3206">
                  <c:v>2.3571329191156988E-5</c:v>
                </c:pt>
                <c:pt idx="3207">
                  <c:v>1.0447348179825165E-5</c:v>
                </c:pt>
                <c:pt idx="3208">
                  <c:v>3.8990438284383339E-5</c:v>
                </c:pt>
                <c:pt idx="3209">
                  <c:v>9.9785921614962735E-6</c:v>
                </c:pt>
                <c:pt idx="3210">
                  <c:v>0</c:v>
                </c:pt>
                <c:pt idx="3211">
                  <c:v>3.2368219043921957E-7</c:v>
                </c:pt>
                <c:pt idx="3212">
                  <c:v>0</c:v>
                </c:pt>
                <c:pt idx="3213">
                  <c:v>1.7073317073699828E-4</c:v>
                </c:pt>
                <c:pt idx="3214">
                  <c:v>8.0202609560560341E-6</c:v>
                </c:pt>
                <c:pt idx="3215">
                  <c:v>6.9788002934480204E-6</c:v>
                </c:pt>
                <c:pt idx="3216">
                  <c:v>9.2146308254345045E-5</c:v>
                </c:pt>
                <c:pt idx="3217">
                  <c:v>2.0553203727509437E-6</c:v>
                </c:pt>
                <c:pt idx="3218">
                  <c:v>5.7281590530749142E-6</c:v>
                </c:pt>
                <c:pt idx="3219">
                  <c:v>2.8044060079558845E-7</c:v>
                </c:pt>
                <c:pt idx="3220">
                  <c:v>6.1658027120583853E-5</c:v>
                </c:pt>
                <c:pt idx="3221">
                  <c:v>9.8871078680789757E-5</c:v>
                </c:pt>
                <c:pt idx="3222">
                  <c:v>0</c:v>
                </c:pt>
                <c:pt idx="3223">
                  <c:v>5.4942481441881642E-4</c:v>
                </c:pt>
                <c:pt idx="3224">
                  <c:v>0</c:v>
                </c:pt>
                <c:pt idx="3225">
                  <c:v>8.1001387317706748E-7</c:v>
                </c:pt>
                <c:pt idx="3226">
                  <c:v>2.3324671328132949E-7</c:v>
                </c:pt>
                <c:pt idx="3227">
                  <c:v>1.1637664377328101E-5</c:v>
                </c:pt>
                <c:pt idx="3228">
                  <c:v>6.6941084586191516E-7</c:v>
                </c:pt>
                <c:pt idx="3229">
                  <c:v>4.0423683644244131E-6</c:v>
                </c:pt>
                <c:pt idx="3230">
                  <c:v>1.4820847897338792E-6</c:v>
                </c:pt>
                <c:pt idx="3231">
                  <c:v>4.0906430337670037E-5</c:v>
                </c:pt>
                <c:pt idx="3232">
                  <c:v>2.0446911229290473E-5</c:v>
                </c:pt>
                <c:pt idx="3233">
                  <c:v>0</c:v>
                </c:pt>
                <c:pt idx="3234">
                  <c:v>7.8752532270377934E-6</c:v>
                </c:pt>
                <c:pt idx="3235">
                  <c:v>1.7843057831939441E-5</c:v>
                </c:pt>
                <c:pt idx="3236">
                  <c:v>7.6531505895348074E-6</c:v>
                </c:pt>
                <c:pt idx="3237">
                  <c:v>2.3123070752270008E-5</c:v>
                </c:pt>
                <c:pt idx="3238">
                  <c:v>1.0126814213041098E-5</c:v>
                </c:pt>
                <c:pt idx="3239">
                  <c:v>1.3140284071165532E-4</c:v>
                </c:pt>
                <c:pt idx="3240">
                  <c:v>4.1138063578540014E-5</c:v>
                </c:pt>
                <c:pt idx="3241">
                  <c:v>0</c:v>
                </c:pt>
                <c:pt idx="3242">
                  <c:v>0</c:v>
                </c:pt>
                <c:pt idx="3243">
                  <c:v>2.9377942507987278E-5</c:v>
                </c:pt>
                <c:pt idx="3244">
                  <c:v>0</c:v>
                </c:pt>
                <c:pt idx="3245">
                  <c:v>1.9783042003559624E-5</c:v>
                </c:pt>
                <c:pt idx="3246">
                  <c:v>4.0023647190565184E-5</c:v>
                </c:pt>
                <c:pt idx="3247">
                  <c:v>8.7137716411903586E-7</c:v>
                </c:pt>
                <c:pt idx="3248">
                  <c:v>2.1293318860868371E-3</c:v>
                </c:pt>
                <c:pt idx="3249">
                  <c:v>5.0251189901112493E-6</c:v>
                </c:pt>
                <c:pt idx="3250">
                  <c:v>0</c:v>
                </c:pt>
                <c:pt idx="3251">
                  <c:v>6.2249841668580385E-6</c:v>
                </c:pt>
                <c:pt idx="3252">
                  <c:v>0</c:v>
                </c:pt>
                <c:pt idx="3253">
                  <c:v>0</c:v>
                </c:pt>
                <c:pt idx="3254">
                  <c:v>0</c:v>
                </c:pt>
                <c:pt idx="3255">
                  <c:v>1.6314504808523901E-5</c:v>
                </c:pt>
                <c:pt idx="3256">
                  <c:v>0</c:v>
                </c:pt>
                <c:pt idx="3257">
                  <c:v>2.8159983997214896E-6</c:v>
                </c:pt>
                <c:pt idx="3258">
                  <c:v>3.5445852985803153E-7</c:v>
                </c:pt>
                <c:pt idx="3259">
                  <c:v>0</c:v>
                </c:pt>
                <c:pt idx="3260">
                  <c:v>1.3225220717705275E-5</c:v>
                </c:pt>
                <c:pt idx="3261">
                  <c:v>1.7724625718835644E-5</c:v>
                </c:pt>
                <c:pt idx="3262">
                  <c:v>3.3061161376481039E-3</c:v>
                </c:pt>
                <c:pt idx="3263">
                  <c:v>4.5085112787946523E-5</c:v>
                </c:pt>
                <c:pt idx="3264">
                  <c:v>4.4475571863515575E-6</c:v>
                </c:pt>
                <c:pt idx="3265">
                  <c:v>1.1993168957953913E-6</c:v>
                </c:pt>
                <c:pt idx="3266">
                  <c:v>0</c:v>
                </c:pt>
                <c:pt idx="3267">
                  <c:v>1.305133389276054E-4</c:v>
                </c:pt>
                <c:pt idx="3268">
                  <c:v>0</c:v>
                </c:pt>
                <c:pt idx="3269">
                  <c:v>0</c:v>
                </c:pt>
                <c:pt idx="3270">
                  <c:v>1.973059773583464E-5</c:v>
                </c:pt>
                <c:pt idx="3271">
                  <c:v>7.5955399255292402E-7</c:v>
                </c:pt>
                <c:pt idx="3272">
                  <c:v>1.0763625209747091E-5</c:v>
                </c:pt>
                <c:pt idx="3273">
                  <c:v>1.1515008692279994E-4</c:v>
                </c:pt>
                <c:pt idx="3274">
                  <c:v>0</c:v>
                </c:pt>
                <c:pt idx="3275">
                  <c:v>7.2162419230811963E-5</c:v>
                </c:pt>
                <c:pt idx="3276">
                  <c:v>1.6962415280446147E-5</c:v>
                </c:pt>
                <c:pt idx="3277">
                  <c:v>3.177464941456982E-5</c:v>
                </c:pt>
                <c:pt idx="3278">
                  <c:v>8.0371365116803167E-4</c:v>
                </c:pt>
                <c:pt idx="3279">
                  <c:v>1.1379984379652553E-6</c:v>
                </c:pt>
                <c:pt idx="3280">
                  <c:v>1.2636216421562187E-5</c:v>
                </c:pt>
                <c:pt idx="3281">
                  <c:v>4.7138220243566347E-5</c:v>
                </c:pt>
                <c:pt idx="3282">
                  <c:v>1.3069021685161784E-6</c:v>
                </c:pt>
                <c:pt idx="3283">
                  <c:v>2.1489405805010252E-5</c:v>
                </c:pt>
                <c:pt idx="3284">
                  <c:v>3.7337782344542923E-6</c:v>
                </c:pt>
                <c:pt idx="3285">
                  <c:v>5.0527004760874264E-5</c:v>
                </c:pt>
                <c:pt idx="3286">
                  <c:v>1.5870947879423239E-5</c:v>
                </c:pt>
                <c:pt idx="3287">
                  <c:v>6.0895207803055344E-6</c:v>
                </c:pt>
                <c:pt idx="3288">
                  <c:v>3.0785338283899608E-3</c:v>
                </c:pt>
                <c:pt idx="3289">
                  <c:v>1.1232192374721933E-5</c:v>
                </c:pt>
                <c:pt idx="3290">
                  <c:v>1.2665852095672524E-5</c:v>
                </c:pt>
                <c:pt idx="3291">
                  <c:v>2.9457725233433049E-7</c:v>
                </c:pt>
                <c:pt idx="3292">
                  <c:v>1.8071641751044575E-5</c:v>
                </c:pt>
                <c:pt idx="3293">
                  <c:v>6.3037814347929724E-7</c:v>
                </c:pt>
                <c:pt idx="3294">
                  <c:v>8.0200186651854179E-8</c:v>
                </c:pt>
                <c:pt idx="3295">
                  <c:v>1.0845715072566827E-5</c:v>
                </c:pt>
                <c:pt idx="3296">
                  <c:v>3.7618504326996869E-5</c:v>
                </c:pt>
                <c:pt idx="3297">
                  <c:v>8.3545269368973345E-6</c:v>
                </c:pt>
                <c:pt idx="3298">
                  <c:v>3.5663180754541489E-5</c:v>
                </c:pt>
                <c:pt idx="3299">
                  <c:v>3.4869439317140454E-5</c:v>
                </c:pt>
                <c:pt idx="3300">
                  <c:v>4.2856846544855128E-5</c:v>
                </c:pt>
                <c:pt idx="3301">
                  <c:v>5.0700868358120206E-6</c:v>
                </c:pt>
                <c:pt idx="3302">
                  <c:v>0</c:v>
                </c:pt>
                <c:pt idx="3303">
                  <c:v>0</c:v>
                </c:pt>
                <c:pt idx="3304">
                  <c:v>5.4848184672581034E-5</c:v>
                </c:pt>
                <c:pt idx="3305">
                  <c:v>7.5332455693054434E-5</c:v>
                </c:pt>
                <c:pt idx="3306">
                  <c:v>3.6818959209928085E-5</c:v>
                </c:pt>
                <c:pt idx="3307">
                  <c:v>3.2580787108614875E-5</c:v>
                </c:pt>
                <c:pt idx="3308">
                  <c:v>4.6131981595766423E-5</c:v>
                </c:pt>
                <c:pt idx="3309">
                  <c:v>1.4617670076398685E-4</c:v>
                </c:pt>
                <c:pt idx="3310">
                  <c:v>1.1639701793195108E-4</c:v>
                </c:pt>
                <c:pt idx="3311">
                  <c:v>1.4035625763236191E-5</c:v>
                </c:pt>
                <c:pt idx="3312">
                  <c:v>3.3026506503409351E-6</c:v>
                </c:pt>
                <c:pt idx="3313">
                  <c:v>3.4216557168201447E-5</c:v>
                </c:pt>
                <c:pt idx="3314">
                  <c:v>1.1446252155288361E-7</c:v>
                </c:pt>
                <c:pt idx="3315">
                  <c:v>1.3496860375368225E-7</c:v>
                </c:pt>
                <c:pt idx="3316">
                  <c:v>4.201160036529779E-7</c:v>
                </c:pt>
                <c:pt idx="3317">
                  <c:v>9.9183350097889644E-7</c:v>
                </c:pt>
                <c:pt idx="3318">
                  <c:v>3.1157053783698686E-5</c:v>
                </c:pt>
                <c:pt idx="3319">
                  <c:v>2.8365800292947336E-5</c:v>
                </c:pt>
                <c:pt idx="3320">
                  <c:v>0</c:v>
                </c:pt>
                <c:pt idx="3321">
                  <c:v>3.1503599302583542E-7</c:v>
                </c:pt>
                <c:pt idx="3322">
                  <c:v>0</c:v>
                </c:pt>
                <c:pt idx="3323">
                  <c:v>0</c:v>
                </c:pt>
                <c:pt idx="3324">
                  <c:v>2.2619907413094122E-5</c:v>
                </c:pt>
                <c:pt idx="3325">
                  <c:v>0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3.9127599539094092E-6</c:v>
                </c:pt>
                <c:pt idx="3330">
                  <c:v>2.9417646695700557E-6</c:v>
                </c:pt>
                <c:pt idx="3331">
                  <c:v>2.1696357833913308E-6</c:v>
                </c:pt>
                <c:pt idx="3332">
                  <c:v>1.219513272495196E-6</c:v>
                </c:pt>
                <c:pt idx="3333">
                  <c:v>2.8900069442052611E-6</c:v>
                </c:pt>
                <c:pt idx="3334">
                  <c:v>1.8430796558749646E-5</c:v>
                </c:pt>
                <c:pt idx="3335">
                  <c:v>1.7465242585896381E-6</c:v>
                </c:pt>
                <c:pt idx="3336">
                  <c:v>0</c:v>
                </c:pt>
                <c:pt idx="3337">
                  <c:v>5.9168837763875333E-7</c:v>
                </c:pt>
                <c:pt idx="3338">
                  <c:v>2.3166396772864159E-4</c:v>
                </c:pt>
                <c:pt idx="3339">
                  <c:v>1.6683618368608737E-7</c:v>
                </c:pt>
                <c:pt idx="3340">
                  <c:v>0</c:v>
                </c:pt>
                <c:pt idx="3341">
                  <c:v>4.5015519137779428E-6</c:v>
                </c:pt>
                <c:pt idx="3342">
                  <c:v>7.0050333639146582E-6</c:v>
                </c:pt>
                <c:pt idx="3343">
                  <c:v>3.4746181307723462E-5</c:v>
                </c:pt>
                <c:pt idx="3344">
                  <c:v>0</c:v>
                </c:pt>
                <c:pt idx="3345">
                  <c:v>4.2979451709085361E-6</c:v>
                </c:pt>
                <c:pt idx="3346">
                  <c:v>6.7145626142069815E-5</c:v>
                </c:pt>
                <c:pt idx="3347">
                  <c:v>0</c:v>
                </c:pt>
                <c:pt idx="3348">
                  <c:v>1.998333671103506E-7</c:v>
                </c:pt>
                <c:pt idx="3349">
                  <c:v>8.1013104963375602E-6</c:v>
                </c:pt>
                <c:pt idx="3350">
                  <c:v>3.2367775326737324E-6</c:v>
                </c:pt>
                <c:pt idx="3351">
                  <c:v>4.8438286600577603E-6</c:v>
                </c:pt>
                <c:pt idx="3352">
                  <c:v>2.1353374416320861E-5</c:v>
                </c:pt>
                <c:pt idx="3353">
                  <c:v>1.4975528082484352E-5</c:v>
                </c:pt>
                <c:pt idx="3354">
                  <c:v>1.6165321659803013E-5</c:v>
                </c:pt>
                <c:pt idx="3355">
                  <c:v>5.7377974520768813E-5</c:v>
                </c:pt>
                <c:pt idx="3356">
                  <c:v>7.251484133622758E-7</c:v>
                </c:pt>
                <c:pt idx="3357">
                  <c:v>2.8190313326388283E-7</c:v>
                </c:pt>
                <c:pt idx="3358">
                  <c:v>4.5574962634646191E-5</c:v>
                </c:pt>
                <c:pt idx="3359">
                  <c:v>2.0393782917069289E-4</c:v>
                </c:pt>
                <c:pt idx="3360">
                  <c:v>1.1740436373578201E-6</c:v>
                </c:pt>
                <c:pt idx="3361">
                  <c:v>1.5793988547362928E-7</c:v>
                </c:pt>
                <c:pt idx="3362">
                  <c:v>5.1374516259381957E-5</c:v>
                </c:pt>
                <c:pt idx="3363">
                  <c:v>2.0629115316289576E-5</c:v>
                </c:pt>
                <c:pt idx="3364">
                  <c:v>3.5549635888689491E-5</c:v>
                </c:pt>
                <c:pt idx="3365">
                  <c:v>3.6625625804349858E-5</c:v>
                </c:pt>
                <c:pt idx="3366">
                  <c:v>4.2063763026025535E-5</c:v>
                </c:pt>
                <c:pt idx="3367">
                  <c:v>6.59407451093013E-8</c:v>
                </c:pt>
                <c:pt idx="3368">
                  <c:v>2.4996497481317761E-7</c:v>
                </c:pt>
                <c:pt idx="3369">
                  <c:v>2.4072173717595043E-5</c:v>
                </c:pt>
                <c:pt idx="3370">
                  <c:v>4.2131045111434154E-5</c:v>
                </c:pt>
                <c:pt idx="3371">
                  <c:v>5.2120757083455723E-5</c:v>
                </c:pt>
                <c:pt idx="3372">
                  <c:v>0</c:v>
                </c:pt>
                <c:pt idx="3373">
                  <c:v>7.9070690842896117E-6</c:v>
                </c:pt>
                <c:pt idx="3374">
                  <c:v>6.8689675176770974E-6</c:v>
                </c:pt>
                <c:pt idx="3375">
                  <c:v>0</c:v>
                </c:pt>
                <c:pt idx="3376">
                  <c:v>0</c:v>
                </c:pt>
                <c:pt idx="3377">
                  <c:v>1.4553249254747924E-6</c:v>
                </c:pt>
                <c:pt idx="3378">
                  <c:v>2.2429429793718899E-7</c:v>
                </c:pt>
                <c:pt idx="3379">
                  <c:v>0</c:v>
                </c:pt>
                <c:pt idx="3380">
                  <c:v>0</c:v>
                </c:pt>
                <c:pt idx="3381">
                  <c:v>3.7215095217452496E-7</c:v>
                </c:pt>
                <c:pt idx="3382">
                  <c:v>5.5749266248146413E-6</c:v>
                </c:pt>
                <c:pt idx="3383">
                  <c:v>3.5076804153263255E-6</c:v>
                </c:pt>
                <c:pt idx="3384">
                  <c:v>1.1196647462143693E-6</c:v>
                </c:pt>
                <c:pt idx="3385">
                  <c:v>7.7331796571315835E-7</c:v>
                </c:pt>
                <c:pt idx="3386">
                  <c:v>1.7297576257071829E-7</c:v>
                </c:pt>
                <c:pt idx="3387">
                  <c:v>0</c:v>
                </c:pt>
                <c:pt idx="3388">
                  <c:v>1.4012942528412013E-7</c:v>
                </c:pt>
                <c:pt idx="3389">
                  <c:v>0</c:v>
                </c:pt>
                <c:pt idx="3390">
                  <c:v>0</c:v>
                </c:pt>
                <c:pt idx="3391">
                  <c:v>3.1978439589369088E-5</c:v>
                </c:pt>
                <c:pt idx="3392">
                  <c:v>9.0594847714599689E-7</c:v>
                </c:pt>
                <c:pt idx="3393">
                  <c:v>1.6371858629738693E-5</c:v>
                </c:pt>
                <c:pt idx="3394">
                  <c:v>3.8555178953140276E-5</c:v>
                </c:pt>
                <c:pt idx="3395">
                  <c:v>4.1470247520344174E-5</c:v>
                </c:pt>
                <c:pt idx="3396">
                  <c:v>0</c:v>
                </c:pt>
                <c:pt idx="3397">
                  <c:v>9.4556721521894899E-7</c:v>
                </c:pt>
                <c:pt idx="3398">
                  <c:v>2.2804049066089344E-5</c:v>
                </c:pt>
                <c:pt idx="3399">
                  <c:v>2.6371624082860235E-5</c:v>
                </c:pt>
                <c:pt idx="3400">
                  <c:v>9.6333126849364551E-8</c:v>
                </c:pt>
                <c:pt idx="3401">
                  <c:v>1.5629472217624055E-5</c:v>
                </c:pt>
                <c:pt idx="3402">
                  <c:v>6.8753849089656558E-6</c:v>
                </c:pt>
                <c:pt idx="3403">
                  <c:v>2.4537616519544596E-6</c:v>
                </c:pt>
                <c:pt idx="3404">
                  <c:v>3.6709627031137325E-7</c:v>
                </c:pt>
                <c:pt idx="3405">
                  <c:v>1.3496860375368216E-6</c:v>
                </c:pt>
                <c:pt idx="3406">
                  <c:v>2.8704104520885414E-5</c:v>
                </c:pt>
                <c:pt idx="3407">
                  <c:v>5.0258761155299026E-5</c:v>
                </c:pt>
                <c:pt idx="3408">
                  <c:v>1.6687297932676764E-6</c:v>
                </c:pt>
                <c:pt idx="3409">
                  <c:v>0</c:v>
                </c:pt>
                <c:pt idx="3410">
                  <c:v>0</c:v>
                </c:pt>
                <c:pt idx="3411">
                  <c:v>1.5103932551486781E-5</c:v>
                </c:pt>
                <c:pt idx="3412">
                  <c:v>3.4423037327506265E-5</c:v>
                </c:pt>
                <c:pt idx="3413">
                  <c:v>3.5797964108178654E-7</c:v>
                </c:pt>
                <c:pt idx="3414">
                  <c:v>5.2633663163463455E-6</c:v>
                </c:pt>
                <c:pt idx="3415">
                  <c:v>0</c:v>
                </c:pt>
                <c:pt idx="3416">
                  <c:v>6.8613947866211595E-7</c:v>
                </c:pt>
                <c:pt idx="3417">
                  <c:v>4.7241279693683563E-6</c:v>
                </c:pt>
                <c:pt idx="3418">
                  <c:v>1.1209553875229825E-5</c:v>
                </c:pt>
                <c:pt idx="3419">
                  <c:v>7.8819005112273501E-6</c:v>
                </c:pt>
                <c:pt idx="3420">
                  <c:v>5.125898136524534E-6</c:v>
                </c:pt>
                <c:pt idx="3421">
                  <c:v>1.7927764336789285E-5</c:v>
                </c:pt>
                <c:pt idx="3422">
                  <c:v>9.0953779014347528E-6</c:v>
                </c:pt>
                <c:pt idx="3423">
                  <c:v>2.2315594677496891E-5</c:v>
                </c:pt>
                <c:pt idx="3424">
                  <c:v>2.1027708980584233E-5</c:v>
                </c:pt>
                <c:pt idx="3425">
                  <c:v>1.3259668460266543E-5</c:v>
                </c:pt>
                <c:pt idx="3426">
                  <c:v>0</c:v>
                </c:pt>
                <c:pt idx="3427">
                  <c:v>9.2859245580676142E-5</c:v>
                </c:pt>
                <c:pt idx="3428">
                  <c:v>8.6765530984510233E-8</c:v>
                </c:pt>
                <c:pt idx="3429">
                  <c:v>1.7370366363738966E-5</c:v>
                </c:pt>
                <c:pt idx="3430">
                  <c:v>1.3636726658248501E-4</c:v>
                </c:pt>
                <c:pt idx="3431">
                  <c:v>1.4661329568877565E-6</c:v>
                </c:pt>
                <c:pt idx="3432">
                  <c:v>0</c:v>
                </c:pt>
                <c:pt idx="3433">
                  <c:v>2.4460608883080009E-5</c:v>
                </c:pt>
                <c:pt idx="3434">
                  <c:v>5.2257275525280029E-6</c:v>
                </c:pt>
                <c:pt idx="3435">
                  <c:v>1.014163711123671E-7</c:v>
                </c:pt>
                <c:pt idx="3436">
                  <c:v>2.7171609370483751E-5</c:v>
                </c:pt>
                <c:pt idx="3437">
                  <c:v>3.043630546258384E-8</c:v>
                </c:pt>
                <c:pt idx="3438">
                  <c:v>6.1122177586826517E-6</c:v>
                </c:pt>
                <c:pt idx="3439">
                  <c:v>4.1422518326806231E-5</c:v>
                </c:pt>
                <c:pt idx="3440">
                  <c:v>1.4860550136597298E-5</c:v>
                </c:pt>
                <c:pt idx="3441">
                  <c:v>2.1096813588242034E-5</c:v>
                </c:pt>
                <c:pt idx="3442">
                  <c:v>2.4155567814262014E-5</c:v>
                </c:pt>
                <c:pt idx="3443">
                  <c:v>2.3713465491536912E-5</c:v>
                </c:pt>
                <c:pt idx="3444">
                  <c:v>1.6294944568783865E-4</c:v>
                </c:pt>
                <c:pt idx="3445">
                  <c:v>2.6712634263201782E-5</c:v>
                </c:pt>
                <c:pt idx="3446">
                  <c:v>5.1055337469356874E-5</c:v>
                </c:pt>
                <c:pt idx="3447">
                  <c:v>5.4707619748285951E-5</c:v>
                </c:pt>
                <c:pt idx="3448">
                  <c:v>2.9690075054050942E-6</c:v>
                </c:pt>
                <c:pt idx="3449">
                  <c:v>3.1409021384863346E-8</c:v>
                </c:pt>
                <c:pt idx="3450">
                  <c:v>2.4440810461198091E-6</c:v>
                </c:pt>
                <c:pt idx="3451">
                  <c:v>1.1944147911221661E-5</c:v>
                </c:pt>
                <c:pt idx="3452">
                  <c:v>1.3357889407747032E-7</c:v>
                </c:pt>
                <c:pt idx="3453">
                  <c:v>4.4595313787763433E-6</c:v>
                </c:pt>
                <c:pt idx="3454">
                  <c:v>0</c:v>
                </c:pt>
                <c:pt idx="3455">
                  <c:v>9.4556721521894899E-7</c:v>
                </c:pt>
                <c:pt idx="3456">
                  <c:v>5.1219378297594875E-5</c:v>
                </c:pt>
                <c:pt idx="3457">
                  <c:v>5.6227345989299779E-7</c:v>
                </c:pt>
                <c:pt idx="3458">
                  <c:v>3.9013783106046813E-5</c:v>
                </c:pt>
                <c:pt idx="3459">
                  <c:v>1.1857499303767557E-5</c:v>
                </c:pt>
                <c:pt idx="3460">
                  <c:v>5.4123785581443114E-5</c:v>
                </c:pt>
                <c:pt idx="3461">
                  <c:v>4.2490954171716553E-8</c:v>
                </c:pt>
                <c:pt idx="3462">
                  <c:v>4.1709787537839653E-5</c:v>
                </c:pt>
                <c:pt idx="3463">
                  <c:v>2.6384824288097082E-5</c:v>
                </c:pt>
                <c:pt idx="3464">
                  <c:v>4.1044186838275403E-5</c:v>
                </c:pt>
                <c:pt idx="3465">
                  <c:v>1.6944630827700854E-4</c:v>
                </c:pt>
                <c:pt idx="3466">
                  <c:v>0</c:v>
                </c:pt>
                <c:pt idx="3467">
                  <c:v>6.438942918802844E-8</c:v>
                </c:pt>
                <c:pt idx="3468">
                  <c:v>1.180942587952053E-4</c:v>
                </c:pt>
                <c:pt idx="3469">
                  <c:v>0</c:v>
                </c:pt>
                <c:pt idx="3470">
                  <c:v>1.0033396900853739E-6</c:v>
                </c:pt>
                <c:pt idx="3471">
                  <c:v>1.1145345526463787E-6</c:v>
                </c:pt>
                <c:pt idx="3472">
                  <c:v>0</c:v>
                </c:pt>
                <c:pt idx="3473">
                  <c:v>6.8327855650301519E-5</c:v>
                </c:pt>
                <c:pt idx="3474">
                  <c:v>1.0796967586297431E-6</c:v>
                </c:pt>
                <c:pt idx="3475">
                  <c:v>1.0199042604405581E-6</c:v>
                </c:pt>
                <c:pt idx="3476">
                  <c:v>3.9565425414914707E-6</c:v>
                </c:pt>
                <c:pt idx="3477">
                  <c:v>6.9241547161611906E-6</c:v>
                </c:pt>
                <c:pt idx="3478">
                  <c:v>1.6390848469402844E-5</c:v>
                </c:pt>
                <c:pt idx="3479">
                  <c:v>0</c:v>
                </c:pt>
                <c:pt idx="3480">
                  <c:v>0</c:v>
                </c:pt>
                <c:pt idx="3481">
                  <c:v>0</c:v>
                </c:pt>
                <c:pt idx="3482">
                  <c:v>2.2640806619204166E-7</c:v>
                </c:pt>
                <c:pt idx="3483">
                  <c:v>0</c:v>
                </c:pt>
                <c:pt idx="3484">
                  <c:v>0</c:v>
                </c:pt>
                <c:pt idx="3485">
                  <c:v>1.3102821415287349E-4</c:v>
                </c:pt>
                <c:pt idx="3486">
                  <c:v>2.8902464558136079E-5</c:v>
                </c:pt>
                <c:pt idx="3487">
                  <c:v>2.5720028137993412E-6</c:v>
                </c:pt>
                <c:pt idx="3488">
                  <c:v>2.478265701283129E-5</c:v>
                </c:pt>
                <c:pt idx="3489">
                  <c:v>0</c:v>
                </c:pt>
                <c:pt idx="3490">
                  <c:v>1.5527447268466656E-6</c:v>
                </c:pt>
                <c:pt idx="3491">
                  <c:v>0</c:v>
                </c:pt>
                <c:pt idx="3492">
                  <c:v>1.6499101778116018E-6</c:v>
                </c:pt>
                <c:pt idx="3493">
                  <c:v>4.6868432777470826E-7</c:v>
                </c:pt>
                <c:pt idx="3494">
                  <c:v>0</c:v>
                </c:pt>
                <c:pt idx="3495">
                  <c:v>3.6080034813320183E-4</c:v>
                </c:pt>
                <c:pt idx="3496">
                  <c:v>6.215639087362618E-4</c:v>
                </c:pt>
                <c:pt idx="3497">
                  <c:v>0</c:v>
                </c:pt>
                <c:pt idx="3498">
                  <c:v>1.9010085981974994E-5</c:v>
                </c:pt>
                <c:pt idx="3499">
                  <c:v>0</c:v>
                </c:pt>
                <c:pt idx="3500">
                  <c:v>1.1277223114401021E-5</c:v>
                </c:pt>
                <c:pt idx="3501">
                  <c:v>7.2983050206498531E-6</c:v>
                </c:pt>
                <c:pt idx="3502">
                  <c:v>7.5586746793651266E-6</c:v>
                </c:pt>
                <c:pt idx="3503">
                  <c:v>6.2359156790626691E-6</c:v>
                </c:pt>
                <c:pt idx="3504">
                  <c:v>7.5104478209685978E-6</c:v>
                </c:pt>
                <c:pt idx="3505">
                  <c:v>2.6468559456958353E-4</c:v>
                </c:pt>
                <c:pt idx="3506">
                  <c:v>4.8625120662683279E-7</c:v>
                </c:pt>
                <c:pt idx="3507">
                  <c:v>6.6510535104792533E-5</c:v>
                </c:pt>
                <c:pt idx="3508">
                  <c:v>8.2310909746009567E-6</c:v>
                </c:pt>
                <c:pt idx="3509">
                  <c:v>6.3181082107811402E-6</c:v>
                </c:pt>
                <c:pt idx="3510">
                  <c:v>0</c:v>
                </c:pt>
                <c:pt idx="3511">
                  <c:v>8.9680916100361408E-6</c:v>
                </c:pt>
                <c:pt idx="3512">
                  <c:v>6.3642370715412002E-6</c:v>
                </c:pt>
                <c:pt idx="3513">
                  <c:v>2.0278403631714242E-4</c:v>
                </c:pt>
                <c:pt idx="3514">
                  <c:v>2.0060696248812379E-5</c:v>
                </c:pt>
                <c:pt idx="3515">
                  <c:v>2.7116657676138537E-5</c:v>
                </c:pt>
                <c:pt idx="3516">
                  <c:v>9.0693955345893994E-5</c:v>
                </c:pt>
                <c:pt idx="3517">
                  <c:v>2.5869876709826577E-6</c:v>
                </c:pt>
                <c:pt idx="3518">
                  <c:v>3.2761012962747357E-4</c:v>
                </c:pt>
                <c:pt idx="3519">
                  <c:v>1.7253275503266135E-5</c:v>
                </c:pt>
                <c:pt idx="3520">
                  <c:v>2.7964591870036006E-5</c:v>
                </c:pt>
                <c:pt idx="3521">
                  <c:v>5.338758104034558E-5</c:v>
                </c:pt>
                <c:pt idx="3522">
                  <c:v>8.8012505668331206E-5</c:v>
                </c:pt>
                <c:pt idx="3523">
                  <c:v>1.4534105280458666E-5</c:v>
                </c:pt>
                <c:pt idx="3524">
                  <c:v>6.6454033595697822E-5</c:v>
                </c:pt>
                <c:pt idx="3525">
                  <c:v>6.9225436737820024E-5</c:v>
                </c:pt>
                <c:pt idx="3526">
                  <c:v>1.7258916284594372E-5</c:v>
                </c:pt>
                <c:pt idx="3527">
                  <c:v>0</c:v>
                </c:pt>
                <c:pt idx="3528">
                  <c:v>1.5323630652883894E-5</c:v>
                </c:pt>
                <c:pt idx="3529">
                  <c:v>8.1297588203209482E-6</c:v>
                </c:pt>
                <c:pt idx="3530">
                  <c:v>3.5986189147343151E-5</c:v>
                </c:pt>
                <c:pt idx="3531">
                  <c:v>1.3781045672947545E-5</c:v>
                </c:pt>
                <c:pt idx="3532">
                  <c:v>7.3401515031169392E-7</c:v>
                </c:pt>
                <c:pt idx="3533">
                  <c:v>0</c:v>
                </c:pt>
                <c:pt idx="3534">
                  <c:v>0</c:v>
                </c:pt>
                <c:pt idx="3535">
                  <c:v>4.6202984935355103E-6</c:v>
                </c:pt>
                <c:pt idx="3536">
                  <c:v>3.3924130213007182E-5</c:v>
                </c:pt>
                <c:pt idx="3537">
                  <c:v>2.0733396198545058E-5</c:v>
                </c:pt>
                <c:pt idx="3538">
                  <c:v>2.975058698394731E-5</c:v>
                </c:pt>
                <c:pt idx="3539">
                  <c:v>3.838219583669791E-7</c:v>
                </c:pt>
                <c:pt idx="3540">
                  <c:v>3.2335947639092589E-7</c:v>
                </c:pt>
                <c:pt idx="3541">
                  <c:v>0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4.7986096013417554E-6</c:v>
                </c:pt>
                <c:pt idx="3546">
                  <c:v>0</c:v>
                </c:pt>
                <c:pt idx="3547">
                  <c:v>2.4568379239245638E-5</c:v>
                </c:pt>
                <c:pt idx="3548">
                  <c:v>0</c:v>
                </c:pt>
                <c:pt idx="3549">
                  <c:v>5.8586202394824434E-7</c:v>
                </c:pt>
                <c:pt idx="3550">
                  <c:v>2.5894252091958217E-6</c:v>
                </c:pt>
                <c:pt idx="3551">
                  <c:v>0</c:v>
                </c:pt>
                <c:pt idx="3552">
                  <c:v>2.681256456557756E-6</c:v>
                </c:pt>
                <c:pt idx="3553">
                  <c:v>1.4416436630940505E-5</c:v>
                </c:pt>
                <c:pt idx="3554">
                  <c:v>0</c:v>
                </c:pt>
                <c:pt idx="3555">
                  <c:v>2.2185644330850886E-5</c:v>
                </c:pt>
                <c:pt idx="3556">
                  <c:v>2.7231700656599471E-7</c:v>
                </c:pt>
                <c:pt idx="3557">
                  <c:v>1.970410418105094E-7</c:v>
                </c:pt>
                <c:pt idx="3558">
                  <c:v>3.8818618171166779E-8</c:v>
                </c:pt>
                <c:pt idx="3559">
                  <c:v>0</c:v>
                </c:pt>
                <c:pt idx="3560">
                  <c:v>0</c:v>
                </c:pt>
                <c:pt idx="3561">
                  <c:v>8.6577922324577511E-8</c:v>
                </c:pt>
                <c:pt idx="3562">
                  <c:v>0</c:v>
                </c:pt>
                <c:pt idx="3563">
                  <c:v>3.8108722691361482E-5</c:v>
                </c:pt>
                <c:pt idx="3564">
                  <c:v>1.4609439406310664E-6</c:v>
                </c:pt>
                <c:pt idx="3565">
                  <c:v>2.5225632041563231E-5</c:v>
                </c:pt>
                <c:pt idx="3566">
                  <c:v>1.2412152882514251E-7</c:v>
                </c:pt>
                <c:pt idx="3567">
                  <c:v>6.9896720746012861E-6</c:v>
                </c:pt>
                <c:pt idx="3568">
                  <c:v>5.3894525430045999E-5</c:v>
                </c:pt>
                <c:pt idx="3569">
                  <c:v>1.034818005777253E-4</c:v>
                </c:pt>
                <c:pt idx="3570">
                  <c:v>8.8282093410333192E-6</c:v>
                </c:pt>
                <c:pt idx="3571">
                  <c:v>1.5668094435753542E-7</c:v>
                </c:pt>
                <c:pt idx="3572">
                  <c:v>1.5771994266229348E-5</c:v>
                </c:pt>
                <c:pt idx="3573">
                  <c:v>0</c:v>
                </c:pt>
                <c:pt idx="3574">
                  <c:v>8.5129979767594331E-5</c:v>
                </c:pt>
                <c:pt idx="3575">
                  <c:v>1.1953177696072457E-6</c:v>
                </c:pt>
                <c:pt idx="3576">
                  <c:v>2.6380473442252496E-6</c:v>
                </c:pt>
                <c:pt idx="3577">
                  <c:v>2.1444498608716043E-6</c:v>
                </c:pt>
                <c:pt idx="3578">
                  <c:v>0</c:v>
                </c:pt>
                <c:pt idx="3579">
                  <c:v>0</c:v>
                </c:pt>
                <c:pt idx="3580">
                  <c:v>2.190693862870521E-5</c:v>
                </c:pt>
                <c:pt idx="3581">
                  <c:v>0</c:v>
                </c:pt>
                <c:pt idx="3582">
                  <c:v>0</c:v>
                </c:pt>
                <c:pt idx="3583">
                  <c:v>0</c:v>
                </c:pt>
                <c:pt idx="3584">
                  <c:v>7.7949216456825874E-5</c:v>
                </c:pt>
                <c:pt idx="3585">
                  <c:v>0</c:v>
                </c:pt>
                <c:pt idx="3586">
                  <c:v>0</c:v>
                </c:pt>
                <c:pt idx="3587">
                  <c:v>0</c:v>
                </c:pt>
                <c:pt idx="3588">
                  <c:v>3.044173113913845E-6</c:v>
                </c:pt>
                <c:pt idx="3589">
                  <c:v>0</c:v>
                </c:pt>
                <c:pt idx="3590">
                  <c:v>8.2979052768300081E-7</c:v>
                </c:pt>
                <c:pt idx="3591">
                  <c:v>2.426809705922881E-4</c:v>
                </c:pt>
                <c:pt idx="3592">
                  <c:v>4.5431377328885401E-5</c:v>
                </c:pt>
                <c:pt idx="3593">
                  <c:v>0</c:v>
                </c:pt>
                <c:pt idx="3594">
                  <c:v>2.5083492252134438E-7</c:v>
                </c:pt>
                <c:pt idx="3595">
                  <c:v>0</c:v>
                </c:pt>
                <c:pt idx="3596">
                  <c:v>7.565249209498158E-6</c:v>
                </c:pt>
                <c:pt idx="3597">
                  <c:v>1.9592322922294449E-5</c:v>
                </c:pt>
                <c:pt idx="3598">
                  <c:v>0</c:v>
                </c:pt>
                <c:pt idx="3599">
                  <c:v>1.101268264501077E-4</c:v>
                </c:pt>
                <c:pt idx="3600">
                  <c:v>2.0924487407748176E-5</c:v>
                </c:pt>
                <c:pt idx="3601">
                  <c:v>5.2201614061520576E-5</c:v>
                </c:pt>
                <c:pt idx="3602">
                  <c:v>1.0724497279384577E-4</c:v>
                </c:pt>
                <c:pt idx="3603">
                  <c:v>0</c:v>
                </c:pt>
                <c:pt idx="3604">
                  <c:v>1.7283739509918973E-5</c:v>
                </c:pt>
                <c:pt idx="3605">
                  <c:v>2.4795837524472341E-6</c:v>
                </c:pt>
                <c:pt idx="3606">
                  <c:v>0</c:v>
                </c:pt>
                <c:pt idx="3607">
                  <c:v>1.7755267599640298E-6</c:v>
                </c:pt>
                <c:pt idx="3608">
                  <c:v>5.5749735647831135E-5</c:v>
                </c:pt>
                <c:pt idx="3609">
                  <c:v>0</c:v>
                </c:pt>
                <c:pt idx="3610">
                  <c:v>3.6652657391600276E-6</c:v>
                </c:pt>
                <c:pt idx="3611">
                  <c:v>5.1675149195654741E-5</c:v>
                </c:pt>
                <c:pt idx="3612">
                  <c:v>2.9809701729788386E-6</c:v>
                </c:pt>
                <c:pt idx="3613">
                  <c:v>1.205375467439598E-4</c:v>
                </c:pt>
                <c:pt idx="3614">
                  <c:v>0</c:v>
                </c:pt>
                <c:pt idx="3615">
                  <c:v>0</c:v>
                </c:pt>
                <c:pt idx="3616">
                  <c:v>0</c:v>
                </c:pt>
                <c:pt idx="3617">
                  <c:v>2.016675557263278E-5</c:v>
                </c:pt>
                <c:pt idx="3618">
                  <c:v>4.5587208362233813E-4</c:v>
                </c:pt>
                <c:pt idx="3619">
                  <c:v>0</c:v>
                </c:pt>
                <c:pt idx="3620">
                  <c:v>6.6775695865781116E-8</c:v>
                </c:pt>
                <c:pt idx="3621">
                  <c:v>2.0288882576114873E-6</c:v>
                </c:pt>
                <c:pt idx="3622">
                  <c:v>2.9667927967744227E-5</c:v>
                </c:pt>
                <c:pt idx="3623">
                  <c:v>1.8323703662152497E-7</c:v>
                </c:pt>
                <c:pt idx="3624">
                  <c:v>3.3314965630084083E-3</c:v>
                </c:pt>
                <c:pt idx="3625">
                  <c:v>6.8485878845872933E-7</c:v>
                </c:pt>
                <c:pt idx="3626">
                  <c:v>7.9720261927486816E-6</c:v>
                </c:pt>
                <c:pt idx="3627">
                  <c:v>4.8155835904988548E-7</c:v>
                </c:pt>
                <c:pt idx="3628">
                  <c:v>0</c:v>
                </c:pt>
                <c:pt idx="3629">
                  <c:v>1.0717209576872281E-6</c:v>
                </c:pt>
                <c:pt idx="3630">
                  <c:v>0</c:v>
                </c:pt>
                <c:pt idx="3631">
                  <c:v>1.0047383978317761E-6</c:v>
                </c:pt>
                <c:pt idx="3632">
                  <c:v>2.9261499543466291E-5</c:v>
                </c:pt>
                <c:pt idx="3633">
                  <c:v>2.3900318433712465E-5</c:v>
                </c:pt>
                <c:pt idx="3634">
                  <c:v>0</c:v>
                </c:pt>
                <c:pt idx="3635">
                  <c:v>0</c:v>
                </c:pt>
                <c:pt idx="3636">
                  <c:v>0</c:v>
                </c:pt>
                <c:pt idx="3637">
                  <c:v>0</c:v>
                </c:pt>
                <c:pt idx="3638">
                  <c:v>0</c:v>
                </c:pt>
                <c:pt idx="3639">
                  <c:v>1.9171998864065767E-4</c:v>
                </c:pt>
                <c:pt idx="3640">
                  <c:v>0</c:v>
                </c:pt>
                <c:pt idx="3641">
                  <c:v>4.9515962567953823E-7</c:v>
                </c:pt>
                <c:pt idx="3642">
                  <c:v>2.0398085208811151E-5</c:v>
                </c:pt>
                <c:pt idx="3643">
                  <c:v>2.9202544251667558E-6</c:v>
                </c:pt>
                <c:pt idx="3644">
                  <c:v>0</c:v>
                </c:pt>
                <c:pt idx="3645">
                  <c:v>6.9828654716861044E-4</c:v>
                </c:pt>
                <c:pt idx="3646">
                  <c:v>1.348967532860762E-6</c:v>
                </c:pt>
                <c:pt idx="3647">
                  <c:v>1.1096944894489361E-6</c:v>
                </c:pt>
                <c:pt idx="3648">
                  <c:v>0</c:v>
                </c:pt>
                <c:pt idx="3649">
                  <c:v>2.0528001212373996E-5</c:v>
                </c:pt>
                <c:pt idx="3650">
                  <c:v>4.8774384286795593E-5</c:v>
                </c:pt>
                <c:pt idx="3651">
                  <c:v>2.8080480936804892E-6</c:v>
                </c:pt>
                <c:pt idx="3652">
                  <c:v>0</c:v>
                </c:pt>
                <c:pt idx="3653">
                  <c:v>5.3519728518167912E-7</c:v>
                </c:pt>
                <c:pt idx="3654">
                  <c:v>0</c:v>
                </c:pt>
                <c:pt idx="3655">
                  <c:v>2.3456248992557854E-8</c:v>
                </c:pt>
                <c:pt idx="3656">
                  <c:v>1.6190511825812561E-6</c:v>
                </c:pt>
                <c:pt idx="3657">
                  <c:v>8.3587846173562586E-6</c:v>
                </c:pt>
                <c:pt idx="3658">
                  <c:v>1.2190116240625576E-4</c:v>
                </c:pt>
                <c:pt idx="3659">
                  <c:v>5.2378804073013339E-7</c:v>
                </c:pt>
                <c:pt idx="3660">
                  <c:v>2.4514705579750429E-7</c:v>
                </c:pt>
                <c:pt idx="3661">
                  <c:v>1.123652511529565E-5</c:v>
                </c:pt>
                <c:pt idx="3662">
                  <c:v>2.2640806619204166E-7</c:v>
                </c:pt>
                <c:pt idx="3663">
                  <c:v>2.7087859466818224E-3</c:v>
                </c:pt>
                <c:pt idx="3664">
                  <c:v>2.2585623594714312E-6</c:v>
                </c:pt>
                <c:pt idx="3665">
                  <c:v>0</c:v>
                </c:pt>
                <c:pt idx="3666">
                  <c:v>2.1174795515572213E-5</c:v>
                </c:pt>
                <c:pt idx="3667">
                  <c:v>2.9583686217651046E-5</c:v>
                </c:pt>
                <c:pt idx="3668">
                  <c:v>2.3862382942005998E-6</c:v>
                </c:pt>
                <c:pt idx="3669">
                  <c:v>4.2529360312228112E-5</c:v>
                </c:pt>
                <c:pt idx="3670">
                  <c:v>5.2608200295230888E-6</c:v>
                </c:pt>
                <c:pt idx="3671">
                  <c:v>4.2998236434482797E-6</c:v>
                </c:pt>
                <c:pt idx="3672">
                  <c:v>1.3179784215643721E-5</c:v>
                </c:pt>
                <c:pt idx="3673">
                  <c:v>1.5825310419408963E-5</c:v>
                </c:pt>
                <c:pt idx="3674">
                  <c:v>8.4776790108850771E-5</c:v>
                </c:pt>
                <c:pt idx="3675">
                  <c:v>1.139174056186295E-5</c:v>
                </c:pt>
                <c:pt idx="3676">
                  <c:v>2.1697913016899098E-7</c:v>
                </c:pt>
                <c:pt idx="3677">
                  <c:v>5.7519147166804914E-6</c:v>
                </c:pt>
                <c:pt idx="3678">
                  <c:v>1.478930938532137E-7</c:v>
                </c:pt>
                <c:pt idx="3679">
                  <c:v>6.0735871689157034E-8</c:v>
                </c:pt>
                <c:pt idx="3680">
                  <c:v>1.7479361617897974E-7</c:v>
                </c:pt>
                <c:pt idx="3681">
                  <c:v>5.0721736343967583E-7</c:v>
                </c:pt>
                <c:pt idx="3682">
                  <c:v>7.1078140438329586E-8</c:v>
                </c:pt>
                <c:pt idx="3683">
                  <c:v>3.8749050755089426E-7</c:v>
                </c:pt>
                <c:pt idx="3684">
                  <c:v>3.3367238150215846E-7</c:v>
                </c:pt>
                <c:pt idx="3685">
                  <c:v>9.4172344605138822E-8</c:v>
                </c:pt>
                <c:pt idx="3686">
                  <c:v>3.3622681121700642E-6</c:v>
                </c:pt>
                <c:pt idx="3687">
                  <c:v>6.1589854854725753E-6</c:v>
                </c:pt>
                <c:pt idx="3688">
                  <c:v>1.8758437424675083E-4</c:v>
                </c:pt>
                <c:pt idx="3689">
                  <c:v>5.4681712228098615E-5</c:v>
                </c:pt>
                <c:pt idx="3690">
                  <c:v>2.2634011883737419E-4</c:v>
                </c:pt>
                <c:pt idx="3691">
                  <c:v>0</c:v>
                </c:pt>
                <c:pt idx="3692">
                  <c:v>4.3243940642679558E-5</c:v>
                </c:pt>
                <c:pt idx="3693">
                  <c:v>1.3627611210254536E-5</c:v>
                </c:pt>
                <c:pt idx="3694">
                  <c:v>4.1421399083026511E-7</c:v>
                </c:pt>
                <c:pt idx="3695">
                  <c:v>2.3664598854000911E-6</c:v>
                </c:pt>
                <c:pt idx="3696">
                  <c:v>0</c:v>
                </c:pt>
                <c:pt idx="3697">
                  <c:v>8.7863130281063216E-6</c:v>
                </c:pt>
                <c:pt idx="3698">
                  <c:v>0</c:v>
                </c:pt>
                <c:pt idx="3699">
                  <c:v>2.8932163677082816E-6</c:v>
                </c:pt>
                <c:pt idx="3700">
                  <c:v>8.3161424312845912E-7</c:v>
                </c:pt>
                <c:pt idx="3701">
                  <c:v>7.952908623941108E-6</c:v>
                </c:pt>
                <c:pt idx="3702">
                  <c:v>2.8557319292335652E-6</c:v>
                </c:pt>
                <c:pt idx="3703">
                  <c:v>9.235514961376332E-6</c:v>
                </c:pt>
                <c:pt idx="3704">
                  <c:v>3.4381224892589823E-6</c:v>
                </c:pt>
                <c:pt idx="3705">
                  <c:v>0</c:v>
                </c:pt>
                <c:pt idx="3706">
                  <c:v>8.3871102875639867E-8</c:v>
                </c:pt>
                <c:pt idx="3707">
                  <c:v>0</c:v>
                </c:pt>
                <c:pt idx="3708">
                  <c:v>1.8354813515568694E-7</c:v>
                </c:pt>
                <c:pt idx="3709">
                  <c:v>2.0853676959667901E-6</c:v>
                </c:pt>
                <c:pt idx="3710">
                  <c:v>0</c:v>
                </c:pt>
                <c:pt idx="3711">
                  <c:v>6.968832609888054E-7</c:v>
                </c:pt>
                <c:pt idx="3712">
                  <c:v>4.3907026346691012E-6</c:v>
                </c:pt>
                <c:pt idx="3713">
                  <c:v>4.3959514861100494E-5</c:v>
                </c:pt>
                <c:pt idx="3714">
                  <c:v>9.5645366909906791E-6</c:v>
                </c:pt>
                <c:pt idx="3715">
                  <c:v>9.5424778854652986E-5</c:v>
                </c:pt>
                <c:pt idx="3716">
                  <c:v>6.5341119102950115E-6</c:v>
                </c:pt>
                <c:pt idx="3717">
                  <c:v>0</c:v>
                </c:pt>
                <c:pt idx="3718">
                  <c:v>8.4173120472369346E-6</c:v>
                </c:pt>
                <c:pt idx="3719">
                  <c:v>0</c:v>
                </c:pt>
                <c:pt idx="3720">
                  <c:v>0</c:v>
                </c:pt>
                <c:pt idx="3721">
                  <c:v>1.6355499486641334E-7</c:v>
                </c:pt>
                <c:pt idx="3722">
                  <c:v>4.2815782814534487E-7</c:v>
                </c:pt>
                <c:pt idx="3723">
                  <c:v>4.4581382105855347E-7</c:v>
                </c:pt>
                <c:pt idx="3724">
                  <c:v>0</c:v>
                </c:pt>
                <c:pt idx="3725">
                  <c:v>0</c:v>
                </c:pt>
                <c:pt idx="3726">
                  <c:v>4.9879334624720133E-5</c:v>
                </c:pt>
                <c:pt idx="3727">
                  <c:v>2.4800050920823076E-5</c:v>
                </c:pt>
                <c:pt idx="3728">
                  <c:v>2.3326881184086023E-5</c:v>
                </c:pt>
                <c:pt idx="3729">
                  <c:v>3.6504625217846506E-6</c:v>
                </c:pt>
                <c:pt idx="3730">
                  <c:v>5.5037742636137898E-6</c:v>
                </c:pt>
                <c:pt idx="3731">
                  <c:v>5.5181776250044431E-6</c:v>
                </c:pt>
                <c:pt idx="3732">
                  <c:v>8.230972276915834E-5</c:v>
                </c:pt>
                <c:pt idx="3733">
                  <c:v>2.970050868315917E-5</c:v>
                </c:pt>
                <c:pt idx="3734">
                  <c:v>2.9971047970174167E-5</c:v>
                </c:pt>
                <c:pt idx="3735">
                  <c:v>0</c:v>
                </c:pt>
                <c:pt idx="3736">
                  <c:v>5.1150942272638981E-6</c:v>
                </c:pt>
                <c:pt idx="3737">
                  <c:v>0</c:v>
                </c:pt>
                <c:pt idx="3738">
                  <c:v>1.3272478501080593E-6</c:v>
                </c:pt>
                <c:pt idx="3739">
                  <c:v>9.4600850198372252E-7</c:v>
                </c:pt>
                <c:pt idx="3740">
                  <c:v>2.4024411468155405E-5</c:v>
                </c:pt>
                <c:pt idx="3741">
                  <c:v>3.4365608716955646E-5</c:v>
                </c:pt>
                <c:pt idx="3742">
                  <c:v>5.9820784555707137E-5</c:v>
                </c:pt>
                <c:pt idx="3743">
                  <c:v>1.0864306912387099E-5</c:v>
                </c:pt>
                <c:pt idx="3744">
                  <c:v>6.3265661869669191E-6</c:v>
                </c:pt>
                <c:pt idx="3745">
                  <c:v>1.6337231188922921E-5</c:v>
                </c:pt>
                <c:pt idx="3746">
                  <c:v>2.0005622049769156E-5</c:v>
                </c:pt>
                <c:pt idx="3747">
                  <c:v>1.0099136316162647E-5</c:v>
                </c:pt>
                <c:pt idx="3748">
                  <c:v>9.6184251744625166E-6</c:v>
                </c:pt>
                <c:pt idx="3749">
                  <c:v>1.9343711023067451E-5</c:v>
                </c:pt>
                <c:pt idx="3750">
                  <c:v>1.4848822991763493E-4</c:v>
                </c:pt>
                <c:pt idx="3751">
                  <c:v>4.8270145676804739E-3</c:v>
                </c:pt>
                <c:pt idx="3752">
                  <c:v>1.398400575608651E-5</c:v>
                </c:pt>
                <c:pt idx="3753">
                  <c:v>2.9468053022209073E-5</c:v>
                </c:pt>
                <c:pt idx="3754">
                  <c:v>2.7411458443491301E-5</c:v>
                </c:pt>
                <c:pt idx="3755">
                  <c:v>0</c:v>
                </c:pt>
                <c:pt idx="3756">
                  <c:v>0</c:v>
                </c:pt>
                <c:pt idx="3757">
                  <c:v>3.5086361576210775E-6</c:v>
                </c:pt>
                <c:pt idx="3758">
                  <c:v>1.7011778380283167E-7</c:v>
                </c:pt>
                <c:pt idx="3759">
                  <c:v>0</c:v>
                </c:pt>
                <c:pt idx="3760">
                  <c:v>1.8581380744901479E-5</c:v>
                </c:pt>
                <c:pt idx="3761">
                  <c:v>0</c:v>
                </c:pt>
                <c:pt idx="3762">
                  <c:v>0</c:v>
                </c:pt>
                <c:pt idx="3763">
                  <c:v>2.2003729749948802E-7</c:v>
                </c:pt>
                <c:pt idx="3764">
                  <c:v>0</c:v>
                </c:pt>
                <c:pt idx="3765">
                  <c:v>0</c:v>
                </c:pt>
                <c:pt idx="3766">
                  <c:v>6.3920991952547366E-6</c:v>
                </c:pt>
                <c:pt idx="3767">
                  <c:v>7.6223162119882004E-7</c:v>
                </c:pt>
                <c:pt idx="3768">
                  <c:v>1.3281308551191522E-7</c:v>
                </c:pt>
                <c:pt idx="3769">
                  <c:v>0</c:v>
                </c:pt>
                <c:pt idx="3770">
                  <c:v>1.1255580594138356E-6</c:v>
                </c:pt>
                <c:pt idx="3771">
                  <c:v>0</c:v>
                </c:pt>
                <c:pt idx="3772">
                  <c:v>0</c:v>
                </c:pt>
                <c:pt idx="3773">
                  <c:v>5.3354650245903974E-7</c:v>
                </c:pt>
                <c:pt idx="3774">
                  <c:v>1.7607467688387553E-7</c:v>
                </c:pt>
                <c:pt idx="3775">
                  <c:v>1.2351458302164661E-4</c:v>
                </c:pt>
                <c:pt idx="3776">
                  <c:v>0</c:v>
                </c:pt>
                <c:pt idx="3777">
                  <c:v>3.0822149670104893E-5</c:v>
                </c:pt>
                <c:pt idx="3778">
                  <c:v>3.9649089831307868E-7</c:v>
                </c:pt>
                <c:pt idx="3779">
                  <c:v>7.2210778744932919E-7</c:v>
                </c:pt>
                <c:pt idx="3780">
                  <c:v>4.8091570999421553E-8</c:v>
                </c:pt>
                <c:pt idx="3781">
                  <c:v>1.9339866119266433E-7</c:v>
                </c:pt>
                <c:pt idx="3782">
                  <c:v>0</c:v>
                </c:pt>
                <c:pt idx="3783">
                  <c:v>0</c:v>
                </c:pt>
                <c:pt idx="3784">
                  <c:v>2.956371877557992E-5</c:v>
                </c:pt>
                <c:pt idx="3785">
                  <c:v>5.7050053618311065E-7</c:v>
                </c:pt>
                <c:pt idx="3786">
                  <c:v>8.2589649814132266E-8</c:v>
                </c:pt>
                <c:pt idx="3787">
                  <c:v>0</c:v>
                </c:pt>
                <c:pt idx="3788">
                  <c:v>4.5637784755542545E-6</c:v>
                </c:pt>
                <c:pt idx="3789">
                  <c:v>0</c:v>
                </c:pt>
                <c:pt idx="3790">
                  <c:v>3.3766342294195282E-5</c:v>
                </c:pt>
                <c:pt idx="3791">
                  <c:v>3.5985356011333757E-5</c:v>
                </c:pt>
                <c:pt idx="3792">
                  <c:v>0</c:v>
                </c:pt>
                <c:pt idx="3793">
                  <c:v>3.1724104999130236E-5</c:v>
                </c:pt>
                <c:pt idx="3794">
                  <c:v>8.9502709391167426E-6</c:v>
                </c:pt>
                <c:pt idx="3795">
                  <c:v>1.9589554085019122E-6</c:v>
                </c:pt>
                <c:pt idx="3796">
                  <c:v>2.7201139240349762E-6</c:v>
                </c:pt>
                <c:pt idx="3797">
                  <c:v>6.7201150959875266E-6</c:v>
                </c:pt>
                <c:pt idx="3798">
                  <c:v>2.1320968371393577E-5</c:v>
                </c:pt>
                <c:pt idx="3799">
                  <c:v>0</c:v>
                </c:pt>
                <c:pt idx="3800">
                  <c:v>0</c:v>
                </c:pt>
                <c:pt idx="3801">
                  <c:v>6.2521359965319921E-6</c:v>
                </c:pt>
                <c:pt idx="3802">
                  <c:v>2.0106683991542367E-5</c:v>
                </c:pt>
                <c:pt idx="3803">
                  <c:v>3.6550068574006839E-5</c:v>
                </c:pt>
                <c:pt idx="3804">
                  <c:v>8.2362938970921034E-7</c:v>
                </c:pt>
                <c:pt idx="3805">
                  <c:v>1.2114840720602271E-4</c:v>
                </c:pt>
                <c:pt idx="3806">
                  <c:v>1.7782316449963266E-5</c:v>
                </c:pt>
                <c:pt idx="3807">
                  <c:v>1.1903003863767953E-5</c:v>
                </c:pt>
                <c:pt idx="3808">
                  <c:v>9.5751258889558732E-6</c:v>
                </c:pt>
                <c:pt idx="3809">
                  <c:v>1.8053708028623667E-5</c:v>
                </c:pt>
                <c:pt idx="3810">
                  <c:v>1.292275194132556E-5</c:v>
                </c:pt>
                <c:pt idx="3811">
                  <c:v>2.9672154975585712E-6</c:v>
                </c:pt>
                <c:pt idx="3812">
                  <c:v>0</c:v>
                </c:pt>
                <c:pt idx="3813">
                  <c:v>0</c:v>
                </c:pt>
                <c:pt idx="3814">
                  <c:v>2.5972833515305019E-5</c:v>
                </c:pt>
                <c:pt idx="3815">
                  <c:v>1.8914790877060554E-6</c:v>
                </c:pt>
                <c:pt idx="3816">
                  <c:v>1.5208888854400837E-6</c:v>
                </c:pt>
                <c:pt idx="3817">
                  <c:v>1.800045101082806E-5</c:v>
                </c:pt>
                <c:pt idx="3818">
                  <c:v>1.1909537309000123E-5</c:v>
                </c:pt>
                <c:pt idx="3819">
                  <c:v>0</c:v>
                </c:pt>
                <c:pt idx="3820">
                  <c:v>0</c:v>
                </c:pt>
                <c:pt idx="3821">
                  <c:v>5.4530482335344101E-6</c:v>
                </c:pt>
                <c:pt idx="3822">
                  <c:v>9.2931104532979459E-7</c:v>
                </c:pt>
                <c:pt idx="3823">
                  <c:v>0</c:v>
                </c:pt>
                <c:pt idx="3824">
                  <c:v>1.2563608553945267E-7</c:v>
                </c:pt>
                <c:pt idx="3825">
                  <c:v>4.7513246720914934E-6</c:v>
                </c:pt>
                <c:pt idx="3826">
                  <c:v>1.8769071459496397E-6</c:v>
                </c:pt>
                <c:pt idx="3827">
                  <c:v>6.9123946040089163E-8</c:v>
                </c:pt>
                <c:pt idx="3828">
                  <c:v>4.0222764136432219E-6</c:v>
                </c:pt>
                <c:pt idx="3829">
                  <c:v>2.0015766811754638E-5</c:v>
                </c:pt>
                <c:pt idx="3830">
                  <c:v>0</c:v>
                </c:pt>
                <c:pt idx="3831">
                  <c:v>2.4720240458848956E-7</c:v>
                </c:pt>
                <c:pt idx="3832">
                  <c:v>1.4714172010885817E-5</c:v>
                </c:pt>
                <c:pt idx="3833">
                  <c:v>3.6803353738450869E-6</c:v>
                </c:pt>
                <c:pt idx="3834">
                  <c:v>1.5444264515242734E-5</c:v>
                </c:pt>
                <c:pt idx="3835">
                  <c:v>0</c:v>
                </c:pt>
                <c:pt idx="3836">
                  <c:v>0</c:v>
                </c:pt>
                <c:pt idx="3837">
                  <c:v>0</c:v>
                </c:pt>
                <c:pt idx="3838">
                  <c:v>7.0802421707158486E-6</c:v>
                </c:pt>
                <c:pt idx="3839">
                  <c:v>5.7812729601769144E-8</c:v>
                </c:pt>
                <c:pt idx="3840">
                  <c:v>0</c:v>
                </c:pt>
                <c:pt idx="3841">
                  <c:v>8.1441690279788087E-6</c:v>
                </c:pt>
                <c:pt idx="3842">
                  <c:v>0</c:v>
                </c:pt>
                <c:pt idx="3843">
                  <c:v>5.8413469280427917E-7</c:v>
                </c:pt>
                <c:pt idx="3844">
                  <c:v>1.8969174586078586E-5</c:v>
                </c:pt>
                <c:pt idx="3845">
                  <c:v>0</c:v>
                </c:pt>
                <c:pt idx="3846">
                  <c:v>3.5976656108718517E-7</c:v>
                </c:pt>
                <c:pt idx="3847">
                  <c:v>1.1389975586307218E-6</c:v>
                </c:pt>
                <c:pt idx="3848">
                  <c:v>0</c:v>
                </c:pt>
                <c:pt idx="3849">
                  <c:v>0</c:v>
                </c:pt>
                <c:pt idx="3850">
                  <c:v>0</c:v>
                </c:pt>
                <c:pt idx="3851">
                  <c:v>0</c:v>
                </c:pt>
                <c:pt idx="3852">
                  <c:v>7.4047843566232403E-7</c:v>
                </c:pt>
                <c:pt idx="3853">
                  <c:v>1.1476629682239829E-7</c:v>
                </c:pt>
                <c:pt idx="3854">
                  <c:v>1.4170597698311212E-6</c:v>
                </c:pt>
                <c:pt idx="3855">
                  <c:v>5.2270093347578656E-5</c:v>
                </c:pt>
                <c:pt idx="3856">
                  <c:v>2.8356682388642396E-6</c:v>
                </c:pt>
                <c:pt idx="3857">
                  <c:v>1.948027884588574E-5</c:v>
                </c:pt>
                <c:pt idx="3858">
                  <c:v>0</c:v>
                </c:pt>
                <c:pt idx="3859">
                  <c:v>3.2235725463864863E-5</c:v>
                </c:pt>
                <c:pt idx="3860">
                  <c:v>1.2515579486644483E-4</c:v>
                </c:pt>
                <c:pt idx="3861">
                  <c:v>2.1467938356054228E-5</c:v>
                </c:pt>
                <c:pt idx="3862">
                  <c:v>3.0331433746186456E-7</c:v>
                </c:pt>
                <c:pt idx="3863">
                  <c:v>0</c:v>
                </c:pt>
                <c:pt idx="3864">
                  <c:v>0</c:v>
                </c:pt>
                <c:pt idx="3865">
                  <c:v>8.1414798371743407E-5</c:v>
                </c:pt>
                <c:pt idx="3866">
                  <c:v>5.8608694903787941E-6</c:v>
                </c:pt>
                <c:pt idx="3867">
                  <c:v>0</c:v>
                </c:pt>
                <c:pt idx="3868">
                  <c:v>3.1625738357621391E-6</c:v>
                </c:pt>
                <c:pt idx="3869">
                  <c:v>2.9511333468616844E-7</c:v>
                </c:pt>
                <c:pt idx="3870">
                  <c:v>3.8464545477864629E-5</c:v>
                </c:pt>
                <c:pt idx="3871">
                  <c:v>7.3888028076521154E-7</c:v>
                </c:pt>
                <c:pt idx="3872">
                  <c:v>1.7099173631726666E-5</c:v>
                </c:pt>
                <c:pt idx="3873">
                  <c:v>9.5304887333341157E-6</c:v>
                </c:pt>
                <c:pt idx="3874">
                  <c:v>4.2054804783290023E-6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4.0950701366173923E-7</c:v>
                </c:pt>
                <c:pt idx="3881">
                  <c:v>3.9571687996595649E-7</c:v>
                </c:pt>
                <c:pt idx="3882">
                  <c:v>7.4558518349448009E-7</c:v>
                </c:pt>
                <c:pt idx="3883">
                  <c:v>2.3072224428258982E-6</c:v>
                </c:pt>
                <c:pt idx="3884">
                  <c:v>3.6441523013494158E-6</c:v>
                </c:pt>
                <c:pt idx="3885">
                  <c:v>2.2550421247476716E-7</c:v>
                </c:pt>
                <c:pt idx="3886">
                  <c:v>3.0453479325830764E-6</c:v>
                </c:pt>
                <c:pt idx="3887">
                  <c:v>1.515558667383628E-6</c:v>
                </c:pt>
                <c:pt idx="3888">
                  <c:v>1.1488117622277939E-6</c:v>
                </c:pt>
                <c:pt idx="3889">
                  <c:v>1.6459631386487086E-5</c:v>
                </c:pt>
                <c:pt idx="3890">
                  <c:v>1.0947833074096039E-6</c:v>
                </c:pt>
                <c:pt idx="3891">
                  <c:v>1.4578333431705289E-5</c:v>
                </c:pt>
                <c:pt idx="3892">
                  <c:v>3.3612190599541317E-6</c:v>
                </c:pt>
                <c:pt idx="3893">
                  <c:v>5.1860814423877954E-7</c:v>
                </c:pt>
                <c:pt idx="3894">
                  <c:v>1.7872181675030455E-5</c:v>
                </c:pt>
                <c:pt idx="3895">
                  <c:v>5.4367591098297258E-5</c:v>
                </c:pt>
                <c:pt idx="3896">
                  <c:v>7.0984800792317503E-8</c:v>
                </c:pt>
                <c:pt idx="3897">
                  <c:v>3.5834608380480392E-6</c:v>
                </c:pt>
                <c:pt idx="3898">
                  <c:v>1.0614841353059064E-5</c:v>
                </c:pt>
                <c:pt idx="3899">
                  <c:v>9.8017010882195766E-6</c:v>
                </c:pt>
                <c:pt idx="3900">
                  <c:v>0</c:v>
                </c:pt>
                <c:pt idx="3901">
                  <c:v>8.1031103196672504E-6</c:v>
                </c:pt>
                <c:pt idx="3902">
                  <c:v>3.6256352672978504E-6</c:v>
                </c:pt>
                <c:pt idx="3903">
                  <c:v>0</c:v>
                </c:pt>
                <c:pt idx="3904">
                  <c:v>6.1210119746210191E-6</c:v>
                </c:pt>
                <c:pt idx="3905">
                  <c:v>4.147688195706151E-3</c:v>
                </c:pt>
                <c:pt idx="3906">
                  <c:v>5.183053213265649E-6</c:v>
                </c:pt>
                <c:pt idx="3907">
                  <c:v>3.4211978356550445E-7</c:v>
                </c:pt>
                <c:pt idx="3908">
                  <c:v>2.5280353720496997E-3</c:v>
                </c:pt>
                <c:pt idx="3909">
                  <c:v>0</c:v>
                </c:pt>
                <c:pt idx="3910">
                  <c:v>8.6756800456518394E-7</c:v>
                </c:pt>
                <c:pt idx="3911">
                  <c:v>3.6647407324304966E-6</c:v>
                </c:pt>
                <c:pt idx="3912">
                  <c:v>0</c:v>
                </c:pt>
                <c:pt idx="3913">
                  <c:v>1.319760728705255E-5</c:v>
                </c:pt>
                <c:pt idx="3914">
                  <c:v>0</c:v>
                </c:pt>
                <c:pt idx="3915">
                  <c:v>0</c:v>
                </c:pt>
                <c:pt idx="3916">
                  <c:v>5.18263909907477E-8</c:v>
                </c:pt>
                <c:pt idx="3917">
                  <c:v>0</c:v>
                </c:pt>
                <c:pt idx="3918">
                  <c:v>4.914084163940879E-7</c:v>
                </c:pt>
                <c:pt idx="3919">
                  <c:v>0</c:v>
                </c:pt>
                <c:pt idx="3920">
                  <c:v>8.4348889083274748E-5</c:v>
                </c:pt>
                <c:pt idx="3921">
                  <c:v>6.5841338196561083E-5</c:v>
                </c:pt>
                <c:pt idx="3922">
                  <c:v>0</c:v>
                </c:pt>
                <c:pt idx="3923">
                  <c:v>1.1192055851410583E-4</c:v>
                </c:pt>
                <c:pt idx="3924">
                  <c:v>3.7306336310936212E-7</c:v>
                </c:pt>
                <c:pt idx="3925">
                  <c:v>7.4946170957850645E-7</c:v>
                </c:pt>
                <c:pt idx="3926">
                  <c:v>1.3956584616554991E-6</c:v>
                </c:pt>
                <c:pt idx="3927">
                  <c:v>1.0225055040378601E-5</c:v>
                </c:pt>
                <c:pt idx="3928">
                  <c:v>0</c:v>
                </c:pt>
                <c:pt idx="3929">
                  <c:v>2.6960062744812789E-7</c:v>
                </c:pt>
                <c:pt idx="3930">
                  <c:v>0</c:v>
                </c:pt>
                <c:pt idx="3931">
                  <c:v>1.1284953194853798E-7</c:v>
                </c:pt>
                <c:pt idx="3932">
                  <c:v>6.1565974719077141E-8</c:v>
                </c:pt>
                <c:pt idx="3933">
                  <c:v>0</c:v>
                </c:pt>
                <c:pt idx="3934">
                  <c:v>8.356317032401894E-5</c:v>
                </c:pt>
                <c:pt idx="3935">
                  <c:v>3.8391951659895424E-5</c:v>
                </c:pt>
                <c:pt idx="3936">
                  <c:v>9.9253438406405247E-5</c:v>
                </c:pt>
                <c:pt idx="3937">
                  <c:v>3.6077244730082269E-5</c:v>
                </c:pt>
                <c:pt idx="3938">
                  <c:v>1.5743269636329105E-5</c:v>
                </c:pt>
                <c:pt idx="3939">
                  <c:v>3.4795575026295307E-8</c:v>
                </c:pt>
                <c:pt idx="3940">
                  <c:v>0</c:v>
                </c:pt>
                <c:pt idx="3941">
                  <c:v>2.0749128743212096E-5</c:v>
                </c:pt>
                <c:pt idx="3942">
                  <c:v>7.436327083282081E-6</c:v>
                </c:pt>
                <c:pt idx="3943">
                  <c:v>2.4409681384454854E-5</c:v>
                </c:pt>
                <c:pt idx="3944">
                  <c:v>7.4621278045028214E-6</c:v>
                </c:pt>
                <c:pt idx="3945">
                  <c:v>0</c:v>
                </c:pt>
                <c:pt idx="3946">
                  <c:v>2.6339703964815785E-5</c:v>
                </c:pt>
                <c:pt idx="3947">
                  <c:v>6.7288289381763099E-7</c:v>
                </c:pt>
                <c:pt idx="3948">
                  <c:v>0</c:v>
                </c:pt>
                <c:pt idx="3949">
                  <c:v>0</c:v>
                </c:pt>
                <c:pt idx="3950">
                  <c:v>1.6735271146547876E-7</c:v>
                </c:pt>
                <c:pt idx="3951">
                  <c:v>6.7213202816216999E-7</c:v>
                </c:pt>
                <c:pt idx="3952">
                  <c:v>0</c:v>
                </c:pt>
                <c:pt idx="3953">
                  <c:v>5.8909293014613527E-6</c:v>
                </c:pt>
                <c:pt idx="3954">
                  <c:v>8.1019092538978455E-6</c:v>
                </c:pt>
                <c:pt idx="3955">
                  <c:v>0</c:v>
                </c:pt>
                <c:pt idx="3956">
                  <c:v>8.1318780508829127E-5</c:v>
                </c:pt>
                <c:pt idx="3957">
                  <c:v>9.0225689073404765E-5</c:v>
                </c:pt>
                <c:pt idx="3958">
                  <c:v>8.3540370415704741E-6</c:v>
                </c:pt>
                <c:pt idx="3959">
                  <c:v>1.6933942131304901E-6</c:v>
                </c:pt>
                <c:pt idx="3960">
                  <c:v>2.9192579191728001E-7</c:v>
                </c:pt>
                <c:pt idx="3961">
                  <c:v>4.4993147937951827E-5</c:v>
                </c:pt>
                <c:pt idx="3962">
                  <c:v>3.4874145679580538E-6</c:v>
                </c:pt>
                <c:pt idx="3963">
                  <c:v>1.8464534860238989E-7</c:v>
                </c:pt>
                <c:pt idx="3964">
                  <c:v>5.4696965121229394E-5</c:v>
                </c:pt>
                <c:pt idx="3965">
                  <c:v>4.1409934231494719E-5</c:v>
                </c:pt>
                <c:pt idx="3966">
                  <c:v>1.5359869627181318E-5</c:v>
                </c:pt>
                <c:pt idx="3967">
                  <c:v>4.3071654026573512E-7</c:v>
                </c:pt>
                <c:pt idx="3968">
                  <c:v>8.7538341381943088E-7</c:v>
                </c:pt>
                <c:pt idx="3969">
                  <c:v>1.6545373762821564E-7</c:v>
                </c:pt>
                <c:pt idx="3970">
                  <c:v>0</c:v>
                </c:pt>
                <c:pt idx="3971">
                  <c:v>5.1444758311160376E-5</c:v>
                </c:pt>
                <c:pt idx="3972">
                  <c:v>1.5491135690867967E-5</c:v>
                </c:pt>
                <c:pt idx="3973">
                  <c:v>5.2936796552689107E-5</c:v>
                </c:pt>
                <c:pt idx="3974">
                  <c:v>4.3919627215221833E-6</c:v>
                </c:pt>
                <c:pt idx="3975">
                  <c:v>1.8359451553887606E-5</c:v>
                </c:pt>
                <c:pt idx="3976">
                  <c:v>1.6421749611144144E-5</c:v>
                </c:pt>
                <c:pt idx="3977">
                  <c:v>8.6647846540511371E-6</c:v>
                </c:pt>
                <c:pt idx="3978">
                  <c:v>2.0690475516373527E-5</c:v>
                </c:pt>
                <c:pt idx="3979">
                  <c:v>2.0629929972915446E-5</c:v>
                </c:pt>
                <c:pt idx="3980">
                  <c:v>5.7692274270369275E-6</c:v>
                </c:pt>
                <c:pt idx="3981">
                  <c:v>5.5765054130003246E-8</c:v>
                </c:pt>
                <c:pt idx="3982">
                  <c:v>1.1073233351062118E-4</c:v>
                </c:pt>
                <c:pt idx="3983">
                  <c:v>1.0022363933238141E-5</c:v>
                </c:pt>
                <c:pt idx="3984">
                  <c:v>2.4625021754859228E-5</c:v>
                </c:pt>
                <c:pt idx="3985">
                  <c:v>2.3484908185873342E-5</c:v>
                </c:pt>
                <c:pt idx="3986">
                  <c:v>0</c:v>
                </c:pt>
                <c:pt idx="3987">
                  <c:v>1.2319354963520381E-5</c:v>
                </c:pt>
                <c:pt idx="3988">
                  <c:v>1.1687551525048599E-5</c:v>
                </c:pt>
                <c:pt idx="3989">
                  <c:v>0</c:v>
                </c:pt>
                <c:pt idx="3990">
                  <c:v>3.7424440192712857E-7</c:v>
                </c:pt>
                <c:pt idx="3991">
                  <c:v>2.4772361237187247E-5</c:v>
                </c:pt>
                <c:pt idx="3992">
                  <c:v>1.140093187048192E-3</c:v>
                </c:pt>
                <c:pt idx="3993">
                  <c:v>1.2986291382843303E-5</c:v>
                </c:pt>
                <c:pt idx="3994">
                  <c:v>1.3220685727943258E-5</c:v>
                </c:pt>
                <c:pt idx="3995">
                  <c:v>5.7847126305606131E-6</c:v>
                </c:pt>
                <c:pt idx="3996">
                  <c:v>2.9120877517070156E-5</c:v>
                </c:pt>
                <c:pt idx="3997">
                  <c:v>1.4208723354023276E-5</c:v>
                </c:pt>
                <c:pt idx="3998">
                  <c:v>8.8685863994806153E-8</c:v>
                </c:pt>
                <c:pt idx="3999">
                  <c:v>1.6502749933732892E-6</c:v>
                </c:pt>
                <c:pt idx="4000">
                  <c:v>4.1949062445852655E-5</c:v>
                </c:pt>
                <c:pt idx="4001">
                  <c:v>4.3372862101154371E-5</c:v>
                </c:pt>
                <c:pt idx="4002">
                  <c:v>0</c:v>
                </c:pt>
                <c:pt idx="4003">
                  <c:v>0</c:v>
                </c:pt>
                <c:pt idx="4004">
                  <c:v>2.9274078205844325E-5</c:v>
                </c:pt>
                <c:pt idx="4005">
                  <c:v>0</c:v>
                </c:pt>
                <c:pt idx="4006">
                  <c:v>3.0888529030485402E-6</c:v>
                </c:pt>
                <c:pt idx="4007">
                  <c:v>1.1145055348022451E-6</c:v>
                </c:pt>
                <c:pt idx="4008">
                  <c:v>5.6222160556810392E-5</c:v>
                </c:pt>
                <c:pt idx="4009">
                  <c:v>3.06769637631535E-5</c:v>
                </c:pt>
                <c:pt idx="4010">
                  <c:v>1.1044876666549812E-4</c:v>
                </c:pt>
                <c:pt idx="4011">
                  <c:v>1.6839540748707027E-7</c:v>
                </c:pt>
                <c:pt idx="4012">
                  <c:v>1.2383717251626432E-7</c:v>
                </c:pt>
                <c:pt idx="4013">
                  <c:v>1.1894207642387339E-5</c:v>
                </c:pt>
                <c:pt idx="4014">
                  <c:v>5.5251312491150017E-6</c:v>
                </c:pt>
                <c:pt idx="4015">
                  <c:v>3.6909830949146907E-6</c:v>
                </c:pt>
                <c:pt idx="4016">
                  <c:v>5.9717662651712676E-6</c:v>
                </c:pt>
                <c:pt idx="4017">
                  <c:v>6.3656710430057321E-7</c:v>
                </c:pt>
                <c:pt idx="4018">
                  <c:v>1.0201716010068628E-5</c:v>
                </c:pt>
                <c:pt idx="4019">
                  <c:v>2.1140292764676374E-5</c:v>
                </c:pt>
                <c:pt idx="4020">
                  <c:v>2.2975293682270868E-6</c:v>
                </c:pt>
                <c:pt idx="4021">
                  <c:v>2.6117314077753181E-6</c:v>
                </c:pt>
                <c:pt idx="4022">
                  <c:v>6.4543194989074364E-8</c:v>
                </c:pt>
                <c:pt idx="4023">
                  <c:v>0</c:v>
                </c:pt>
                <c:pt idx="4024">
                  <c:v>3.3977381858273778E-5</c:v>
                </c:pt>
                <c:pt idx="4025">
                  <c:v>2.5894575235137486E-7</c:v>
                </c:pt>
                <c:pt idx="4026">
                  <c:v>1.3081572363818372E-4</c:v>
                </c:pt>
                <c:pt idx="4027">
                  <c:v>4.6684735669684546E-6</c:v>
                </c:pt>
                <c:pt idx="4028">
                  <c:v>6.6529139450276509E-6</c:v>
                </c:pt>
                <c:pt idx="4029">
                  <c:v>3.8313656201275206E-5</c:v>
                </c:pt>
                <c:pt idx="4030">
                  <c:v>5.8619563982299083E-5</c:v>
                </c:pt>
                <c:pt idx="4031">
                  <c:v>5.2025915113907325E-7</c:v>
                </c:pt>
                <c:pt idx="4032">
                  <c:v>0</c:v>
                </c:pt>
                <c:pt idx="4033">
                  <c:v>8.8330331111519438E-8</c:v>
                </c:pt>
                <c:pt idx="4034">
                  <c:v>7.1172318974410364E-5</c:v>
                </c:pt>
                <c:pt idx="4035">
                  <c:v>1.9284533763678961E-7</c:v>
                </c:pt>
                <c:pt idx="4036">
                  <c:v>0</c:v>
                </c:pt>
                <c:pt idx="4037">
                  <c:v>0</c:v>
                </c:pt>
                <c:pt idx="4038">
                  <c:v>4.5838577081240538E-5</c:v>
                </c:pt>
                <c:pt idx="4039">
                  <c:v>1.2189315445681573E-6</c:v>
                </c:pt>
                <c:pt idx="4040">
                  <c:v>1.403359727706789E-5</c:v>
                </c:pt>
                <c:pt idx="4041">
                  <c:v>2.1323736178646427E-5</c:v>
                </c:pt>
                <c:pt idx="4042">
                  <c:v>6.7138072793655821E-5</c:v>
                </c:pt>
                <c:pt idx="4043">
                  <c:v>8.1173819065811733E-5</c:v>
                </c:pt>
                <c:pt idx="4044">
                  <c:v>6.0004713263954874E-5</c:v>
                </c:pt>
                <c:pt idx="4045">
                  <c:v>5.8472876469969427E-6</c:v>
                </c:pt>
                <c:pt idx="4046">
                  <c:v>6.4865910964019694E-6</c:v>
                </c:pt>
                <c:pt idx="4047">
                  <c:v>7.2154765212616015E-6</c:v>
                </c:pt>
                <c:pt idx="4048">
                  <c:v>1.1154833032701181E-5</c:v>
                </c:pt>
                <c:pt idx="4049">
                  <c:v>9.9658723573786645E-6</c:v>
                </c:pt>
                <c:pt idx="4050">
                  <c:v>2.2868259541673257E-5</c:v>
                </c:pt>
                <c:pt idx="4051">
                  <c:v>3.5407339835488649E-5</c:v>
                </c:pt>
                <c:pt idx="4052">
                  <c:v>1.9493382126593048E-5</c:v>
                </c:pt>
                <c:pt idx="4053">
                  <c:v>3.1208978361879903E-6</c:v>
                </c:pt>
                <c:pt idx="4054">
                  <c:v>4.8475969887826139E-5</c:v>
                </c:pt>
                <c:pt idx="4055">
                  <c:v>9.2370003081595222E-6</c:v>
                </c:pt>
                <c:pt idx="4056">
                  <c:v>3.2485472412006247E-5</c:v>
                </c:pt>
                <c:pt idx="4057">
                  <c:v>5.5581373880839017E-5</c:v>
                </c:pt>
                <c:pt idx="4058">
                  <c:v>9.967282552271578E-8</c:v>
                </c:pt>
                <c:pt idx="4059">
                  <c:v>1.1954108333217591E-5</c:v>
                </c:pt>
                <c:pt idx="4060">
                  <c:v>5.6500468468399704E-6</c:v>
                </c:pt>
                <c:pt idx="4061">
                  <c:v>0</c:v>
                </c:pt>
                <c:pt idx="4062">
                  <c:v>3.469427902564569E-6</c:v>
                </c:pt>
                <c:pt idx="4063">
                  <c:v>4.8467520480514328E-4</c:v>
                </c:pt>
                <c:pt idx="4064">
                  <c:v>5.3763550871301998E-5</c:v>
                </c:pt>
                <c:pt idx="4065">
                  <c:v>3.0900176288792597E-5</c:v>
                </c:pt>
                <c:pt idx="4066">
                  <c:v>4.7358714168823488E-5</c:v>
                </c:pt>
                <c:pt idx="4067">
                  <c:v>1.5801727550142648E-4</c:v>
                </c:pt>
                <c:pt idx="4068">
                  <c:v>8.0319354834100444E-7</c:v>
                </c:pt>
                <c:pt idx="4069">
                  <c:v>1.9853746062636347E-5</c:v>
                </c:pt>
                <c:pt idx="4070">
                  <c:v>1.4227274022337921E-4</c:v>
                </c:pt>
                <c:pt idx="4071">
                  <c:v>1.9873134486525613E-7</c:v>
                </c:pt>
                <c:pt idx="4072">
                  <c:v>1.6618081374215017E-5</c:v>
                </c:pt>
                <c:pt idx="4073">
                  <c:v>2.9315502089118206E-5</c:v>
                </c:pt>
                <c:pt idx="4074">
                  <c:v>3.4423862485922524E-5</c:v>
                </c:pt>
                <c:pt idx="4075">
                  <c:v>4.9449095742740119E-6</c:v>
                </c:pt>
                <c:pt idx="4076">
                  <c:v>2.0718805219522202E-4</c:v>
                </c:pt>
                <c:pt idx="4077">
                  <c:v>3.4085354173462409E-6</c:v>
                </c:pt>
                <c:pt idx="4078">
                  <c:v>3.6635624411306329E-5</c:v>
                </c:pt>
                <c:pt idx="4079">
                  <c:v>6.8914646442517633E-7</c:v>
                </c:pt>
                <c:pt idx="4080">
                  <c:v>1.2428861594683207E-5</c:v>
                </c:pt>
                <c:pt idx="4081">
                  <c:v>7.3627594737820375E-7</c:v>
                </c:pt>
                <c:pt idx="4082">
                  <c:v>2.3118936090152744E-5</c:v>
                </c:pt>
                <c:pt idx="4083">
                  <c:v>1.8306522031581205E-5</c:v>
                </c:pt>
                <c:pt idx="4084">
                  <c:v>6.6839700785884429E-5</c:v>
                </c:pt>
                <c:pt idx="4085">
                  <c:v>4.2652714891705706E-5</c:v>
                </c:pt>
                <c:pt idx="4086">
                  <c:v>7.7057021889881703E-6</c:v>
                </c:pt>
                <c:pt idx="4087">
                  <c:v>2.0074009713175991E-5</c:v>
                </c:pt>
                <c:pt idx="4088">
                  <c:v>4.0783641997184552E-5</c:v>
                </c:pt>
                <c:pt idx="4089">
                  <c:v>8.0867771477112726E-5</c:v>
                </c:pt>
                <c:pt idx="4090">
                  <c:v>1.0392079625383198E-5</c:v>
                </c:pt>
                <c:pt idx="4091">
                  <c:v>3.1467207344126387E-4</c:v>
                </c:pt>
                <c:pt idx="4092">
                  <c:v>1.0526488959262414E-5</c:v>
                </c:pt>
                <c:pt idx="4093">
                  <c:v>3.0240517931943849E-5</c:v>
                </c:pt>
                <c:pt idx="4094">
                  <c:v>1.268136393393802E-5</c:v>
                </c:pt>
                <c:pt idx="4095">
                  <c:v>9.1409955830054528E-5</c:v>
                </c:pt>
                <c:pt idx="4096">
                  <c:v>8.5377450639011397E-5</c:v>
                </c:pt>
                <c:pt idx="4097">
                  <c:v>1.9440795369625113E-4</c:v>
                </c:pt>
                <c:pt idx="4098">
                  <c:v>3.6621342449875844E-5</c:v>
                </c:pt>
                <c:pt idx="4099">
                  <c:v>3.0169296186932997E-5</c:v>
                </c:pt>
                <c:pt idx="4100">
                  <c:v>7.8245972212327541E-7</c:v>
                </c:pt>
                <c:pt idx="4101">
                  <c:v>9.8607858475508057E-6</c:v>
                </c:pt>
                <c:pt idx="4102">
                  <c:v>1.667085247964162E-3</c:v>
                </c:pt>
                <c:pt idx="4103">
                  <c:v>2.3351727947046918E-4</c:v>
                </c:pt>
                <c:pt idx="4104">
                  <c:v>2.0935292720120027E-7</c:v>
                </c:pt>
                <c:pt idx="4105">
                  <c:v>2.0264866162070044E-5</c:v>
                </c:pt>
                <c:pt idx="4106">
                  <c:v>1.274135090532767E-5</c:v>
                </c:pt>
                <c:pt idx="4107">
                  <c:v>2.2786619776587688E-6</c:v>
                </c:pt>
                <c:pt idx="4108">
                  <c:v>7.6737463931446105E-7</c:v>
                </c:pt>
                <c:pt idx="4109">
                  <c:v>5.1377568248614883E-5</c:v>
                </c:pt>
                <c:pt idx="4110">
                  <c:v>8.1329281165705942E-7</c:v>
                </c:pt>
                <c:pt idx="4111">
                  <c:v>1.1711846504796487E-5</c:v>
                </c:pt>
                <c:pt idx="4112">
                  <c:v>5.9782600060658434E-5</c:v>
                </c:pt>
                <c:pt idx="4113">
                  <c:v>1.0782794847343561E-5</c:v>
                </c:pt>
                <c:pt idx="4114">
                  <c:v>1.6796997190653476E-5</c:v>
                </c:pt>
                <c:pt idx="4115">
                  <c:v>2.7909944276348621E-5</c:v>
                </c:pt>
                <c:pt idx="4116">
                  <c:v>1.3756493093666808E-6</c:v>
                </c:pt>
                <c:pt idx="4117">
                  <c:v>0</c:v>
                </c:pt>
                <c:pt idx="4118">
                  <c:v>9.1810847261414595E-6</c:v>
                </c:pt>
                <c:pt idx="4119">
                  <c:v>0</c:v>
                </c:pt>
                <c:pt idx="4120">
                  <c:v>1.7722926492901489E-7</c:v>
                </c:pt>
                <c:pt idx="4121">
                  <c:v>1.1389206409133594E-6</c:v>
                </c:pt>
                <c:pt idx="4122">
                  <c:v>7.0353482607396729E-7</c:v>
                </c:pt>
                <c:pt idx="4123">
                  <c:v>7.9064667014665764E-5</c:v>
                </c:pt>
                <c:pt idx="4124">
                  <c:v>1.0593441277296853E-5</c:v>
                </c:pt>
                <c:pt idx="4125">
                  <c:v>0</c:v>
                </c:pt>
                <c:pt idx="4126">
                  <c:v>1.008766309030882E-5</c:v>
                </c:pt>
                <c:pt idx="4127">
                  <c:v>6.8523158732127073E-5</c:v>
                </c:pt>
                <c:pt idx="4128">
                  <c:v>5.469222107380257E-4</c:v>
                </c:pt>
                <c:pt idx="4129">
                  <c:v>1.5318284109831307E-4</c:v>
                </c:pt>
                <c:pt idx="4130">
                  <c:v>3.2008354856364138E-5</c:v>
                </c:pt>
                <c:pt idx="4131">
                  <c:v>7.2048217662222441E-6</c:v>
                </c:pt>
                <c:pt idx="4132">
                  <c:v>3.6661529639266018E-5</c:v>
                </c:pt>
                <c:pt idx="4133">
                  <c:v>3.3961209928806082E-7</c:v>
                </c:pt>
                <c:pt idx="4134">
                  <c:v>4.9840473961054503E-5</c:v>
                </c:pt>
                <c:pt idx="4135">
                  <c:v>1.7249409275595162E-5</c:v>
                </c:pt>
                <c:pt idx="4136">
                  <c:v>4.3358157190305823E-5</c:v>
                </c:pt>
                <c:pt idx="4137">
                  <c:v>1.6150407890543566E-5</c:v>
                </c:pt>
                <c:pt idx="4138">
                  <c:v>1.7125093302941443E-5</c:v>
                </c:pt>
                <c:pt idx="4139">
                  <c:v>3.2772672206097457E-5</c:v>
                </c:pt>
                <c:pt idx="4140">
                  <c:v>8.3913004283960564E-5</c:v>
                </c:pt>
                <c:pt idx="4141">
                  <c:v>6.3304402372172664E-7</c:v>
                </c:pt>
                <c:pt idx="4142">
                  <c:v>5.9125509462957282E-5</c:v>
                </c:pt>
                <c:pt idx="4143">
                  <c:v>1.4822608585069385E-5</c:v>
                </c:pt>
                <c:pt idx="4144">
                  <c:v>1.5708163071753085E-4</c:v>
                </c:pt>
                <c:pt idx="4145">
                  <c:v>4.3515915112130569E-5</c:v>
                </c:pt>
                <c:pt idx="4146">
                  <c:v>3.3733525105367355E-5</c:v>
                </c:pt>
                <c:pt idx="4147">
                  <c:v>4.6205256405899364E-7</c:v>
                </c:pt>
                <c:pt idx="4148">
                  <c:v>2.5519898528850752E-6</c:v>
                </c:pt>
                <c:pt idx="4149">
                  <c:v>1.04912236277487E-3</c:v>
                </c:pt>
                <c:pt idx="4150">
                  <c:v>5.8482918179822042E-7</c:v>
                </c:pt>
                <c:pt idx="4151">
                  <c:v>0</c:v>
                </c:pt>
                <c:pt idx="4152">
                  <c:v>3.1564920177138466E-7</c:v>
                </c:pt>
                <c:pt idx="4153">
                  <c:v>6.9113051707573336E-5</c:v>
                </c:pt>
                <c:pt idx="4154">
                  <c:v>4.30947279633326E-6</c:v>
                </c:pt>
                <c:pt idx="4155">
                  <c:v>9.6625012103820883E-6</c:v>
                </c:pt>
                <c:pt idx="4156">
                  <c:v>3.4416035600239198E-5</c:v>
                </c:pt>
                <c:pt idx="4157">
                  <c:v>3.3279197944014842E-5</c:v>
                </c:pt>
                <c:pt idx="4158">
                  <c:v>9.1250276677680568E-7</c:v>
                </c:pt>
                <c:pt idx="4159">
                  <c:v>9.1883599014735229E-6</c:v>
                </c:pt>
                <c:pt idx="4160">
                  <c:v>7.6035417555568709E-6</c:v>
                </c:pt>
                <c:pt idx="4161">
                  <c:v>2.4483701687399604E-4</c:v>
                </c:pt>
                <c:pt idx="4162">
                  <c:v>0</c:v>
                </c:pt>
                <c:pt idx="4163">
                  <c:v>4.7312845342100481E-7</c:v>
                </c:pt>
                <c:pt idx="4164">
                  <c:v>4.2327298509356126E-5</c:v>
                </c:pt>
                <c:pt idx="4165">
                  <c:v>0</c:v>
                </c:pt>
                <c:pt idx="4166">
                  <c:v>0</c:v>
                </c:pt>
                <c:pt idx="4167">
                  <c:v>2.341829099533495E-5</c:v>
                </c:pt>
                <c:pt idx="4168">
                  <c:v>1.0627124868821809E-4</c:v>
                </c:pt>
                <c:pt idx="4169">
                  <c:v>1.8324902857418232E-5</c:v>
                </c:pt>
                <c:pt idx="4170">
                  <c:v>0</c:v>
                </c:pt>
                <c:pt idx="4171">
                  <c:v>0</c:v>
                </c:pt>
                <c:pt idx="4172">
                  <c:v>3.4969611218032751E-4</c:v>
                </c:pt>
                <c:pt idx="4173">
                  <c:v>1.1648736778286368E-5</c:v>
                </c:pt>
                <c:pt idx="4174">
                  <c:v>0</c:v>
                </c:pt>
                <c:pt idx="4175">
                  <c:v>1.0854402771756861E-7</c:v>
                </c:pt>
                <c:pt idx="4176">
                  <c:v>1.1037501040226799E-3</c:v>
                </c:pt>
                <c:pt idx="4177">
                  <c:v>1.7303113253312914E-7</c:v>
                </c:pt>
                <c:pt idx="4178">
                  <c:v>3.4884200338295714E-6</c:v>
                </c:pt>
                <c:pt idx="4179">
                  <c:v>3.2537330615867274E-5</c:v>
                </c:pt>
                <c:pt idx="4180">
                  <c:v>8.3161424312845871E-6</c:v>
                </c:pt>
                <c:pt idx="4181">
                  <c:v>9.64223000816509E-5</c:v>
                </c:pt>
                <c:pt idx="4182">
                  <c:v>0</c:v>
                </c:pt>
                <c:pt idx="4183">
                  <c:v>2.0230596591757402E-5</c:v>
                </c:pt>
                <c:pt idx="4184">
                  <c:v>2.6890267658519218E-5</c:v>
                </c:pt>
                <c:pt idx="4185">
                  <c:v>2.1249979434091004E-3</c:v>
                </c:pt>
                <c:pt idx="4186">
                  <c:v>2.2153658116126866E-7</c:v>
                </c:pt>
                <c:pt idx="4187">
                  <c:v>0</c:v>
                </c:pt>
                <c:pt idx="4188">
                  <c:v>8.038360906139357E-5</c:v>
                </c:pt>
                <c:pt idx="4189">
                  <c:v>1.0496102097737823E-6</c:v>
                </c:pt>
                <c:pt idx="4190">
                  <c:v>0</c:v>
                </c:pt>
                <c:pt idx="4191">
                  <c:v>0</c:v>
                </c:pt>
                <c:pt idx="4192">
                  <c:v>9.219421815652103E-7</c:v>
                </c:pt>
                <c:pt idx="4193">
                  <c:v>2.8522968066242192E-5</c:v>
                </c:pt>
                <c:pt idx="4194">
                  <c:v>6.6713972816946881E-5</c:v>
                </c:pt>
                <c:pt idx="4195">
                  <c:v>2.5823142672767672E-6</c:v>
                </c:pt>
                <c:pt idx="4196">
                  <c:v>1.8305141299542455E-5</c:v>
                </c:pt>
                <c:pt idx="4197">
                  <c:v>1.4546087429959134E-5</c:v>
                </c:pt>
                <c:pt idx="4198">
                  <c:v>2.0119699430527082E-6</c:v>
                </c:pt>
                <c:pt idx="4199">
                  <c:v>0</c:v>
                </c:pt>
                <c:pt idx="4200">
                  <c:v>1.0931107218010739E-5</c:v>
                </c:pt>
                <c:pt idx="4201">
                  <c:v>5.735405273031458E-4</c:v>
                </c:pt>
                <c:pt idx="4202">
                  <c:v>3.2760561092939036E-5</c:v>
                </c:pt>
                <c:pt idx="4203">
                  <c:v>0</c:v>
                </c:pt>
                <c:pt idx="4204">
                  <c:v>1.1690560678376353E-6</c:v>
                </c:pt>
                <c:pt idx="4205">
                  <c:v>5.5301209445907817E-7</c:v>
                </c:pt>
                <c:pt idx="4206">
                  <c:v>1.7933302258937723E-4</c:v>
                </c:pt>
                <c:pt idx="4207">
                  <c:v>1.876478138598533E-4</c:v>
                </c:pt>
                <c:pt idx="4208">
                  <c:v>6.8146687190175335E-7</c:v>
                </c:pt>
                <c:pt idx="4209">
                  <c:v>1.3994802796983732E-6</c:v>
                </c:pt>
                <c:pt idx="4210">
                  <c:v>1.7949740009600929E-6</c:v>
                </c:pt>
                <c:pt idx="4211">
                  <c:v>2.332107738512295E-7</c:v>
                </c:pt>
                <c:pt idx="4212">
                  <c:v>2.0535939503784085E-5</c:v>
                </c:pt>
                <c:pt idx="4213">
                  <c:v>2.9390628283966697E-5</c:v>
                </c:pt>
                <c:pt idx="4214">
                  <c:v>0</c:v>
                </c:pt>
                <c:pt idx="4215">
                  <c:v>6.7656294941936018E-6</c:v>
                </c:pt>
                <c:pt idx="4216">
                  <c:v>1.3936813282631531E-6</c:v>
                </c:pt>
                <c:pt idx="4217">
                  <c:v>2.2768233090735471E-6</c:v>
                </c:pt>
                <c:pt idx="4218">
                  <c:v>2.2786619776587688E-6</c:v>
                </c:pt>
                <c:pt idx="4219">
                  <c:v>1.92390632476269E-4</c:v>
                </c:pt>
                <c:pt idx="4220">
                  <c:v>1.1751345596444223E-6</c:v>
                </c:pt>
                <c:pt idx="4221">
                  <c:v>4.2969215266816791E-5</c:v>
                </c:pt>
                <c:pt idx="4222">
                  <c:v>3.7011725667705395E-4</c:v>
                </c:pt>
                <c:pt idx="4223">
                  <c:v>6.8672595879748534E-5</c:v>
                </c:pt>
                <c:pt idx="4224">
                  <c:v>7.9855902312997523E-6</c:v>
                </c:pt>
                <c:pt idx="4225">
                  <c:v>6.0897295196077702E-5</c:v>
                </c:pt>
                <c:pt idx="4226">
                  <c:v>2.9184153489754154E-5</c:v>
                </c:pt>
                <c:pt idx="4227">
                  <c:v>2.3905749861359816E-5</c:v>
                </c:pt>
                <c:pt idx="4228">
                  <c:v>0</c:v>
                </c:pt>
                <c:pt idx="4229">
                  <c:v>1.4163759039611848E-4</c:v>
                </c:pt>
                <c:pt idx="4230">
                  <c:v>9.9436385834963603E-6</c:v>
                </c:pt>
                <c:pt idx="4231">
                  <c:v>0</c:v>
                </c:pt>
                <c:pt idx="4232">
                  <c:v>1.1595378405765785E-4</c:v>
                </c:pt>
                <c:pt idx="4233">
                  <c:v>3.5976153079410519E-5</c:v>
                </c:pt>
                <c:pt idx="4234">
                  <c:v>4.3613338496067724E-6</c:v>
                </c:pt>
                <c:pt idx="4235">
                  <c:v>0</c:v>
                </c:pt>
                <c:pt idx="4236">
                  <c:v>2.1919107563162741E-5</c:v>
                </c:pt>
                <c:pt idx="4237">
                  <c:v>5.2004490654065275E-5</c:v>
                </c:pt>
                <c:pt idx="4238">
                  <c:v>2.8132359183818696E-4</c:v>
                </c:pt>
                <c:pt idx="4239">
                  <c:v>1.8916860688023269E-5</c:v>
                </c:pt>
                <c:pt idx="4240">
                  <c:v>2.5005314116812482E-5</c:v>
                </c:pt>
                <c:pt idx="4241">
                  <c:v>6.7962108301937389E-3</c:v>
                </c:pt>
                <c:pt idx="4242">
                  <c:v>3.9647358807957917E-6</c:v>
                </c:pt>
                <c:pt idx="4243">
                  <c:v>1.5421995473714341E-6</c:v>
                </c:pt>
                <c:pt idx="4244">
                  <c:v>1.9153300358639007E-5</c:v>
                </c:pt>
                <c:pt idx="4245">
                  <c:v>5.1420315974278723E-5</c:v>
                </c:pt>
                <c:pt idx="4246">
                  <c:v>5.8234597188529652E-7</c:v>
                </c:pt>
                <c:pt idx="4247">
                  <c:v>1.4376310054082262E-6</c:v>
                </c:pt>
                <c:pt idx="4248">
                  <c:v>0</c:v>
                </c:pt>
                <c:pt idx="4249">
                  <c:v>1.5583842777738252E-6</c:v>
                </c:pt>
                <c:pt idx="4250">
                  <c:v>1.1625122396937571E-5</c:v>
                </c:pt>
                <c:pt idx="4251">
                  <c:v>0</c:v>
                </c:pt>
                <c:pt idx="4252">
                  <c:v>0</c:v>
                </c:pt>
                <c:pt idx="4253">
                  <c:v>1.6862337066377446E-5</c:v>
                </c:pt>
                <c:pt idx="4254">
                  <c:v>0</c:v>
                </c:pt>
                <c:pt idx="4255">
                  <c:v>7.6594865118862014E-6</c:v>
                </c:pt>
                <c:pt idx="4256">
                  <c:v>2.0783344153732992E-5</c:v>
                </c:pt>
                <c:pt idx="4257">
                  <c:v>2.3971254442016892E-5</c:v>
                </c:pt>
                <c:pt idx="4258">
                  <c:v>1.2498248740658853E-6</c:v>
                </c:pt>
                <c:pt idx="4259">
                  <c:v>2.0494933045179159E-4</c:v>
                </c:pt>
                <c:pt idx="4260">
                  <c:v>5.4464780873890135E-6</c:v>
                </c:pt>
                <c:pt idx="4261">
                  <c:v>2.9833132192065817E-5</c:v>
                </c:pt>
                <c:pt idx="4262">
                  <c:v>5.1244489913670984E-5</c:v>
                </c:pt>
                <c:pt idx="4263">
                  <c:v>2.2407590417959512E-5</c:v>
                </c:pt>
                <c:pt idx="4264">
                  <c:v>4.0139796388626037E-7</c:v>
                </c:pt>
                <c:pt idx="4265">
                  <c:v>3.8084152270541692E-5</c:v>
                </c:pt>
                <c:pt idx="4266">
                  <c:v>1.8876323296407871E-5</c:v>
                </c:pt>
                <c:pt idx="4267">
                  <c:v>5.2572819715622075E-6</c:v>
                </c:pt>
                <c:pt idx="4268">
                  <c:v>1.4047749012322501E-4</c:v>
                </c:pt>
                <c:pt idx="4269">
                  <c:v>3.4395907454471737E-4</c:v>
                </c:pt>
                <c:pt idx="4270">
                  <c:v>2.6165200608882117E-6</c:v>
                </c:pt>
                <c:pt idx="4271">
                  <c:v>6.4812727162409526E-5</c:v>
                </c:pt>
                <c:pt idx="4272">
                  <c:v>1.2318285976340178E-4</c:v>
                </c:pt>
                <c:pt idx="4273">
                  <c:v>8.264595338743846E-6</c:v>
                </c:pt>
                <c:pt idx="4274">
                  <c:v>2.7374943193746497E-5</c:v>
                </c:pt>
                <c:pt idx="4275">
                  <c:v>0</c:v>
                </c:pt>
                <c:pt idx="4276">
                  <c:v>0</c:v>
                </c:pt>
                <c:pt idx="4277">
                  <c:v>1.4470497925518014E-6</c:v>
                </c:pt>
                <c:pt idx="4278">
                  <c:v>4.9820208113686505E-7</c:v>
                </c:pt>
                <c:pt idx="4279">
                  <c:v>4.0444896978753332E-5</c:v>
                </c:pt>
                <c:pt idx="4280">
                  <c:v>3.52532124804455E-5</c:v>
                </c:pt>
                <c:pt idx="4281">
                  <c:v>1.0006862297479611E-5</c:v>
                </c:pt>
                <c:pt idx="4282">
                  <c:v>0</c:v>
                </c:pt>
                <c:pt idx="4283">
                  <c:v>1.7827301796157773E-6</c:v>
                </c:pt>
                <c:pt idx="4284">
                  <c:v>0</c:v>
                </c:pt>
                <c:pt idx="4285">
                  <c:v>0</c:v>
                </c:pt>
                <c:pt idx="4286">
                  <c:v>2.9337815903894821E-7</c:v>
                </c:pt>
                <c:pt idx="4287">
                  <c:v>0</c:v>
                </c:pt>
                <c:pt idx="4288">
                  <c:v>3.0492947408699412E-4</c:v>
                </c:pt>
                <c:pt idx="4289">
                  <c:v>5.0567610152716118E-5</c:v>
                </c:pt>
                <c:pt idx="4290">
                  <c:v>2.8428432412658292E-5</c:v>
                </c:pt>
                <c:pt idx="4291">
                  <c:v>6.2665367626817833E-5</c:v>
                </c:pt>
                <c:pt idx="4292">
                  <c:v>3.2306912953887868E-5</c:v>
                </c:pt>
                <c:pt idx="4293">
                  <c:v>2.2429429793921015E-7</c:v>
                </c:pt>
                <c:pt idx="4294">
                  <c:v>2.7957944902676633E-7</c:v>
                </c:pt>
                <c:pt idx="4295">
                  <c:v>1.8675077377385478E-5</c:v>
                </c:pt>
                <c:pt idx="4296">
                  <c:v>1.5120769785531601E-5</c:v>
                </c:pt>
                <c:pt idx="4297">
                  <c:v>6.6819084194315003E-6</c:v>
                </c:pt>
                <c:pt idx="4298">
                  <c:v>9.8130480689157868E-5</c:v>
                </c:pt>
                <c:pt idx="4299">
                  <c:v>7.9238942119525964E-5</c:v>
                </c:pt>
                <c:pt idx="4300">
                  <c:v>0</c:v>
                </c:pt>
                <c:pt idx="4301">
                  <c:v>0</c:v>
                </c:pt>
                <c:pt idx="4302">
                  <c:v>2.0488560586753522E-5</c:v>
                </c:pt>
                <c:pt idx="4303">
                  <c:v>2.6579278585352999E-5</c:v>
                </c:pt>
                <c:pt idx="4304">
                  <c:v>4.5247327726289563E-5</c:v>
                </c:pt>
                <c:pt idx="4305">
                  <c:v>1.3301069010266299E-5</c:v>
                </c:pt>
                <c:pt idx="4306">
                  <c:v>0</c:v>
                </c:pt>
                <c:pt idx="4307">
                  <c:v>0</c:v>
                </c:pt>
                <c:pt idx="4308">
                  <c:v>6.7000421694349174E-5</c:v>
                </c:pt>
                <c:pt idx="4309">
                  <c:v>4.0189535913271192E-7</c:v>
                </c:pt>
                <c:pt idx="4310">
                  <c:v>0</c:v>
                </c:pt>
                <c:pt idx="4311">
                  <c:v>0</c:v>
                </c:pt>
                <c:pt idx="4312">
                  <c:v>1.1276637349738717E-5</c:v>
                </c:pt>
                <c:pt idx="4313">
                  <c:v>0</c:v>
                </c:pt>
                <c:pt idx="4314">
                  <c:v>3.4522907271146434E-5</c:v>
                </c:pt>
                <c:pt idx="4315">
                  <c:v>1.9298297736714956E-5</c:v>
                </c:pt>
                <c:pt idx="4316">
                  <c:v>2.1514927779795021E-5</c:v>
                </c:pt>
                <c:pt idx="4317">
                  <c:v>9.6694525660650715E-5</c:v>
                </c:pt>
                <c:pt idx="4318">
                  <c:v>9.2360515199797581E-5</c:v>
                </c:pt>
                <c:pt idx="4319">
                  <c:v>7.5664077611377324E-6</c:v>
                </c:pt>
                <c:pt idx="4320">
                  <c:v>0</c:v>
                </c:pt>
                <c:pt idx="4321">
                  <c:v>7.9113500679074717E-6</c:v>
                </c:pt>
                <c:pt idx="4322">
                  <c:v>2.214102737331499E-5</c:v>
                </c:pt>
                <c:pt idx="4323">
                  <c:v>1.2642475788026248E-5</c:v>
                </c:pt>
                <c:pt idx="4324">
                  <c:v>2.3712375655141212E-4</c:v>
                </c:pt>
                <c:pt idx="4325">
                  <c:v>8.3755537917571794E-6</c:v>
                </c:pt>
                <c:pt idx="4326">
                  <c:v>2.5026684594022514E-5</c:v>
                </c:pt>
                <c:pt idx="4327">
                  <c:v>8.5812788984209506E-6</c:v>
                </c:pt>
                <c:pt idx="4328">
                  <c:v>6.6279421066352914E-6</c:v>
                </c:pt>
                <c:pt idx="4329">
                  <c:v>2.5177955989313085E-5</c:v>
                </c:pt>
                <c:pt idx="4330">
                  <c:v>0</c:v>
                </c:pt>
                <c:pt idx="4331">
                  <c:v>3.116374129123934E-6</c:v>
                </c:pt>
                <c:pt idx="4332">
                  <c:v>6.3037814347929684E-6</c:v>
                </c:pt>
                <c:pt idx="4333">
                  <c:v>2.9880225082536978E-5</c:v>
                </c:pt>
                <c:pt idx="4334">
                  <c:v>4.5067329848041446E-5</c:v>
                </c:pt>
                <c:pt idx="4335">
                  <c:v>1.2307795308627709E-5</c:v>
                </c:pt>
                <c:pt idx="4336">
                  <c:v>0</c:v>
                </c:pt>
                <c:pt idx="4337">
                  <c:v>0</c:v>
                </c:pt>
                <c:pt idx="4338">
                  <c:v>1.3548900278129768E-5</c:v>
                </c:pt>
                <c:pt idx="4339">
                  <c:v>1.6482631712093584E-5</c:v>
                </c:pt>
                <c:pt idx="4340">
                  <c:v>4.945747077368336E-6</c:v>
                </c:pt>
                <c:pt idx="4341">
                  <c:v>0</c:v>
                </c:pt>
                <c:pt idx="4342">
                  <c:v>2.7475431900045066E-5</c:v>
                </c:pt>
                <c:pt idx="4343">
                  <c:v>6.9538926848220232E-6</c:v>
                </c:pt>
                <c:pt idx="4344">
                  <c:v>1.6556429506738896E-5</c:v>
                </c:pt>
                <c:pt idx="4345">
                  <c:v>5.3099141260657719E-7</c:v>
                </c:pt>
                <c:pt idx="4346">
                  <c:v>2.8773753764098956E-5</c:v>
                </c:pt>
                <c:pt idx="4347">
                  <c:v>1.4169050013984126E-7</c:v>
                </c:pt>
                <c:pt idx="4348">
                  <c:v>2.0701405513561936E-5</c:v>
                </c:pt>
                <c:pt idx="4349">
                  <c:v>8.8816389765737333E-8</c:v>
                </c:pt>
                <c:pt idx="4350">
                  <c:v>2.4624513194074605E-5</c:v>
                </c:pt>
                <c:pt idx="4351">
                  <c:v>1.8769071459496413E-7</c:v>
                </c:pt>
                <c:pt idx="4352">
                  <c:v>3.3027375393049125E-5</c:v>
                </c:pt>
                <c:pt idx="4353">
                  <c:v>1.3184128244625197E-5</c:v>
                </c:pt>
                <c:pt idx="4354">
                  <c:v>4.6056684545507501E-6</c:v>
                </c:pt>
                <c:pt idx="4355">
                  <c:v>4.6957709923516506E-6</c:v>
                </c:pt>
                <c:pt idx="4356">
                  <c:v>0</c:v>
                </c:pt>
                <c:pt idx="4357">
                  <c:v>5.8946786559423606E-5</c:v>
                </c:pt>
                <c:pt idx="4358">
                  <c:v>8.3252911028261435E-7</c:v>
                </c:pt>
                <c:pt idx="4359">
                  <c:v>1.8752510730251607E-7</c:v>
                </c:pt>
                <c:pt idx="4360">
                  <c:v>3.5948886126700246E-7</c:v>
                </c:pt>
                <c:pt idx="4361">
                  <c:v>1.6696304134506029E-5</c:v>
                </c:pt>
                <c:pt idx="4362">
                  <c:v>1.6836631437917409E-6</c:v>
                </c:pt>
                <c:pt idx="4363">
                  <c:v>4.6200905998026498E-5</c:v>
                </c:pt>
                <c:pt idx="4364">
                  <c:v>0</c:v>
                </c:pt>
                <c:pt idx="4365">
                  <c:v>1.2070895723934741E-4</c:v>
                </c:pt>
                <c:pt idx="4366">
                  <c:v>2.726604075831005E-7</c:v>
                </c:pt>
                <c:pt idx="4367">
                  <c:v>3.8309656841495104E-7</c:v>
                </c:pt>
                <c:pt idx="4368">
                  <c:v>8.6004478174259627E-6</c:v>
                </c:pt>
                <c:pt idx="4369">
                  <c:v>2.98883085570053E-4</c:v>
                </c:pt>
                <c:pt idx="4370">
                  <c:v>2.4464777462480075E-8</c:v>
                </c:pt>
                <c:pt idx="4371">
                  <c:v>0</c:v>
                </c:pt>
                <c:pt idx="4372">
                  <c:v>2.3057453828150681E-5</c:v>
                </c:pt>
                <c:pt idx="4373">
                  <c:v>0</c:v>
                </c:pt>
                <c:pt idx="4374">
                  <c:v>4.8265817620539313E-5</c:v>
                </c:pt>
                <c:pt idx="4375">
                  <c:v>3.3883551780688848E-6</c:v>
                </c:pt>
                <c:pt idx="4376">
                  <c:v>1.8030604430651883E-5</c:v>
                </c:pt>
                <c:pt idx="4377">
                  <c:v>1.0653633277179331E-4</c:v>
                </c:pt>
                <c:pt idx="4378">
                  <c:v>1.1426845837001799E-5</c:v>
                </c:pt>
                <c:pt idx="4379">
                  <c:v>2.4514541601780879E-5</c:v>
                </c:pt>
                <c:pt idx="4380">
                  <c:v>5.8584010990354894E-5</c:v>
                </c:pt>
                <c:pt idx="4381">
                  <c:v>3.9463622924357621E-6</c:v>
                </c:pt>
                <c:pt idx="4382">
                  <c:v>4.4817691647081325E-5</c:v>
                </c:pt>
                <c:pt idx="4383">
                  <c:v>4.4226757475467814E-5</c:v>
                </c:pt>
                <c:pt idx="4384">
                  <c:v>1.8600816222645541E-5</c:v>
                </c:pt>
                <c:pt idx="4385">
                  <c:v>5.5495679008374846E-6</c:v>
                </c:pt>
                <c:pt idx="4386">
                  <c:v>0</c:v>
                </c:pt>
                <c:pt idx="4387">
                  <c:v>0</c:v>
                </c:pt>
                <c:pt idx="4388">
                  <c:v>0</c:v>
                </c:pt>
                <c:pt idx="4389">
                  <c:v>0</c:v>
                </c:pt>
                <c:pt idx="4390">
                  <c:v>1.0397428889637474E-5</c:v>
                </c:pt>
                <c:pt idx="4391">
                  <c:v>8.2976415582450231E-6</c:v>
                </c:pt>
                <c:pt idx="4392">
                  <c:v>3.618913847550162E-6</c:v>
                </c:pt>
                <c:pt idx="4393">
                  <c:v>1.7619513038516372E-5</c:v>
                </c:pt>
                <c:pt idx="4394">
                  <c:v>1.7947856994427205E-5</c:v>
                </c:pt>
                <c:pt idx="4395">
                  <c:v>9.4801218946852896E-6</c:v>
                </c:pt>
                <c:pt idx="4396">
                  <c:v>9.7894747517877572E-6</c:v>
                </c:pt>
                <c:pt idx="4397">
                  <c:v>7.7627038806912101E-6</c:v>
                </c:pt>
                <c:pt idx="4398">
                  <c:v>2.5332671498599496E-5</c:v>
                </c:pt>
                <c:pt idx="4399">
                  <c:v>1.2483816582759665E-7</c:v>
                </c:pt>
                <c:pt idx="4400">
                  <c:v>8.1633969580569094E-5</c:v>
                </c:pt>
                <c:pt idx="4401">
                  <c:v>3.5148150075329013E-7</c:v>
                </c:pt>
                <c:pt idx="4402">
                  <c:v>0</c:v>
                </c:pt>
                <c:pt idx="4403">
                  <c:v>0</c:v>
                </c:pt>
                <c:pt idx="4404">
                  <c:v>0</c:v>
                </c:pt>
                <c:pt idx="4405">
                  <c:v>0</c:v>
                </c:pt>
                <c:pt idx="4406">
                  <c:v>1.6565219197800677E-6</c:v>
                </c:pt>
                <c:pt idx="4407">
                  <c:v>1.1313821679770881E-4</c:v>
                </c:pt>
                <c:pt idx="4408">
                  <c:v>9.8103313617694792E-8</c:v>
                </c:pt>
                <c:pt idx="4409">
                  <c:v>0</c:v>
                </c:pt>
                <c:pt idx="4410">
                  <c:v>1.3458092449949909E-5</c:v>
                </c:pt>
                <c:pt idx="4411">
                  <c:v>5.6838619972457893E-4</c:v>
                </c:pt>
                <c:pt idx="4412">
                  <c:v>3.9205365894200964E-7</c:v>
                </c:pt>
                <c:pt idx="4413">
                  <c:v>1.2102899294683833E-6</c:v>
                </c:pt>
                <c:pt idx="4414">
                  <c:v>2.675986425887962E-7</c:v>
                </c:pt>
                <c:pt idx="4415">
                  <c:v>8.9792235553737234E-8</c:v>
                </c:pt>
                <c:pt idx="4416">
                  <c:v>6.9748291359161096E-7</c:v>
                </c:pt>
                <c:pt idx="4417">
                  <c:v>0</c:v>
                </c:pt>
                <c:pt idx="4418">
                  <c:v>2.0672232105951522E-5</c:v>
                </c:pt>
                <c:pt idx="4419">
                  <c:v>7.3759158016266587E-6</c:v>
                </c:pt>
                <c:pt idx="4420">
                  <c:v>1.8227161493226445E-6</c:v>
                </c:pt>
                <c:pt idx="4421">
                  <c:v>1.9179252071825405E-5</c:v>
                </c:pt>
                <c:pt idx="4422">
                  <c:v>2.3629835975023316E-5</c:v>
                </c:pt>
                <c:pt idx="4423">
                  <c:v>2.3838336777911383E-5</c:v>
                </c:pt>
                <c:pt idx="4424">
                  <c:v>0</c:v>
                </c:pt>
                <c:pt idx="4425">
                  <c:v>9.0933520043018216E-6</c:v>
                </c:pt>
                <c:pt idx="4426">
                  <c:v>3.7501975170860796E-6</c:v>
                </c:pt>
                <c:pt idx="4427">
                  <c:v>6.2776175945824384E-6</c:v>
                </c:pt>
                <c:pt idx="4428">
                  <c:v>1.7642987746837448E-5</c:v>
                </c:pt>
                <c:pt idx="4429">
                  <c:v>2.0321400677950976E-7</c:v>
                </c:pt>
                <c:pt idx="4430">
                  <c:v>0</c:v>
                </c:pt>
                <c:pt idx="4431">
                  <c:v>4.940392836329094E-5</c:v>
                </c:pt>
                <c:pt idx="4432">
                  <c:v>0</c:v>
                </c:pt>
                <c:pt idx="4433">
                  <c:v>0</c:v>
                </c:pt>
                <c:pt idx="4434">
                  <c:v>3.8124380919238971E-5</c:v>
                </c:pt>
                <c:pt idx="4435">
                  <c:v>7.806546636419094E-6</c:v>
                </c:pt>
                <c:pt idx="4436">
                  <c:v>4.3385786541870903E-4</c:v>
                </c:pt>
                <c:pt idx="4437">
                  <c:v>2.9112128641260291E-5</c:v>
                </c:pt>
                <c:pt idx="4438">
                  <c:v>9.6482476262271505E-6</c:v>
                </c:pt>
                <c:pt idx="4439">
                  <c:v>5.0981727863787815E-5</c:v>
                </c:pt>
                <c:pt idx="4440">
                  <c:v>0</c:v>
                </c:pt>
                <c:pt idx="4441">
                  <c:v>1.422894286466993E-5</c:v>
                </c:pt>
                <c:pt idx="4442">
                  <c:v>2.9407927395925132E-5</c:v>
                </c:pt>
                <c:pt idx="4443">
                  <c:v>5.3983894363397823E-6</c:v>
                </c:pt>
                <c:pt idx="4444">
                  <c:v>2.6337119795877542E-5</c:v>
                </c:pt>
                <c:pt idx="4445">
                  <c:v>0</c:v>
                </c:pt>
                <c:pt idx="4446">
                  <c:v>1.2155157383133242E-4</c:v>
                </c:pt>
                <c:pt idx="4447">
                  <c:v>1.219844148189276E-5</c:v>
                </c:pt>
                <c:pt idx="4448">
                  <c:v>1.4262513404577712E-6</c:v>
                </c:pt>
                <c:pt idx="4449">
                  <c:v>6.9190305028287608E-6</c:v>
                </c:pt>
                <c:pt idx="4450">
                  <c:v>1.168090508695565E-6</c:v>
                </c:pt>
                <c:pt idx="4451">
                  <c:v>3.3294700675976317E-6</c:v>
                </c:pt>
                <c:pt idx="4452">
                  <c:v>1.8572718096535551E-5</c:v>
                </c:pt>
                <c:pt idx="4453">
                  <c:v>3.1771376689367171E-6</c:v>
                </c:pt>
                <c:pt idx="4454">
                  <c:v>3.2124070191704934E-6</c:v>
                </c:pt>
                <c:pt idx="4455">
                  <c:v>3.4230032170986673E-6</c:v>
                </c:pt>
                <c:pt idx="4456">
                  <c:v>9.0551327520960935E-5</c:v>
                </c:pt>
                <c:pt idx="4457">
                  <c:v>5.3200784763567463E-5</c:v>
                </c:pt>
                <c:pt idx="4458">
                  <c:v>2.1402457932290648E-4</c:v>
                </c:pt>
                <c:pt idx="4459">
                  <c:v>1.4896531878364945E-5</c:v>
                </c:pt>
                <c:pt idx="4460">
                  <c:v>1.331402113382994E-6</c:v>
                </c:pt>
                <c:pt idx="4461">
                  <c:v>1.2659894736841403E-4</c:v>
                </c:pt>
                <c:pt idx="4462">
                  <c:v>1.4221733468152982E-3</c:v>
                </c:pt>
                <c:pt idx="4463">
                  <c:v>2.5102429931469984E-5</c:v>
                </c:pt>
                <c:pt idx="4464">
                  <c:v>0</c:v>
                </c:pt>
                <c:pt idx="4465">
                  <c:v>6.7148810665343933E-7</c:v>
                </c:pt>
                <c:pt idx="4466">
                  <c:v>1.7027030868337629E-5</c:v>
                </c:pt>
                <c:pt idx="4467">
                  <c:v>3.307068103658587E-5</c:v>
                </c:pt>
                <c:pt idx="4468">
                  <c:v>0</c:v>
                </c:pt>
                <c:pt idx="4469">
                  <c:v>0</c:v>
                </c:pt>
                <c:pt idx="4470">
                  <c:v>1.3691578128448189E-4</c:v>
                </c:pt>
                <c:pt idx="4471">
                  <c:v>5.6728026941519385E-5</c:v>
                </c:pt>
                <c:pt idx="4472">
                  <c:v>2.6355774474532606E-5</c:v>
                </c:pt>
                <c:pt idx="4473">
                  <c:v>9.4980231385730528E-6</c:v>
                </c:pt>
                <c:pt idx="4474">
                  <c:v>2.1816762846757252E-5</c:v>
                </c:pt>
                <c:pt idx="4475">
                  <c:v>3.9170236089383931E-6</c:v>
                </c:pt>
                <c:pt idx="4476">
                  <c:v>8.3606149226899161E-5</c:v>
                </c:pt>
                <c:pt idx="4477">
                  <c:v>0</c:v>
                </c:pt>
                <c:pt idx="4478">
                  <c:v>0</c:v>
                </c:pt>
                <c:pt idx="4479">
                  <c:v>0</c:v>
                </c:pt>
                <c:pt idx="4480">
                  <c:v>0</c:v>
                </c:pt>
                <c:pt idx="4481">
                  <c:v>1.1713934259868053E-6</c:v>
                </c:pt>
                <c:pt idx="4482">
                  <c:v>8.6616591424528507E-6</c:v>
                </c:pt>
                <c:pt idx="4483">
                  <c:v>8.1397439586652689E-5</c:v>
                </c:pt>
                <c:pt idx="4484">
                  <c:v>3.3327536731107822E-6</c:v>
                </c:pt>
                <c:pt idx="4485">
                  <c:v>1.6787968375216797E-5</c:v>
                </c:pt>
                <c:pt idx="4486">
                  <c:v>4.5145465114736834E-5</c:v>
                </c:pt>
                <c:pt idx="4487">
                  <c:v>1.5592767058658503E-6</c:v>
                </c:pt>
                <c:pt idx="4488">
                  <c:v>8.0363686567639624E-6</c:v>
                </c:pt>
                <c:pt idx="4489">
                  <c:v>6.8780548568546303E-5</c:v>
                </c:pt>
                <c:pt idx="4490">
                  <c:v>7.5405087089831002E-6</c:v>
                </c:pt>
                <c:pt idx="4491">
                  <c:v>2.4514705579750429E-7</c:v>
                </c:pt>
                <c:pt idx="4492">
                  <c:v>1.9630842055691097E-6</c:v>
                </c:pt>
                <c:pt idx="4493">
                  <c:v>2.4841848573164011E-4</c:v>
                </c:pt>
                <c:pt idx="4494">
                  <c:v>2.0465821122013619E-4</c:v>
                </c:pt>
                <c:pt idx="4495">
                  <c:v>5.5118999145935445E-5</c:v>
                </c:pt>
                <c:pt idx="4496">
                  <c:v>1.1674929979125224E-7</c:v>
                </c:pt>
                <c:pt idx="4497">
                  <c:v>7.9387050923323369E-6</c:v>
                </c:pt>
                <c:pt idx="4498">
                  <c:v>1.1165685972503223E-4</c:v>
                </c:pt>
                <c:pt idx="4499">
                  <c:v>4.4938774420837159E-7</c:v>
                </c:pt>
                <c:pt idx="4500">
                  <c:v>2.646313217775886E-4</c:v>
                </c:pt>
                <c:pt idx="4501">
                  <c:v>1.3949658271832146E-5</c:v>
                </c:pt>
                <c:pt idx="4502">
                  <c:v>0</c:v>
                </c:pt>
                <c:pt idx="4503">
                  <c:v>4.0307623685460806E-5</c:v>
                </c:pt>
                <c:pt idx="4504">
                  <c:v>2.4861498975756646E-6</c:v>
                </c:pt>
                <c:pt idx="4505">
                  <c:v>0</c:v>
                </c:pt>
                <c:pt idx="4506">
                  <c:v>3.334229068243999E-6</c:v>
                </c:pt>
                <c:pt idx="4507">
                  <c:v>1.6845014968446034E-5</c:v>
                </c:pt>
                <c:pt idx="4508">
                  <c:v>5.5559046415358774E-5</c:v>
                </c:pt>
                <c:pt idx="4509">
                  <c:v>6.589734771079742E-6</c:v>
                </c:pt>
                <c:pt idx="4510">
                  <c:v>0</c:v>
                </c:pt>
                <c:pt idx="4511">
                  <c:v>7.7655150231136417E-6</c:v>
                </c:pt>
                <c:pt idx="4512">
                  <c:v>9.7366015422182787E-6</c:v>
                </c:pt>
                <c:pt idx="4513">
                  <c:v>1.1416035016546888E-7</c:v>
                </c:pt>
                <c:pt idx="4514">
                  <c:v>4.5764773152116787E-6</c:v>
                </c:pt>
                <c:pt idx="4515">
                  <c:v>2.8802677657927158E-5</c:v>
                </c:pt>
                <c:pt idx="4516">
                  <c:v>4.3075252586840715E-4</c:v>
                </c:pt>
                <c:pt idx="4517">
                  <c:v>2.7940008818911093E-5</c:v>
                </c:pt>
                <c:pt idx="4518">
                  <c:v>2.6370339703137896E-5</c:v>
                </c:pt>
                <c:pt idx="4519">
                  <c:v>2.8175347426456521E-5</c:v>
                </c:pt>
                <c:pt idx="4520">
                  <c:v>0</c:v>
                </c:pt>
                <c:pt idx="4521">
                  <c:v>0</c:v>
                </c:pt>
                <c:pt idx="4522">
                  <c:v>0</c:v>
                </c:pt>
                <c:pt idx="4523">
                  <c:v>2.2552450386443402E-6</c:v>
                </c:pt>
                <c:pt idx="4524">
                  <c:v>1.6472078966344725E-5</c:v>
                </c:pt>
                <c:pt idx="4525">
                  <c:v>0</c:v>
                </c:pt>
                <c:pt idx="4526">
                  <c:v>0</c:v>
                </c:pt>
                <c:pt idx="4527">
                  <c:v>0</c:v>
                </c:pt>
                <c:pt idx="4528">
                  <c:v>9.1247138732595198E-5</c:v>
                </c:pt>
                <c:pt idx="4529">
                  <c:v>7.6541069489897883E-5</c:v>
                </c:pt>
                <c:pt idx="4530">
                  <c:v>1.7678340514303031E-6</c:v>
                </c:pt>
                <c:pt idx="4531">
                  <c:v>7.9874290067750087E-8</c:v>
                </c:pt>
                <c:pt idx="4532">
                  <c:v>0</c:v>
                </c:pt>
                <c:pt idx="4533">
                  <c:v>0</c:v>
                </c:pt>
                <c:pt idx="4534">
                  <c:v>1.4534801237792321E-7</c:v>
                </c:pt>
                <c:pt idx="4535">
                  <c:v>2.6148870691727858E-5</c:v>
                </c:pt>
                <c:pt idx="4536">
                  <c:v>1.145901007883356E-4</c:v>
                </c:pt>
                <c:pt idx="4537">
                  <c:v>4.8625120662683279E-7</c:v>
                </c:pt>
                <c:pt idx="4538">
                  <c:v>3.9111330480620145E-4</c:v>
                </c:pt>
                <c:pt idx="4539">
                  <c:v>3.3086995507669394E-3</c:v>
                </c:pt>
                <c:pt idx="4540">
                  <c:v>3.8822514418915114E-4</c:v>
                </c:pt>
                <c:pt idx="4541">
                  <c:v>1.698794881085565E-5</c:v>
                </c:pt>
                <c:pt idx="4542">
                  <c:v>4.9891030958553979E-5</c:v>
                </c:pt>
                <c:pt idx="4543">
                  <c:v>4.5189266427079126E-5</c:v>
                </c:pt>
                <c:pt idx="4544">
                  <c:v>5.3666382732440033E-7</c:v>
                </c:pt>
                <c:pt idx="4545">
                  <c:v>1.0682171752147163E-5</c:v>
                </c:pt>
                <c:pt idx="4546">
                  <c:v>2.1904341078175434E-5</c:v>
                </c:pt>
                <c:pt idx="4547">
                  <c:v>0</c:v>
                </c:pt>
                <c:pt idx="4548">
                  <c:v>7.2181371290294436E-6</c:v>
                </c:pt>
                <c:pt idx="4549">
                  <c:v>3.9177423288666279E-5</c:v>
                </c:pt>
                <c:pt idx="4550">
                  <c:v>5.1054355432426082E-3</c:v>
                </c:pt>
                <c:pt idx="4551">
                  <c:v>1.0910874931776923E-6</c:v>
                </c:pt>
                <c:pt idx="4552">
                  <c:v>3.3427631341437842E-6</c:v>
                </c:pt>
                <c:pt idx="4553">
                  <c:v>3.2909920253457922E-5</c:v>
                </c:pt>
                <c:pt idx="4554">
                  <c:v>5.6128054175546858E-6</c:v>
                </c:pt>
                <c:pt idx="4555">
                  <c:v>4.5171247189428625E-7</c:v>
                </c:pt>
                <c:pt idx="4556">
                  <c:v>3.5893811940618584E-5</c:v>
                </c:pt>
                <c:pt idx="4557">
                  <c:v>0</c:v>
                </c:pt>
                <c:pt idx="4558">
                  <c:v>8.3885493052061392E-5</c:v>
                </c:pt>
                <c:pt idx="4559">
                  <c:v>3.1036321035416089E-6</c:v>
                </c:pt>
                <c:pt idx="4560">
                  <c:v>3.0892132509953261E-5</c:v>
                </c:pt>
                <c:pt idx="4561">
                  <c:v>2.0514203340929612E-5</c:v>
                </c:pt>
                <c:pt idx="4562">
                  <c:v>3.1805697781870984E-3</c:v>
                </c:pt>
                <c:pt idx="4563">
                  <c:v>4.4110233811727862E-5</c:v>
                </c:pt>
                <c:pt idx="4564">
                  <c:v>1.281553687604966E-5</c:v>
                </c:pt>
                <c:pt idx="4565">
                  <c:v>2.8006718803909416E-5</c:v>
                </c:pt>
                <c:pt idx="4566">
                  <c:v>2.4118772864338186E-5</c:v>
                </c:pt>
                <c:pt idx="4567">
                  <c:v>2.5262029428773193E-5</c:v>
                </c:pt>
                <c:pt idx="4568">
                  <c:v>3.3151232179226422E-5</c:v>
                </c:pt>
                <c:pt idx="4569">
                  <c:v>9.1704568988249625E-6</c:v>
                </c:pt>
                <c:pt idx="4570">
                  <c:v>8.7401186515042667E-5</c:v>
                </c:pt>
                <c:pt idx="4571">
                  <c:v>1.8528915850071287E-5</c:v>
                </c:pt>
                <c:pt idx="4572">
                  <c:v>1.2500769395867081E-4</c:v>
                </c:pt>
                <c:pt idx="4573">
                  <c:v>9.7822781395383564E-5</c:v>
                </c:pt>
                <c:pt idx="4574">
                  <c:v>2.1089532421930241E-5</c:v>
                </c:pt>
                <c:pt idx="4575">
                  <c:v>2.3930167303000676E-5</c:v>
                </c:pt>
                <c:pt idx="4576">
                  <c:v>1.1430153129393181E-4</c:v>
                </c:pt>
                <c:pt idx="4577">
                  <c:v>3.6682249217745498E-3</c:v>
                </c:pt>
                <c:pt idx="4578">
                  <c:v>2.8164891200141987E-5</c:v>
                </c:pt>
                <c:pt idx="4579">
                  <c:v>5.6644383326863314E-6</c:v>
                </c:pt>
                <c:pt idx="4580">
                  <c:v>2.4667030413853732E-4</c:v>
                </c:pt>
                <c:pt idx="4581">
                  <c:v>1.0689513417291605E-5</c:v>
                </c:pt>
                <c:pt idx="4582">
                  <c:v>4.8831640838082199E-5</c:v>
                </c:pt>
                <c:pt idx="4583">
                  <c:v>2.1622487029891016E-5</c:v>
                </c:pt>
                <c:pt idx="4584">
                  <c:v>8.94128727113932E-5</c:v>
                </c:pt>
                <c:pt idx="4585">
                  <c:v>6.5477853520283811E-5</c:v>
                </c:pt>
                <c:pt idx="4586">
                  <c:v>3.8404526340778044E-5</c:v>
                </c:pt>
                <c:pt idx="4587">
                  <c:v>1.3922965914074005E-4</c:v>
                </c:pt>
                <c:pt idx="4588">
                  <c:v>2.5924567977473936E-5</c:v>
                </c:pt>
                <c:pt idx="4589">
                  <c:v>4.1972517607805823E-5</c:v>
                </c:pt>
                <c:pt idx="4590">
                  <c:v>1.6095779915817804E-4</c:v>
                </c:pt>
                <c:pt idx="4591">
                  <c:v>3.2571541138293603E-5</c:v>
                </c:pt>
                <c:pt idx="4592">
                  <c:v>6.3382490962763563E-6</c:v>
                </c:pt>
                <c:pt idx="4593">
                  <c:v>1.0542627372993737E-6</c:v>
                </c:pt>
                <c:pt idx="4594">
                  <c:v>9.8790036813018421E-5</c:v>
                </c:pt>
                <c:pt idx="4595">
                  <c:v>1.2543131954368437E-5</c:v>
                </c:pt>
                <c:pt idx="4596">
                  <c:v>0</c:v>
                </c:pt>
                <c:pt idx="4597">
                  <c:v>2.2805654827982456E-5</c:v>
                </c:pt>
                <c:pt idx="4598">
                  <c:v>3.7792461659882401E-5</c:v>
                </c:pt>
                <c:pt idx="4599">
                  <c:v>1.8526411613577806E-6</c:v>
                </c:pt>
                <c:pt idx="4600">
                  <c:v>6.4932852048605891E-6</c:v>
                </c:pt>
                <c:pt idx="4601">
                  <c:v>1.8466042666869741E-5</c:v>
                </c:pt>
                <c:pt idx="4602">
                  <c:v>0</c:v>
                </c:pt>
                <c:pt idx="4603">
                  <c:v>2.8665490956321812E-6</c:v>
                </c:pt>
                <c:pt idx="4604">
                  <c:v>6.0361521288574461E-5</c:v>
                </c:pt>
                <c:pt idx="4605">
                  <c:v>0</c:v>
                </c:pt>
                <c:pt idx="4606">
                  <c:v>1.3381939621234289E-5</c:v>
                </c:pt>
                <c:pt idx="4607">
                  <c:v>1.2651359392697266E-6</c:v>
                </c:pt>
                <c:pt idx="4608">
                  <c:v>0</c:v>
                </c:pt>
                <c:pt idx="4609">
                  <c:v>7.1124902372828578E-8</c:v>
                </c:pt>
                <c:pt idx="4610">
                  <c:v>5.0842851329863124E-5</c:v>
                </c:pt>
                <c:pt idx="4611">
                  <c:v>2.4021095976321413E-5</c:v>
                </c:pt>
                <c:pt idx="4612">
                  <c:v>6.269011520841293E-5</c:v>
                </c:pt>
                <c:pt idx="4613">
                  <c:v>1.8735340137121164E-6</c:v>
                </c:pt>
                <c:pt idx="4614">
                  <c:v>5.5887296169564902E-6</c:v>
                </c:pt>
                <c:pt idx="4615">
                  <c:v>1.1403800453777389E-4</c:v>
                </c:pt>
                <c:pt idx="4616">
                  <c:v>2.1621970321339836E-5</c:v>
                </c:pt>
                <c:pt idx="4617">
                  <c:v>3.9484971368407385E-7</c:v>
                </c:pt>
                <c:pt idx="4618">
                  <c:v>1.6421526875675657E-5</c:v>
                </c:pt>
                <c:pt idx="4619">
                  <c:v>1.4901629823651759E-5</c:v>
                </c:pt>
                <c:pt idx="4620">
                  <c:v>1.2609275882112254E-5</c:v>
                </c:pt>
                <c:pt idx="4621">
                  <c:v>3.159394389437057E-5</c:v>
                </c:pt>
                <c:pt idx="4622">
                  <c:v>2.474803831960581E-5</c:v>
                </c:pt>
                <c:pt idx="4623">
                  <c:v>9.2740017281891328E-5</c:v>
                </c:pt>
                <c:pt idx="4624">
                  <c:v>3.707748233181609E-6</c:v>
                </c:pt>
                <c:pt idx="4625">
                  <c:v>7.1142006378009104E-6</c:v>
                </c:pt>
                <c:pt idx="4626">
                  <c:v>2.763162929126798E-6</c:v>
                </c:pt>
                <c:pt idx="4627">
                  <c:v>2.2688321428478403E-7</c:v>
                </c:pt>
                <c:pt idx="4628">
                  <c:v>6.359403035688218E-7</c:v>
                </c:pt>
                <c:pt idx="4629">
                  <c:v>0</c:v>
                </c:pt>
                <c:pt idx="4630">
                  <c:v>0</c:v>
                </c:pt>
                <c:pt idx="4631">
                  <c:v>0</c:v>
                </c:pt>
                <c:pt idx="4632">
                  <c:v>2.3277972408498474E-5</c:v>
                </c:pt>
                <c:pt idx="4633">
                  <c:v>0</c:v>
                </c:pt>
                <c:pt idx="4634">
                  <c:v>4.7383528419990251E-6</c:v>
                </c:pt>
                <c:pt idx="4635">
                  <c:v>4.2686574296618539E-4</c:v>
                </c:pt>
                <c:pt idx="4636">
                  <c:v>4.8095291817293862E-6</c:v>
                </c:pt>
                <c:pt idx="4637">
                  <c:v>1.674823417609593E-7</c:v>
                </c:pt>
                <c:pt idx="4638">
                  <c:v>1.4414646880803399E-6</c:v>
                </c:pt>
                <c:pt idx="4639">
                  <c:v>8.4560270810959158E-6</c:v>
                </c:pt>
                <c:pt idx="4640">
                  <c:v>5.8166987464259218E-5</c:v>
                </c:pt>
                <c:pt idx="4641">
                  <c:v>0</c:v>
                </c:pt>
                <c:pt idx="4642">
                  <c:v>3.1324489404378081E-5</c:v>
                </c:pt>
                <c:pt idx="4643">
                  <c:v>0</c:v>
                </c:pt>
                <c:pt idx="4644">
                  <c:v>9.9243007092070148E-6</c:v>
                </c:pt>
                <c:pt idx="4645">
                  <c:v>2.565318512701351E-6</c:v>
                </c:pt>
                <c:pt idx="4646">
                  <c:v>1.6925221386567486E-5</c:v>
                </c:pt>
                <c:pt idx="4647">
                  <c:v>1.458740757471626E-3</c:v>
                </c:pt>
                <c:pt idx="4648">
                  <c:v>5.4560636339815891E-6</c:v>
                </c:pt>
                <c:pt idx="4649">
                  <c:v>1.6491139558607413E-6</c:v>
                </c:pt>
                <c:pt idx="4650">
                  <c:v>3.6443236296193485E-5</c:v>
                </c:pt>
                <c:pt idx="4651">
                  <c:v>0</c:v>
                </c:pt>
                <c:pt idx="4652">
                  <c:v>2.873167353633593E-5</c:v>
                </c:pt>
                <c:pt idx="4653">
                  <c:v>1.6563034865995491E-5</c:v>
                </c:pt>
                <c:pt idx="4654">
                  <c:v>1.3667490721366984E-7</c:v>
                </c:pt>
                <c:pt idx="4655">
                  <c:v>1.4412991638368008E-5</c:v>
                </c:pt>
                <c:pt idx="4656">
                  <c:v>0</c:v>
                </c:pt>
                <c:pt idx="4657">
                  <c:v>1.4535778367287304E-6</c:v>
                </c:pt>
                <c:pt idx="4658">
                  <c:v>0</c:v>
                </c:pt>
                <c:pt idx="4659">
                  <c:v>2.3162438734752023E-5</c:v>
                </c:pt>
                <c:pt idx="4660">
                  <c:v>1.2791532399654216E-5</c:v>
                </c:pt>
                <c:pt idx="4661">
                  <c:v>6.1353481186080531E-5</c:v>
                </c:pt>
                <c:pt idx="4662">
                  <c:v>1.1501048043265861E-6</c:v>
                </c:pt>
                <c:pt idx="4663">
                  <c:v>3.5771621760451264E-5</c:v>
                </c:pt>
                <c:pt idx="4664">
                  <c:v>1.3885669013704486E-6</c:v>
                </c:pt>
                <c:pt idx="4665">
                  <c:v>0</c:v>
                </c:pt>
                <c:pt idx="4666">
                  <c:v>8.5861927038518623E-6</c:v>
                </c:pt>
                <c:pt idx="4667">
                  <c:v>1.1046603096220456E-4</c:v>
                </c:pt>
                <c:pt idx="4668">
                  <c:v>8.0259067052524105E-6</c:v>
                </c:pt>
                <c:pt idx="4669">
                  <c:v>2.3188489303493308E-5</c:v>
                </c:pt>
                <c:pt idx="4670">
                  <c:v>1.8273564353493821E-5</c:v>
                </c:pt>
                <c:pt idx="4671">
                  <c:v>1.3502176512239065E-5</c:v>
                </c:pt>
                <c:pt idx="4672">
                  <c:v>0</c:v>
                </c:pt>
                <c:pt idx="4673">
                  <c:v>1.3936813282631531E-6</c:v>
                </c:pt>
                <c:pt idx="4674">
                  <c:v>1.3821682859270872E-5</c:v>
                </c:pt>
                <c:pt idx="4675">
                  <c:v>2.3217621530791875E-5</c:v>
                </c:pt>
                <c:pt idx="4676">
                  <c:v>2.8158731313604801E-5</c:v>
                </c:pt>
                <c:pt idx="4677">
                  <c:v>8.3161424312845912E-7</c:v>
                </c:pt>
                <c:pt idx="4678">
                  <c:v>9.9525559175920217E-7</c:v>
                </c:pt>
                <c:pt idx="4679">
                  <c:v>1.4969760347876951E-5</c:v>
                </c:pt>
                <c:pt idx="4680">
                  <c:v>5.0274601368909883E-5</c:v>
                </c:pt>
                <c:pt idx="4681">
                  <c:v>1.1903118924133417E-5</c:v>
                </c:pt>
                <c:pt idx="4682">
                  <c:v>1.2754747276209544E-4</c:v>
                </c:pt>
                <c:pt idx="4683">
                  <c:v>2.852144326307385E-5</c:v>
                </c:pt>
                <c:pt idx="4684">
                  <c:v>9.2339081085801523E-6</c:v>
                </c:pt>
                <c:pt idx="4685">
                  <c:v>1.1151093512810621E-6</c:v>
                </c:pt>
                <c:pt idx="4686">
                  <c:v>1.6433705771742068E-4</c:v>
                </c:pt>
                <c:pt idx="4687">
                  <c:v>3.6887170900174154E-5</c:v>
                </c:pt>
                <c:pt idx="4688">
                  <c:v>0</c:v>
                </c:pt>
                <c:pt idx="4689">
                  <c:v>4.4234588685290808E-4</c:v>
                </c:pt>
                <c:pt idx="4690">
                  <c:v>2.3125101947956945E-6</c:v>
                </c:pt>
                <c:pt idx="4691">
                  <c:v>1.9385214770856354E-5</c:v>
                </c:pt>
                <c:pt idx="4692">
                  <c:v>6.9449311601719923E-5</c:v>
                </c:pt>
                <c:pt idx="4693">
                  <c:v>1.387828976450077E-5</c:v>
                </c:pt>
                <c:pt idx="4694">
                  <c:v>0</c:v>
                </c:pt>
                <c:pt idx="4695">
                  <c:v>6.6695639147021235E-5</c:v>
                </c:pt>
                <c:pt idx="4696">
                  <c:v>1.4109548090401643E-5</c:v>
                </c:pt>
                <c:pt idx="4697">
                  <c:v>1.5811874728050662E-5</c:v>
                </c:pt>
                <c:pt idx="4698">
                  <c:v>5.4848392173396534E-5</c:v>
                </c:pt>
                <c:pt idx="4699">
                  <c:v>1.8281410152145981E-5</c:v>
                </c:pt>
                <c:pt idx="4700">
                  <c:v>2.8969596586770765E-5</c:v>
                </c:pt>
                <c:pt idx="4701">
                  <c:v>7.9380156608023373E-5</c:v>
                </c:pt>
                <c:pt idx="4702">
                  <c:v>2.6901362763719988E-6</c:v>
                </c:pt>
                <c:pt idx="4703">
                  <c:v>1.7599426676090166E-5</c:v>
                </c:pt>
                <c:pt idx="4704">
                  <c:v>6.7795339201104417E-5</c:v>
                </c:pt>
                <c:pt idx="4705">
                  <c:v>1.9704751278068398E-5</c:v>
                </c:pt>
                <c:pt idx="4706">
                  <c:v>1.2086623256516959E-5</c:v>
                </c:pt>
                <c:pt idx="4707">
                  <c:v>1.0698279681226524E-5</c:v>
                </c:pt>
                <c:pt idx="4708">
                  <c:v>0</c:v>
                </c:pt>
                <c:pt idx="4709">
                  <c:v>0</c:v>
                </c:pt>
                <c:pt idx="4710">
                  <c:v>2.1403566580720313E-4</c:v>
                </c:pt>
                <c:pt idx="4711">
                  <c:v>5.2578015262274379E-5</c:v>
                </c:pt>
                <c:pt idx="4712">
                  <c:v>4.8317252114726104E-6</c:v>
                </c:pt>
                <c:pt idx="4713">
                  <c:v>1.4453619226532143E-8</c:v>
                </c:pt>
                <c:pt idx="4714">
                  <c:v>6.1335178894464317E-7</c:v>
                </c:pt>
                <c:pt idx="4715">
                  <c:v>0</c:v>
                </c:pt>
                <c:pt idx="4716">
                  <c:v>0</c:v>
                </c:pt>
                <c:pt idx="4717">
                  <c:v>1.9325690043160326E-5</c:v>
                </c:pt>
                <c:pt idx="4718">
                  <c:v>1.4526388329582347E-6</c:v>
                </c:pt>
                <c:pt idx="4719">
                  <c:v>3.6414693252394628E-6</c:v>
                </c:pt>
                <c:pt idx="4720">
                  <c:v>0</c:v>
                </c:pt>
                <c:pt idx="4721">
                  <c:v>0</c:v>
                </c:pt>
                <c:pt idx="4722">
                  <c:v>3.6312775997100652E-4</c:v>
                </c:pt>
                <c:pt idx="4723">
                  <c:v>1.5685110632702487E-6</c:v>
                </c:pt>
                <c:pt idx="4724">
                  <c:v>2.6050566652216686E-6</c:v>
                </c:pt>
                <c:pt idx="4725">
                  <c:v>7.6959555381040029E-6</c:v>
                </c:pt>
                <c:pt idx="4726">
                  <c:v>9.0342494378857567E-7</c:v>
                </c:pt>
                <c:pt idx="4727">
                  <c:v>5.6439701941732891E-6</c:v>
                </c:pt>
                <c:pt idx="4728">
                  <c:v>1.6267714637500921E-5</c:v>
                </c:pt>
                <c:pt idx="4729">
                  <c:v>2.1454358148306096E-4</c:v>
                </c:pt>
                <c:pt idx="4730">
                  <c:v>5.508737043338665E-6</c:v>
                </c:pt>
                <c:pt idx="4731">
                  <c:v>2.4697509203254605E-5</c:v>
                </c:pt>
                <c:pt idx="4732">
                  <c:v>0</c:v>
                </c:pt>
                <c:pt idx="4733">
                  <c:v>1.2411252316216765E-4</c:v>
                </c:pt>
                <c:pt idx="4734">
                  <c:v>0</c:v>
                </c:pt>
                <c:pt idx="4735">
                  <c:v>0</c:v>
                </c:pt>
                <c:pt idx="4736">
                  <c:v>0</c:v>
                </c:pt>
                <c:pt idx="4737">
                  <c:v>2.9551484761213405E-5</c:v>
                </c:pt>
                <c:pt idx="4738">
                  <c:v>2.3053328739222162E-5</c:v>
                </c:pt>
                <c:pt idx="4739">
                  <c:v>2.9506952265703647E-5</c:v>
                </c:pt>
                <c:pt idx="4740">
                  <c:v>2.2236425801687876E-5</c:v>
                </c:pt>
                <c:pt idx="4741">
                  <c:v>8.466752907407963E-7</c:v>
                </c:pt>
                <c:pt idx="4742">
                  <c:v>1.2124158539447926E-4</c:v>
                </c:pt>
                <c:pt idx="4743">
                  <c:v>3.0371506600619687E-5</c:v>
                </c:pt>
                <c:pt idx="4744">
                  <c:v>2.5840894732888595E-5</c:v>
                </c:pt>
                <c:pt idx="4745">
                  <c:v>8.9764729669407994E-6</c:v>
                </c:pt>
                <c:pt idx="4746">
                  <c:v>9.8686915688996643E-5</c:v>
                </c:pt>
                <c:pt idx="4747">
                  <c:v>1.0289643236678239E-6</c:v>
                </c:pt>
                <c:pt idx="4748">
                  <c:v>6.6187819228963592E-5</c:v>
                </c:pt>
                <c:pt idx="4749">
                  <c:v>8.5349882847394063E-6</c:v>
                </c:pt>
                <c:pt idx="4750">
                  <c:v>1.9806385027181567E-6</c:v>
                </c:pt>
                <c:pt idx="4751">
                  <c:v>0</c:v>
                </c:pt>
                <c:pt idx="4752">
                  <c:v>4.2306684855120534E-6</c:v>
                </c:pt>
                <c:pt idx="4753">
                  <c:v>0</c:v>
                </c:pt>
                <c:pt idx="4754">
                  <c:v>2.1687031415586665E-7</c:v>
                </c:pt>
                <c:pt idx="4755">
                  <c:v>0</c:v>
                </c:pt>
                <c:pt idx="4756">
                  <c:v>3.2523140968230192E-5</c:v>
                </c:pt>
                <c:pt idx="4757">
                  <c:v>5.4091904932973642E-4</c:v>
                </c:pt>
                <c:pt idx="4758">
                  <c:v>1.1841166660098454E-6</c:v>
                </c:pt>
                <c:pt idx="4759">
                  <c:v>3.2214789438157369E-5</c:v>
                </c:pt>
                <c:pt idx="4760">
                  <c:v>2.2367555504834252E-6</c:v>
                </c:pt>
                <c:pt idx="4761">
                  <c:v>1.9352219606568584E-5</c:v>
                </c:pt>
                <c:pt idx="4762">
                  <c:v>2.2640806619204166E-7</c:v>
                </c:pt>
                <c:pt idx="4763">
                  <c:v>4.0057798395850903E-5</c:v>
                </c:pt>
                <c:pt idx="4764">
                  <c:v>4.8350637150735014E-5</c:v>
                </c:pt>
                <c:pt idx="4765">
                  <c:v>6.6934259725179684E-5</c:v>
                </c:pt>
                <c:pt idx="4766">
                  <c:v>2.5511302982506165E-4</c:v>
                </c:pt>
                <c:pt idx="4767">
                  <c:v>2.4855066826936392E-3</c:v>
                </c:pt>
                <c:pt idx="4768">
                  <c:v>2.9935064532742852E-5</c:v>
                </c:pt>
                <c:pt idx="4769">
                  <c:v>1.0684280143861264E-7</c:v>
                </c:pt>
                <c:pt idx="4770">
                  <c:v>1.6107475226176068E-6</c:v>
                </c:pt>
                <c:pt idx="4771">
                  <c:v>4.9655481731355883E-6</c:v>
                </c:pt>
                <c:pt idx="4772">
                  <c:v>7.3582616838698287E-6</c:v>
                </c:pt>
                <c:pt idx="4773">
                  <c:v>1.1428102706839249E-7</c:v>
                </c:pt>
                <c:pt idx="4774">
                  <c:v>2.2628236792916117E-5</c:v>
                </c:pt>
                <c:pt idx="4775">
                  <c:v>1.0245951093039121E-5</c:v>
                </c:pt>
                <c:pt idx="4776">
                  <c:v>1.0703945703633615E-7</c:v>
                </c:pt>
                <c:pt idx="4777">
                  <c:v>0</c:v>
                </c:pt>
                <c:pt idx="4778">
                  <c:v>7.9396183354652787E-5</c:v>
                </c:pt>
                <c:pt idx="4779">
                  <c:v>1.1879106501567084E-5</c:v>
                </c:pt>
                <c:pt idx="4780">
                  <c:v>1.3254456709810647E-4</c:v>
                </c:pt>
                <c:pt idx="4781">
                  <c:v>3.8253724986750503E-6</c:v>
                </c:pt>
                <c:pt idx="4782">
                  <c:v>0</c:v>
                </c:pt>
                <c:pt idx="4783">
                  <c:v>0</c:v>
                </c:pt>
                <c:pt idx="4784">
                  <c:v>0</c:v>
                </c:pt>
                <c:pt idx="4785">
                  <c:v>1.5530575423164763E-3</c:v>
                </c:pt>
                <c:pt idx="4786">
                  <c:v>1.0566292080901657E-5</c:v>
                </c:pt>
                <c:pt idx="4787">
                  <c:v>2.851248833583266E-6</c:v>
                </c:pt>
                <c:pt idx="4788">
                  <c:v>1.599158379138552E-5</c:v>
                </c:pt>
                <c:pt idx="4789">
                  <c:v>6.4306069885020765E-6</c:v>
                </c:pt>
                <c:pt idx="4790">
                  <c:v>1.1095484770107662E-4</c:v>
                </c:pt>
                <c:pt idx="4791">
                  <c:v>5.5029600218938873E-5</c:v>
                </c:pt>
                <c:pt idx="4792">
                  <c:v>0</c:v>
                </c:pt>
                <c:pt idx="4793">
                  <c:v>0</c:v>
                </c:pt>
                <c:pt idx="4794">
                  <c:v>7.9491101878040677E-6</c:v>
                </c:pt>
                <c:pt idx="4795">
                  <c:v>1.0207416202602983E-6</c:v>
                </c:pt>
                <c:pt idx="4796">
                  <c:v>3.129299632998879E-6</c:v>
                </c:pt>
                <c:pt idx="4797">
                  <c:v>0</c:v>
                </c:pt>
                <c:pt idx="4798">
                  <c:v>0</c:v>
                </c:pt>
                <c:pt idx="4799">
                  <c:v>0</c:v>
                </c:pt>
                <c:pt idx="4800">
                  <c:v>2.8902597450973726E-5</c:v>
                </c:pt>
                <c:pt idx="4801">
                  <c:v>6.4423002819634769E-6</c:v>
                </c:pt>
                <c:pt idx="4802">
                  <c:v>2.4394907067505801E-4</c:v>
                </c:pt>
                <c:pt idx="4803">
                  <c:v>1.7099772080813257E-5</c:v>
                </c:pt>
                <c:pt idx="4804">
                  <c:v>1.2870220429368973E-6</c:v>
                </c:pt>
                <c:pt idx="4805">
                  <c:v>1.5088146765498018E-6</c:v>
                </c:pt>
                <c:pt idx="4806">
                  <c:v>2.502391421456126E-5</c:v>
                </c:pt>
                <c:pt idx="4807">
                  <c:v>0</c:v>
                </c:pt>
                <c:pt idx="4808">
                  <c:v>3.2155355292434755E-5</c:v>
                </c:pt>
                <c:pt idx="4809">
                  <c:v>0</c:v>
                </c:pt>
                <c:pt idx="4810">
                  <c:v>3.3108726001489851E-6</c:v>
                </c:pt>
                <c:pt idx="4811">
                  <c:v>1.0616352039937753E-6</c:v>
                </c:pt>
                <c:pt idx="4812">
                  <c:v>4.2007493659494703E-6</c:v>
                </c:pt>
                <c:pt idx="4813">
                  <c:v>0</c:v>
                </c:pt>
                <c:pt idx="4814">
                  <c:v>2.4083877833175657E-6</c:v>
                </c:pt>
                <c:pt idx="4815">
                  <c:v>1.299854520784358E-5</c:v>
                </c:pt>
                <c:pt idx="4816">
                  <c:v>9.0613737008876398E-6</c:v>
                </c:pt>
                <c:pt idx="4817">
                  <c:v>4.3306364230759934E-6</c:v>
                </c:pt>
                <c:pt idx="4818">
                  <c:v>9.8018627689161846E-5</c:v>
                </c:pt>
                <c:pt idx="4819">
                  <c:v>2.5557884540590815E-7</c:v>
                </c:pt>
                <c:pt idx="4820">
                  <c:v>3.9198640901631327E-7</c:v>
                </c:pt>
                <c:pt idx="4821">
                  <c:v>9.9601629081644237E-5</c:v>
                </c:pt>
                <c:pt idx="4822">
                  <c:v>1.3940525962280887E-5</c:v>
                </c:pt>
                <c:pt idx="4823">
                  <c:v>3.8103679557302448E-6</c:v>
                </c:pt>
                <c:pt idx="4824">
                  <c:v>1.2401320630189244E-5</c:v>
                </c:pt>
                <c:pt idx="4825">
                  <c:v>4.9339729790518445E-5</c:v>
                </c:pt>
                <c:pt idx="4826">
                  <c:v>1.6829910045065299E-3</c:v>
                </c:pt>
                <c:pt idx="4827">
                  <c:v>5.0610083413522886E-5</c:v>
                </c:pt>
                <c:pt idx="4828">
                  <c:v>1.5078833596843261E-5</c:v>
                </c:pt>
                <c:pt idx="4829">
                  <c:v>2.0500258086422446E-5</c:v>
                </c:pt>
                <c:pt idx="4830">
                  <c:v>2.2134442638587962E-5</c:v>
                </c:pt>
                <c:pt idx="4831">
                  <c:v>1.195097027827236E-6</c:v>
                </c:pt>
                <c:pt idx="4832">
                  <c:v>3.3138695158424677E-6</c:v>
                </c:pt>
                <c:pt idx="4833">
                  <c:v>4.7196343819698962E-5</c:v>
                </c:pt>
                <c:pt idx="4834">
                  <c:v>1.6702880299167555E-5</c:v>
                </c:pt>
                <c:pt idx="4835">
                  <c:v>2.3535568566101805E-6</c:v>
                </c:pt>
                <c:pt idx="4836">
                  <c:v>2.0932012006051066E-6</c:v>
                </c:pt>
                <c:pt idx="4837">
                  <c:v>1.2726096463483805E-5</c:v>
                </c:pt>
                <c:pt idx="4838">
                  <c:v>1.8182262197243389E-4</c:v>
                </c:pt>
                <c:pt idx="4839">
                  <c:v>1.8895991255039153E-5</c:v>
                </c:pt>
                <c:pt idx="4840">
                  <c:v>1.662066202199425E-6</c:v>
                </c:pt>
                <c:pt idx="4841">
                  <c:v>1.6545014456643987E-6</c:v>
                </c:pt>
                <c:pt idx="4842">
                  <c:v>2.2930165670489567E-5</c:v>
                </c:pt>
                <c:pt idx="4843">
                  <c:v>1.3754434046653793E-5</c:v>
                </c:pt>
                <c:pt idx="4844">
                  <c:v>8.2694553158808778E-6</c:v>
                </c:pt>
                <c:pt idx="4845">
                  <c:v>0</c:v>
                </c:pt>
                <c:pt idx="4846">
                  <c:v>0</c:v>
                </c:pt>
                <c:pt idx="4847">
                  <c:v>1.3312735702769371E-6</c:v>
                </c:pt>
                <c:pt idx="4848">
                  <c:v>4.2485355871582762E-5</c:v>
                </c:pt>
                <c:pt idx="4849">
                  <c:v>7.2420110933685603E-4</c:v>
                </c:pt>
                <c:pt idx="4850">
                  <c:v>4.4436899026893816E-5</c:v>
                </c:pt>
                <c:pt idx="4851">
                  <c:v>2.7009766484581061E-5</c:v>
                </c:pt>
                <c:pt idx="4852">
                  <c:v>5.9419761824735201E-5</c:v>
                </c:pt>
                <c:pt idx="4853">
                  <c:v>5.9413546289596948E-6</c:v>
                </c:pt>
                <c:pt idx="4854">
                  <c:v>0</c:v>
                </c:pt>
                <c:pt idx="4855">
                  <c:v>2.2799036876351493E-6</c:v>
                </c:pt>
                <c:pt idx="4856">
                  <c:v>2.2618991664443635E-5</c:v>
                </c:pt>
                <c:pt idx="4857">
                  <c:v>2.9009799178899688E-6</c:v>
                </c:pt>
                <c:pt idx="4858">
                  <c:v>0</c:v>
                </c:pt>
                <c:pt idx="4859">
                  <c:v>7.806619481446586E-6</c:v>
                </c:pt>
                <c:pt idx="4860">
                  <c:v>6.6856408583201316E-6</c:v>
                </c:pt>
                <c:pt idx="4861">
                  <c:v>1.3256713535356001E-6</c:v>
                </c:pt>
                <c:pt idx="4862">
                  <c:v>3.0245018009017155E-5</c:v>
                </c:pt>
                <c:pt idx="4863">
                  <c:v>4.7849811141106738E-5</c:v>
                </c:pt>
                <c:pt idx="4864">
                  <c:v>4.7140923665711984E-7</c:v>
                </c:pt>
                <c:pt idx="4865">
                  <c:v>3.5544024492995411E-5</c:v>
                </c:pt>
                <c:pt idx="4866">
                  <c:v>7.0416378441145249E-6</c:v>
                </c:pt>
                <c:pt idx="4867">
                  <c:v>1.2422033889914481E-3</c:v>
                </c:pt>
                <c:pt idx="4868">
                  <c:v>1.4742252491822569E-4</c:v>
                </c:pt>
                <c:pt idx="4869">
                  <c:v>6.952064110881135E-4</c:v>
                </c:pt>
                <c:pt idx="4870">
                  <c:v>0</c:v>
                </c:pt>
                <c:pt idx="4871">
                  <c:v>9.400856661452139E-8</c:v>
                </c:pt>
                <c:pt idx="4872">
                  <c:v>3.3249410090497791E-4</c:v>
                </c:pt>
                <c:pt idx="4873">
                  <c:v>9.7604915758152739E-6</c:v>
                </c:pt>
                <c:pt idx="4874">
                  <c:v>1.2735884042056206E-5</c:v>
                </c:pt>
                <c:pt idx="4875">
                  <c:v>2.3203641783752967E-5</c:v>
                </c:pt>
                <c:pt idx="4876">
                  <c:v>0</c:v>
                </c:pt>
                <c:pt idx="4877">
                  <c:v>1.1802385546582863E-7</c:v>
                </c:pt>
                <c:pt idx="4878">
                  <c:v>4.286084493476146E-7</c:v>
                </c:pt>
                <c:pt idx="4879">
                  <c:v>2.9457465763758848E-6</c:v>
                </c:pt>
                <c:pt idx="4880">
                  <c:v>0</c:v>
                </c:pt>
                <c:pt idx="4881">
                  <c:v>8.6232556521987968E-5</c:v>
                </c:pt>
                <c:pt idx="4882">
                  <c:v>9.8094598856332985E-6</c:v>
                </c:pt>
                <c:pt idx="4883">
                  <c:v>0</c:v>
                </c:pt>
                <c:pt idx="4884">
                  <c:v>2.5537389154335034E-5</c:v>
                </c:pt>
                <c:pt idx="4885">
                  <c:v>8.3185571067872939E-7</c:v>
                </c:pt>
                <c:pt idx="4886">
                  <c:v>4.9566488599955213E-5</c:v>
                </c:pt>
                <c:pt idx="4887">
                  <c:v>7.1833788442989639E-7</c:v>
                </c:pt>
                <c:pt idx="4888">
                  <c:v>2.1455327004797762E-5</c:v>
                </c:pt>
                <c:pt idx="4889">
                  <c:v>1.5848680331570474E-6</c:v>
                </c:pt>
                <c:pt idx="4890">
                  <c:v>1.0862262825306702E-5</c:v>
                </c:pt>
                <c:pt idx="4891">
                  <c:v>4.4255494809759996E-7</c:v>
                </c:pt>
                <c:pt idx="4892">
                  <c:v>7.4558518349447946E-6</c:v>
                </c:pt>
                <c:pt idx="4893">
                  <c:v>1.5084676934457704E-5</c:v>
                </c:pt>
                <c:pt idx="4894">
                  <c:v>1.241608361920272E-7</c:v>
                </c:pt>
                <c:pt idx="4895">
                  <c:v>4.0535015234336359E-6</c:v>
                </c:pt>
                <c:pt idx="4896">
                  <c:v>4.9698260141587238E-6</c:v>
                </c:pt>
                <c:pt idx="4897">
                  <c:v>1.543061045034706E-4</c:v>
                </c:pt>
                <c:pt idx="4898">
                  <c:v>9.2819772760494104E-6</c:v>
                </c:pt>
                <c:pt idx="4899">
                  <c:v>1.8635688902611091E-5</c:v>
                </c:pt>
                <c:pt idx="4900">
                  <c:v>4.9810310059094352E-5</c:v>
                </c:pt>
                <c:pt idx="4901">
                  <c:v>5.5385516988071432E-5</c:v>
                </c:pt>
                <c:pt idx="4902">
                  <c:v>9.2070475201698267E-5</c:v>
                </c:pt>
                <c:pt idx="4903">
                  <c:v>3.8672529193847999E-4</c:v>
                </c:pt>
                <c:pt idx="4904">
                  <c:v>1.0462243703874106E-4</c:v>
                </c:pt>
                <c:pt idx="4905">
                  <c:v>6.2976612586426936E-6</c:v>
                </c:pt>
                <c:pt idx="4906">
                  <c:v>7.3082786408913849E-5</c:v>
                </c:pt>
                <c:pt idx="4907">
                  <c:v>0</c:v>
                </c:pt>
                <c:pt idx="4908">
                  <c:v>1.2371374676292593E-6</c:v>
                </c:pt>
                <c:pt idx="4909">
                  <c:v>4.2870519555850998E-3</c:v>
                </c:pt>
                <c:pt idx="4910">
                  <c:v>5.4202751489229513E-7</c:v>
                </c:pt>
                <c:pt idx="4911">
                  <c:v>6.8122092136177034E-5</c:v>
                </c:pt>
                <c:pt idx="4912">
                  <c:v>4.0502249881472357E-6</c:v>
                </c:pt>
                <c:pt idx="4913">
                  <c:v>2.7212618639073328E-5</c:v>
                </c:pt>
                <c:pt idx="4914">
                  <c:v>7.2851328059100321E-6</c:v>
                </c:pt>
                <c:pt idx="4915">
                  <c:v>5.5903566463600192E-5</c:v>
                </c:pt>
                <c:pt idx="4916">
                  <c:v>0</c:v>
                </c:pt>
                <c:pt idx="4917">
                  <c:v>8.6957924118432454E-6</c:v>
                </c:pt>
                <c:pt idx="4918">
                  <c:v>2.4496189941094952E-7</c:v>
                </c:pt>
                <c:pt idx="4919">
                  <c:v>7.8114054629118255E-8</c:v>
                </c:pt>
                <c:pt idx="4920">
                  <c:v>1.6004419186780032E-7</c:v>
                </c:pt>
                <c:pt idx="4921">
                  <c:v>3.7786877881613114E-5</c:v>
                </c:pt>
                <c:pt idx="4922">
                  <c:v>3.427706138449571E-8</c:v>
                </c:pt>
                <c:pt idx="4923">
                  <c:v>6.7866900469139429E-6</c:v>
                </c:pt>
                <c:pt idx="4924">
                  <c:v>2.2983407856806803E-5</c:v>
                </c:pt>
                <c:pt idx="4925">
                  <c:v>4.9943706094362503E-6</c:v>
                </c:pt>
                <c:pt idx="4926">
                  <c:v>2.6334451032401029E-5</c:v>
                </c:pt>
                <c:pt idx="4927">
                  <c:v>1.7770116270748046E-5</c:v>
                </c:pt>
                <c:pt idx="4928">
                  <c:v>2.4155875459089173E-4</c:v>
                </c:pt>
                <c:pt idx="4929">
                  <c:v>1.1225463824976761E-6</c:v>
                </c:pt>
                <c:pt idx="4930">
                  <c:v>2.2415048864022296E-5</c:v>
                </c:pt>
                <c:pt idx="4931">
                  <c:v>2.0956076307820252E-5</c:v>
                </c:pt>
                <c:pt idx="4932">
                  <c:v>8.8420367671584039E-6</c:v>
                </c:pt>
                <c:pt idx="4933">
                  <c:v>7.0087424056207307E-8</c:v>
                </c:pt>
                <c:pt idx="4934">
                  <c:v>0</c:v>
                </c:pt>
                <c:pt idx="4935">
                  <c:v>2.3688638116654503E-6</c:v>
                </c:pt>
                <c:pt idx="4936">
                  <c:v>0</c:v>
                </c:pt>
                <c:pt idx="4937">
                  <c:v>1.2045894261305286E-5</c:v>
                </c:pt>
                <c:pt idx="4938">
                  <c:v>4.7808921537912847E-6</c:v>
                </c:pt>
                <c:pt idx="4939">
                  <c:v>2.3720452473818809E-5</c:v>
                </c:pt>
                <c:pt idx="4940">
                  <c:v>1.760816003342047E-5</c:v>
                </c:pt>
                <c:pt idx="4941">
                  <c:v>5.8671339194909166E-4</c:v>
                </c:pt>
                <c:pt idx="4942">
                  <c:v>5.2309270508128345E-5</c:v>
                </c:pt>
                <c:pt idx="4943">
                  <c:v>2.2507255712706397E-7</c:v>
                </c:pt>
                <c:pt idx="4944">
                  <c:v>0</c:v>
                </c:pt>
                <c:pt idx="4945">
                  <c:v>9.7372551531593246E-6</c:v>
                </c:pt>
                <c:pt idx="4946">
                  <c:v>4.944048091769804E-7</c:v>
                </c:pt>
                <c:pt idx="4947">
                  <c:v>3.9057979924981297E-5</c:v>
                </c:pt>
                <c:pt idx="4948">
                  <c:v>6.9096058608701107E-4</c:v>
                </c:pt>
                <c:pt idx="4949">
                  <c:v>1.8926031956336497E-5</c:v>
                </c:pt>
                <c:pt idx="4950">
                  <c:v>6.4946828323898548E-6</c:v>
                </c:pt>
                <c:pt idx="4951">
                  <c:v>1.1509984897787273E-4</c:v>
                </c:pt>
                <c:pt idx="4952">
                  <c:v>0</c:v>
                </c:pt>
                <c:pt idx="4953">
                  <c:v>2.2771382986366084E-6</c:v>
                </c:pt>
                <c:pt idx="4954">
                  <c:v>1.5116073894293823E-5</c:v>
                </c:pt>
                <c:pt idx="4955">
                  <c:v>7.3321388319558881E-6</c:v>
                </c:pt>
                <c:pt idx="4956">
                  <c:v>4.8515728404803114E-5</c:v>
                </c:pt>
                <c:pt idx="4957">
                  <c:v>3.8242466837679087E-5</c:v>
                </c:pt>
                <c:pt idx="4958">
                  <c:v>9.0330339866561243E-5</c:v>
                </c:pt>
                <c:pt idx="4959">
                  <c:v>2.8640673086480981E-5</c:v>
                </c:pt>
                <c:pt idx="4960">
                  <c:v>3.7454451321665212E-5</c:v>
                </c:pt>
                <c:pt idx="4961">
                  <c:v>3.6405207454405909E-5</c:v>
                </c:pt>
                <c:pt idx="4962">
                  <c:v>2.9665220950070277E-5</c:v>
                </c:pt>
                <c:pt idx="4963">
                  <c:v>9.1870972532088163E-6</c:v>
                </c:pt>
                <c:pt idx="4964">
                  <c:v>3.7719646027612139E-5</c:v>
                </c:pt>
                <c:pt idx="4965">
                  <c:v>1.0151159775276948E-7</c:v>
                </c:pt>
                <c:pt idx="4966">
                  <c:v>1.4581290197435314E-6</c:v>
                </c:pt>
                <c:pt idx="4967">
                  <c:v>0</c:v>
                </c:pt>
                <c:pt idx="4968">
                  <c:v>0</c:v>
                </c:pt>
                <c:pt idx="4969">
                  <c:v>1.7917808075054527E-4</c:v>
                </c:pt>
                <c:pt idx="4970">
                  <c:v>7.6356741985077423E-5</c:v>
                </c:pt>
                <c:pt idx="4971">
                  <c:v>7.1415304463844334E-5</c:v>
                </c:pt>
                <c:pt idx="4972">
                  <c:v>5.2190962844613697E-6</c:v>
                </c:pt>
                <c:pt idx="4973">
                  <c:v>0</c:v>
                </c:pt>
                <c:pt idx="4974">
                  <c:v>2.4490365294262251E-7</c:v>
                </c:pt>
                <c:pt idx="4975">
                  <c:v>3.2502625697769016E-5</c:v>
                </c:pt>
                <c:pt idx="4976">
                  <c:v>0</c:v>
                </c:pt>
                <c:pt idx="4977">
                  <c:v>9.7596873853430431E-5</c:v>
                </c:pt>
                <c:pt idx="4978">
                  <c:v>1.8718287641092185E-5</c:v>
                </c:pt>
                <c:pt idx="4979">
                  <c:v>5.1860886278881524E-5</c:v>
                </c:pt>
                <c:pt idx="4980">
                  <c:v>0</c:v>
                </c:pt>
                <c:pt idx="4981">
                  <c:v>3.7279259174723986E-5</c:v>
                </c:pt>
                <c:pt idx="4982">
                  <c:v>6.4351102146844985E-8</c:v>
                </c:pt>
                <c:pt idx="4983">
                  <c:v>1.1687551525048611E-7</c:v>
                </c:pt>
                <c:pt idx="4984">
                  <c:v>9.8767024924639147E-5</c:v>
                </c:pt>
                <c:pt idx="4985">
                  <c:v>0</c:v>
                </c:pt>
                <c:pt idx="4986">
                  <c:v>1.6859814367099649E-4</c:v>
                </c:pt>
                <c:pt idx="4987">
                  <c:v>4.3742559077331463E-5</c:v>
                </c:pt>
                <c:pt idx="4988">
                  <c:v>6.1188204313238663E-6</c:v>
                </c:pt>
                <c:pt idx="4989">
                  <c:v>3.349517224865968E-6</c:v>
                </c:pt>
                <c:pt idx="4990">
                  <c:v>1.6193004649981581E-5</c:v>
                </c:pt>
                <c:pt idx="4991">
                  <c:v>3.3629178095047071E-5</c:v>
                </c:pt>
                <c:pt idx="4992">
                  <c:v>1.3125028678437533E-5</c:v>
                </c:pt>
                <c:pt idx="4993">
                  <c:v>0</c:v>
                </c:pt>
                <c:pt idx="4994">
                  <c:v>6.6402497687363694E-6</c:v>
                </c:pt>
                <c:pt idx="4995">
                  <c:v>5.7938004851937125E-6</c:v>
                </c:pt>
                <c:pt idx="4996">
                  <c:v>1.3843334656955379E-5</c:v>
                </c:pt>
                <c:pt idx="4997">
                  <c:v>4.7849954429689025E-6</c:v>
                </c:pt>
                <c:pt idx="4998">
                  <c:v>1.4977719024678041E-4</c:v>
                </c:pt>
                <c:pt idx="4999">
                  <c:v>2.3892452192835025E-6</c:v>
                </c:pt>
                <c:pt idx="5000">
                  <c:v>6.0236986689898511E-5</c:v>
                </c:pt>
                <c:pt idx="5001">
                  <c:v>3.3856345500080398E-5</c:v>
                </c:pt>
                <c:pt idx="5002">
                  <c:v>1.2862759185252498E-5</c:v>
                </c:pt>
                <c:pt idx="5003">
                  <c:v>4.562772162832803E-6</c:v>
                </c:pt>
                <c:pt idx="5004">
                  <c:v>5.6127319124883842E-6</c:v>
                </c:pt>
                <c:pt idx="5005">
                  <c:v>0</c:v>
                </c:pt>
                <c:pt idx="5006">
                  <c:v>3.1615922559839858E-6</c:v>
                </c:pt>
                <c:pt idx="5007">
                  <c:v>0</c:v>
                </c:pt>
                <c:pt idx="5008">
                  <c:v>3.2908036287569789E-5</c:v>
                </c:pt>
                <c:pt idx="5009">
                  <c:v>1.7858854542699525E-5</c:v>
                </c:pt>
                <c:pt idx="5010">
                  <c:v>2.1023410363921636E-7</c:v>
                </c:pt>
                <c:pt idx="5011">
                  <c:v>0</c:v>
                </c:pt>
                <c:pt idx="5012">
                  <c:v>2.2320705448420855E-6</c:v>
                </c:pt>
                <c:pt idx="5013">
                  <c:v>1.049249459947178E-4</c:v>
                </c:pt>
                <c:pt idx="5014">
                  <c:v>4.2192942125885823E-3</c:v>
                </c:pt>
                <c:pt idx="5015">
                  <c:v>6.1977042651515518E-5</c:v>
                </c:pt>
                <c:pt idx="5016">
                  <c:v>6.8105200323966267E-6</c:v>
                </c:pt>
                <c:pt idx="5017">
                  <c:v>0</c:v>
                </c:pt>
                <c:pt idx="5018">
                  <c:v>1.6339673693455525E-5</c:v>
                </c:pt>
                <c:pt idx="5019">
                  <c:v>1.9403388265437468E-6</c:v>
                </c:pt>
                <c:pt idx="5020">
                  <c:v>4.9940194921606186E-5</c:v>
                </c:pt>
                <c:pt idx="5021">
                  <c:v>2.6537103382647665E-6</c:v>
                </c:pt>
                <c:pt idx="5022">
                  <c:v>2.9619137426493025E-6</c:v>
                </c:pt>
                <c:pt idx="5023">
                  <c:v>1.5595372164715274E-5</c:v>
                </c:pt>
                <c:pt idx="5024">
                  <c:v>6.0612047282043627E-7</c:v>
                </c:pt>
                <c:pt idx="5025">
                  <c:v>8.7609280070258746E-8</c:v>
                </c:pt>
                <c:pt idx="5026">
                  <c:v>1.7350963838112158E-5</c:v>
                </c:pt>
                <c:pt idx="5027">
                  <c:v>7.1677227622024089E-6</c:v>
                </c:pt>
                <c:pt idx="5028">
                  <c:v>7.7989566304780885E-7</c:v>
                </c:pt>
                <c:pt idx="5029">
                  <c:v>0</c:v>
                </c:pt>
                <c:pt idx="5030">
                  <c:v>1.0755841411883791E-5</c:v>
                </c:pt>
                <c:pt idx="5031">
                  <c:v>5.6954924239392148E-6</c:v>
                </c:pt>
                <c:pt idx="5032">
                  <c:v>0</c:v>
                </c:pt>
                <c:pt idx="5033">
                  <c:v>3.8387874516360274E-7</c:v>
                </c:pt>
                <c:pt idx="5034">
                  <c:v>1.8678510690468053E-5</c:v>
                </c:pt>
                <c:pt idx="5035">
                  <c:v>2.6140197705407672E-5</c:v>
                </c:pt>
                <c:pt idx="5036">
                  <c:v>8.2373252604805609E-5</c:v>
                </c:pt>
                <c:pt idx="5037">
                  <c:v>2.2180941808443521E-4</c:v>
                </c:pt>
                <c:pt idx="5038">
                  <c:v>1.3376549440961238E-5</c:v>
                </c:pt>
                <c:pt idx="5039">
                  <c:v>1.1174144868909459E-7</c:v>
                </c:pt>
                <c:pt idx="5040">
                  <c:v>5.2978134452685381E-5</c:v>
                </c:pt>
                <c:pt idx="5041">
                  <c:v>1.6770418196223019E-5</c:v>
                </c:pt>
                <c:pt idx="5042">
                  <c:v>2.1676848418602212E-5</c:v>
                </c:pt>
                <c:pt idx="5043">
                  <c:v>1.8744186408096778E-5</c:v>
                </c:pt>
                <c:pt idx="5044">
                  <c:v>1.8314395623208154E-7</c:v>
                </c:pt>
                <c:pt idx="5045">
                  <c:v>5.0159605489177214E-7</c:v>
                </c:pt>
                <c:pt idx="5046">
                  <c:v>8.6866265765983268E-5</c:v>
                </c:pt>
                <c:pt idx="5047">
                  <c:v>6.4739114140545205E-5</c:v>
                </c:pt>
                <c:pt idx="5048">
                  <c:v>7.9049682581500252E-6</c:v>
                </c:pt>
                <c:pt idx="5049">
                  <c:v>2.2856205413678543E-7</c:v>
                </c:pt>
                <c:pt idx="5050">
                  <c:v>0</c:v>
                </c:pt>
                <c:pt idx="5051">
                  <c:v>2.3000890518792748E-6</c:v>
                </c:pt>
                <c:pt idx="5052">
                  <c:v>2.2063235021775447E-6</c:v>
                </c:pt>
                <c:pt idx="5053">
                  <c:v>6.6529139450276532E-7</c:v>
                </c:pt>
                <c:pt idx="5054">
                  <c:v>1.6184109521961002E-6</c:v>
                </c:pt>
                <c:pt idx="5055">
                  <c:v>1.6530558349648241E-7</c:v>
                </c:pt>
                <c:pt idx="5056">
                  <c:v>3.7023921783116324E-6</c:v>
                </c:pt>
                <c:pt idx="5057">
                  <c:v>2.2670004411805144E-5</c:v>
                </c:pt>
                <c:pt idx="5058">
                  <c:v>1.6422698845225726E-4</c:v>
                </c:pt>
                <c:pt idx="5059">
                  <c:v>0</c:v>
                </c:pt>
                <c:pt idx="5060">
                  <c:v>5.2461168777206564E-5</c:v>
                </c:pt>
                <c:pt idx="5061">
                  <c:v>1.3050781433761429E-5</c:v>
                </c:pt>
                <c:pt idx="5062">
                  <c:v>3.6903754605532468E-5</c:v>
                </c:pt>
                <c:pt idx="5063">
                  <c:v>5.9777484966759951E-6</c:v>
                </c:pt>
                <c:pt idx="5064">
                  <c:v>5.2353439034721571E-7</c:v>
                </c:pt>
                <c:pt idx="5065">
                  <c:v>1.3607281511227096E-7</c:v>
                </c:pt>
                <c:pt idx="5066">
                  <c:v>1.2570912977523066E-6</c:v>
                </c:pt>
                <c:pt idx="5067">
                  <c:v>3.4120826409551392E-5</c:v>
                </c:pt>
                <c:pt idx="5068">
                  <c:v>0</c:v>
                </c:pt>
                <c:pt idx="5069">
                  <c:v>5.1160328282124103E-6</c:v>
                </c:pt>
                <c:pt idx="5070">
                  <c:v>1.9248044796444955E-6</c:v>
                </c:pt>
                <c:pt idx="5071">
                  <c:v>7.5839409144284496E-5</c:v>
                </c:pt>
                <c:pt idx="5072">
                  <c:v>4.6068082116026449E-5</c:v>
                </c:pt>
                <c:pt idx="5073">
                  <c:v>2.2601362705233383E-6</c:v>
                </c:pt>
                <c:pt idx="5074">
                  <c:v>2.9606594031196493E-5</c:v>
                </c:pt>
                <c:pt idx="5075">
                  <c:v>2.4915383019292211E-5</c:v>
                </c:pt>
                <c:pt idx="5076">
                  <c:v>8.5544867003432148E-6</c:v>
                </c:pt>
                <c:pt idx="5077">
                  <c:v>4.3428991047112497E-5</c:v>
                </c:pt>
                <c:pt idx="5078">
                  <c:v>1.16855651974611E-5</c:v>
                </c:pt>
                <c:pt idx="5079">
                  <c:v>1.5226739662915371E-6</c:v>
                </c:pt>
                <c:pt idx="5080">
                  <c:v>2.1702051692900305E-4</c:v>
                </c:pt>
                <c:pt idx="5081">
                  <c:v>7.245906542376152E-5</c:v>
                </c:pt>
                <c:pt idx="5082">
                  <c:v>1.0553718401498879E-3</c:v>
                </c:pt>
                <c:pt idx="5083">
                  <c:v>6.6956729595735497E-6</c:v>
                </c:pt>
                <c:pt idx="5084">
                  <c:v>2.1151927488267322E-5</c:v>
                </c:pt>
                <c:pt idx="5085">
                  <c:v>3.326456972513824E-7</c:v>
                </c:pt>
                <c:pt idx="5086">
                  <c:v>3.9829945328784044E-5</c:v>
                </c:pt>
                <c:pt idx="5087">
                  <c:v>1.4885196116500893E-5</c:v>
                </c:pt>
                <c:pt idx="5088">
                  <c:v>2.5854437496730617E-6</c:v>
                </c:pt>
                <c:pt idx="5089">
                  <c:v>0</c:v>
                </c:pt>
                <c:pt idx="5090">
                  <c:v>1.9176913810500989E-6</c:v>
                </c:pt>
                <c:pt idx="5091">
                  <c:v>2.0766424733085207E-5</c:v>
                </c:pt>
                <c:pt idx="5092">
                  <c:v>4.0652144528627384E-5</c:v>
                </c:pt>
                <c:pt idx="5093">
                  <c:v>1.9919738151988155E-5</c:v>
                </c:pt>
                <c:pt idx="5094">
                  <c:v>1.9075193180103983E-4</c:v>
                </c:pt>
                <c:pt idx="5095">
                  <c:v>6.9283748931410629E-5</c:v>
                </c:pt>
                <c:pt idx="5096">
                  <c:v>1.4281043132261125E-5</c:v>
                </c:pt>
                <c:pt idx="5097">
                  <c:v>1.7556300688267392E-5</c:v>
                </c:pt>
                <c:pt idx="5098">
                  <c:v>3.1249798375871394E-5</c:v>
                </c:pt>
                <c:pt idx="5099">
                  <c:v>1.0223431619329205E-4</c:v>
                </c:pt>
                <c:pt idx="5100">
                  <c:v>2.5694557719952256E-7</c:v>
                </c:pt>
                <c:pt idx="5101">
                  <c:v>1.8977380519862239E-6</c:v>
                </c:pt>
                <c:pt idx="5102">
                  <c:v>0</c:v>
                </c:pt>
                <c:pt idx="5103">
                  <c:v>1.1699983611913673E-6</c:v>
                </c:pt>
                <c:pt idx="5104">
                  <c:v>3.9408208362101833E-7</c:v>
                </c:pt>
                <c:pt idx="5105">
                  <c:v>1.862569337330778E-5</c:v>
                </c:pt>
                <c:pt idx="5106">
                  <c:v>1.0447590701487785E-5</c:v>
                </c:pt>
                <c:pt idx="5107">
                  <c:v>1.4148088688216725E-6</c:v>
                </c:pt>
                <c:pt idx="5108">
                  <c:v>3.9582554364008802E-7</c:v>
                </c:pt>
                <c:pt idx="5109">
                  <c:v>0</c:v>
                </c:pt>
                <c:pt idx="5110">
                  <c:v>9.1777758333476051E-5</c:v>
                </c:pt>
                <c:pt idx="5111">
                  <c:v>1.3612241090306652E-6</c:v>
                </c:pt>
                <c:pt idx="5112">
                  <c:v>2.5355734326547212E-5</c:v>
                </c:pt>
                <c:pt idx="5113">
                  <c:v>3.1465207948425235E-5</c:v>
                </c:pt>
                <c:pt idx="5114">
                  <c:v>5.2941839105239487E-6</c:v>
                </c:pt>
                <c:pt idx="5115">
                  <c:v>0</c:v>
                </c:pt>
                <c:pt idx="5116">
                  <c:v>3.378432862709361E-6</c:v>
                </c:pt>
                <c:pt idx="5117">
                  <c:v>0</c:v>
                </c:pt>
                <c:pt idx="5118">
                  <c:v>0</c:v>
                </c:pt>
                <c:pt idx="5119">
                  <c:v>0</c:v>
                </c:pt>
                <c:pt idx="5120">
                  <c:v>0</c:v>
                </c:pt>
                <c:pt idx="5121">
                  <c:v>0</c:v>
                </c:pt>
                <c:pt idx="5122">
                  <c:v>3.6582140347770014E-6</c:v>
                </c:pt>
                <c:pt idx="5123">
                  <c:v>5.5939176859707061E-6</c:v>
                </c:pt>
                <c:pt idx="5124">
                  <c:v>8.3741170880480045E-8</c:v>
                </c:pt>
                <c:pt idx="5125">
                  <c:v>1.1457845823623823E-5</c:v>
                </c:pt>
                <c:pt idx="5126">
                  <c:v>1.0223820111223905E-4</c:v>
                </c:pt>
                <c:pt idx="5127">
                  <c:v>6.916851966776228E-6</c:v>
                </c:pt>
                <c:pt idx="5128">
                  <c:v>6.8954465989768993E-5</c:v>
                </c:pt>
                <c:pt idx="5129">
                  <c:v>1.4885734497601291E-3</c:v>
                </c:pt>
                <c:pt idx="5130">
                  <c:v>2.6026445757168296E-5</c:v>
                </c:pt>
                <c:pt idx="5131">
                  <c:v>4.9428177059752726E-5</c:v>
                </c:pt>
                <c:pt idx="5132">
                  <c:v>0</c:v>
                </c:pt>
                <c:pt idx="5133">
                  <c:v>4.0814635137992587E-5</c:v>
                </c:pt>
                <c:pt idx="5134">
                  <c:v>4.7635478047188722E-7</c:v>
                </c:pt>
                <c:pt idx="5135">
                  <c:v>6.6990259017361305E-5</c:v>
                </c:pt>
                <c:pt idx="5136">
                  <c:v>2.7173032719816755E-6</c:v>
                </c:pt>
                <c:pt idx="5137">
                  <c:v>9.2435932600523589E-6</c:v>
                </c:pt>
                <c:pt idx="5138">
                  <c:v>1.8004019696595439E-6</c:v>
                </c:pt>
                <c:pt idx="5139">
                  <c:v>6.279371826139373E-6</c:v>
                </c:pt>
                <c:pt idx="5140">
                  <c:v>7.1847793077304946E-6</c:v>
                </c:pt>
                <c:pt idx="5141">
                  <c:v>9.0264464218903075E-7</c:v>
                </c:pt>
                <c:pt idx="5142">
                  <c:v>1.3346895260086391E-6</c:v>
                </c:pt>
                <c:pt idx="5143">
                  <c:v>4.4323112066917702E-6</c:v>
                </c:pt>
                <c:pt idx="5144">
                  <c:v>2.1239656504263186E-7</c:v>
                </c:pt>
                <c:pt idx="5145">
                  <c:v>1.7699171224658951E-5</c:v>
                </c:pt>
                <c:pt idx="5146">
                  <c:v>5.6199962541577722E-5</c:v>
                </c:pt>
                <c:pt idx="5147">
                  <c:v>8.3761013519815567E-6</c:v>
                </c:pt>
                <c:pt idx="5148">
                  <c:v>7.7425156460431902E-5</c:v>
                </c:pt>
                <c:pt idx="5149">
                  <c:v>0</c:v>
                </c:pt>
                <c:pt idx="5150">
                  <c:v>3.6572402747024338E-7</c:v>
                </c:pt>
                <c:pt idx="5151">
                  <c:v>2.8314484944611554E-4</c:v>
                </c:pt>
                <c:pt idx="5152">
                  <c:v>4.4764054903795794E-6</c:v>
                </c:pt>
                <c:pt idx="5153">
                  <c:v>8.3161424312845871E-6</c:v>
                </c:pt>
                <c:pt idx="5154">
                  <c:v>9.3198147936810135E-6</c:v>
                </c:pt>
                <c:pt idx="5155">
                  <c:v>1.0454849277972401E-5</c:v>
                </c:pt>
                <c:pt idx="5156">
                  <c:v>1.88178832368675E-5</c:v>
                </c:pt>
                <c:pt idx="5157">
                  <c:v>6.134859170619759E-7</c:v>
                </c:pt>
                <c:pt idx="5158">
                  <c:v>2.9792413237617374E-6</c:v>
                </c:pt>
                <c:pt idx="5159">
                  <c:v>7.6455436237596948E-6</c:v>
                </c:pt>
                <c:pt idx="5160">
                  <c:v>1.2518284354034747E-5</c:v>
                </c:pt>
                <c:pt idx="5161">
                  <c:v>3.3778143715734301E-5</c:v>
                </c:pt>
                <c:pt idx="5162">
                  <c:v>2.5338246470320153E-5</c:v>
                </c:pt>
                <c:pt idx="5163">
                  <c:v>0</c:v>
                </c:pt>
                <c:pt idx="5164">
                  <c:v>1.4683528750419305E-5</c:v>
                </c:pt>
                <c:pt idx="5165">
                  <c:v>6.2311153663803639E-7</c:v>
                </c:pt>
                <c:pt idx="5166">
                  <c:v>9.8621729609149535E-5</c:v>
                </c:pt>
                <c:pt idx="5167">
                  <c:v>8.9369344470410276E-5</c:v>
                </c:pt>
                <c:pt idx="5168">
                  <c:v>1.8757229774032979E-6</c:v>
                </c:pt>
                <c:pt idx="5169">
                  <c:v>1.1203788985368824E-4</c:v>
                </c:pt>
                <c:pt idx="5170">
                  <c:v>1.8830401299280963E-4</c:v>
                </c:pt>
                <c:pt idx="5171">
                  <c:v>1.0045025267096373E-4</c:v>
                </c:pt>
                <c:pt idx="5172">
                  <c:v>5.7138063947374157E-5</c:v>
                </c:pt>
                <c:pt idx="5173">
                  <c:v>0</c:v>
                </c:pt>
                <c:pt idx="5174">
                  <c:v>4.3632005754090713E-3</c:v>
                </c:pt>
                <c:pt idx="5175">
                  <c:v>1.5929512262742275E-5</c:v>
                </c:pt>
                <c:pt idx="5176">
                  <c:v>9.1103827343907724E-5</c:v>
                </c:pt>
                <c:pt idx="5177">
                  <c:v>9.0782641529742766E-5</c:v>
                </c:pt>
                <c:pt idx="5178">
                  <c:v>7.3145249431446924E-5</c:v>
                </c:pt>
                <c:pt idx="5179">
                  <c:v>0</c:v>
                </c:pt>
                <c:pt idx="5180">
                  <c:v>2.3023394323648844E-5</c:v>
                </c:pt>
                <c:pt idx="5181">
                  <c:v>1.8270312917216087E-6</c:v>
                </c:pt>
                <c:pt idx="5182">
                  <c:v>6.1635662380847993E-6</c:v>
                </c:pt>
                <c:pt idx="5183">
                  <c:v>2.8651235237710273E-5</c:v>
                </c:pt>
                <c:pt idx="5184">
                  <c:v>2.6883954249099599E-5</c:v>
                </c:pt>
                <c:pt idx="5185">
                  <c:v>1.3136368819040281E-5</c:v>
                </c:pt>
                <c:pt idx="5186">
                  <c:v>8.4344323882813097E-5</c:v>
                </c:pt>
                <c:pt idx="5187">
                  <c:v>2.3056603541245001E-5</c:v>
                </c:pt>
                <c:pt idx="5188">
                  <c:v>4.2200775407878113E-5</c:v>
                </c:pt>
                <c:pt idx="5189">
                  <c:v>1.6709405194234792E-7</c:v>
                </c:pt>
                <c:pt idx="5190">
                  <c:v>2.5604964854218214E-5</c:v>
                </c:pt>
                <c:pt idx="5191">
                  <c:v>1.9174889220782846E-6</c:v>
                </c:pt>
                <c:pt idx="5192">
                  <c:v>2.4487887404331798E-5</c:v>
                </c:pt>
                <c:pt idx="5193">
                  <c:v>2.5980575690888544E-5</c:v>
                </c:pt>
                <c:pt idx="5194">
                  <c:v>1.3964010241692706E-5</c:v>
                </c:pt>
                <c:pt idx="5195">
                  <c:v>2.6762385446622877E-5</c:v>
                </c:pt>
                <c:pt idx="5196">
                  <c:v>8.6475635082369551E-6</c:v>
                </c:pt>
                <c:pt idx="5197">
                  <c:v>7.9743258206970235E-5</c:v>
                </c:pt>
                <c:pt idx="5198">
                  <c:v>8.0817784173119758E-5</c:v>
                </c:pt>
                <c:pt idx="5199">
                  <c:v>2.6529381626086207E-5</c:v>
                </c:pt>
                <c:pt idx="5200">
                  <c:v>7.2877972920296909E-6</c:v>
                </c:pt>
                <c:pt idx="5201">
                  <c:v>6.7075771863066847E-5</c:v>
                </c:pt>
                <c:pt idx="5202">
                  <c:v>6.6602914986877449E-6</c:v>
                </c:pt>
                <c:pt idx="5203">
                  <c:v>8.3856689355870291E-6</c:v>
                </c:pt>
                <c:pt idx="5204">
                  <c:v>1.1559890862223041E-3</c:v>
                </c:pt>
                <c:pt idx="5205">
                  <c:v>2.0063942405551109E-5</c:v>
                </c:pt>
                <c:pt idx="5206">
                  <c:v>1.0193981044800447E-6</c:v>
                </c:pt>
                <c:pt idx="5207">
                  <c:v>1.5663440546317186E-4</c:v>
                </c:pt>
                <c:pt idx="5208">
                  <c:v>9.6168960019129342E-6</c:v>
                </c:pt>
                <c:pt idx="5209">
                  <c:v>1.7839909506055947E-6</c:v>
                </c:pt>
                <c:pt idx="5210">
                  <c:v>7.271337189236891E-8</c:v>
                </c:pt>
                <c:pt idx="5211">
                  <c:v>3.8016560921232208E-6</c:v>
                </c:pt>
                <c:pt idx="5212">
                  <c:v>1.2342104789262085E-4</c:v>
                </c:pt>
                <c:pt idx="5213">
                  <c:v>7.2997874143619051E-8</c:v>
                </c:pt>
                <c:pt idx="5214">
                  <c:v>1.7907811156810269E-5</c:v>
                </c:pt>
                <c:pt idx="5215">
                  <c:v>2.5971397057470574E-5</c:v>
                </c:pt>
                <c:pt idx="5216">
                  <c:v>6.2044523620957578E-5</c:v>
                </c:pt>
                <c:pt idx="5217">
                  <c:v>3.6880813212827175E-5</c:v>
                </c:pt>
                <c:pt idx="5218">
                  <c:v>1.2931800431423291E-5</c:v>
                </c:pt>
                <c:pt idx="5219">
                  <c:v>2.4852839449815908E-6</c:v>
                </c:pt>
                <c:pt idx="5220">
                  <c:v>1.2872651142467725E-4</c:v>
                </c:pt>
                <c:pt idx="5221">
                  <c:v>4.0092788169042798E-6</c:v>
                </c:pt>
                <c:pt idx="5222">
                  <c:v>2.5866723051678846E-5</c:v>
                </c:pt>
                <c:pt idx="5223">
                  <c:v>1.6186939530183403E-5</c:v>
                </c:pt>
                <c:pt idx="5224">
                  <c:v>0</c:v>
                </c:pt>
                <c:pt idx="5225">
                  <c:v>1.5187800474803584E-5</c:v>
                </c:pt>
                <c:pt idx="5226">
                  <c:v>2.6028194258730689E-5</c:v>
                </c:pt>
                <c:pt idx="5227">
                  <c:v>7.4166885861500143E-5</c:v>
                </c:pt>
                <c:pt idx="5228">
                  <c:v>1.698575333951352E-5</c:v>
                </c:pt>
                <c:pt idx="5229">
                  <c:v>0</c:v>
                </c:pt>
                <c:pt idx="5230">
                  <c:v>1.3058240357650862E-5</c:v>
                </c:pt>
                <c:pt idx="5231">
                  <c:v>2.8983353486673367E-5</c:v>
                </c:pt>
                <c:pt idx="5232">
                  <c:v>1.0961436246404848E-4</c:v>
                </c:pt>
                <c:pt idx="5233">
                  <c:v>2.4626389887630779E-6</c:v>
                </c:pt>
                <c:pt idx="5234">
                  <c:v>1.0691361535102359E-5</c:v>
                </c:pt>
                <c:pt idx="5235">
                  <c:v>1.9165468623364621E-5</c:v>
                </c:pt>
                <c:pt idx="5236">
                  <c:v>8.4030839203389187E-5</c:v>
                </c:pt>
                <c:pt idx="5237">
                  <c:v>1.9599725755980581E-5</c:v>
                </c:pt>
                <c:pt idx="5238">
                  <c:v>2.9120026725266994E-5</c:v>
                </c:pt>
                <c:pt idx="5239">
                  <c:v>4.2608467598702013E-4</c:v>
                </c:pt>
                <c:pt idx="5240">
                  <c:v>2.7508868079099831E-6</c:v>
                </c:pt>
                <c:pt idx="5241">
                  <c:v>3.5018971865957478E-5</c:v>
                </c:pt>
                <c:pt idx="5242">
                  <c:v>2.9204321939700606E-5</c:v>
                </c:pt>
                <c:pt idx="5243">
                  <c:v>3.0460476041416223E-5</c:v>
                </c:pt>
                <c:pt idx="5244">
                  <c:v>8.3529938748501188E-7</c:v>
                </c:pt>
                <c:pt idx="5245">
                  <c:v>4.3070659435268733E-5</c:v>
                </c:pt>
                <c:pt idx="5246">
                  <c:v>0</c:v>
                </c:pt>
                <c:pt idx="5247">
                  <c:v>2.127747782324923E-6</c:v>
                </c:pt>
                <c:pt idx="5248">
                  <c:v>0</c:v>
                </c:pt>
                <c:pt idx="5249">
                  <c:v>1.567866313351789E-5</c:v>
                </c:pt>
                <c:pt idx="5250">
                  <c:v>1.3272248952717573E-4</c:v>
                </c:pt>
                <c:pt idx="5251">
                  <c:v>3.5631255928867263E-5</c:v>
                </c:pt>
                <c:pt idx="5252">
                  <c:v>0</c:v>
                </c:pt>
                <c:pt idx="5253">
                  <c:v>0</c:v>
                </c:pt>
                <c:pt idx="5254">
                  <c:v>2.8062557225568716E-5</c:v>
                </c:pt>
                <c:pt idx="5255">
                  <c:v>6.1708063200077973E-8</c:v>
                </c:pt>
                <c:pt idx="5256">
                  <c:v>4.5940913077184137E-5</c:v>
                </c:pt>
                <c:pt idx="5257">
                  <c:v>3.0919113907197822E-5</c:v>
                </c:pt>
                <c:pt idx="5258">
                  <c:v>8.2569336502204111E-6</c:v>
                </c:pt>
                <c:pt idx="5259">
                  <c:v>0</c:v>
                </c:pt>
                <c:pt idx="5260">
                  <c:v>2.2978217196755501E-5</c:v>
                </c:pt>
                <c:pt idx="5261">
                  <c:v>4.2952993449970561E-5</c:v>
                </c:pt>
                <c:pt idx="5262">
                  <c:v>8.4181776752632449E-6</c:v>
                </c:pt>
                <c:pt idx="5263">
                  <c:v>2.7915571097698184E-5</c:v>
                </c:pt>
                <c:pt idx="5264">
                  <c:v>6.8150647952284211E-5</c:v>
                </c:pt>
                <c:pt idx="5265">
                  <c:v>4.9802790251723897E-5</c:v>
                </c:pt>
                <c:pt idx="5266">
                  <c:v>0</c:v>
                </c:pt>
                <c:pt idx="5267">
                  <c:v>1.596699346806635E-5</c:v>
                </c:pt>
                <c:pt idx="5268">
                  <c:v>5.3014990872831781E-5</c:v>
                </c:pt>
                <c:pt idx="5269">
                  <c:v>9.1115530090998993E-6</c:v>
                </c:pt>
                <c:pt idx="5270">
                  <c:v>8.7634500923612616E-5</c:v>
                </c:pt>
                <c:pt idx="5271">
                  <c:v>8.7221369954077813E-5</c:v>
                </c:pt>
                <c:pt idx="5272">
                  <c:v>8.6818618881097023E-6</c:v>
                </c:pt>
                <c:pt idx="5273">
                  <c:v>1.6712770677363102E-5</c:v>
                </c:pt>
                <c:pt idx="5274">
                  <c:v>1.6704623319847736E-4</c:v>
                </c:pt>
                <c:pt idx="5275">
                  <c:v>1.6107012606783974E-5</c:v>
                </c:pt>
                <c:pt idx="5276">
                  <c:v>3.3683423114899387E-3</c:v>
                </c:pt>
                <c:pt idx="5277">
                  <c:v>5.2792241218399502E-5</c:v>
                </c:pt>
                <c:pt idx="5278">
                  <c:v>4.3713056369572733E-5</c:v>
                </c:pt>
                <c:pt idx="5279">
                  <c:v>8.1355092373245625E-6</c:v>
                </c:pt>
                <c:pt idx="5280">
                  <c:v>1.7853389320833696E-5</c:v>
                </c:pt>
                <c:pt idx="5281">
                  <c:v>0</c:v>
                </c:pt>
                <c:pt idx="5282">
                  <c:v>0</c:v>
                </c:pt>
                <c:pt idx="5283">
                  <c:v>2.4064319128401455E-5</c:v>
                </c:pt>
                <c:pt idx="5284">
                  <c:v>6.3421622266315124E-5</c:v>
                </c:pt>
                <c:pt idx="5285">
                  <c:v>0</c:v>
                </c:pt>
                <c:pt idx="5286">
                  <c:v>6.0881090931048751E-5</c:v>
                </c:pt>
                <c:pt idx="5287">
                  <c:v>2.5354616405930789E-5</c:v>
                </c:pt>
                <c:pt idx="5288">
                  <c:v>2.5770310312294136E-4</c:v>
                </c:pt>
                <c:pt idx="5289">
                  <c:v>3.0438696083172916E-5</c:v>
                </c:pt>
                <c:pt idx="5290">
                  <c:v>5.2673869768512808E-6</c:v>
                </c:pt>
                <c:pt idx="5291">
                  <c:v>0</c:v>
                </c:pt>
                <c:pt idx="5292">
                  <c:v>4.7819290342666058E-5</c:v>
                </c:pt>
                <c:pt idx="5293">
                  <c:v>6.0588724088319104E-6</c:v>
                </c:pt>
                <c:pt idx="5294">
                  <c:v>3.7676975311011948E-5</c:v>
                </c:pt>
                <c:pt idx="5295">
                  <c:v>5.9468071020850842E-5</c:v>
                </c:pt>
                <c:pt idx="5296">
                  <c:v>1.0863488373885694E-5</c:v>
                </c:pt>
                <c:pt idx="5297">
                  <c:v>9.5488974482484596E-6</c:v>
                </c:pt>
                <c:pt idx="5298">
                  <c:v>2.5496556146173152E-5</c:v>
                </c:pt>
                <c:pt idx="5299">
                  <c:v>2.5656901902604113E-5</c:v>
                </c:pt>
                <c:pt idx="5300">
                  <c:v>4.8243747167289617E-6</c:v>
                </c:pt>
                <c:pt idx="5301">
                  <c:v>1.0547302595775549E-6</c:v>
                </c:pt>
                <c:pt idx="5302">
                  <c:v>2.4010296067762827E-5</c:v>
                </c:pt>
                <c:pt idx="5303">
                  <c:v>8.1159907672774222E-5</c:v>
                </c:pt>
                <c:pt idx="5304">
                  <c:v>1.8897250484097794E-5</c:v>
                </c:pt>
                <c:pt idx="5305">
                  <c:v>0</c:v>
                </c:pt>
                <c:pt idx="5306">
                  <c:v>7.8805349705982124E-5</c:v>
                </c:pt>
                <c:pt idx="5307">
                  <c:v>2.1769708864532256E-5</c:v>
                </c:pt>
                <c:pt idx="5308">
                  <c:v>1.2901726476931621E-5</c:v>
                </c:pt>
                <c:pt idx="5309">
                  <c:v>4.6386043604562784E-5</c:v>
                </c:pt>
                <c:pt idx="5310">
                  <c:v>2.7652290180679059E-5</c:v>
                </c:pt>
                <c:pt idx="5311">
                  <c:v>2.5145413569745905E-6</c:v>
                </c:pt>
                <c:pt idx="5312">
                  <c:v>3.9836820052642412E-5</c:v>
                </c:pt>
                <c:pt idx="5313">
                  <c:v>2.3180398825915159E-5</c:v>
                </c:pt>
                <c:pt idx="5314">
                  <c:v>2.1134989007796051E-5</c:v>
                </c:pt>
                <c:pt idx="5315">
                  <c:v>1.7819767369369196E-5</c:v>
                </c:pt>
                <c:pt idx="5316">
                  <c:v>1.4501468940992619E-5</c:v>
                </c:pt>
                <c:pt idx="5317">
                  <c:v>2.3851324930200296E-5</c:v>
                </c:pt>
                <c:pt idx="5318">
                  <c:v>4.0410297865000048E-5</c:v>
                </c:pt>
                <c:pt idx="5319">
                  <c:v>1.0593491363090846E-5</c:v>
                </c:pt>
                <c:pt idx="5320">
                  <c:v>7.0540740151819336E-5</c:v>
                </c:pt>
                <c:pt idx="5321">
                  <c:v>2.0026401678109379E-3</c:v>
                </c:pt>
                <c:pt idx="5322">
                  <c:v>2.6084868110086217E-5</c:v>
                </c:pt>
                <c:pt idx="5323">
                  <c:v>5.200830277738754E-5</c:v>
                </c:pt>
                <c:pt idx="5324">
                  <c:v>3.1290839828277721E-7</c:v>
                </c:pt>
                <c:pt idx="5325">
                  <c:v>3.2707233904730691E-5</c:v>
                </c:pt>
                <c:pt idx="5326">
                  <c:v>0</c:v>
                </c:pt>
                <c:pt idx="5327">
                  <c:v>6.5834620378155424E-7</c:v>
                </c:pt>
                <c:pt idx="5328">
                  <c:v>2.8310854416986972E-5</c:v>
                </c:pt>
                <c:pt idx="5329">
                  <c:v>1.5087566514153588E-5</c:v>
                </c:pt>
                <c:pt idx="5330">
                  <c:v>5.8627902172830324E-5</c:v>
                </c:pt>
                <c:pt idx="5331">
                  <c:v>5.2973081187547751E-6</c:v>
                </c:pt>
                <c:pt idx="5332">
                  <c:v>0</c:v>
                </c:pt>
                <c:pt idx="5333">
                  <c:v>0</c:v>
                </c:pt>
                <c:pt idx="5334">
                  <c:v>7.2047954420459122E-7</c:v>
                </c:pt>
                <c:pt idx="5335">
                  <c:v>3.2254403162534695E-5</c:v>
                </c:pt>
                <c:pt idx="5336">
                  <c:v>6.2653058267754126E-6</c:v>
                </c:pt>
                <c:pt idx="5337">
                  <c:v>9.1747554474106048E-6</c:v>
                </c:pt>
                <c:pt idx="5338">
                  <c:v>4.5755579129639977E-6</c:v>
                </c:pt>
                <c:pt idx="5339">
                  <c:v>5.0181769395631405E-6</c:v>
                </c:pt>
                <c:pt idx="5340">
                  <c:v>1.5326705889056299E-5</c:v>
                </c:pt>
                <c:pt idx="5341">
                  <c:v>7.9672745523270395E-8</c:v>
                </c:pt>
                <c:pt idx="5342">
                  <c:v>2.6009692332155653E-5</c:v>
                </c:pt>
                <c:pt idx="5343">
                  <c:v>8.6538786453861562E-6</c:v>
                </c:pt>
                <c:pt idx="5344">
                  <c:v>1.0488651007748872E-5</c:v>
                </c:pt>
                <c:pt idx="5345">
                  <c:v>7.3059948628935122E-5</c:v>
                </c:pt>
                <c:pt idx="5346">
                  <c:v>4.8693668022944112E-4</c:v>
                </c:pt>
                <c:pt idx="5347">
                  <c:v>1.0047383978317763E-5</c:v>
                </c:pt>
                <c:pt idx="5348">
                  <c:v>3.6808406368014038E-5</c:v>
                </c:pt>
                <c:pt idx="5349">
                  <c:v>2.4829360465793789E-5</c:v>
                </c:pt>
                <c:pt idx="5350">
                  <c:v>2.6770058493087411E-5</c:v>
                </c:pt>
                <c:pt idx="5351">
                  <c:v>3.4503144129797719E-7</c:v>
                </c:pt>
                <c:pt idx="5352">
                  <c:v>2.6772460934671035E-4</c:v>
                </c:pt>
                <c:pt idx="5353">
                  <c:v>7.9439835710999924E-5</c:v>
                </c:pt>
                <c:pt idx="5354">
                  <c:v>2.0611597876417475E-5</c:v>
                </c:pt>
                <c:pt idx="5355">
                  <c:v>8.6607339684924746E-6</c:v>
                </c:pt>
                <c:pt idx="5356">
                  <c:v>5.370577478524236E-5</c:v>
                </c:pt>
                <c:pt idx="5357">
                  <c:v>1.8018308601116516E-5</c:v>
                </c:pt>
                <c:pt idx="5358">
                  <c:v>5.1898060514298423E-5</c:v>
                </c:pt>
                <c:pt idx="5359">
                  <c:v>4.53681394800988E-5</c:v>
                </c:pt>
                <c:pt idx="5360">
                  <c:v>6.4551632859033081E-5</c:v>
                </c:pt>
                <c:pt idx="5361">
                  <c:v>2.9404560676262411E-3</c:v>
                </c:pt>
                <c:pt idx="5362">
                  <c:v>6.8444788561912624E-4</c:v>
                </c:pt>
                <c:pt idx="5363">
                  <c:v>4.6951101785676897E-5</c:v>
                </c:pt>
                <c:pt idx="5364">
                  <c:v>2.695040146252989E-6</c:v>
                </c:pt>
                <c:pt idx="5365">
                  <c:v>4.1026747731117802E-4</c:v>
                </c:pt>
                <c:pt idx="5366">
                  <c:v>1.9306516128636708E-5</c:v>
                </c:pt>
                <c:pt idx="5367">
                  <c:v>3.4880128153612388E-5</c:v>
                </c:pt>
                <c:pt idx="5368">
                  <c:v>9.0813632264531732E-5</c:v>
                </c:pt>
                <c:pt idx="5369">
                  <c:v>1.8712552856642627E-5</c:v>
                </c:pt>
                <c:pt idx="5370">
                  <c:v>3.7755215635804267E-3</c:v>
                </c:pt>
                <c:pt idx="5371">
                  <c:v>1.0139639187095119E-4</c:v>
                </c:pt>
                <c:pt idx="5372">
                  <c:v>1.0004959048099287E-5</c:v>
                </c:pt>
                <c:pt idx="5373">
                  <c:v>2.0631651069980795E-5</c:v>
                </c:pt>
                <c:pt idx="5374">
                  <c:v>1.1163050602756814E-6</c:v>
                </c:pt>
                <c:pt idx="5375">
                  <c:v>2.8038140042750679E-5</c:v>
                </c:pt>
                <c:pt idx="5376">
                  <c:v>3.0407480489455897E-5</c:v>
                </c:pt>
                <c:pt idx="5377">
                  <c:v>3.7758955524398659E-5</c:v>
                </c:pt>
                <c:pt idx="5378">
                  <c:v>9.9020258048250078E-7</c:v>
                </c:pt>
                <c:pt idx="5379">
                  <c:v>2.9471626221510827E-5</c:v>
                </c:pt>
                <c:pt idx="5380">
                  <c:v>4.3654484382958174E-5</c:v>
                </c:pt>
                <c:pt idx="5381">
                  <c:v>6.3636253446654734E-5</c:v>
                </c:pt>
                <c:pt idx="5382">
                  <c:v>1.2407853936524363E-5</c:v>
                </c:pt>
                <c:pt idx="5383">
                  <c:v>2.2796155758179364E-5</c:v>
                </c:pt>
                <c:pt idx="5384">
                  <c:v>6.5311133806071378E-5</c:v>
                </c:pt>
                <c:pt idx="5385">
                  <c:v>3.6453455759336196E-4</c:v>
                </c:pt>
                <c:pt idx="5386">
                  <c:v>0</c:v>
                </c:pt>
                <c:pt idx="5387">
                  <c:v>1.7825171175588211E-3</c:v>
                </c:pt>
                <c:pt idx="5388">
                  <c:v>7.2108955843682949E-6</c:v>
                </c:pt>
                <c:pt idx="5389">
                  <c:v>6.7093477982426008E-5</c:v>
                </c:pt>
                <c:pt idx="5390">
                  <c:v>9.9687939478355526E-6</c:v>
                </c:pt>
                <c:pt idx="5391">
                  <c:v>5.7309951479936805E-4</c:v>
                </c:pt>
                <c:pt idx="5392">
                  <c:v>2.3866563823817852E-6</c:v>
                </c:pt>
                <c:pt idx="5393">
                  <c:v>3.1027249969245213E-5</c:v>
                </c:pt>
                <c:pt idx="5394">
                  <c:v>3.4352663127362408E-5</c:v>
                </c:pt>
                <c:pt idx="5395">
                  <c:v>1.2656876234864043E-4</c:v>
                </c:pt>
                <c:pt idx="5396">
                  <c:v>3.3471403456276544E-5</c:v>
                </c:pt>
                <c:pt idx="5397">
                  <c:v>1.515423137880624E-5</c:v>
                </c:pt>
                <c:pt idx="5398">
                  <c:v>4.2452459139875392E-6</c:v>
                </c:pt>
                <c:pt idx="5399">
                  <c:v>1.7283351276597283E-4</c:v>
                </c:pt>
                <c:pt idx="5400">
                  <c:v>6.3999646127427441E-4</c:v>
                </c:pt>
                <c:pt idx="5401">
                  <c:v>3.1575007072558461E-3</c:v>
                </c:pt>
                <c:pt idx="5402">
                  <c:v>2.1967394305032905E-5</c:v>
                </c:pt>
                <c:pt idx="5403">
                  <c:v>1.2623335467004097E-6</c:v>
                </c:pt>
                <c:pt idx="5404">
                  <c:v>2.2991047138557008E-5</c:v>
                </c:pt>
                <c:pt idx="5405">
                  <c:v>7.7346885702353949E-5</c:v>
                </c:pt>
                <c:pt idx="5406">
                  <c:v>7.3703756390490805E-5</c:v>
                </c:pt>
                <c:pt idx="5407">
                  <c:v>1.5706179685088618E-5</c:v>
                </c:pt>
                <c:pt idx="5408">
                  <c:v>5.9354428333089891E-5</c:v>
                </c:pt>
                <c:pt idx="5409">
                  <c:v>1.8161332735425841E-3</c:v>
                </c:pt>
                <c:pt idx="5410">
                  <c:v>2.8165090127014845E-5</c:v>
                </c:pt>
                <c:pt idx="5411">
                  <c:v>1.3549089199269792E-5</c:v>
                </c:pt>
                <c:pt idx="5412">
                  <c:v>1.1003710702583407E-4</c:v>
                </c:pt>
                <c:pt idx="5413">
                  <c:v>1.1335240011187313E-6</c:v>
                </c:pt>
                <c:pt idx="5414">
                  <c:v>8.6738489770698941E-5</c:v>
                </c:pt>
                <c:pt idx="5415">
                  <c:v>1.0275326213433215E-5</c:v>
                </c:pt>
                <c:pt idx="5416">
                  <c:v>5.4403939096360483E-5</c:v>
                </c:pt>
                <c:pt idx="5417">
                  <c:v>3.2857518928843263E-5</c:v>
                </c:pt>
                <c:pt idx="5418">
                  <c:v>2.2207520110140658E-5</c:v>
                </c:pt>
                <c:pt idx="5419">
                  <c:v>2.4405946691266453E-5</c:v>
                </c:pt>
                <c:pt idx="5420">
                  <c:v>6.7047138843423734E-5</c:v>
                </c:pt>
                <c:pt idx="5421">
                  <c:v>2.3124971868024128E-5</c:v>
                </c:pt>
                <c:pt idx="5422">
                  <c:v>7.1548545073923932E-8</c:v>
                </c:pt>
                <c:pt idx="5423">
                  <c:v>1.1392158155982621E-5</c:v>
                </c:pt>
                <c:pt idx="5424">
                  <c:v>2.6239827443158496E-5</c:v>
                </c:pt>
                <c:pt idx="5425">
                  <c:v>4.1581276290697427E-5</c:v>
                </c:pt>
                <c:pt idx="5426">
                  <c:v>2.4720967531070995E-5</c:v>
                </c:pt>
                <c:pt idx="5427">
                  <c:v>3.0311173347672667E-6</c:v>
                </c:pt>
                <c:pt idx="5428">
                  <c:v>3.3988113885415598E-4</c:v>
                </c:pt>
                <c:pt idx="5429">
                  <c:v>0</c:v>
                </c:pt>
                <c:pt idx="5430">
                  <c:v>3.5877712230555278E-6</c:v>
                </c:pt>
                <c:pt idx="5431">
                  <c:v>1.5829479426939289E-4</c:v>
                </c:pt>
                <c:pt idx="5432">
                  <c:v>1.9966421227862975E-6</c:v>
                </c:pt>
                <c:pt idx="5433">
                  <c:v>2.9545653137295081E-5</c:v>
                </c:pt>
                <c:pt idx="5434">
                  <c:v>1.8498615182225773E-5</c:v>
                </c:pt>
                <c:pt idx="5435">
                  <c:v>3.8433307424160486E-5</c:v>
                </c:pt>
                <c:pt idx="5436">
                  <c:v>2.4124149554167412E-6</c:v>
                </c:pt>
                <c:pt idx="5437">
                  <c:v>0</c:v>
                </c:pt>
                <c:pt idx="5438">
                  <c:v>3.8396697925805056E-5</c:v>
                </c:pt>
                <c:pt idx="5439">
                  <c:v>2.1544354684587081E-4</c:v>
                </c:pt>
                <c:pt idx="5440">
                  <c:v>0</c:v>
                </c:pt>
                <c:pt idx="5441">
                  <c:v>1.7537958799377674E-6</c:v>
                </c:pt>
                <c:pt idx="5442">
                  <c:v>1.2369548238752816E-6</c:v>
                </c:pt>
                <c:pt idx="5443">
                  <c:v>0</c:v>
                </c:pt>
                <c:pt idx="5444">
                  <c:v>3.1194103926088009E-6</c:v>
                </c:pt>
                <c:pt idx="5445">
                  <c:v>1.8046818583080328E-4</c:v>
                </c:pt>
                <c:pt idx="5446">
                  <c:v>3.6376458663667105E-6</c:v>
                </c:pt>
                <c:pt idx="5447">
                  <c:v>4.5488843702953559E-5</c:v>
                </c:pt>
                <c:pt idx="5448">
                  <c:v>1.4308780602820223E-5</c:v>
                </c:pt>
                <c:pt idx="5449">
                  <c:v>1.5521389431673459E-5</c:v>
                </c:pt>
                <c:pt idx="5450">
                  <c:v>4.9219937038690636E-6</c:v>
                </c:pt>
                <c:pt idx="5451">
                  <c:v>2.4528693528183457E-6</c:v>
                </c:pt>
                <c:pt idx="5452">
                  <c:v>2.3220777985945964E-5</c:v>
                </c:pt>
                <c:pt idx="5453">
                  <c:v>1.7302461658010598E-6</c:v>
                </c:pt>
                <c:pt idx="5454">
                  <c:v>1.2070899761975682E-6</c:v>
                </c:pt>
                <c:pt idx="5455">
                  <c:v>3.2352075293775442E-6</c:v>
                </c:pt>
                <c:pt idx="5456">
                  <c:v>8.8233795378063657E-5</c:v>
                </c:pt>
                <c:pt idx="5457">
                  <c:v>2.0636115414880049E-5</c:v>
                </c:pt>
                <c:pt idx="5458">
                  <c:v>2.3223597752550234E-5</c:v>
                </c:pt>
                <c:pt idx="5459">
                  <c:v>2.1858935363482652E-6</c:v>
                </c:pt>
                <c:pt idx="5460">
                  <c:v>2.6329417220923966E-5</c:v>
                </c:pt>
                <c:pt idx="5461">
                  <c:v>3.592099136863775E-5</c:v>
                </c:pt>
                <c:pt idx="5462">
                  <c:v>2.1548509493521002E-5</c:v>
                </c:pt>
                <c:pt idx="5463">
                  <c:v>1.9179998238938227E-5</c:v>
                </c:pt>
                <c:pt idx="5464">
                  <c:v>2.7665333275625112E-5</c:v>
                </c:pt>
                <c:pt idx="5465">
                  <c:v>4.8338905354767931E-5</c:v>
                </c:pt>
                <c:pt idx="5466">
                  <c:v>3.4246411057347852E-5</c:v>
                </c:pt>
                <c:pt idx="5467">
                  <c:v>1.3987761133701723E-5</c:v>
                </c:pt>
                <c:pt idx="5468">
                  <c:v>6.1864761372233805E-6</c:v>
                </c:pt>
                <c:pt idx="5469">
                  <c:v>1.7294726163572084E-5</c:v>
                </c:pt>
                <c:pt idx="5470">
                  <c:v>1.2172191429398187E-4</c:v>
                </c:pt>
                <c:pt idx="5471">
                  <c:v>1.5866080809178603E-5</c:v>
                </c:pt>
                <c:pt idx="5472">
                  <c:v>2.8790183355154102E-5</c:v>
                </c:pt>
                <c:pt idx="5473">
                  <c:v>9.782480626465689E-5</c:v>
                </c:pt>
                <c:pt idx="5474">
                  <c:v>8.586850192719627E-6</c:v>
                </c:pt>
                <c:pt idx="5475">
                  <c:v>0</c:v>
                </c:pt>
                <c:pt idx="5476">
                  <c:v>2.2900116350187451E-5</c:v>
                </c:pt>
                <c:pt idx="5477">
                  <c:v>1.1793801993458126E-6</c:v>
                </c:pt>
                <c:pt idx="5478">
                  <c:v>1.0964487992565782E-5</c:v>
                </c:pt>
                <c:pt idx="5479">
                  <c:v>5.0785945409194492E-6</c:v>
                </c:pt>
                <c:pt idx="5480">
                  <c:v>1.4196243140273534E-5</c:v>
                </c:pt>
                <c:pt idx="5481">
                  <c:v>2.6393501349648861E-5</c:v>
                </c:pt>
                <c:pt idx="5482">
                  <c:v>7.2536114612188948E-6</c:v>
                </c:pt>
                <c:pt idx="5483">
                  <c:v>2.5506861540600482E-6</c:v>
                </c:pt>
                <c:pt idx="5484">
                  <c:v>0</c:v>
                </c:pt>
                <c:pt idx="5485">
                  <c:v>0</c:v>
                </c:pt>
                <c:pt idx="5486">
                  <c:v>0</c:v>
                </c:pt>
                <c:pt idx="5487">
                  <c:v>1.0212319185976195E-4</c:v>
                </c:pt>
                <c:pt idx="5488">
                  <c:v>2.1416373139203576E-5</c:v>
                </c:pt>
                <c:pt idx="5489">
                  <c:v>2.8473807050068576E-5</c:v>
                </c:pt>
                <c:pt idx="5490">
                  <c:v>1.5933103748168359E-5</c:v>
                </c:pt>
                <c:pt idx="5491">
                  <c:v>1.3014484743292203E-5</c:v>
                </c:pt>
                <c:pt idx="5492">
                  <c:v>0</c:v>
                </c:pt>
                <c:pt idx="5493">
                  <c:v>9.5651344265559741E-6</c:v>
                </c:pt>
                <c:pt idx="5494">
                  <c:v>7.5361903021562432E-5</c:v>
                </c:pt>
                <c:pt idx="5495">
                  <c:v>7.3424075722259362E-5</c:v>
                </c:pt>
                <c:pt idx="5496">
                  <c:v>7.1695887627479424E-6</c:v>
                </c:pt>
                <c:pt idx="5497">
                  <c:v>4.5474978249622563E-6</c:v>
                </c:pt>
                <c:pt idx="5498">
                  <c:v>1.7105989178275124E-5</c:v>
                </c:pt>
                <c:pt idx="5499">
                  <c:v>1.4973663657437615E-7</c:v>
                </c:pt>
                <c:pt idx="5500">
                  <c:v>2.8727152774145065E-7</c:v>
                </c:pt>
                <c:pt idx="5501">
                  <c:v>2.9170305228917618E-5</c:v>
                </c:pt>
                <c:pt idx="5502">
                  <c:v>1.4070696521479275E-7</c:v>
                </c:pt>
                <c:pt idx="5503">
                  <c:v>3.5254008233631555E-5</c:v>
                </c:pt>
                <c:pt idx="5504">
                  <c:v>8.4330242644719917E-6</c:v>
                </c:pt>
                <c:pt idx="5505">
                  <c:v>7.1595928215914924E-7</c:v>
                </c:pt>
                <c:pt idx="5506">
                  <c:v>0</c:v>
                </c:pt>
                <c:pt idx="5507">
                  <c:v>8.4418587436691251E-6</c:v>
                </c:pt>
                <c:pt idx="5508">
                  <c:v>0</c:v>
                </c:pt>
                <c:pt idx="5509">
                  <c:v>1.220287566636466E-5</c:v>
                </c:pt>
                <c:pt idx="5510">
                  <c:v>1.1328172157287109E-5</c:v>
                </c:pt>
                <c:pt idx="5511">
                  <c:v>2.4001615140558895E-5</c:v>
                </c:pt>
                <c:pt idx="5512">
                  <c:v>2.8856859998533648E-4</c:v>
                </c:pt>
                <c:pt idx="5513">
                  <c:v>2.3194461911996667E-5</c:v>
                </c:pt>
                <c:pt idx="5514">
                  <c:v>5.3225013943523439E-5</c:v>
                </c:pt>
                <c:pt idx="5515">
                  <c:v>1.4810503660766272E-5</c:v>
                </c:pt>
                <c:pt idx="5516">
                  <c:v>6.4693668244321395E-6</c:v>
                </c:pt>
                <c:pt idx="5517">
                  <c:v>5.1833490496362625E-5</c:v>
                </c:pt>
                <c:pt idx="5518">
                  <c:v>8.8735138035610662E-6</c:v>
                </c:pt>
                <c:pt idx="5519">
                  <c:v>4.463830899804351E-5</c:v>
                </c:pt>
                <c:pt idx="5520">
                  <c:v>2.1171784457678944E-5</c:v>
                </c:pt>
                <c:pt idx="5521">
                  <c:v>1.3474742035226211E-5</c:v>
                </c:pt>
                <c:pt idx="5522">
                  <c:v>6.4002048459994225E-5</c:v>
                </c:pt>
                <c:pt idx="5523">
                  <c:v>2.6892997912114317E-7</c:v>
                </c:pt>
                <c:pt idx="5524">
                  <c:v>1.4777678000863403E-5</c:v>
                </c:pt>
                <c:pt idx="5525">
                  <c:v>2.6917763391584592E-5</c:v>
                </c:pt>
                <c:pt idx="5526">
                  <c:v>2.1212305501507216E-5</c:v>
                </c:pt>
                <c:pt idx="5527">
                  <c:v>2.8048527726817703E-5</c:v>
                </c:pt>
                <c:pt idx="5528">
                  <c:v>4.2520192682132703E-6</c:v>
                </c:pt>
                <c:pt idx="5529">
                  <c:v>1.648518627732532E-6</c:v>
                </c:pt>
                <c:pt idx="5530">
                  <c:v>7.6454857836003373E-5</c:v>
                </c:pt>
                <c:pt idx="5531">
                  <c:v>1.4593933533640562E-5</c:v>
                </c:pt>
                <c:pt idx="5532">
                  <c:v>3.9312673311527024E-6</c:v>
                </c:pt>
                <c:pt idx="5533">
                  <c:v>1.1697329175515713E-5</c:v>
                </c:pt>
                <c:pt idx="5534">
                  <c:v>7.0226304083017001E-6</c:v>
                </c:pt>
                <c:pt idx="5535">
                  <c:v>7.9944960406557131E-5</c:v>
                </c:pt>
                <c:pt idx="5536">
                  <c:v>2.060144061661296E-5</c:v>
                </c:pt>
                <c:pt idx="5537">
                  <c:v>6.1023679304129994E-6</c:v>
                </c:pt>
                <c:pt idx="5538">
                  <c:v>1.1238093735678905E-4</c:v>
                </c:pt>
                <c:pt idx="5539">
                  <c:v>1.3629389512803992E-4</c:v>
                </c:pt>
                <c:pt idx="5540">
                  <c:v>4.2986024495705681E-7</c:v>
                </c:pt>
                <c:pt idx="5541">
                  <c:v>9.1326767213170597E-5</c:v>
                </c:pt>
                <c:pt idx="5542">
                  <c:v>2.6852187526177688E-5</c:v>
                </c:pt>
                <c:pt idx="5543">
                  <c:v>4.6499815217411504E-3</c:v>
                </c:pt>
                <c:pt idx="5544">
                  <c:v>1.4341186558001661E-5</c:v>
                </c:pt>
                <c:pt idx="5545">
                  <c:v>1.1888913299856934E-7</c:v>
                </c:pt>
                <c:pt idx="5546">
                  <c:v>1.2243643908465401E-5</c:v>
                </c:pt>
                <c:pt idx="5547">
                  <c:v>5.971462522197914E-6</c:v>
                </c:pt>
                <c:pt idx="5548">
                  <c:v>1.1826307717435389E-4</c:v>
                </c:pt>
                <c:pt idx="5549">
                  <c:v>5.7557490804495547E-5</c:v>
                </c:pt>
                <c:pt idx="5550">
                  <c:v>1.9267102266540461E-5</c:v>
                </c:pt>
                <c:pt idx="5551">
                  <c:v>3.3975666856963793E-5</c:v>
                </c:pt>
                <c:pt idx="5552">
                  <c:v>4.1161090290623984E-5</c:v>
                </c:pt>
                <c:pt idx="5553">
                  <c:v>3.9661761332974957E-6</c:v>
                </c:pt>
                <c:pt idx="5554">
                  <c:v>1.4916422563455861E-4</c:v>
                </c:pt>
                <c:pt idx="5555">
                  <c:v>2.5757242713084454E-5</c:v>
                </c:pt>
                <c:pt idx="5556">
                  <c:v>1.3552199637360571E-4</c:v>
                </c:pt>
                <c:pt idx="5557">
                  <c:v>1.8398368801715359E-5</c:v>
                </c:pt>
                <c:pt idx="5558">
                  <c:v>3.1181667364213201E-4</c:v>
                </c:pt>
                <c:pt idx="5559">
                  <c:v>2.4821282333126592E-5</c:v>
                </c:pt>
                <c:pt idx="5560">
                  <c:v>5.0510340504769274E-5</c:v>
                </c:pt>
                <c:pt idx="5561">
                  <c:v>7.5883852084921166E-6</c:v>
                </c:pt>
                <c:pt idx="5562">
                  <c:v>2.4188962231635804E-5</c:v>
                </c:pt>
                <c:pt idx="5563">
                  <c:v>8.9700216729526719E-6</c:v>
                </c:pt>
                <c:pt idx="5564">
                  <c:v>1.9549484840635554E-5</c:v>
                </c:pt>
                <c:pt idx="5565">
                  <c:v>2.5491440221652257E-6</c:v>
                </c:pt>
                <c:pt idx="5566">
                  <c:v>2.5370104831018452E-6</c:v>
                </c:pt>
                <c:pt idx="5567">
                  <c:v>0</c:v>
                </c:pt>
                <c:pt idx="5568">
                  <c:v>3.8476892067896168E-4</c:v>
                </c:pt>
                <c:pt idx="5569">
                  <c:v>1.6813351727324924E-7</c:v>
                </c:pt>
                <c:pt idx="5570">
                  <c:v>2.1657429111580751E-5</c:v>
                </c:pt>
                <c:pt idx="5571">
                  <c:v>2.0574114718824578E-6</c:v>
                </c:pt>
                <c:pt idx="5572">
                  <c:v>2.2591250483902982E-5</c:v>
                </c:pt>
                <c:pt idx="5573">
                  <c:v>3.2825663203731263E-5</c:v>
                </c:pt>
                <c:pt idx="5574">
                  <c:v>1.4485361285020831E-5</c:v>
                </c:pt>
                <c:pt idx="5575">
                  <c:v>3.4888482430116663E-5</c:v>
                </c:pt>
                <c:pt idx="5576">
                  <c:v>6.6432315023521695E-6</c:v>
                </c:pt>
                <c:pt idx="5577">
                  <c:v>2.8320758375727085E-5</c:v>
                </c:pt>
                <c:pt idx="5578">
                  <c:v>2.3088036052586052E-7</c:v>
                </c:pt>
                <c:pt idx="5579">
                  <c:v>6.2762862178965132E-4</c:v>
                </c:pt>
                <c:pt idx="5580">
                  <c:v>5.3331145965249796E-7</c:v>
                </c:pt>
                <c:pt idx="5581">
                  <c:v>3.530117603484054E-5</c:v>
                </c:pt>
                <c:pt idx="5582">
                  <c:v>4.3417611087028015E-7</c:v>
                </c:pt>
                <c:pt idx="5583">
                  <c:v>8.402742706924836E-5</c:v>
                </c:pt>
                <c:pt idx="5584">
                  <c:v>1.5846075721011388E-7</c:v>
                </c:pt>
                <c:pt idx="5585">
                  <c:v>1.860835921107227E-4</c:v>
                </c:pt>
                <c:pt idx="5586">
                  <c:v>3.8814600541163285E-5</c:v>
                </c:pt>
                <c:pt idx="5587">
                  <c:v>8.9598469666225045E-6</c:v>
                </c:pt>
                <c:pt idx="5588">
                  <c:v>4.9655106261216424E-5</c:v>
                </c:pt>
                <c:pt idx="5589">
                  <c:v>4.7269141784176072E-5</c:v>
                </c:pt>
                <c:pt idx="5590">
                  <c:v>0</c:v>
                </c:pt>
                <c:pt idx="5591">
                  <c:v>1.8639629587361918E-7</c:v>
                </c:pt>
                <c:pt idx="5592">
                  <c:v>3.1772374194193277E-5</c:v>
                </c:pt>
                <c:pt idx="5593">
                  <c:v>2.9700508683159212E-7</c:v>
                </c:pt>
                <c:pt idx="5594">
                  <c:v>0</c:v>
                </c:pt>
                <c:pt idx="5595">
                  <c:v>8.7042290780778265E-6</c:v>
                </c:pt>
                <c:pt idx="5596">
                  <c:v>2.8521967735332184E-5</c:v>
                </c:pt>
                <c:pt idx="5597">
                  <c:v>1.9127192745244917E-5</c:v>
                </c:pt>
                <c:pt idx="5598">
                  <c:v>4.914084163940879E-7</c:v>
                </c:pt>
                <c:pt idx="5599">
                  <c:v>1.2586657929729501E-5</c:v>
                </c:pt>
                <c:pt idx="5600">
                  <c:v>0</c:v>
                </c:pt>
                <c:pt idx="5601">
                  <c:v>1.1733275161756862E-6</c:v>
                </c:pt>
                <c:pt idx="5602">
                  <c:v>2.5096307528231147E-5</c:v>
                </c:pt>
                <c:pt idx="5603">
                  <c:v>2.3733241492197534E-6</c:v>
                </c:pt>
                <c:pt idx="5604">
                  <c:v>7.0308625757552715E-6</c:v>
                </c:pt>
                <c:pt idx="5605">
                  <c:v>3.0802248223137781E-6</c:v>
                </c:pt>
                <c:pt idx="5606">
                  <c:v>3.2236334507205248E-5</c:v>
                </c:pt>
                <c:pt idx="5607">
                  <c:v>1.7953848172184687E-5</c:v>
                </c:pt>
                <c:pt idx="5608">
                  <c:v>1.2295098005503491E-4</c:v>
                </c:pt>
                <c:pt idx="5609">
                  <c:v>6.2308745536346706E-7</c:v>
                </c:pt>
                <c:pt idx="5610">
                  <c:v>8.7872746899623043E-5</c:v>
                </c:pt>
                <c:pt idx="5611">
                  <c:v>5.750161746448794E-6</c:v>
                </c:pt>
                <c:pt idx="5612">
                  <c:v>1.0724873041359778E-5</c:v>
                </c:pt>
                <c:pt idx="5613">
                  <c:v>8.2307198202079311E-5</c:v>
                </c:pt>
                <c:pt idx="5614">
                  <c:v>1.175983136758738E-5</c:v>
                </c:pt>
                <c:pt idx="5615">
                  <c:v>1.957227534433474E-5</c:v>
                </c:pt>
                <c:pt idx="5616">
                  <c:v>4.4773881987491681E-4</c:v>
                </c:pt>
                <c:pt idx="5617">
                  <c:v>5.5915496078762971E-5</c:v>
                </c:pt>
                <c:pt idx="5618">
                  <c:v>2.7620748672687213E-5</c:v>
                </c:pt>
                <c:pt idx="5619">
                  <c:v>2.133766759739142E-5</c:v>
                </c:pt>
                <c:pt idx="5620">
                  <c:v>2.33608001024266E-5</c:v>
                </c:pt>
                <c:pt idx="5621">
                  <c:v>2.4869453714405651E-5</c:v>
                </c:pt>
                <c:pt idx="5622">
                  <c:v>7.2886802312812778E-5</c:v>
                </c:pt>
                <c:pt idx="5623">
                  <c:v>0</c:v>
                </c:pt>
                <c:pt idx="5624">
                  <c:v>2.3968912036599152E-4</c:v>
                </c:pt>
                <c:pt idx="5625">
                  <c:v>6.0318801325626338E-5</c:v>
                </c:pt>
                <c:pt idx="5626">
                  <c:v>1.7177956479160247E-5</c:v>
                </c:pt>
                <c:pt idx="5627">
                  <c:v>7.0858516970683107E-7</c:v>
                </c:pt>
                <c:pt idx="5628">
                  <c:v>9.866380484592636E-6</c:v>
                </c:pt>
                <c:pt idx="5629">
                  <c:v>6.5291062065843522E-5</c:v>
                </c:pt>
                <c:pt idx="5630">
                  <c:v>6.4366502397393923E-5</c:v>
                </c:pt>
                <c:pt idx="5631">
                  <c:v>3.2498605488850471E-5</c:v>
                </c:pt>
                <c:pt idx="5632">
                  <c:v>3.2867812318942969E-5</c:v>
                </c:pt>
                <c:pt idx="5633">
                  <c:v>4.9272586523160523E-6</c:v>
                </c:pt>
                <c:pt idx="5634">
                  <c:v>4.1175740474955371E-5</c:v>
                </c:pt>
                <c:pt idx="5635">
                  <c:v>7.0660033729868986E-7</c:v>
                </c:pt>
                <c:pt idx="5636">
                  <c:v>1.6973683936180391E-6</c:v>
                </c:pt>
                <c:pt idx="5637">
                  <c:v>9.9083794577622191E-5</c:v>
                </c:pt>
                <c:pt idx="5638">
                  <c:v>7.7139084745994206E-6</c:v>
                </c:pt>
                <c:pt idx="5639">
                  <c:v>3.1631347210101723E-3</c:v>
                </c:pt>
                <c:pt idx="5640">
                  <c:v>1.2672931207277611E-6</c:v>
                </c:pt>
                <c:pt idx="5641">
                  <c:v>4.7878587956908649E-7</c:v>
                </c:pt>
                <c:pt idx="5642">
                  <c:v>0</c:v>
                </c:pt>
                <c:pt idx="5643">
                  <c:v>1.0749419185950861E-3</c:v>
                </c:pt>
                <c:pt idx="5644">
                  <c:v>2.2422764454420494E-5</c:v>
                </c:pt>
                <c:pt idx="5645">
                  <c:v>6.8475939577741549E-5</c:v>
                </c:pt>
                <c:pt idx="5646">
                  <c:v>5.5272683831460196E-5</c:v>
                </c:pt>
                <c:pt idx="5647">
                  <c:v>0</c:v>
                </c:pt>
                <c:pt idx="5648">
                  <c:v>1.3717866367013189E-5</c:v>
                </c:pt>
                <c:pt idx="5649">
                  <c:v>2.6050566652216696E-7</c:v>
                </c:pt>
                <c:pt idx="5650">
                  <c:v>6.1724881491662589E-5</c:v>
                </c:pt>
                <c:pt idx="5651">
                  <c:v>3.1955547304982288E-5</c:v>
                </c:pt>
                <c:pt idx="5652">
                  <c:v>8.7947479291194397E-3</c:v>
                </c:pt>
                <c:pt idx="5653">
                  <c:v>1.3797445149805209E-5</c:v>
                </c:pt>
                <c:pt idx="5654">
                  <c:v>3.8736370417882164E-4</c:v>
                </c:pt>
                <c:pt idx="5655">
                  <c:v>9.9237907543210774E-5</c:v>
                </c:pt>
                <c:pt idx="5656">
                  <c:v>0</c:v>
                </c:pt>
                <c:pt idx="5657">
                  <c:v>1.8784815437952508E-5</c:v>
                </c:pt>
                <c:pt idx="5658">
                  <c:v>1.06039787773206E-2</c:v>
                </c:pt>
                <c:pt idx="5659">
                  <c:v>3.0821292653249012E-3</c:v>
                </c:pt>
                <c:pt idx="5660">
                  <c:v>2.3240175106535688E-6</c:v>
                </c:pt>
                <c:pt idx="5661">
                  <c:v>3.3604305561585135E-7</c:v>
                </c:pt>
                <c:pt idx="5662">
                  <c:v>5.1264246903394723E-6</c:v>
                </c:pt>
                <c:pt idx="5663">
                  <c:v>3.8380514836154482E-6</c:v>
                </c:pt>
                <c:pt idx="5664">
                  <c:v>3.0911913616401502E-5</c:v>
                </c:pt>
                <c:pt idx="5665">
                  <c:v>9.8897983026408259E-6</c:v>
                </c:pt>
                <c:pt idx="5666">
                  <c:v>3.0491201596553666E-5</c:v>
                </c:pt>
                <c:pt idx="5667">
                  <c:v>2.6753723213311614E-3</c:v>
                </c:pt>
                <c:pt idx="5668">
                  <c:v>1.1646848965551488E-5</c:v>
                </c:pt>
                <c:pt idx="5669">
                  <c:v>2.9833873286749755E-5</c:v>
                </c:pt>
                <c:pt idx="5670">
                  <c:v>2.9394574031625392E-5</c:v>
                </c:pt>
                <c:pt idx="5671">
                  <c:v>2.5501902653534939E-6</c:v>
                </c:pt>
                <c:pt idx="5672">
                  <c:v>1.9882043758258942E-5</c:v>
                </c:pt>
                <c:pt idx="5673">
                  <c:v>3.0888273198383988E-6</c:v>
                </c:pt>
                <c:pt idx="5674">
                  <c:v>3.3961937669018847E-4</c:v>
                </c:pt>
                <c:pt idx="5675">
                  <c:v>2.5600751880906899E-4</c:v>
                </c:pt>
                <c:pt idx="5676">
                  <c:v>1.126144287569776E-5</c:v>
                </c:pt>
                <c:pt idx="5677">
                  <c:v>4.3999702460877007E-5</c:v>
                </c:pt>
                <c:pt idx="5678">
                  <c:v>1.460447401267757E-5</c:v>
                </c:pt>
                <c:pt idx="5679">
                  <c:v>6.8713888733071596E-5</c:v>
                </c:pt>
                <c:pt idx="5680">
                  <c:v>0</c:v>
                </c:pt>
                <c:pt idx="5681">
                  <c:v>3.3059304263217421E-5</c:v>
                </c:pt>
                <c:pt idx="5682">
                  <c:v>1.1048773992242077E-5</c:v>
                </c:pt>
                <c:pt idx="5683">
                  <c:v>2.2230043947437089E-5</c:v>
                </c:pt>
                <c:pt idx="5684">
                  <c:v>2.5653299843210113E-5</c:v>
                </c:pt>
                <c:pt idx="5685">
                  <c:v>6.3717322389369139E-6</c:v>
                </c:pt>
                <c:pt idx="5686">
                  <c:v>2.1306321119568401E-5</c:v>
                </c:pt>
                <c:pt idx="5687">
                  <c:v>6.29734116015529E-6</c:v>
                </c:pt>
                <c:pt idx="5688">
                  <c:v>1.058862405550436E-7</c:v>
                </c:pt>
                <c:pt idx="5689">
                  <c:v>3.1551914949259342E-6</c:v>
                </c:pt>
                <c:pt idx="5690">
                  <c:v>0</c:v>
                </c:pt>
                <c:pt idx="5691">
                  <c:v>1.1608983615320103E-4</c:v>
                </c:pt>
                <c:pt idx="5692">
                  <c:v>0</c:v>
                </c:pt>
                <c:pt idx="5693">
                  <c:v>9.7308597305760188E-8</c:v>
                </c:pt>
                <c:pt idx="5694">
                  <c:v>2.5514579199160391E-5</c:v>
                </c:pt>
                <c:pt idx="5695">
                  <c:v>2.5596777807622485E-5</c:v>
                </c:pt>
                <c:pt idx="5696">
                  <c:v>2.6913208713739125E-6</c:v>
                </c:pt>
                <c:pt idx="5697">
                  <c:v>5.9596527909088978E-4</c:v>
                </c:pt>
                <c:pt idx="5698">
                  <c:v>2.3973673534748451E-6</c:v>
                </c:pt>
                <c:pt idx="5699">
                  <c:v>1.4312415131715488E-6</c:v>
                </c:pt>
                <c:pt idx="5700">
                  <c:v>6.3327946547857307E-6</c:v>
                </c:pt>
                <c:pt idx="5701">
                  <c:v>1.0730506362947843E-5</c:v>
                </c:pt>
                <c:pt idx="5702">
                  <c:v>4.4747455135223321E-6</c:v>
                </c:pt>
                <c:pt idx="5703">
                  <c:v>0</c:v>
                </c:pt>
                <c:pt idx="5704">
                  <c:v>1.6373919272470969E-6</c:v>
                </c:pt>
                <c:pt idx="5705">
                  <c:v>1.7681517786142417E-6</c:v>
                </c:pt>
                <c:pt idx="5706">
                  <c:v>1.1987075596558666E-5</c:v>
                </c:pt>
                <c:pt idx="5707">
                  <c:v>3.1091743037265076E-5</c:v>
                </c:pt>
                <c:pt idx="5708">
                  <c:v>1.3789521888609668E-7</c:v>
                </c:pt>
                <c:pt idx="5709">
                  <c:v>3.5511917517318786E-6</c:v>
                </c:pt>
                <c:pt idx="5710">
                  <c:v>2.3792131246778093E-5</c:v>
                </c:pt>
                <c:pt idx="5711">
                  <c:v>9.1878060855551825E-7</c:v>
                </c:pt>
                <c:pt idx="5712">
                  <c:v>0</c:v>
                </c:pt>
                <c:pt idx="5713">
                  <c:v>1.6964871586433366E-5</c:v>
                </c:pt>
                <c:pt idx="5714">
                  <c:v>1.1589517643598725E-5</c:v>
                </c:pt>
                <c:pt idx="5715">
                  <c:v>0</c:v>
                </c:pt>
                <c:pt idx="5716">
                  <c:v>5.9759214455964599E-6</c:v>
                </c:pt>
                <c:pt idx="5717">
                  <c:v>0</c:v>
                </c:pt>
                <c:pt idx="5718">
                  <c:v>3.3574488076614668E-7</c:v>
                </c:pt>
                <c:pt idx="5719">
                  <c:v>4.9730897407445093E-6</c:v>
                </c:pt>
                <c:pt idx="5720">
                  <c:v>2.5318466418430651E-7</c:v>
                </c:pt>
                <c:pt idx="5721">
                  <c:v>0</c:v>
                </c:pt>
                <c:pt idx="5722">
                  <c:v>0</c:v>
                </c:pt>
                <c:pt idx="5723">
                  <c:v>0</c:v>
                </c:pt>
                <c:pt idx="5724">
                  <c:v>0</c:v>
                </c:pt>
                <c:pt idx="5725">
                  <c:v>0</c:v>
                </c:pt>
                <c:pt idx="5726">
                  <c:v>4.0021435450556996E-5</c:v>
                </c:pt>
                <c:pt idx="5727">
                  <c:v>3.6935037021679496E-5</c:v>
                </c:pt>
                <c:pt idx="5728">
                  <c:v>1.0298177932986521E-5</c:v>
                </c:pt>
                <c:pt idx="5729">
                  <c:v>7.5745755902783016E-7</c:v>
                </c:pt>
                <c:pt idx="5730">
                  <c:v>7.0506424960891052E-6</c:v>
                </c:pt>
                <c:pt idx="5731">
                  <c:v>2.2896788813086402E-4</c:v>
                </c:pt>
                <c:pt idx="5732">
                  <c:v>1.4302854455265854E-5</c:v>
                </c:pt>
                <c:pt idx="5733">
                  <c:v>5.3168779478704503E-7</c:v>
                </c:pt>
                <c:pt idx="5734">
                  <c:v>1.3704065696623872E-6</c:v>
                </c:pt>
                <c:pt idx="5735">
                  <c:v>3.8230937664763767E-6</c:v>
                </c:pt>
                <c:pt idx="5736">
                  <c:v>2.9240455066272436E-6</c:v>
                </c:pt>
                <c:pt idx="5737">
                  <c:v>1.0696885053433325E-5</c:v>
                </c:pt>
                <c:pt idx="5738">
                  <c:v>4.7800966075180242E-7</c:v>
                </c:pt>
                <c:pt idx="5739">
                  <c:v>1.9238950128167855E-5</c:v>
                </c:pt>
                <c:pt idx="5740">
                  <c:v>0</c:v>
                </c:pt>
                <c:pt idx="5741">
                  <c:v>2.2947845859912636E-5</c:v>
                </c:pt>
                <c:pt idx="5742">
                  <c:v>0</c:v>
                </c:pt>
                <c:pt idx="5743">
                  <c:v>2.4052543097509216E-6</c:v>
                </c:pt>
                <c:pt idx="5744">
                  <c:v>0</c:v>
                </c:pt>
                <c:pt idx="5745">
                  <c:v>2.514182595504632E-7</c:v>
                </c:pt>
                <c:pt idx="5746">
                  <c:v>2.6996044763019368E-5</c:v>
                </c:pt>
                <c:pt idx="5747">
                  <c:v>1.3134074606736459E-6</c:v>
                </c:pt>
                <c:pt idx="5748">
                  <c:v>0</c:v>
                </c:pt>
                <c:pt idx="5749">
                  <c:v>5.9550598110467723E-6</c:v>
                </c:pt>
                <c:pt idx="5750">
                  <c:v>1.1843494979385601E-5</c:v>
                </c:pt>
                <c:pt idx="5751">
                  <c:v>1.1861582464684875E-6</c:v>
                </c:pt>
                <c:pt idx="5752">
                  <c:v>1.7739387415340721E-5</c:v>
                </c:pt>
                <c:pt idx="5753">
                  <c:v>2.2627643359541692E-5</c:v>
                </c:pt>
                <c:pt idx="5754">
                  <c:v>2.0091923899417393E-4</c:v>
                </c:pt>
                <c:pt idx="5755">
                  <c:v>0</c:v>
                </c:pt>
                <c:pt idx="5756">
                  <c:v>7.0825984365328502E-6</c:v>
                </c:pt>
                <c:pt idx="5757">
                  <c:v>5.4583294813027054E-6</c:v>
                </c:pt>
                <c:pt idx="5758">
                  <c:v>1.2440675747749734E-4</c:v>
                </c:pt>
                <c:pt idx="5759">
                  <c:v>7.8599937242854533E-7</c:v>
                </c:pt>
                <c:pt idx="5760">
                  <c:v>1.0400191748924655E-7</c:v>
                </c:pt>
                <c:pt idx="5761">
                  <c:v>4.0728842342154877E-5</c:v>
                </c:pt>
                <c:pt idx="5762">
                  <c:v>0</c:v>
                </c:pt>
                <c:pt idx="5763">
                  <c:v>5.8984330572634115E-7</c:v>
                </c:pt>
                <c:pt idx="5764">
                  <c:v>0</c:v>
                </c:pt>
                <c:pt idx="5765">
                  <c:v>0</c:v>
                </c:pt>
                <c:pt idx="5766">
                  <c:v>2.290462998474954E-6</c:v>
                </c:pt>
                <c:pt idx="5767">
                  <c:v>1.2369935998885641E-4</c:v>
                </c:pt>
                <c:pt idx="5768">
                  <c:v>1.1611323926755073E-5</c:v>
                </c:pt>
                <c:pt idx="5769">
                  <c:v>1.7343826460967822E-6</c:v>
                </c:pt>
                <c:pt idx="5770">
                  <c:v>7.8329855212789734E-6</c:v>
                </c:pt>
                <c:pt idx="5771">
                  <c:v>1.4145214228913905E-5</c:v>
                </c:pt>
                <c:pt idx="5772">
                  <c:v>1.8719841108127197E-5</c:v>
                </c:pt>
                <c:pt idx="5773">
                  <c:v>1.3055465493055922E-7</c:v>
                </c:pt>
                <c:pt idx="5774">
                  <c:v>4.6290538376055853E-5</c:v>
                </c:pt>
                <c:pt idx="5775">
                  <c:v>1.4414646880893176E-5</c:v>
                </c:pt>
                <c:pt idx="5776">
                  <c:v>1.2602314092371221E-6</c:v>
                </c:pt>
                <c:pt idx="5777">
                  <c:v>3.1466484875130757E-6</c:v>
                </c:pt>
                <c:pt idx="5778">
                  <c:v>1.2922751941325568E-6</c:v>
                </c:pt>
                <c:pt idx="5779">
                  <c:v>3.7418751402914302E-5</c:v>
                </c:pt>
                <c:pt idx="5780">
                  <c:v>2.1124913532343508E-5</c:v>
                </c:pt>
                <c:pt idx="5781">
                  <c:v>0</c:v>
                </c:pt>
                <c:pt idx="5782">
                  <c:v>5.3519728518167912E-7</c:v>
                </c:pt>
                <c:pt idx="5783">
                  <c:v>7.4966685420704149E-6</c:v>
                </c:pt>
                <c:pt idx="5784">
                  <c:v>6.0831801989949351E-6</c:v>
                </c:pt>
                <c:pt idx="5785">
                  <c:v>1.2284625399832622E-4</c:v>
                </c:pt>
                <c:pt idx="5786">
                  <c:v>3.1319683109657411E-7</c:v>
                </c:pt>
                <c:pt idx="5787">
                  <c:v>8.2369410747961241E-6</c:v>
                </c:pt>
                <c:pt idx="5788">
                  <c:v>6.533257219397672E-5</c:v>
                </c:pt>
                <c:pt idx="5789">
                  <c:v>3.7029752321979725E-5</c:v>
                </c:pt>
                <c:pt idx="5790">
                  <c:v>0</c:v>
                </c:pt>
                <c:pt idx="5791">
                  <c:v>1.8368178671041171E-6</c:v>
                </c:pt>
                <c:pt idx="5792">
                  <c:v>9.6198236726496698E-5</c:v>
                </c:pt>
                <c:pt idx="5793">
                  <c:v>3.9057027314558968E-7</c:v>
                </c:pt>
                <c:pt idx="5794">
                  <c:v>1.7493503496229684E-7</c:v>
                </c:pt>
                <c:pt idx="5795">
                  <c:v>1.9270155497718763E-5</c:v>
                </c:pt>
                <c:pt idx="5796">
                  <c:v>2.413166330506674E-6</c:v>
                </c:pt>
                <c:pt idx="5797">
                  <c:v>5.6888450139815587E-5</c:v>
                </c:pt>
                <c:pt idx="5798">
                  <c:v>0</c:v>
                </c:pt>
                <c:pt idx="5799">
                  <c:v>9.6872626887723278E-7</c:v>
                </c:pt>
                <c:pt idx="5800">
                  <c:v>0</c:v>
                </c:pt>
                <c:pt idx="5801">
                  <c:v>5.2901963158096648E-5</c:v>
                </c:pt>
                <c:pt idx="5802">
                  <c:v>5.3529348800474467E-5</c:v>
                </c:pt>
                <c:pt idx="5803">
                  <c:v>0</c:v>
                </c:pt>
                <c:pt idx="5804">
                  <c:v>0</c:v>
                </c:pt>
                <c:pt idx="5805">
                  <c:v>2.1310122574136456E-5</c:v>
                </c:pt>
                <c:pt idx="5806">
                  <c:v>1.3055414430091301E-6</c:v>
                </c:pt>
                <c:pt idx="5807">
                  <c:v>3.0888529030485402E-6</c:v>
                </c:pt>
                <c:pt idx="5808">
                  <c:v>4.3087259698322103E-6</c:v>
                </c:pt>
                <c:pt idx="5809">
                  <c:v>2.2635500180152705E-4</c:v>
                </c:pt>
                <c:pt idx="5810">
                  <c:v>1.4664486276718762E-6</c:v>
                </c:pt>
                <c:pt idx="5811">
                  <c:v>1.5870218429808985E-5</c:v>
                </c:pt>
                <c:pt idx="5812">
                  <c:v>1.8666449198137516E-6</c:v>
                </c:pt>
                <c:pt idx="5813">
                  <c:v>2.8142084848846674E-6</c:v>
                </c:pt>
                <c:pt idx="5814">
                  <c:v>0</c:v>
                </c:pt>
                <c:pt idx="5815">
                  <c:v>5.0736257101583279E-5</c:v>
                </c:pt>
                <c:pt idx="5816">
                  <c:v>5.4964550405124687E-6</c:v>
                </c:pt>
                <c:pt idx="5817">
                  <c:v>0</c:v>
                </c:pt>
                <c:pt idx="5818">
                  <c:v>1.2485011833932963E-5</c:v>
                </c:pt>
                <c:pt idx="5819">
                  <c:v>7.8693479505743227E-7</c:v>
                </c:pt>
                <c:pt idx="5820">
                  <c:v>2.7809608130340716E-7</c:v>
                </c:pt>
                <c:pt idx="5821">
                  <c:v>0</c:v>
                </c:pt>
                <c:pt idx="5822">
                  <c:v>3.1574940786718588E-5</c:v>
                </c:pt>
                <c:pt idx="5823">
                  <c:v>5.9298348941240798E-5</c:v>
                </c:pt>
                <c:pt idx="5824">
                  <c:v>0</c:v>
                </c:pt>
                <c:pt idx="5825">
                  <c:v>1.0169350453081041E-6</c:v>
                </c:pt>
                <c:pt idx="5826">
                  <c:v>4.9373003095972991E-6</c:v>
                </c:pt>
                <c:pt idx="5827">
                  <c:v>2.0125461635614576E-5</c:v>
                </c:pt>
                <c:pt idx="5828">
                  <c:v>9.138618056356674E-8</c:v>
                </c:pt>
                <c:pt idx="5829">
                  <c:v>0</c:v>
                </c:pt>
                <c:pt idx="5830">
                  <c:v>1.1974726153004103E-5</c:v>
                </c:pt>
                <c:pt idx="5831">
                  <c:v>1.5313010142591966E-7</c:v>
                </c:pt>
                <c:pt idx="5832">
                  <c:v>0</c:v>
                </c:pt>
                <c:pt idx="5833">
                  <c:v>6.09896037847004E-5</c:v>
                </c:pt>
                <c:pt idx="5834">
                  <c:v>3.3225249902768059E-6</c:v>
                </c:pt>
                <c:pt idx="5835">
                  <c:v>7.9979226953935908E-6</c:v>
                </c:pt>
                <c:pt idx="5836">
                  <c:v>3.5738793919570039E-7</c:v>
                </c:pt>
                <c:pt idx="5837">
                  <c:v>2.2736036089601446E-6</c:v>
                </c:pt>
                <c:pt idx="5838">
                  <c:v>1.9836670019577846E-5</c:v>
                </c:pt>
                <c:pt idx="5839">
                  <c:v>2.1281466851712508E-7</c:v>
                </c:pt>
                <c:pt idx="5840">
                  <c:v>8.5665492556814614E-7</c:v>
                </c:pt>
                <c:pt idx="5841">
                  <c:v>1.7297576257071829E-7</c:v>
                </c:pt>
                <c:pt idx="5842">
                  <c:v>7.3460827818822002E-7</c:v>
                </c:pt>
                <c:pt idx="5843">
                  <c:v>3.1070226260076666E-5</c:v>
                </c:pt>
                <c:pt idx="5844">
                  <c:v>5.3667897694972414E-5</c:v>
                </c:pt>
                <c:pt idx="5845">
                  <c:v>4.9966738137550196E-5</c:v>
                </c:pt>
                <c:pt idx="5846">
                  <c:v>0</c:v>
                </c:pt>
                <c:pt idx="5847">
                  <c:v>4.8624439349545915E-6</c:v>
                </c:pt>
                <c:pt idx="5848">
                  <c:v>2.6786314863136802E-5</c:v>
                </c:pt>
                <c:pt idx="5849">
                  <c:v>3.2352075293775442E-6</c:v>
                </c:pt>
                <c:pt idx="5850">
                  <c:v>0</c:v>
                </c:pt>
                <c:pt idx="5851">
                  <c:v>0</c:v>
                </c:pt>
                <c:pt idx="5852">
                  <c:v>0</c:v>
                </c:pt>
                <c:pt idx="5853">
                  <c:v>0</c:v>
                </c:pt>
                <c:pt idx="5854">
                  <c:v>2.87065735743513E-5</c:v>
                </c:pt>
                <c:pt idx="5855">
                  <c:v>0</c:v>
                </c:pt>
                <c:pt idx="5856">
                  <c:v>2.5894575235137476E-6</c:v>
                </c:pt>
                <c:pt idx="5857">
                  <c:v>3.171590034380205E-6</c:v>
                </c:pt>
                <c:pt idx="5858">
                  <c:v>1.0978368595139029E-5</c:v>
                </c:pt>
                <c:pt idx="5859">
                  <c:v>4.1252443376240403E-5</c:v>
                </c:pt>
                <c:pt idx="5860">
                  <c:v>4.471808540562515E-7</c:v>
                </c:pt>
                <c:pt idx="5861">
                  <c:v>2.4656632822580595E-5</c:v>
                </c:pt>
                <c:pt idx="5862">
                  <c:v>8.4132180238676625E-6</c:v>
                </c:pt>
                <c:pt idx="5863">
                  <c:v>5.1430358124881123E-5</c:v>
                </c:pt>
                <c:pt idx="5864">
                  <c:v>1.6375084581189141E-5</c:v>
                </c:pt>
                <c:pt idx="5865">
                  <c:v>7.6487115370511499E-5</c:v>
                </c:pt>
                <c:pt idx="5866">
                  <c:v>2.7331142260094848E-5</c:v>
                </c:pt>
                <c:pt idx="5867">
                  <c:v>0</c:v>
                </c:pt>
                <c:pt idx="5868">
                  <c:v>0</c:v>
                </c:pt>
                <c:pt idx="5869">
                  <c:v>6.1309934748600958E-7</c:v>
                </c:pt>
                <c:pt idx="5870">
                  <c:v>1.0167070684015649E-6</c:v>
                </c:pt>
                <c:pt idx="5871">
                  <c:v>1.6459031895250664E-6</c:v>
                </c:pt>
                <c:pt idx="5872">
                  <c:v>1.1440576642572502E-4</c:v>
                </c:pt>
                <c:pt idx="5873">
                  <c:v>3.7605303813672323E-5</c:v>
                </c:pt>
                <c:pt idx="5874">
                  <c:v>1.639927217608862E-4</c:v>
                </c:pt>
                <c:pt idx="5875">
                  <c:v>5.7343544766344579E-7</c:v>
                </c:pt>
                <c:pt idx="5876">
                  <c:v>0</c:v>
                </c:pt>
                <c:pt idx="5877">
                  <c:v>0</c:v>
                </c:pt>
                <c:pt idx="5878">
                  <c:v>0</c:v>
                </c:pt>
                <c:pt idx="5879">
                  <c:v>0</c:v>
                </c:pt>
                <c:pt idx="5880">
                  <c:v>0</c:v>
                </c:pt>
                <c:pt idx="5881">
                  <c:v>0</c:v>
                </c:pt>
                <c:pt idx="5882">
                  <c:v>4.1205804095995947E-5</c:v>
                </c:pt>
                <c:pt idx="5883">
                  <c:v>2.0370010008476334E-5</c:v>
                </c:pt>
                <c:pt idx="5884">
                  <c:v>6.3022563263813162E-5</c:v>
                </c:pt>
                <c:pt idx="5885">
                  <c:v>0</c:v>
                </c:pt>
                <c:pt idx="5886">
                  <c:v>2.2221963331284477E-7</c:v>
                </c:pt>
                <c:pt idx="5887">
                  <c:v>0</c:v>
                </c:pt>
                <c:pt idx="5888">
                  <c:v>1.8289817360859392E-5</c:v>
                </c:pt>
                <c:pt idx="5889">
                  <c:v>2.0359670735724937E-7</c:v>
                </c:pt>
                <c:pt idx="5890">
                  <c:v>0</c:v>
                </c:pt>
                <c:pt idx="5891">
                  <c:v>1.0895062120599138E-5</c:v>
                </c:pt>
                <c:pt idx="5892">
                  <c:v>6.5368747483120549E-6</c:v>
                </c:pt>
                <c:pt idx="5893">
                  <c:v>5.7653994914218019E-6</c:v>
                </c:pt>
                <c:pt idx="5894">
                  <c:v>2.2936008701445558E-4</c:v>
                </c:pt>
                <c:pt idx="5895">
                  <c:v>1.0199042604405581E-6</c:v>
                </c:pt>
                <c:pt idx="5896">
                  <c:v>5.1901032936485582E-8</c:v>
                </c:pt>
                <c:pt idx="5897">
                  <c:v>2.9061788066317061E-7</c:v>
                </c:pt>
                <c:pt idx="5898">
                  <c:v>3.1245621851647175E-7</c:v>
                </c:pt>
                <c:pt idx="5899">
                  <c:v>3.1916540930355796E-5</c:v>
                </c:pt>
                <c:pt idx="5900">
                  <c:v>7.444905593948216E-6</c:v>
                </c:pt>
                <c:pt idx="5901">
                  <c:v>2.5249294077670871E-5</c:v>
                </c:pt>
                <c:pt idx="5902">
                  <c:v>7.6113405079839173E-5</c:v>
                </c:pt>
                <c:pt idx="5903">
                  <c:v>1.4169050013984105E-5</c:v>
                </c:pt>
                <c:pt idx="5904">
                  <c:v>8.4197703743535386E-8</c:v>
                </c:pt>
                <c:pt idx="5905">
                  <c:v>3.5721198233285742E-5</c:v>
                </c:pt>
                <c:pt idx="5906">
                  <c:v>0</c:v>
                </c:pt>
                <c:pt idx="5907">
                  <c:v>1.1182617435756501E-5</c:v>
                </c:pt>
                <c:pt idx="5908">
                  <c:v>0</c:v>
                </c:pt>
                <c:pt idx="5909">
                  <c:v>1.1161784089187278E-6</c:v>
                </c:pt>
                <c:pt idx="5910">
                  <c:v>2.1797351308882509E-5</c:v>
                </c:pt>
                <c:pt idx="5911">
                  <c:v>3.5797964108178654E-7</c:v>
                </c:pt>
                <c:pt idx="5912">
                  <c:v>7.6287193674082114E-6</c:v>
                </c:pt>
                <c:pt idx="5913">
                  <c:v>4.4351026826794322E-5</c:v>
                </c:pt>
                <c:pt idx="5914">
                  <c:v>8.5945070314949495E-6</c:v>
                </c:pt>
                <c:pt idx="5915">
                  <c:v>9.045294174543341E-6</c:v>
                </c:pt>
                <c:pt idx="5916">
                  <c:v>1.330359836125334E-4</c:v>
                </c:pt>
                <c:pt idx="5917">
                  <c:v>1.2883001184512298E-5</c:v>
                </c:pt>
                <c:pt idx="5918">
                  <c:v>0</c:v>
                </c:pt>
                <c:pt idx="5919">
                  <c:v>0</c:v>
                </c:pt>
                <c:pt idx="5920">
                  <c:v>1.8462783006836658E-6</c:v>
                </c:pt>
                <c:pt idx="5921">
                  <c:v>2.1539201357133652E-3</c:v>
                </c:pt>
                <c:pt idx="5922">
                  <c:v>0</c:v>
                </c:pt>
                <c:pt idx="5923">
                  <c:v>0</c:v>
                </c:pt>
                <c:pt idx="5924">
                  <c:v>4.2674941423697014E-6</c:v>
                </c:pt>
                <c:pt idx="5925">
                  <c:v>5.3625918455704012E-7</c:v>
                </c:pt>
                <c:pt idx="5926">
                  <c:v>1.8855122757754023E-5</c:v>
                </c:pt>
                <c:pt idx="5927">
                  <c:v>1.2364790720199326E-5</c:v>
                </c:pt>
                <c:pt idx="5928">
                  <c:v>1.2505244029133069E-4</c:v>
                </c:pt>
                <c:pt idx="5929">
                  <c:v>8.1034549662914224E-6</c:v>
                </c:pt>
                <c:pt idx="5930">
                  <c:v>1.9599269871924105E-2</c:v>
                </c:pt>
                <c:pt idx="5931">
                  <c:v>4.7414439743322975E-6</c:v>
                </c:pt>
                <c:pt idx="5932">
                  <c:v>3.5562451186414254E-6</c:v>
                </c:pt>
                <c:pt idx="5933">
                  <c:v>0</c:v>
                </c:pt>
                <c:pt idx="5934">
                  <c:v>0</c:v>
                </c:pt>
                <c:pt idx="5935">
                  <c:v>1.1588067322281753E-6</c:v>
                </c:pt>
                <c:pt idx="5936">
                  <c:v>0</c:v>
                </c:pt>
                <c:pt idx="5937">
                  <c:v>3.5341610651173679E-6</c:v>
                </c:pt>
                <c:pt idx="5938">
                  <c:v>9.4861897022519983E-6</c:v>
                </c:pt>
                <c:pt idx="5939">
                  <c:v>1.588359807913372E-6</c:v>
                </c:pt>
                <c:pt idx="5940">
                  <c:v>6.2265550172194432E-7</c:v>
                </c:pt>
                <c:pt idx="5941">
                  <c:v>1.921797620674995E-5</c:v>
                </c:pt>
                <c:pt idx="5942">
                  <c:v>5.7812754869892839E-6</c:v>
                </c:pt>
                <c:pt idx="5943">
                  <c:v>8.8133031201113508E-7</c:v>
                </c:pt>
                <c:pt idx="5944">
                  <c:v>0</c:v>
                </c:pt>
                <c:pt idx="5945">
                  <c:v>0</c:v>
                </c:pt>
                <c:pt idx="5946">
                  <c:v>1.0708994734625863E-5</c:v>
                </c:pt>
                <c:pt idx="5947">
                  <c:v>0</c:v>
                </c:pt>
                <c:pt idx="5948">
                  <c:v>1.5589820395380573E-5</c:v>
                </c:pt>
                <c:pt idx="5949">
                  <c:v>3.3609280292238011E-6</c:v>
                </c:pt>
                <c:pt idx="5950">
                  <c:v>0</c:v>
                </c:pt>
                <c:pt idx="5951">
                  <c:v>3.3470542293095806E-7</c:v>
                </c:pt>
                <c:pt idx="5952">
                  <c:v>7.5791556121059085E-6</c:v>
                </c:pt>
                <c:pt idx="5953">
                  <c:v>0</c:v>
                </c:pt>
                <c:pt idx="5954">
                  <c:v>1.9243824785630854E-5</c:v>
                </c:pt>
                <c:pt idx="5955">
                  <c:v>0</c:v>
                </c:pt>
                <c:pt idx="5956">
                  <c:v>1.5945405841696113E-6</c:v>
                </c:pt>
                <c:pt idx="5957">
                  <c:v>1.3625838443180904E-5</c:v>
                </c:pt>
                <c:pt idx="5958">
                  <c:v>6.8597621577855E-8</c:v>
                </c:pt>
                <c:pt idx="5959">
                  <c:v>0</c:v>
                </c:pt>
                <c:pt idx="5960">
                  <c:v>1.1602881846707808E-7</c:v>
                </c:pt>
                <c:pt idx="5961">
                  <c:v>2.0398085208811192E-6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1.8607547608726187E-6</c:v>
                </c:pt>
                <c:pt idx="5966">
                  <c:v>1.6710986525956643E-5</c:v>
                </c:pt>
                <c:pt idx="5967">
                  <c:v>2.2486849134193428E-5</c:v>
                </c:pt>
                <c:pt idx="5968">
                  <c:v>4.5162927445650491E-6</c:v>
                </c:pt>
                <c:pt idx="5969">
                  <c:v>8.6835222174056093E-7</c:v>
                </c:pt>
                <c:pt idx="5970">
                  <c:v>9.4792053114818258E-5</c:v>
                </c:pt>
                <c:pt idx="5971">
                  <c:v>0</c:v>
                </c:pt>
                <c:pt idx="5972">
                  <c:v>1.9462833920701645E-5</c:v>
                </c:pt>
                <c:pt idx="5973">
                  <c:v>0</c:v>
                </c:pt>
                <c:pt idx="5974">
                  <c:v>0</c:v>
                </c:pt>
                <c:pt idx="5975">
                  <c:v>0</c:v>
                </c:pt>
                <c:pt idx="5976">
                  <c:v>0</c:v>
                </c:pt>
                <c:pt idx="5977">
                  <c:v>2.090287530631442E-5</c:v>
                </c:pt>
                <c:pt idx="5978">
                  <c:v>0</c:v>
                </c:pt>
                <c:pt idx="5979">
                  <c:v>8.9134269955720308E-6</c:v>
                </c:pt>
                <c:pt idx="5980">
                  <c:v>2.8695793933194245E-5</c:v>
                </c:pt>
                <c:pt idx="5981">
                  <c:v>2.7536646452949841E-5</c:v>
                </c:pt>
                <c:pt idx="5982">
                  <c:v>1.7324800944269998E-6</c:v>
                </c:pt>
                <c:pt idx="5983">
                  <c:v>3.6101665247724554E-6</c:v>
                </c:pt>
                <c:pt idx="5984">
                  <c:v>1.5717076432370387E-4</c:v>
                </c:pt>
                <c:pt idx="5985">
                  <c:v>8.7388796715415115E-5</c:v>
                </c:pt>
                <c:pt idx="5986">
                  <c:v>7.6685576558340569E-5</c:v>
                </c:pt>
                <c:pt idx="5987">
                  <c:v>2.4662798656284392E-4</c:v>
                </c:pt>
                <c:pt idx="5988">
                  <c:v>7.424629674831959E-6</c:v>
                </c:pt>
                <c:pt idx="5989">
                  <c:v>2.9086795253438072E-5</c:v>
                </c:pt>
                <c:pt idx="5990">
                  <c:v>6.453420409884777E-5</c:v>
                </c:pt>
                <c:pt idx="5991">
                  <c:v>1.8018308601116542E-7</c:v>
                </c:pt>
                <c:pt idx="5992">
                  <c:v>2.2439733363412325E-5</c:v>
                </c:pt>
                <c:pt idx="5993">
                  <c:v>3.261554285917684E-5</c:v>
                </c:pt>
                <c:pt idx="5994">
                  <c:v>9.9202424042986261E-5</c:v>
                </c:pt>
                <c:pt idx="5995">
                  <c:v>4.2900734764563123E-5</c:v>
                </c:pt>
                <c:pt idx="5996">
                  <c:v>6.6587826722724314E-5</c:v>
                </c:pt>
                <c:pt idx="5997">
                  <c:v>1.1955568673179711E-5</c:v>
                </c:pt>
                <c:pt idx="5998">
                  <c:v>4.8655568855909393E-5</c:v>
                </c:pt>
                <c:pt idx="5999">
                  <c:v>0</c:v>
                </c:pt>
                <c:pt idx="6000">
                  <c:v>2.1614198646170399E-5</c:v>
                </c:pt>
                <c:pt idx="6001">
                  <c:v>3.6043447877295554E-5</c:v>
                </c:pt>
                <c:pt idx="6002">
                  <c:v>2.1237294793013558E-5</c:v>
                </c:pt>
                <c:pt idx="6003">
                  <c:v>4.2510385597017103E-5</c:v>
                </c:pt>
                <c:pt idx="6004">
                  <c:v>5.3286372355908725E-5</c:v>
                </c:pt>
                <c:pt idx="6005">
                  <c:v>1.8967610793400388E-5</c:v>
                </c:pt>
                <c:pt idx="6006">
                  <c:v>1.3395491115336027E-4</c:v>
                </c:pt>
                <c:pt idx="6007">
                  <c:v>2.0332246702779087E-5</c:v>
                </c:pt>
                <c:pt idx="6008">
                  <c:v>1.9881218473435379E-5</c:v>
                </c:pt>
                <c:pt idx="6009">
                  <c:v>1.9181082560058227E-6</c:v>
                </c:pt>
                <c:pt idx="6010">
                  <c:v>0</c:v>
                </c:pt>
                <c:pt idx="6011">
                  <c:v>1.0372117403441559E-4</c:v>
                </c:pt>
                <c:pt idx="6012">
                  <c:v>3.2198782518240756E-5</c:v>
                </c:pt>
                <c:pt idx="6013">
                  <c:v>9.7103770309366703E-6</c:v>
                </c:pt>
                <c:pt idx="6014">
                  <c:v>6.6578054465870479E-5</c:v>
                </c:pt>
                <c:pt idx="6015">
                  <c:v>1.8276141303229002E-4</c:v>
                </c:pt>
                <c:pt idx="6016">
                  <c:v>2.6394591746401471E-5</c:v>
                </c:pt>
                <c:pt idx="6017">
                  <c:v>5.6074671886298746E-5</c:v>
                </c:pt>
                <c:pt idx="6018">
                  <c:v>0</c:v>
                </c:pt>
                <c:pt idx="6019">
                  <c:v>1.0402116388796727E-5</c:v>
                </c:pt>
                <c:pt idx="6020">
                  <c:v>2.0500342392726259E-5</c:v>
                </c:pt>
                <c:pt idx="6021">
                  <c:v>0</c:v>
                </c:pt>
                <c:pt idx="6022">
                  <c:v>1.7813555094285719E-5</c:v>
                </c:pt>
                <c:pt idx="6023">
                  <c:v>1.8844836518598935E-5</c:v>
                </c:pt>
                <c:pt idx="6024">
                  <c:v>3.1630886572493107E-6</c:v>
                </c:pt>
                <c:pt idx="6025">
                  <c:v>3.071507892920341E-5</c:v>
                </c:pt>
                <c:pt idx="6026">
                  <c:v>7.544302275415185E-8</c:v>
                </c:pt>
                <c:pt idx="6027">
                  <c:v>0</c:v>
                </c:pt>
                <c:pt idx="6028">
                  <c:v>2.1268019297369892E-5</c:v>
                </c:pt>
                <c:pt idx="6029">
                  <c:v>1.2485316640827092E-5</c:v>
                </c:pt>
                <c:pt idx="6030">
                  <c:v>3.8196091150341498E-6</c:v>
                </c:pt>
                <c:pt idx="6031">
                  <c:v>2.1665300923186286E-7</c:v>
                </c:pt>
                <c:pt idx="6032">
                  <c:v>0</c:v>
                </c:pt>
                <c:pt idx="6033">
                  <c:v>1.4974399324964149E-5</c:v>
                </c:pt>
                <c:pt idx="6034">
                  <c:v>0</c:v>
                </c:pt>
                <c:pt idx="6035">
                  <c:v>4.6102001247915874E-5</c:v>
                </c:pt>
                <c:pt idx="6036">
                  <c:v>6.3099135179007447E-7</c:v>
                </c:pt>
                <c:pt idx="6037">
                  <c:v>0</c:v>
                </c:pt>
                <c:pt idx="6038">
                  <c:v>4.7004283307260571E-6</c:v>
                </c:pt>
                <c:pt idx="6039">
                  <c:v>0</c:v>
                </c:pt>
                <c:pt idx="6040">
                  <c:v>0</c:v>
                </c:pt>
                <c:pt idx="6041">
                  <c:v>3.6939584831446245E-7</c:v>
                </c:pt>
                <c:pt idx="6042">
                  <c:v>4.7357256648742025E-7</c:v>
                </c:pt>
                <c:pt idx="6043">
                  <c:v>0</c:v>
                </c:pt>
                <c:pt idx="6044">
                  <c:v>3.5020748171309635E-5</c:v>
                </c:pt>
                <c:pt idx="6045">
                  <c:v>0</c:v>
                </c:pt>
                <c:pt idx="6046">
                  <c:v>1.0972251074831755E-6</c:v>
                </c:pt>
                <c:pt idx="6047">
                  <c:v>3.905702731455914E-8</c:v>
                </c:pt>
                <c:pt idx="6048">
                  <c:v>1.6609469616700111E-5</c:v>
                </c:pt>
                <c:pt idx="6049">
                  <c:v>1.3457657876352541E-6</c:v>
                </c:pt>
                <c:pt idx="6050">
                  <c:v>1.6698707240880502E-5</c:v>
                </c:pt>
                <c:pt idx="6051">
                  <c:v>1.4923177257776859E-3</c:v>
                </c:pt>
                <c:pt idx="6052">
                  <c:v>1.213240164876657E-6</c:v>
                </c:pt>
                <c:pt idx="6053">
                  <c:v>1.1865301995090887E-5</c:v>
                </c:pt>
                <c:pt idx="6054">
                  <c:v>2.4450552294794999E-5</c:v>
                </c:pt>
                <c:pt idx="6055">
                  <c:v>7.2329741597399773E-6</c:v>
                </c:pt>
                <c:pt idx="6056">
                  <c:v>1.014326283344324E-5</c:v>
                </c:pt>
                <c:pt idx="6057">
                  <c:v>3.3639331508522416E-5</c:v>
                </c:pt>
                <c:pt idx="6058">
                  <c:v>8.9038229873643595E-6</c:v>
                </c:pt>
                <c:pt idx="6059">
                  <c:v>7.2642983293039195E-7</c:v>
                </c:pt>
                <c:pt idx="6060">
                  <c:v>4.583168441734199E-5</c:v>
                </c:pt>
                <c:pt idx="6061">
                  <c:v>5.9533240908807815E-6</c:v>
                </c:pt>
                <c:pt idx="6062">
                  <c:v>1.0151159775276944E-6</c:v>
                </c:pt>
                <c:pt idx="6063">
                  <c:v>0</c:v>
                </c:pt>
                <c:pt idx="6064">
                  <c:v>2.3002096086531722E-6</c:v>
                </c:pt>
                <c:pt idx="6065">
                  <c:v>2.5968655076660755E-5</c:v>
                </c:pt>
                <c:pt idx="6066">
                  <c:v>3.9906321062875666E-6</c:v>
                </c:pt>
                <c:pt idx="6067">
                  <c:v>1.5035191629148352E-5</c:v>
                </c:pt>
                <c:pt idx="6068">
                  <c:v>0</c:v>
                </c:pt>
                <c:pt idx="6069">
                  <c:v>0</c:v>
                </c:pt>
                <c:pt idx="6070">
                  <c:v>2.4017980951167091E-5</c:v>
                </c:pt>
                <c:pt idx="6071">
                  <c:v>8.7341892043085813E-7</c:v>
                </c:pt>
                <c:pt idx="6072">
                  <c:v>0</c:v>
                </c:pt>
                <c:pt idx="6073">
                  <c:v>2.6137519378074447E-5</c:v>
                </c:pt>
                <c:pt idx="6074">
                  <c:v>0</c:v>
                </c:pt>
                <c:pt idx="6075">
                  <c:v>1.0651216907063961E-7</c:v>
                </c:pt>
                <c:pt idx="6076">
                  <c:v>2.5996063762811852E-6</c:v>
                </c:pt>
                <c:pt idx="6077">
                  <c:v>5.4693684158485466E-5</c:v>
                </c:pt>
                <c:pt idx="6078">
                  <c:v>1.2248237635420261E-5</c:v>
                </c:pt>
                <c:pt idx="6079">
                  <c:v>2.0750451364049684E-7</c:v>
                </c:pt>
                <c:pt idx="6080">
                  <c:v>4.1441246423267477E-7</c:v>
                </c:pt>
                <c:pt idx="6081">
                  <c:v>2.0270597176256138E-6</c:v>
                </c:pt>
                <c:pt idx="6082">
                  <c:v>2.2569548120807633E-5</c:v>
                </c:pt>
                <c:pt idx="6083">
                  <c:v>1.8756784974657244E-5</c:v>
                </c:pt>
                <c:pt idx="6084">
                  <c:v>7.9817273420265363E-5</c:v>
                </c:pt>
                <c:pt idx="6085">
                  <c:v>2.7879331359893841E-6</c:v>
                </c:pt>
                <c:pt idx="6086">
                  <c:v>0</c:v>
                </c:pt>
                <c:pt idx="6087">
                  <c:v>9.6814792483611592E-8</c:v>
                </c:pt>
                <c:pt idx="6088">
                  <c:v>0</c:v>
                </c:pt>
                <c:pt idx="6089">
                  <c:v>0</c:v>
                </c:pt>
                <c:pt idx="6090">
                  <c:v>6.7264019484781429E-6</c:v>
                </c:pt>
                <c:pt idx="6091">
                  <c:v>1.6257120542360787E-6</c:v>
                </c:pt>
                <c:pt idx="6092">
                  <c:v>9.8418264541889823E-5</c:v>
                </c:pt>
                <c:pt idx="6093">
                  <c:v>1.6114654375445678E-5</c:v>
                </c:pt>
                <c:pt idx="6094">
                  <c:v>0</c:v>
                </c:pt>
                <c:pt idx="6095">
                  <c:v>1.9712928795847291E-6</c:v>
                </c:pt>
                <c:pt idx="6096">
                  <c:v>5.3431557630987993E-5</c:v>
                </c:pt>
                <c:pt idx="6097">
                  <c:v>1.1214714896960524E-7</c:v>
                </c:pt>
                <c:pt idx="6098">
                  <c:v>4.1928600349544846E-5</c:v>
                </c:pt>
                <c:pt idx="6099">
                  <c:v>0</c:v>
                </c:pt>
                <c:pt idx="6100">
                  <c:v>4.5260882668652386E-5</c:v>
                </c:pt>
                <c:pt idx="6101">
                  <c:v>2.3307909077980487E-7</c:v>
                </c:pt>
                <c:pt idx="6102">
                  <c:v>3.1873023979664482E-6</c:v>
                </c:pt>
                <c:pt idx="6103">
                  <c:v>3.2166336118461091E-5</c:v>
                </c:pt>
                <c:pt idx="6104">
                  <c:v>0</c:v>
                </c:pt>
                <c:pt idx="6105">
                  <c:v>6.9318843280728774E-6</c:v>
                </c:pt>
                <c:pt idx="6106">
                  <c:v>1.1909198692822372E-5</c:v>
                </c:pt>
                <c:pt idx="6107">
                  <c:v>1.76505880174203E-5</c:v>
                </c:pt>
                <c:pt idx="6108">
                  <c:v>4.1264727469914471E-5</c:v>
                </c:pt>
                <c:pt idx="6109">
                  <c:v>1.4560249374639638E-7</c:v>
                </c:pt>
                <c:pt idx="6110">
                  <c:v>3.5489854734337092E-5</c:v>
                </c:pt>
                <c:pt idx="6111">
                  <c:v>1.1249741626359047E-5</c:v>
                </c:pt>
                <c:pt idx="6112">
                  <c:v>1.632819698352368E-5</c:v>
                </c:pt>
                <c:pt idx="6113">
                  <c:v>3.4062008040466877E-6</c:v>
                </c:pt>
                <c:pt idx="6114">
                  <c:v>1.8468174387478238E-6</c:v>
                </c:pt>
                <c:pt idx="6115">
                  <c:v>2.0895755855633358E-5</c:v>
                </c:pt>
                <c:pt idx="6116">
                  <c:v>7.3444192667594503E-6</c:v>
                </c:pt>
                <c:pt idx="6117">
                  <c:v>4.7730618810904887E-6</c:v>
                </c:pt>
                <c:pt idx="6118">
                  <c:v>4.0152677502408536E-5</c:v>
                </c:pt>
                <c:pt idx="6119">
                  <c:v>6.5922604658957725E-6</c:v>
                </c:pt>
                <c:pt idx="6120">
                  <c:v>1.7984929000151179E-5</c:v>
                </c:pt>
                <c:pt idx="6121">
                  <c:v>6.147595136043018E-7</c:v>
                </c:pt>
                <c:pt idx="6122">
                  <c:v>7.0743610284569933E-5</c:v>
                </c:pt>
                <c:pt idx="6123">
                  <c:v>8.8475551202791868E-6</c:v>
                </c:pt>
                <c:pt idx="6124">
                  <c:v>0</c:v>
                </c:pt>
                <c:pt idx="6125">
                  <c:v>1.7745724589124721E-5</c:v>
                </c:pt>
                <c:pt idx="6126">
                  <c:v>8.2043839954491208E-6</c:v>
                </c:pt>
                <c:pt idx="6127">
                  <c:v>4.4082158081573333E-5</c:v>
                </c:pt>
                <c:pt idx="6128">
                  <c:v>4.7300179715636752E-5</c:v>
                </c:pt>
                <c:pt idx="6129">
                  <c:v>1.0345440345138727E-7</c:v>
                </c:pt>
                <c:pt idx="6130">
                  <c:v>1.6112228550882099E-5</c:v>
                </c:pt>
                <c:pt idx="6131">
                  <c:v>6.9682577876147648E-6</c:v>
                </c:pt>
                <c:pt idx="6132">
                  <c:v>0</c:v>
                </c:pt>
                <c:pt idx="6133">
                  <c:v>1.7727106786711911E-5</c:v>
                </c:pt>
                <c:pt idx="6134">
                  <c:v>2.3327675516755735E-5</c:v>
                </c:pt>
                <c:pt idx="6135">
                  <c:v>1.3836048489513503E-6</c:v>
                </c:pt>
                <c:pt idx="6136">
                  <c:v>0</c:v>
                </c:pt>
                <c:pt idx="6137">
                  <c:v>1.0225654587717831E-5</c:v>
                </c:pt>
                <c:pt idx="6138">
                  <c:v>8.5117856817068723E-6</c:v>
                </c:pt>
                <c:pt idx="6139">
                  <c:v>1.0456840449784763E-5</c:v>
                </c:pt>
                <c:pt idx="6140">
                  <c:v>3.0021824612133228E-5</c:v>
                </c:pt>
                <c:pt idx="6141">
                  <c:v>1.1795344877025961E-5</c:v>
                </c:pt>
                <c:pt idx="6142">
                  <c:v>3.1271444679623845E-5</c:v>
                </c:pt>
                <c:pt idx="6143">
                  <c:v>8.4812640618958055E-6</c:v>
                </c:pt>
                <c:pt idx="6144">
                  <c:v>5.4153386506087989E-6</c:v>
                </c:pt>
                <c:pt idx="6145">
                  <c:v>1.7217219819196985E-5</c:v>
                </c:pt>
                <c:pt idx="6146">
                  <c:v>6.1653442136887024E-6</c:v>
                </c:pt>
                <c:pt idx="6147">
                  <c:v>1.3513731450837385E-6</c:v>
                </c:pt>
                <c:pt idx="6148">
                  <c:v>1.0601366878227041E-5</c:v>
                </c:pt>
                <c:pt idx="6149">
                  <c:v>1.9029559539533684E-6</c:v>
                </c:pt>
                <c:pt idx="6150">
                  <c:v>4.3507623207574139E-6</c:v>
                </c:pt>
                <c:pt idx="6151">
                  <c:v>0</c:v>
                </c:pt>
                <c:pt idx="6152">
                  <c:v>0</c:v>
                </c:pt>
                <c:pt idx="6153">
                  <c:v>2.1697439676737204E-6</c:v>
                </c:pt>
                <c:pt idx="6154">
                  <c:v>2.2522885751390169E-7</c:v>
                </c:pt>
                <c:pt idx="6155">
                  <c:v>0</c:v>
                </c:pt>
                <c:pt idx="6156">
                  <c:v>3.686136930074287E-6</c:v>
                </c:pt>
                <c:pt idx="6157">
                  <c:v>4.6487236190880761E-5</c:v>
                </c:pt>
                <c:pt idx="6158">
                  <c:v>6.7328199399189915E-6</c:v>
                </c:pt>
                <c:pt idx="6159">
                  <c:v>1.941831552434194E-6</c:v>
                </c:pt>
                <c:pt idx="6160">
                  <c:v>8.0405345946952254E-7</c:v>
                </c:pt>
                <c:pt idx="6161">
                  <c:v>1.3261409497323598E-6</c:v>
                </c:pt>
                <c:pt idx="6162">
                  <c:v>1.7134856754083428E-5</c:v>
                </c:pt>
                <c:pt idx="6163">
                  <c:v>5.0372057445399808E-4</c:v>
                </c:pt>
                <c:pt idx="6164">
                  <c:v>2.1618116137681826E-4</c:v>
                </c:pt>
                <c:pt idx="6165">
                  <c:v>2.6445122129395493E-5</c:v>
                </c:pt>
                <c:pt idx="6166">
                  <c:v>3.4732832209388118E-5</c:v>
                </c:pt>
                <c:pt idx="6167">
                  <c:v>8.3988386891469609E-7</c:v>
                </c:pt>
                <c:pt idx="6168">
                  <c:v>2.660256088749958E-6</c:v>
                </c:pt>
                <c:pt idx="6169">
                  <c:v>0</c:v>
                </c:pt>
                <c:pt idx="6170">
                  <c:v>6.2245066076584279E-5</c:v>
                </c:pt>
                <c:pt idx="6171">
                  <c:v>0</c:v>
                </c:pt>
                <c:pt idx="6172">
                  <c:v>2.3731430840494896E-5</c:v>
                </c:pt>
                <c:pt idx="6173">
                  <c:v>0</c:v>
                </c:pt>
                <c:pt idx="6174">
                  <c:v>5.2505998837639517E-8</c:v>
                </c:pt>
                <c:pt idx="6175">
                  <c:v>0</c:v>
                </c:pt>
                <c:pt idx="6176">
                  <c:v>2.5949648686854417E-5</c:v>
                </c:pt>
                <c:pt idx="6177">
                  <c:v>6.3822329628207101E-6</c:v>
                </c:pt>
                <c:pt idx="6178">
                  <c:v>0</c:v>
                </c:pt>
                <c:pt idx="6179">
                  <c:v>7.5854573504068453E-6</c:v>
                </c:pt>
                <c:pt idx="6180">
                  <c:v>1.6091927220720663E-5</c:v>
                </c:pt>
                <c:pt idx="6181">
                  <c:v>0</c:v>
                </c:pt>
                <c:pt idx="6182">
                  <c:v>0</c:v>
                </c:pt>
                <c:pt idx="6183">
                  <c:v>1.1620802263035258E-5</c:v>
                </c:pt>
                <c:pt idx="6184">
                  <c:v>2.3432677195540743E-6</c:v>
                </c:pt>
                <c:pt idx="6185">
                  <c:v>1.6707886157398994E-5</c:v>
                </c:pt>
                <c:pt idx="6186">
                  <c:v>1.6718670541079918E-5</c:v>
                </c:pt>
                <c:pt idx="6187">
                  <c:v>0</c:v>
                </c:pt>
                <c:pt idx="6188">
                  <c:v>0</c:v>
                </c:pt>
                <c:pt idx="6189">
                  <c:v>4.9636975136729797E-5</c:v>
                </c:pt>
                <c:pt idx="6190">
                  <c:v>0</c:v>
                </c:pt>
                <c:pt idx="6191">
                  <c:v>0</c:v>
                </c:pt>
                <c:pt idx="6192">
                  <c:v>5.4711463363714324E-8</c:v>
                </c:pt>
                <c:pt idx="6193">
                  <c:v>8.0718225324812759E-5</c:v>
                </c:pt>
                <c:pt idx="6194">
                  <c:v>9.3580802766434295E-5</c:v>
                </c:pt>
                <c:pt idx="6195">
                  <c:v>1.3756493093666808E-6</c:v>
                </c:pt>
                <c:pt idx="6196">
                  <c:v>0</c:v>
                </c:pt>
                <c:pt idx="6197">
                  <c:v>2.4180414157798742E-6</c:v>
                </c:pt>
                <c:pt idx="6198">
                  <c:v>1.7535360202346632E-7</c:v>
                </c:pt>
                <c:pt idx="6199">
                  <c:v>1.7492220708570961E-5</c:v>
                </c:pt>
                <c:pt idx="6200">
                  <c:v>0</c:v>
                </c:pt>
                <c:pt idx="6201">
                  <c:v>0</c:v>
                </c:pt>
                <c:pt idx="6202">
                  <c:v>0</c:v>
                </c:pt>
                <c:pt idx="6203">
                  <c:v>1.3515819142532874E-6</c:v>
                </c:pt>
                <c:pt idx="6204">
                  <c:v>2.0368522766479491E-5</c:v>
                </c:pt>
                <c:pt idx="6205">
                  <c:v>1.8131631296721018E-5</c:v>
                </c:pt>
                <c:pt idx="6206">
                  <c:v>1.18654393166113E-5</c:v>
                </c:pt>
                <c:pt idx="6207">
                  <c:v>4.9591675048944784E-6</c:v>
                </c:pt>
                <c:pt idx="6208">
                  <c:v>9.2519355890657032E-6</c:v>
                </c:pt>
                <c:pt idx="6209">
                  <c:v>1.098885352143815E-5</c:v>
                </c:pt>
                <c:pt idx="6210">
                  <c:v>7.2073234404466421E-6</c:v>
                </c:pt>
                <c:pt idx="6211">
                  <c:v>4.7868577234048673E-6</c:v>
                </c:pt>
                <c:pt idx="6212">
                  <c:v>1.4296845160469811E-5</c:v>
                </c:pt>
                <c:pt idx="6213">
                  <c:v>3.3525958059539852E-5</c:v>
                </c:pt>
                <c:pt idx="6214">
                  <c:v>3.4899163000727891E-5</c:v>
                </c:pt>
                <c:pt idx="6215">
                  <c:v>0</c:v>
                </c:pt>
                <c:pt idx="6216">
                  <c:v>5.9134420934941049E-6</c:v>
                </c:pt>
                <c:pt idx="6217">
                  <c:v>5.5338107248845722E-4</c:v>
                </c:pt>
                <c:pt idx="6218">
                  <c:v>1.4406963167204E-5</c:v>
                </c:pt>
                <c:pt idx="6219">
                  <c:v>3.3237261462133595E-7</c:v>
                </c:pt>
                <c:pt idx="6220">
                  <c:v>0</c:v>
                </c:pt>
                <c:pt idx="6221">
                  <c:v>9.8901756990355871E-6</c:v>
                </c:pt>
                <c:pt idx="6222">
                  <c:v>6.2431098136688917E-7</c:v>
                </c:pt>
                <c:pt idx="6223">
                  <c:v>3.2727503009091615E-7</c:v>
                </c:pt>
                <c:pt idx="6224">
                  <c:v>0</c:v>
                </c:pt>
                <c:pt idx="6225">
                  <c:v>1.2147426983422703E-5</c:v>
                </c:pt>
                <c:pt idx="6226">
                  <c:v>3.4590278940282272E-7</c:v>
                </c:pt>
                <c:pt idx="6227">
                  <c:v>1.9549701918028843E-7</c:v>
                </c:pt>
                <c:pt idx="6228">
                  <c:v>4.2287548200018403E-5</c:v>
                </c:pt>
                <c:pt idx="6229">
                  <c:v>1.3942360818441067E-4</c:v>
                </c:pt>
                <c:pt idx="6230">
                  <c:v>9.3600837152117944E-5</c:v>
                </c:pt>
                <c:pt idx="6231">
                  <c:v>8.6143294839336391E-7</c:v>
                </c:pt>
                <c:pt idx="6232">
                  <c:v>9.1124917890059989E-7</c:v>
                </c:pt>
                <c:pt idx="6233">
                  <c:v>2.4336413856683611E-6</c:v>
                </c:pt>
                <c:pt idx="6234">
                  <c:v>0</c:v>
                </c:pt>
                <c:pt idx="6235">
                  <c:v>8.7326212929482752E-7</c:v>
                </c:pt>
                <c:pt idx="6236">
                  <c:v>4.0490581126104707E-7</c:v>
                </c:pt>
                <c:pt idx="6237">
                  <c:v>3.9929186623035896E-5</c:v>
                </c:pt>
                <c:pt idx="6238">
                  <c:v>2.1140718199720247E-5</c:v>
                </c:pt>
                <c:pt idx="6239">
                  <c:v>4.8738745059511293E-5</c:v>
                </c:pt>
                <c:pt idx="6240">
                  <c:v>1.5167588325520586E-6</c:v>
                </c:pt>
                <c:pt idx="6241">
                  <c:v>6.9670793257650724E-6</c:v>
                </c:pt>
                <c:pt idx="6242">
                  <c:v>5.8168065137328031E-6</c:v>
                </c:pt>
                <c:pt idx="6243">
                  <c:v>2.5564800203466441E-5</c:v>
                </c:pt>
                <c:pt idx="6244">
                  <c:v>3.3176708760876493E-4</c:v>
                </c:pt>
                <c:pt idx="6245">
                  <c:v>0</c:v>
                </c:pt>
                <c:pt idx="6246">
                  <c:v>6.9437581727563181E-6</c:v>
                </c:pt>
                <c:pt idx="6247">
                  <c:v>2.6700517785928817E-5</c:v>
                </c:pt>
                <c:pt idx="6248">
                  <c:v>2.8053822252371291E-6</c:v>
                </c:pt>
                <c:pt idx="6249">
                  <c:v>7.8515534686429714E-6</c:v>
                </c:pt>
                <c:pt idx="6250">
                  <c:v>1.1220192169193374E-5</c:v>
                </c:pt>
                <c:pt idx="6251">
                  <c:v>3.6506780281617515E-6</c:v>
                </c:pt>
                <c:pt idx="6252">
                  <c:v>8.7452902818974828E-6</c:v>
                </c:pt>
                <c:pt idx="6253">
                  <c:v>4.2062258465065822E-5</c:v>
                </c:pt>
                <c:pt idx="6254">
                  <c:v>7.4164603725208867E-5</c:v>
                </c:pt>
                <c:pt idx="6255">
                  <c:v>0</c:v>
                </c:pt>
                <c:pt idx="6256">
                  <c:v>1.792866527474279E-7</c:v>
                </c:pt>
                <c:pt idx="6257">
                  <c:v>7.112490237282852E-7</c:v>
                </c:pt>
                <c:pt idx="6258">
                  <c:v>2.6987026530077127E-5</c:v>
                </c:pt>
                <c:pt idx="6259">
                  <c:v>1.4040645232091565E-4</c:v>
                </c:pt>
                <c:pt idx="6260">
                  <c:v>1.2374019159802861E-5</c:v>
                </c:pt>
                <c:pt idx="6261">
                  <c:v>6.3707591125376618E-6</c:v>
                </c:pt>
                <c:pt idx="6262">
                  <c:v>1.6589747049621361E-6</c:v>
                </c:pt>
                <c:pt idx="6263">
                  <c:v>3.6231168860266548E-5</c:v>
                </c:pt>
                <c:pt idx="6264">
                  <c:v>1.0886299180155219E-5</c:v>
                </c:pt>
                <c:pt idx="6265">
                  <c:v>3.3305141115390641E-5</c:v>
                </c:pt>
                <c:pt idx="6266">
                  <c:v>0</c:v>
                </c:pt>
                <c:pt idx="6267">
                  <c:v>3.248621156654512E-5</c:v>
                </c:pt>
                <c:pt idx="6268">
                  <c:v>0</c:v>
                </c:pt>
                <c:pt idx="6269">
                  <c:v>1.15722908596292E-5</c:v>
                </c:pt>
                <c:pt idx="6270">
                  <c:v>6.9169810269689146E-6</c:v>
                </c:pt>
                <c:pt idx="6271">
                  <c:v>1.0759270380012142E-6</c:v>
                </c:pt>
                <c:pt idx="6272">
                  <c:v>1.0116524192440024E-3</c:v>
                </c:pt>
                <c:pt idx="6273">
                  <c:v>1.4446902688339491E-4</c:v>
                </c:pt>
                <c:pt idx="6274">
                  <c:v>1.4668641243562905E-5</c:v>
                </c:pt>
                <c:pt idx="6275">
                  <c:v>1.9825953819630739E-6</c:v>
                </c:pt>
                <c:pt idx="6276">
                  <c:v>2.2547549936887471E-5</c:v>
                </c:pt>
                <c:pt idx="6277">
                  <c:v>1.0355390737839963E-5</c:v>
                </c:pt>
                <c:pt idx="6278">
                  <c:v>1.1919143353539509E-6</c:v>
                </c:pt>
                <c:pt idx="6279">
                  <c:v>2.2731255594343928E-6</c:v>
                </c:pt>
                <c:pt idx="6280">
                  <c:v>1.6709405194234792E-7</c:v>
                </c:pt>
                <c:pt idx="6281">
                  <c:v>1.1915915507752427E-4</c:v>
                </c:pt>
                <c:pt idx="6282">
                  <c:v>4.9842182754625243E-5</c:v>
                </c:pt>
                <c:pt idx="6283">
                  <c:v>5.638628168052529E-6</c:v>
                </c:pt>
                <c:pt idx="6284">
                  <c:v>9.8354973124663642E-6</c:v>
                </c:pt>
                <c:pt idx="6285">
                  <c:v>0</c:v>
                </c:pt>
                <c:pt idx="6286">
                  <c:v>4.8433213519801382E-6</c:v>
                </c:pt>
                <c:pt idx="6287">
                  <c:v>6.1601055046552164E-7</c:v>
                </c:pt>
                <c:pt idx="6288">
                  <c:v>1.1332684209071433E-5</c:v>
                </c:pt>
                <c:pt idx="6289">
                  <c:v>2.1907723233075633E-5</c:v>
                </c:pt>
                <c:pt idx="6290">
                  <c:v>0</c:v>
                </c:pt>
                <c:pt idx="6291">
                  <c:v>7.8378023034215998E-6</c:v>
                </c:pt>
                <c:pt idx="6292">
                  <c:v>2.3313571528832858E-4</c:v>
                </c:pt>
                <c:pt idx="6293">
                  <c:v>0</c:v>
                </c:pt>
                <c:pt idx="6294">
                  <c:v>2.2290691052927694E-7</c:v>
                </c:pt>
                <c:pt idx="6295">
                  <c:v>0</c:v>
                </c:pt>
                <c:pt idx="6296">
                  <c:v>0</c:v>
                </c:pt>
                <c:pt idx="6297">
                  <c:v>3.0179075183495589E-5</c:v>
                </c:pt>
                <c:pt idx="6298">
                  <c:v>0</c:v>
                </c:pt>
                <c:pt idx="6299">
                  <c:v>4.3076421226797856E-6</c:v>
                </c:pt>
                <c:pt idx="6300">
                  <c:v>0</c:v>
                </c:pt>
                <c:pt idx="6301">
                  <c:v>0</c:v>
                </c:pt>
                <c:pt idx="6302">
                  <c:v>0</c:v>
                </c:pt>
                <c:pt idx="6303">
                  <c:v>2.1621970321339854E-6</c:v>
                </c:pt>
                <c:pt idx="6304">
                  <c:v>0</c:v>
                </c:pt>
                <c:pt idx="6305">
                  <c:v>0</c:v>
                </c:pt>
                <c:pt idx="6306">
                  <c:v>2.747897765822937E-5</c:v>
                </c:pt>
                <c:pt idx="6307">
                  <c:v>3.3784328626873674E-7</c:v>
                </c:pt>
                <c:pt idx="6308">
                  <c:v>2.4665166790509205E-5</c:v>
                </c:pt>
                <c:pt idx="6309">
                  <c:v>1.6638408678792446E-5</c:v>
                </c:pt>
                <c:pt idx="6310">
                  <c:v>5.0305725506190171E-6</c:v>
                </c:pt>
                <c:pt idx="6311">
                  <c:v>0</c:v>
                </c:pt>
                <c:pt idx="6312">
                  <c:v>0</c:v>
                </c:pt>
                <c:pt idx="6313">
                  <c:v>8.8827733785063932E-6</c:v>
                </c:pt>
                <c:pt idx="6314">
                  <c:v>5.270836181536599E-6</c:v>
                </c:pt>
                <c:pt idx="6315">
                  <c:v>2.1923205201977785E-5</c:v>
                </c:pt>
                <c:pt idx="6316">
                  <c:v>6.8673207920410526E-6</c:v>
                </c:pt>
                <c:pt idx="6317">
                  <c:v>6.6663251924024719E-6</c:v>
                </c:pt>
                <c:pt idx="6318">
                  <c:v>8.9386916412243048E-5</c:v>
                </c:pt>
                <c:pt idx="6319">
                  <c:v>1.1664199773749687E-4</c:v>
                </c:pt>
                <c:pt idx="6320">
                  <c:v>2.8103292050482256E-5</c:v>
                </c:pt>
                <c:pt idx="6321">
                  <c:v>9.4501618537324799E-8</c:v>
                </c:pt>
                <c:pt idx="6322">
                  <c:v>1.2543630528656041E-5</c:v>
                </c:pt>
                <c:pt idx="6323">
                  <c:v>0</c:v>
                </c:pt>
                <c:pt idx="6324">
                  <c:v>2.4554918976915919E-5</c:v>
                </c:pt>
                <c:pt idx="6325">
                  <c:v>0</c:v>
                </c:pt>
                <c:pt idx="6326">
                  <c:v>3.6834702421362715E-7</c:v>
                </c:pt>
                <c:pt idx="6327">
                  <c:v>1.4832462732513285E-5</c:v>
                </c:pt>
                <c:pt idx="6328">
                  <c:v>2.3349859958250402E-7</c:v>
                </c:pt>
                <c:pt idx="6329">
                  <c:v>8.2056813363718821E-8</c:v>
                </c:pt>
                <c:pt idx="6330">
                  <c:v>1.7614639772985656E-6</c:v>
                </c:pt>
                <c:pt idx="6331">
                  <c:v>0</c:v>
                </c:pt>
                <c:pt idx="6332">
                  <c:v>5.3798741320869324E-6</c:v>
                </c:pt>
                <c:pt idx="6333">
                  <c:v>4.2415482125137136E-5</c:v>
                </c:pt>
                <c:pt idx="6334">
                  <c:v>8.5462333285928208E-7</c:v>
                </c:pt>
                <c:pt idx="6335">
                  <c:v>4.0365691346657328E-6</c:v>
                </c:pt>
                <c:pt idx="6336">
                  <c:v>4.2293392345068519E-5</c:v>
                </c:pt>
                <c:pt idx="6337">
                  <c:v>9.9037696227116223E-5</c:v>
                </c:pt>
                <c:pt idx="6338">
                  <c:v>3.1001746168198553E-7</c:v>
                </c:pt>
                <c:pt idx="6339">
                  <c:v>0</c:v>
                </c:pt>
                <c:pt idx="6340">
                  <c:v>0</c:v>
                </c:pt>
                <c:pt idx="6341">
                  <c:v>1.8617741303773318E-5</c:v>
                </c:pt>
                <c:pt idx="6342">
                  <c:v>0</c:v>
                </c:pt>
                <c:pt idx="6343">
                  <c:v>0</c:v>
                </c:pt>
                <c:pt idx="6344">
                  <c:v>0</c:v>
                </c:pt>
                <c:pt idx="6345">
                  <c:v>0</c:v>
                </c:pt>
                <c:pt idx="6346">
                  <c:v>0</c:v>
                </c:pt>
                <c:pt idx="6347">
                  <c:v>2.926540568971159E-5</c:v>
                </c:pt>
                <c:pt idx="6348">
                  <c:v>3.4535091485473487E-5</c:v>
                </c:pt>
                <c:pt idx="6349">
                  <c:v>4.870832425871456E-5</c:v>
                </c:pt>
                <c:pt idx="6350">
                  <c:v>7.3316651822354071E-6</c:v>
                </c:pt>
                <c:pt idx="6351">
                  <c:v>0</c:v>
                </c:pt>
                <c:pt idx="6352">
                  <c:v>3.7279259174724031E-7</c:v>
                </c:pt>
                <c:pt idx="6353">
                  <c:v>4.2877466569436741E-5</c:v>
                </c:pt>
                <c:pt idx="6354">
                  <c:v>2.3149861157751412E-7</c:v>
                </c:pt>
                <c:pt idx="6355">
                  <c:v>4.9498388135809137E-5</c:v>
                </c:pt>
                <c:pt idx="6356">
                  <c:v>5.065462569088759E-5</c:v>
                </c:pt>
                <c:pt idx="6357">
                  <c:v>1.4340870807354818E-4</c:v>
                </c:pt>
                <c:pt idx="6358">
                  <c:v>0</c:v>
                </c:pt>
                <c:pt idx="6359">
                  <c:v>3.4068230548329725E-7</c:v>
                </c:pt>
                <c:pt idx="6360">
                  <c:v>0</c:v>
                </c:pt>
                <c:pt idx="6361">
                  <c:v>2.1344491926297915E-7</c:v>
                </c:pt>
                <c:pt idx="6362">
                  <c:v>7.1396818877415196E-5</c:v>
                </c:pt>
                <c:pt idx="6363">
                  <c:v>1.0268146825318671E-5</c:v>
                </c:pt>
                <c:pt idx="6364">
                  <c:v>1.7834189488261642E-5</c:v>
                </c:pt>
                <c:pt idx="6365">
                  <c:v>0</c:v>
                </c:pt>
                <c:pt idx="6366">
                  <c:v>2.730650283015821E-5</c:v>
                </c:pt>
                <c:pt idx="6367">
                  <c:v>1.2531781524065336E-5</c:v>
                </c:pt>
                <c:pt idx="6368">
                  <c:v>1.448894918440293E-6</c:v>
                </c:pt>
                <c:pt idx="6369">
                  <c:v>0</c:v>
                </c:pt>
                <c:pt idx="6370">
                  <c:v>4.7785161231928318E-5</c:v>
                </c:pt>
                <c:pt idx="6371">
                  <c:v>0</c:v>
                </c:pt>
                <c:pt idx="6372">
                  <c:v>1.3931681908079758E-7</c:v>
                </c:pt>
                <c:pt idx="6373">
                  <c:v>9.8151072786621839E-6</c:v>
                </c:pt>
                <c:pt idx="6374">
                  <c:v>1.1230247743078121E-4</c:v>
                </c:pt>
                <c:pt idx="6375">
                  <c:v>5.990192660768552E-5</c:v>
                </c:pt>
                <c:pt idx="6376">
                  <c:v>3.0158173400400641E-5</c:v>
                </c:pt>
                <c:pt idx="6377">
                  <c:v>8.194278797880175E-8</c:v>
                </c:pt>
                <c:pt idx="6378">
                  <c:v>0</c:v>
                </c:pt>
                <c:pt idx="6379">
                  <c:v>3.4189593201682352E-6</c:v>
                </c:pt>
                <c:pt idx="6380">
                  <c:v>0</c:v>
                </c:pt>
                <c:pt idx="6381">
                  <c:v>1.1279519027986207E-5</c:v>
                </c:pt>
                <c:pt idx="6382">
                  <c:v>4.5970464759447048E-5</c:v>
                </c:pt>
                <c:pt idx="6383">
                  <c:v>2.4404029708058499E-7</c:v>
                </c:pt>
                <c:pt idx="6384">
                  <c:v>1.4421613844102916E-5</c:v>
                </c:pt>
                <c:pt idx="6385">
                  <c:v>0</c:v>
                </c:pt>
                <c:pt idx="6386">
                  <c:v>0</c:v>
                </c:pt>
                <c:pt idx="6387">
                  <c:v>3.8066849157288482E-7</c:v>
                </c:pt>
                <c:pt idx="6388">
                  <c:v>0</c:v>
                </c:pt>
                <c:pt idx="6389">
                  <c:v>1.2742229286977398E-5</c:v>
                </c:pt>
                <c:pt idx="6390">
                  <c:v>1.0793929290459305E-5</c:v>
                </c:pt>
                <c:pt idx="6391">
                  <c:v>2.0611758950019428E-5</c:v>
                </c:pt>
                <c:pt idx="6392">
                  <c:v>1.0665248841102087E-5</c:v>
                </c:pt>
                <c:pt idx="6393">
                  <c:v>0</c:v>
                </c:pt>
                <c:pt idx="6394">
                  <c:v>0</c:v>
                </c:pt>
                <c:pt idx="6395">
                  <c:v>2.0687143142860767E-4</c:v>
                </c:pt>
                <c:pt idx="6396">
                  <c:v>9.6964314579191037E-6</c:v>
                </c:pt>
                <c:pt idx="6397">
                  <c:v>1.1088189908379361E-5</c:v>
                </c:pt>
                <c:pt idx="6398">
                  <c:v>0</c:v>
                </c:pt>
                <c:pt idx="6399">
                  <c:v>6.6577976586062288E-4</c:v>
                </c:pt>
                <c:pt idx="6400">
                  <c:v>3.6714073785560691E-5</c:v>
                </c:pt>
                <c:pt idx="6401">
                  <c:v>8.062667272873191E-7</c:v>
                </c:pt>
                <c:pt idx="6402">
                  <c:v>2.0362318405064119E-7</c:v>
                </c:pt>
                <c:pt idx="6403">
                  <c:v>2.6702561122449083E-6</c:v>
                </c:pt>
                <c:pt idx="6404">
                  <c:v>4.5116768833942435E-6</c:v>
                </c:pt>
                <c:pt idx="6405">
                  <c:v>0</c:v>
                </c:pt>
                <c:pt idx="6406">
                  <c:v>0</c:v>
                </c:pt>
                <c:pt idx="6407">
                  <c:v>7.1809038476107097E-7</c:v>
                </c:pt>
                <c:pt idx="6408">
                  <c:v>2.1674953541107063E-7</c:v>
                </c:pt>
                <c:pt idx="6409">
                  <c:v>0</c:v>
                </c:pt>
                <c:pt idx="6410">
                  <c:v>0</c:v>
                </c:pt>
                <c:pt idx="6411">
                  <c:v>1.7078965498688634E-7</c:v>
                </c:pt>
                <c:pt idx="6412">
                  <c:v>8.1892775725525164E-5</c:v>
                </c:pt>
                <c:pt idx="6413">
                  <c:v>1.0586424638044764E-5</c:v>
                </c:pt>
                <c:pt idx="6414">
                  <c:v>6.2192937888799103E-6</c:v>
                </c:pt>
                <c:pt idx="6415">
                  <c:v>6.8706610490435063E-7</c:v>
                </c:pt>
                <c:pt idx="6416">
                  <c:v>1.0864416718300881E-5</c:v>
                </c:pt>
                <c:pt idx="6417">
                  <c:v>4.9118515041662605E-8</c:v>
                </c:pt>
                <c:pt idx="6418">
                  <c:v>2.2649254354894307E-5</c:v>
                </c:pt>
                <c:pt idx="6419">
                  <c:v>7.2273995503085952E-6</c:v>
                </c:pt>
                <c:pt idx="6420">
                  <c:v>2.1242946789412669E-5</c:v>
                </c:pt>
                <c:pt idx="6421">
                  <c:v>1.0408764947534861E-5</c:v>
                </c:pt>
                <c:pt idx="6422">
                  <c:v>0</c:v>
                </c:pt>
                <c:pt idx="6423">
                  <c:v>1.3618356322350023E-4</c:v>
                </c:pt>
                <c:pt idx="6424">
                  <c:v>7.1699567303616077E-5</c:v>
                </c:pt>
                <c:pt idx="6425">
                  <c:v>5.6274648031248938E-7</c:v>
                </c:pt>
                <c:pt idx="6426">
                  <c:v>6.8429082103116887E-6</c:v>
                </c:pt>
                <c:pt idx="6427">
                  <c:v>0</c:v>
                </c:pt>
                <c:pt idx="6428">
                  <c:v>9.3513598606772975E-7</c:v>
                </c:pt>
                <c:pt idx="6429">
                  <c:v>0</c:v>
                </c:pt>
                <c:pt idx="6430">
                  <c:v>2.6587276209465149E-5</c:v>
                </c:pt>
                <c:pt idx="6431">
                  <c:v>1.5599412377952851E-5</c:v>
                </c:pt>
                <c:pt idx="6432">
                  <c:v>4.7788819933727146E-5</c:v>
                </c:pt>
                <c:pt idx="6433">
                  <c:v>2.9501074631596802E-5</c:v>
                </c:pt>
                <c:pt idx="6434">
                  <c:v>5.5299156832071347E-6</c:v>
                </c:pt>
                <c:pt idx="6435">
                  <c:v>3.0367935844578489E-7</c:v>
                </c:pt>
                <c:pt idx="6436">
                  <c:v>1.2677131739291723E-5</c:v>
                </c:pt>
                <c:pt idx="6437">
                  <c:v>9.7632075057823696E-7</c:v>
                </c:pt>
                <c:pt idx="6438">
                  <c:v>1.2413448514339083E-6</c:v>
                </c:pt>
                <c:pt idx="6439">
                  <c:v>0</c:v>
                </c:pt>
                <c:pt idx="6440">
                  <c:v>1.0192493306761181E-5</c:v>
                </c:pt>
                <c:pt idx="6441">
                  <c:v>1.588552921567825E-6</c:v>
                </c:pt>
                <c:pt idx="6442">
                  <c:v>3.1106886687744817E-6</c:v>
                </c:pt>
                <c:pt idx="6443">
                  <c:v>2.1056700214253101E-6</c:v>
                </c:pt>
                <c:pt idx="6444">
                  <c:v>7.3195566422951651E-8</c:v>
                </c:pt>
                <c:pt idx="6445">
                  <c:v>5.0402597147649026E-5</c:v>
                </c:pt>
                <c:pt idx="6446">
                  <c:v>4.5268685484343034E-7</c:v>
                </c:pt>
                <c:pt idx="6447">
                  <c:v>1.8021797141019936E-5</c:v>
                </c:pt>
                <c:pt idx="6448">
                  <c:v>1.8600756532956648E-6</c:v>
                </c:pt>
                <c:pt idx="6449">
                  <c:v>5.4580865621976797E-5</c:v>
                </c:pt>
                <c:pt idx="6450">
                  <c:v>6.7761160551207646E-6</c:v>
                </c:pt>
                <c:pt idx="6451">
                  <c:v>5.1425226710213758E-6</c:v>
                </c:pt>
                <c:pt idx="6452">
                  <c:v>4.0103174245462194E-5</c:v>
                </c:pt>
                <c:pt idx="6453">
                  <c:v>1.0864606123459593E-5</c:v>
                </c:pt>
                <c:pt idx="6454">
                  <c:v>0</c:v>
                </c:pt>
                <c:pt idx="6455">
                  <c:v>2.3396673335970988E-4</c:v>
                </c:pt>
                <c:pt idx="6456">
                  <c:v>0</c:v>
                </c:pt>
                <c:pt idx="6457">
                  <c:v>7.8195041529889193E-5</c:v>
                </c:pt>
                <c:pt idx="6458">
                  <c:v>1.2147174337831407E-7</c:v>
                </c:pt>
                <c:pt idx="6459">
                  <c:v>3.8642997381735626E-5</c:v>
                </c:pt>
                <c:pt idx="6460">
                  <c:v>5.2915158391574393E-6</c:v>
                </c:pt>
                <c:pt idx="6461">
                  <c:v>2.4229394121856988E-5</c:v>
                </c:pt>
                <c:pt idx="6462">
                  <c:v>4.4275951998884129E-5</c:v>
                </c:pt>
                <c:pt idx="6463">
                  <c:v>1.1903987664401305E-5</c:v>
                </c:pt>
                <c:pt idx="6464">
                  <c:v>1.2340984422083498E-6</c:v>
                </c:pt>
                <c:pt idx="6465">
                  <c:v>0</c:v>
                </c:pt>
                <c:pt idx="6466">
                  <c:v>1.420259555076835E-4</c:v>
                </c:pt>
                <c:pt idx="6467">
                  <c:v>0</c:v>
                </c:pt>
                <c:pt idx="6468">
                  <c:v>9.1698740744962468E-5</c:v>
                </c:pt>
                <c:pt idx="6469">
                  <c:v>0</c:v>
                </c:pt>
                <c:pt idx="6470">
                  <c:v>0</c:v>
                </c:pt>
                <c:pt idx="6471">
                  <c:v>0</c:v>
                </c:pt>
                <c:pt idx="6472">
                  <c:v>0</c:v>
                </c:pt>
                <c:pt idx="6473">
                  <c:v>0</c:v>
                </c:pt>
                <c:pt idx="6474">
                  <c:v>2.096007327068647E-5</c:v>
                </c:pt>
                <c:pt idx="6475">
                  <c:v>9.1559239515195243E-5</c:v>
                </c:pt>
                <c:pt idx="6476">
                  <c:v>9.3340746195948091E-6</c:v>
                </c:pt>
                <c:pt idx="6477">
                  <c:v>2.6779167744234664E-7</c:v>
                </c:pt>
                <c:pt idx="6478">
                  <c:v>0</c:v>
                </c:pt>
                <c:pt idx="6479">
                  <c:v>2.0126013744185687E-5</c:v>
                </c:pt>
                <c:pt idx="6480">
                  <c:v>1.3801257651919088E-5</c:v>
                </c:pt>
                <c:pt idx="6481">
                  <c:v>2.642127850558163E-5</c:v>
                </c:pt>
                <c:pt idx="6482">
                  <c:v>1.9948841665521922E-5</c:v>
                </c:pt>
                <c:pt idx="6483">
                  <c:v>3.8991290553029411E-7</c:v>
                </c:pt>
                <c:pt idx="6484">
                  <c:v>3.867591874380518E-5</c:v>
                </c:pt>
                <c:pt idx="6485">
                  <c:v>4.8164019716682634E-5</c:v>
                </c:pt>
                <c:pt idx="6486">
                  <c:v>4.1184705373980556E-5</c:v>
                </c:pt>
                <c:pt idx="6487">
                  <c:v>1.5488517422163225E-7</c:v>
                </c:pt>
                <c:pt idx="6488">
                  <c:v>8.5075489721235038E-6</c:v>
                </c:pt>
                <c:pt idx="6489">
                  <c:v>3.2204233087746971E-5</c:v>
                </c:pt>
                <c:pt idx="6490">
                  <c:v>1.5906862033530612E-6</c:v>
                </c:pt>
                <c:pt idx="6491">
                  <c:v>2.2890319153101876E-6</c:v>
                </c:pt>
                <c:pt idx="6492">
                  <c:v>1.9546045489989287E-6</c:v>
                </c:pt>
                <c:pt idx="6493">
                  <c:v>3.9208225166079224E-5</c:v>
                </c:pt>
                <c:pt idx="6494">
                  <c:v>1.8012416413869566E-5</c:v>
                </c:pt>
                <c:pt idx="6495">
                  <c:v>0</c:v>
                </c:pt>
                <c:pt idx="6496">
                  <c:v>1.7615776958969418E-5</c:v>
                </c:pt>
                <c:pt idx="6497">
                  <c:v>9.0561358092345309E-6</c:v>
                </c:pt>
                <c:pt idx="6498">
                  <c:v>0</c:v>
                </c:pt>
                <c:pt idx="6499">
                  <c:v>0</c:v>
                </c:pt>
                <c:pt idx="6500">
                  <c:v>0</c:v>
                </c:pt>
                <c:pt idx="6501">
                  <c:v>2.3544580541431544E-5</c:v>
                </c:pt>
                <c:pt idx="6502">
                  <c:v>5.0709754586264613E-5</c:v>
                </c:pt>
                <c:pt idx="6503">
                  <c:v>0</c:v>
                </c:pt>
                <c:pt idx="6504">
                  <c:v>3.4539888692236191E-7</c:v>
                </c:pt>
                <c:pt idx="6505">
                  <c:v>0</c:v>
                </c:pt>
                <c:pt idx="6506">
                  <c:v>1.9411351445934655E-5</c:v>
                </c:pt>
                <c:pt idx="6507">
                  <c:v>0</c:v>
                </c:pt>
                <c:pt idx="6508">
                  <c:v>0</c:v>
                </c:pt>
                <c:pt idx="6509">
                  <c:v>0</c:v>
                </c:pt>
                <c:pt idx="6510">
                  <c:v>0</c:v>
                </c:pt>
                <c:pt idx="6511">
                  <c:v>2.304391688319988E-5</c:v>
                </c:pt>
                <c:pt idx="6512">
                  <c:v>0</c:v>
                </c:pt>
                <c:pt idx="6513">
                  <c:v>1.323936307139724E-6</c:v>
                </c:pt>
                <c:pt idx="6514">
                  <c:v>7.8421654015222418E-6</c:v>
                </c:pt>
                <c:pt idx="6515">
                  <c:v>6.1799866141432791E-6</c:v>
                </c:pt>
                <c:pt idx="6516">
                  <c:v>4.317790449893762E-6</c:v>
                </c:pt>
                <c:pt idx="6517">
                  <c:v>1.2622896806425543E-6</c:v>
                </c:pt>
                <c:pt idx="6518">
                  <c:v>7.2574295110513177E-6</c:v>
                </c:pt>
                <c:pt idx="6519">
                  <c:v>2.9948528329036555E-4</c:v>
                </c:pt>
                <c:pt idx="6520">
                  <c:v>6.5702119760977438E-6</c:v>
                </c:pt>
                <c:pt idx="6521">
                  <c:v>3.2869564389381787E-4</c:v>
                </c:pt>
                <c:pt idx="6522">
                  <c:v>5.4179476323633908E-5</c:v>
                </c:pt>
                <c:pt idx="6523">
                  <c:v>0</c:v>
                </c:pt>
                <c:pt idx="6524">
                  <c:v>1.4973663657437615E-7</c:v>
                </c:pt>
                <c:pt idx="6525">
                  <c:v>1.0991410195962108E-6</c:v>
                </c:pt>
                <c:pt idx="6526">
                  <c:v>4.7520813893054533E-8</c:v>
                </c:pt>
                <c:pt idx="6527">
                  <c:v>4.9634261014583144E-7</c:v>
                </c:pt>
                <c:pt idx="6528">
                  <c:v>2.2420671071996209E-4</c:v>
                </c:pt>
                <c:pt idx="6529">
                  <c:v>6.1989593811180988E-8</c:v>
                </c:pt>
                <c:pt idx="6530">
                  <c:v>8.9652072064092596E-5</c:v>
                </c:pt>
                <c:pt idx="6531">
                  <c:v>1.4335233077075217E-5</c:v>
                </c:pt>
                <c:pt idx="6532">
                  <c:v>0</c:v>
                </c:pt>
                <c:pt idx="6533">
                  <c:v>1.9762787331371667E-5</c:v>
                </c:pt>
                <c:pt idx="6534">
                  <c:v>1.6204938687832636E-6</c:v>
                </c:pt>
                <c:pt idx="6535">
                  <c:v>5.4243920301442552E-5</c:v>
                </c:pt>
                <c:pt idx="6536">
                  <c:v>8.0351234640621203E-7</c:v>
                </c:pt>
                <c:pt idx="6537">
                  <c:v>2.2759968759305136E-5</c:v>
                </c:pt>
                <c:pt idx="6538">
                  <c:v>0</c:v>
                </c:pt>
                <c:pt idx="6539">
                  <c:v>4.7055430514341569E-7</c:v>
                </c:pt>
                <c:pt idx="6540">
                  <c:v>5.7314699327607564E-7</c:v>
                </c:pt>
                <c:pt idx="6541">
                  <c:v>0</c:v>
                </c:pt>
                <c:pt idx="6542">
                  <c:v>0</c:v>
                </c:pt>
                <c:pt idx="6543">
                  <c:v>0</c:v>
                </c:pt>
                <c:pt idx="6544">
                  <c:v>1.3496860375368225E-7</c:v>
                </c:pt>
                <c:pt idx="6545">
                  <c:v>3.8336826810886278E-8</c:v>
                </c:pt>
                <c:pt idx="6546">
                  <c:v>6.9507461089940503E-7</c:v>
                </c:pt>
                <c:pt idx="6547">
                  <c:v>1.4921615969887652E-5</c:v>
                </c:pt>
                <c:pt idx="6548">
                  <c:v>2.2309899012720768E-4</c:v>
                </c:pt>
                <c:pt idx="6549">
                  <c:v>3.6087696287673503E-5</c:v>
                </c:pt>
                <c:pt idx="6550">
                  <c:v>0</c:v>
                </c:pt>
                <c:pt idx="6551">
                  <c:v>6.3932496514902255E-8</c:v>
                </c:pt>
                <c:pt idx="6552">
                  <c:v>4.0331767688720804E-5</c:v>
                </c:pt>
                <c:pt idx="6553">
                  <c:v>2.8156374128526095E-5</c:v>
                </c:pt>
                <c:pt idx="6554">
                  <c:v>3.03395280467818E-7</c:v>
                </c:pt>
                <c:pt idx="6555">
                  <c:v>0</c:v>
                </c:pt>
                <c:pt idx="6556">
                  <c:v>4.6004192173063502E-7</c:v>
                </c:pt>
                <c:pt idx="6557">
                  <c:v>0</c:v>
                </c:pt>
                <c:pt idx="6558">
                  <c:v>0</c:v>
                </c:pt>
                <c:pt idx="6559">
                  <c:v>0</c:v>
                </c:pt>
                <c:pt idx="6560">
                  <c:v>8.8614632464507815E-7</c:v>
                </c:pt>
                <c:pt idx="6561">
                  <c:v>1.44033166503005E-6</c:v>
                </c:pt>
                <c:pt idx="6562">
                  <c:v>3.1232375059812833E-5</c:v>
                </c:pt>
                <c:pt idx="6563">
                  <c:v>4.3459956869952405E-5</c:v>
                </c:pt>
                <c:pt idx="6564">
                  <c:v>2.0913198151486841E-5</c:v>
                </c:pt>
                <c:pt idx="6565">
                  <c:v>2.2667450740252789E-6</c:v>
                </c:pt>
                <c:pt idx="6566">
                  <c:v>0</c:v>
                </c:pt>
                <c:pt idx="6567">
                  <c:v>5.694724647982489E-7</c:v>
                </c:pt>
                <c:pt idx="6568">
                  <c:v>9.7484086209828109E-8</c:v>
                </c:pt>
                <c:pt idx="6569">
                  <c:v>0</c:v>
                </c:pt>
                <c:pt idx="6570">
                  <c:v>4.8955404501147017E-8</c:v>
                </c:pt>
                <c:pt idx="6571">
                  <c:v>0</c:v>
                </c:pt>
                <c:pt idx="6572">
                  <c:v>6.4391593532674154E-6</c:v>
                </c:pt>
                <c:pt idx="6573">
                  <c:v>0</c:v>
                </c:pt>
                <c:pt idx="6574">
                  <c:v>6.5273872668195693E-6</c:v>
                </c:pt>
                <c:pt idx="6575">
                  <c:v>0</c:v>
                </c:pt>
                <c:pt idx="6576">
                  <c:v>1.0801165918925493E-6</c:v>
                </c:pt>
                <c:pt idx="6577">
                  <c:v>0</c:v>
                </c:pt>
                <c:pt idx="6578">
                  <c:v>6.3145734070378305E-6</c:v>
                </c:pt>
                <c:pt idx="6579">
                  <c:v>0</c:v>
                </c:pt>
                <c:pt idx="6580">
                  <c:v>0</c:v>
                </c:pt>
                <c:pt idx="6581">
                  <c:v>3.1381669552017301E-7</c:v>
                </c:pt>
                <c:pt idx="6582">
                  <c:v>7.5383195363532907E-5</c:v>
                </c:pt>
                <c:pt idx="6583">
                  <c:v>1.5851884399809323E-6</c:v>
                </c:pt>
                <c:pt idx="6584">
                  <c:v>0</c:v>
                </c:pt>
                <c:pt idx="6585">
                  <c:v>1.0005252441897627E-4</c:v>
                </c:pt>
                <c:pt idx="6586">
                  <c:v>1.3045784821374963E-5</c:v>
                </c:pt>
                <c:pt idx="6587">
                  <c:v>0</c:v>
                </c:pt>
                <c:pt idx="6588">
                  <c:v>3.9225698370572389E-5</c:v>
                </c:pt>
                <c:pt idx="6589">
                  <c:v>0</c:v>
                </c:pt>
                <c:pt idx="6590">
                  <c:v>5.8501001951677272E-7</c:v>
                </c:pt>
                <c:pt idx="6591">
                  <c:v>4.4555134603879513E-6</c:v>
                </c:pt>
                <c:pt idx="6592">
                  <c:v>0</c:v>
                </c:pt>
                <c:pt idx="6593">
                  <c:v>5.424670709104536E-6</c:v>
                </c:pt>
                <c:pt idx="6594">
                  <c:v>0</c:v>
                </c:pt>
                <c:pt idx="6595">
                  <c:v>2.5374704378910503E-5</c:v>
                </c:pt>
                <c:pt idx="6596">
                  <c:v>2.5390642054362885E-5</c:v>
                </c:pt>
                <c:pt idx="6597">
                  <c:v>0</c:v>
                </c:pt>
                <c:pt idx="6598">
                  <c:v>2.5318466418430651E-7</c:v>
                </c:pt>
                <c:pt idx="6599">
                  <c:v>2.0432949936666101E-3</c:v>
                </c:pt>
                <c:pt idx="6600">
                  <c:v>6.0531831806662707E-8</c:v>
                </c:pt>
                <c:pt idx="6601">
                  <c:v>1.6632284862569098E-6</c:v>
                </c:pt>
                <c:pt idx="6602">
                  <c:v>7.3393279712000905E-6</c:v>
                </c:pt>
                <c:pt idx="6603">
                  <c:v>1.2690380483984421E-5</c:v>
                </c:pt>
                <c:pt idx="6604">
                  <c:v>0</c:v>
                </c:pt>
                <c:pt idx="6605">
                  <c:v>9.2035657402904892E-6</c:v>
                </c:pt>
                <c:pt idx="6606">
                  <c:v>1.8491839306478368E-5</c:v>
                </c:pt>
                <c:pt idx="6607">
                  <c:v>2.9473131742442893E-5</c:v>
                </c:pt>
                <c:pt idx="6608">
                  <c:v>0</c:v>
                </c:pt>
                <c:pt idx="6609">
                  <c:v>3.0829805591264191E-7</c:v>
                </c:pt>
                <c:pt idx="6610">
                  <c:v>0</c:v>
                </c:pt>
                <c:pt idx="6611">
                  <c:v>3.4953549472111388E-5</c:v>
                </c:pt>
                <c:pt idx="6612">
                  <c:v>1.6593991037098924E-7</c:v>
                </c:pt>
                <c:pt idx="6613">
                  <c:v>0</c:v>
                </c:pt>
                <c:pt idx="6614">
                  <c:v>0</c:v>
                </c:pt>
                <c:pt idx="6615">
                  <c:v>4.0593667693276914E-4</c:v>
                </c:pt>
                <c:pt idx="6616">
                  <c:v>1.0884211766548258E-5</c:v>
                </c:pt>
                <c:pt idx="6617">
                  <c:v>3.7219637463922662E-5</c:v>
                </c:pt>
                <c:pt idx="6618">
                  <c:v>5.5918888762085739E-6</c:v>
                </c:pt>
                <c:pt idx="6619">
                  <c:v>0</c:v>
                </c:pt>
                <c:pt idx="6620">
                  <c:v>3.6157141005585103E-7</c:v>
                </c:pt>
                <c:pt idx="6621">
                  <c:v>1.4921058565541884E-6</c:v>
                </c:pt>
                <c:pt idx="6622">
                  <c:v>4.5360776897915941E-6</c:v>
                </c:pt>
                <c:pt idx="6623">
                  <c:v>2.223861631958188E-5</c:v>
                </c:pt>
                <c:pt idx="6624">
                  <c:v>0</c:v>
                </c:pt>
                <c:pt idx="6625">
                  <c:v>1.0837547953101392E-5</c:v>
                </c:pt>
                <c:pt idx="6626">
                  <c:v>8.6765530984510233E-8</c:v>
                </c:pt>
                <c:pt idx="6627">
                  <c:v>3.1838621421278017E-5</c:v>
                </c:pt>
                <c:pt idx="6628">
                  <c:v>6.512641660360755E-7</c:v>
                </c:pt>
                <c:pt idx="6629">
                  <c:v>1.3990686678514004E-5</c:v>
                </c:pt>
                <c:pt idx="6630">
                  <c:v>3.2032548624207322E-7</c:v>
                </c:pt>
                <c:pt idx="6631">
                  <c:v>6.8828967518874194E-5</c:v>
                </c:pt>
                <c:pt idx="6632">
                  <c:v>0</c:v>
                </c:pt>
                <c:pt idx="6633">
                  <c:v>7.6173681000781693E-6</c:v>
                </c:pt>
                <c:pt idx="6634">
                  <c:v>3.9867392028409548E-5</c:v>
                </c:pt>
                <c:pt idx="6635">
                  <c:v>5.6064795843004664E-6</c:v>
                </c:pt>
                <c:pt idx="6636">
                  <c:v>2.7486868370014568E-5</c:v>
                </c:pt>
                <c:pt idx="6637">
                  <c:v>5.1287164943302822E-4</c:v>
                </c:pt>
                <c:pt idx="6638">
                  <c:v>0</c:v>
                </c:pt>
                <c:pt idx="6639">
                  <c:v>0</c:v>
                </c:pt>
                <c:pt idx="6640">
                  <c:v>3.9669020842934533E-6</c:v>
                </c:pt>
                <c:pt idx="6641">
                  <c:v>0</c:v>
                </c:pt>
                <c:pt idx="6642">
                  <c:v>2.571493001546862E-6</c:v>
                </c:pt>
                <c:pt idx="6643">
                  <c:v>1.7791553507394817E-6</c:v>
                </c:pt>
                <c:pt idx="6644">
                  <c:v>0</c:v>
                </c:pt>
                <c:pt idx="6645">
                  <c:v>2.4646805547641254E-5</c:v>
                </c:pt>
                <c:pt idx="6646">
                  <c:v>0</c:v>
                </c:pt>
                <c:pt idx="6647">
                  <c:v>0</c:v>
                </c:pt>
                <c:pt idx="6648">
                  <c:v>0</c:v>
                </c:pt>
                <c:pt idx="6649">
                  <c:v>1.026226797506442E-5</c:v>
                </c:pt>
                <c:pt idx="6650">
                  <c:v>0</c:v>
                </c:pt>
                <c:pt idx="6651">
                  <c:v>9.3144479014410075E-5</c:v>
                </c:pt>
                <c:pt idx="6652">
                  <c:v>4.8067500969867341E-5</c:v>
                </c:pt>
                <c:pt idx="6653">
                  <c:v>1.2860860269056661E-5</c:v>
                </c:pt>
                <c:pt idx="6654">
                  <c:v>0</c:v>
                </c:pt>
                <c:pt idx="6655">
                  <c:v>0</c:v>
                </c:pt>
                <c:pt idx="6656">
                  <c:v>0</c:v>
                </c:pt>
                <c:pt idx="6657">
                  <c:v>3.4267978985479263E-3</c:v>
                </c:pt>
                <c:pt idx="6658">
                  <c:v>2.8169468376393392E-5</c:v>
                </c:pt>
                <c:pt idx="6659">
                  <c:v>0</c:v>
                </c:pt>
                <c:pt idx="6660">
                  <c:v>2.9377677067037873E-7</c:v>
                </c:pt>
                <c:pt idx="6661">
                  <c:v>5.2675333729482173E-6</c:v>
                </c:pt>
                <c:pt idx="6662">
                  <c:v>2.3128321903877878E-5</c:v>
                </c:pt>
                <c:pt idx="6663">
                  <c:v>2.1431468380182704E-5</c:v>
                </c:pt>
                <c:pt idx="6664">
                  <c:v>1.5444264515242753E-7</c:v>
                </c:pt>
                <c:pt idx="6665">
                  <c:v>0</c:v>
                </c:pt>
                <c:pt idx="6666">
                  <c:v>1.860267563516326E-5</c:v>
                </c:pt>
                <c:pt idx="6667">
                  <c:v>0</c:v>
                </c:pt>
                <c:pt idx="6668">
                  <c:v>1.3279814055165356E-5</c:v>
                </c:pt>
                <c:pt idx="6669">
                  <c:v>3.3462573116359247E-5</c:v>
                </c:pt>
                <c:pt idx="6670">
                  <c:v>2.0727418572424689E-6</c:v>
                </c:pt>
                <c:pt idx="6671">
                  <c:v>0</c:v>
                </c:pt>
                <c:pt idx="6672">
                  <c:v>2.7770397900867789E-5</c:v>
                </c:pt>
                <c:pt idx="6673">
                  <c:v>1.3040995368721289E-7</c:v>
                </c:pt>
                <c:pt idx="6674">
                  <c:v>3.5775401732217989E-6</c:v>
                </c:pt>
                <c:pt idx="6675">
                  <c:v>0</c:v>
                </c:pt>
                <c:pt idx="6676">
                  <c:v>1.7120954370193061E-5</c:v>
                </c:pt>
                <c:pt idx="6677">
                  <c:v>7.4039415770474527E-5</c:v>
                </c:pt>
                <c:pt idx="6678">
                  <c:v>6.7018324299175649E-5</c:v>
                </c:pt>
                <c:pt idx="6679">
                  <c:v>1.3166287746418085E-5</c:v>
                </c:pt>
                <c:pt idx="6680">
                  <c:v>1.2992079763368777E-5</c:v>
                </c:pt>
                <c:pt idx="6681">
                  <c:v>3.3867746722469109E-5</c:v>
                </c:pt>
                <c:pt idx="6682">
                  <c:v>2.5514691952933889E-5</c:v>
                </c:pt>
                <c:pt idx="6683">
                  <c:v>7.3644313083582622E-8</c:v>
                </c:pt>
                <c:pt idx="6684">
                  <c:v>1.149958294160424E-4</c:v>
                </c:pt>
                <c:pt idx="6685">
                  <c:v>2.1861205693970784E-5</c:v>
                </c:pt>
                <c:pt idx="6686">
                  <c:v>2.3526889433539265E-6</c:v>
                </c:pt>
                <c:pt idx="6687">
                  <c:v>1.372552775520362E-5</c:v>
                </c:pt>
                <c:pt idx="6688">
                  <c:v>3.7625034170838081E-5</c:v>
                </c:pt>
                <c:pt idx="6689">
                  <c:v>3.9439216251371088E-6</c:v>
                </c:pt>
                <c:pt idx="6690">
                  <c:v>2.3317811130856642E-5</c:v>
                </c:pt>
                <c:pt idx="6691">
                  <c:v>5.0283651910092816E-5</c:v>
                </c:pt>
                <c:pt idx="6692">
                  <c:v>2.1142450818245546E-5</c:v>
                </c:pt>
                <c:pt idx="6693">
                  <c:v>6.280060616583585E-6</c:v>
                </c:pt>
                <c:pt idx="6694">
                  <c:v>6.5126416630542022E-7</c:v>
                </c:pt>
                <c:pt idx="6695">
                  <c:v>1.015538439587308E-5</c:v>
                </c:pt>
                <c:pt idx="6696">
                  <c:v>8.1082388705024366E-6</c:v>
                </c:pt>
                <c:pt idx="6697">
                  <c:v>2.0616215190087041E-3</c:v>
                </c:pt>
                <c:pt idx="6698">
                  <c:v>5.2184667124905394E-5</c:v>
                </c:pt>
                <c:pt idx="6699">
                  <c:v>1.5943273290665143E-3</c:v>
                </c:pt>
                <c:pt idx="6700">
                  <c:v>1.9353931476444021E-5</c:v>
                </c:pt>
                <c:pt idx="6701">
                  <c:v>0</c:v>
                </c:pt>
                <c:pt idx="6702">
                  <c:v>2.5394931585466297E-6</c:v>
                </c:pt>
                <c:pt idx="6703">
                  <c:v>5.0089506535922502E-7</c:v>
                </c:pt>
                <c:pt idx="6704">
                  <c:v>5.1070297998256839E-5</c:v>
                </c:pt>
                <c:pt idx="6705">
                  <c:v>1.7877760172090563E-5</c:v>
                </c:pt>
                <c:pt idx="6706">
                  <c:v>4.3024406059618506E-5</c:v>
                </c:pt>
                <c:pt idx="6707">
                  <c:v>1.0539957677533341E-6</c:v>
                </c:pt>
                <c:pt idx="6708">
                  <c:v>1.2342170184125113E-5</c:v>
                </c:pt>
                <c:pt idx="6709">
                  <c:v>3.3184628532614416E-5</c:v>
                </c:pt>
                <c:pt idx="6710">
                  <c:v>1.111587284240565E-5</c:v>
                </c:pt>
                <c:pt idx="6711">
                  <c:v>6.1115507998894812E-6</c:v>
                </c:pt>
                <c:pt idx="6712">
                  <c:v>1.4134503566953583E-5</c:v>
                </c:pt>
                <c:pt idx="6713">
                  <c:v>1.6496925474064011E-6</c:v>
                </c:pt>
                <c:pt idx="6714">
                  <c:v>1.6619500631314302E-6</c:v>
                </c:pt>
                <c:pt idx="6715">
                  <c:v>5.0154054869087275E-6</c:v>
                </c:pt>
                <c:pt idx="6716">
                  <c:v>3.1313497930977361E-7</c:v>
                </c:pt>
                <c:pt idx="6717">
                  <c:v>3.8159581521445891E-5</c:v>
                </c:pt>
                <c:pt idx="6718">
                  <c:v>9.3857628614365642E-7</c:v>
                </c:pt>
                <c:pt idx="6719">
                  <c:v>0</c:v>
                </c:pt>
                <c:pt idx="6720">
                  <c:v>6.1659611182528255E-7</c:v>
                </c:pt>
                <c:pt idx="6721">
                  <c:v>0</c:v>
                </c:pt>
                <c:pt idx="6722">
                  <c:v>0</c:v>
                </c:pt>
                <c:pt idx="6723">
                  <c:v>2.3918948304946742E-5</c:v>
                </c:pt>
                <c:pt idx="6724">
                  <c:v>5.1173652874779821E-8</c:v>
                </c:pt>
                <c:pt idx="6725">
                  <c:v>0</c:v>
                </c:pt>
                <c:pt idx="6726">
                  <c:v>0</c:v>
                </c:pt>
                <c:pt idx="6727">
                  <c:v>3.1113547865799817E-5</c:v>
                </c:pt>
                <c:pt idx="6728">
                  <c:v>1.953220354500808E-5</c:v>
                </c:pt>
                <c:pt idx="6729">
                  <c:v>1.4663712053781191E-4</c:v>
                </c:pt>
                <c:pt idx="6730">
                  <c:v>6.4702108158554966E-5</c:v>
                </c:pt>
                <c:pt idx="6731">
                  <c:v>4.9001632456294434E-6</c:v>
                </c:pt>
                <c:pt idx="6732">
                  <c:v>0</c:v>
                </c:pt>
                <c:pt idx="6733">
                  <c:v>1.3709355820421029E-5</c:v>
                </c:pt>
                <c:pt idx="6734">
                  <c:v>1.5539233090278735E-5</c:v>
                </c:pt>
                <c:pt idx="6735">
                  <c:v>0</c:v>
                </c:pt>
                <c:pt idx="6736">
                  <c:v>9.1046305884722772E-6</c:v>
                </c:pt>
                <c:pt idx="6737">
                  <c:v>0</c:v>
                </c:pt>
                <c:pt idx="6738">
                  <c:v>1.1626676997158906E-5</c:v>
                </c:pt>
                <c:pt idx="6739">
                  <c:v>4.3335981665686537E-6</c:v>
                </c:pt>
                <c:pt idx="6740">
                  <c:v>8.1102664371117368E-8</c:v>
                </c:pt>
                <c:pt idx="6741">
                  <c:v>0</c:v>
                </c:pt>
                <c:pt idx="6742">
                  <c:v>1.2047903225115081E-7</c:v>
                </c:pt>
                <c:pt idx="6743">
                  <c:v>0</c:v>
                </c:pt>
                <c:pt idx="6744">
                  <c:v>7.2137474793729036E-5</c:v>
                </c:pt>
                <c:pt idx="6745">
                  <c:v>0</c:v>
                </c:pt>
                <c:pt idx="6746">
                  <c:v>2.0383950868221534E-5</c:v>
                </c:pt>
                <c:pt idx="6747">
                  <c:v>1.0375058339675199E-5</c:v>
                </c:pt>
                <c:pt idx="6748">
                  <c:v>5.6959759705445406E-6</c:v>
                </c:pt>
                <c:pt idx="6749">
                  <c:v>1.1366388221492821E-5</c:v>
                </c:pt>
                <c:pt idx="6750">
                  <c:v>5.1078237949853162E-5</c:v>
                </c:pt>
                <c:pt idx="6751">
                  <c:v>9.1868766160473228E-6</c:v>
                </c:pt>
                <c:pt idx="6752">
                  <c:v>0</c:v>
                </c:pt>
                <c:pt idx="6753">
                  <c:v>3.5286947026238348E-5</c:v>
                </c:pt>
                <c:pt idx="6754">
                  <c:v>4.7378819429230837E-6</c:v>
                </c:pt>
                <c:pt idx="6755">
                  <c:v>3.5738793919570039E-7</c:v>
                </c:pt>
                <c:pt idx="6756">
                  <c:v>0</c:v>
                </c:pt>
                <c:pt idx="6757">
                  <c:v>7.4730312170529672E-7</c:v>
                </c:pt>
                <c:pt idx="6758">
                  <c:v>6.0629173536189394E-6</c:v>
                </c:pt>
                <c:pt idx="6759">
                  <c:v>8.5671957877007063E-6</c:v>
                </c:pt>
                <c:pt idx="6760">
                  <c:v>2.0398085208811196E-7</c:v>
                </c:pt>
                <c:pt idx="6761">
                  <c:v>1.7339190313825006E-7</c:v>
                </c:pt>
                <c:pt idx="6762">
                  <c:v>1.4506206606228382E-5</c:v>
                </c:pt>
                <c:pt idx="6763">
                  <c:v>2.8301989584971582E-6</c:v>
                </c:pt>
                <c:pt idx="6764">
                  <c:v>2.533186243240883E-6</c:v>
                </c:pt>
                <c:pt idx="6765">
                  <c:v>0</c:v>
                </c:pt>
                <c:pt idx="6766">
                  <c:v>0</c:v>
                </c:pt>
                <c:pt idx="6767">
                  <c:v>6.9212453013252095E-8</c:v>
                </c:pt>
                <c:pt idx="6768">
                  <c:v>4.9880172255849309E-6</c:v>
                </c:pt>
                <c:pt idx="6769">
                  <c:v>1.9440047222899762E-7</c:v>
                </c:pt>
                <c:pt idx="6770">
                  <c:v>6.7764735772046182E-6</c:v>
                </c:pt>
                <c:pt idx="6771">
                  <c:v>9.8014371356935359E-8</c:v>
                </c:pt>
                <c:pt idx="6772">
                  <c:v>3.3221466576266032E-5</c:v>
                </c:pt>
                <c:pt idx="6773">
                  <c:v>6.8072648230348283E-6</c:v>
                </c:pt>
                <c:pt idx="6774">
                  <c:v>2.1722934908864617E-6</c:v>
                </c:pt>
                <c:pt idx="6775">
                  <c:v>8.5388962464082858E-6</c:v>
                </c:pt>
                <c:pt idx="6776">
                  <c:v>0</c:v>
                </c:pt>
                <c:pt idx="6777">
                  <c:v>1.6774002878757233E-5</c:v>
                </c:pt>
                <c:pt idx="6778">
                  <c:v>2.2840315177351653E-5</c:v>
                </c:pt>
                <c:pt idx="6779">
                  <c:v>1.0607688109121221E-6</c:v>
                </c:pt>
                <c:pt idx="6780">
                  <c:v>6.7698967361385504E-4</c:v>
                </c:pt>
                <c:pt idx="6781">
                  <c:v>0</c:v>
                </c:pt>
                <c:pt idx="6782">
                  <c:v>1.7512262458155365E-5</c:v>
                </c:pt>
                <c:pt idx="6783">
                  <c:v>1.6175214438864865E-5</c:v>
                </c:pt>
                <c:pt idx="6784">
                  <c:v>0</c:v>
                </c:pt>
                <c:pt idx="6785">
                  <c:v>1.8868359547695666E-5</c:v>
                </c:pt>
                <c:pt idx="6786">
                  <c:v>0</c:v>
                </c:pt>
                <c:pt idx="6787">
                  <c:v>6.5587372056369323E-7</c:v>
                </c:pt>
                <c:pt idx="6788">
                  <c:v>9.0312898148102818E-6</c:v>
                </c:pt>
                <c:pt idx="6789">
                  <c:v>5.3253762997197124E-6</c:v>
                </c:pt>
                <c:pt idx="6790">
                  <c:v>4.6677252016366232E-5</c:v>
                </c:pt>
                <c:pt idx="6791">
                  <c:v>2.04549736269439E-5</c:v>
                </c:pt>
                <c:pt idx="6792">
                  <c:v>3.6378353247895123E-7</c:v>
                </c:pt>
                <c:pt idx="6793">
                  <c:v>3.5170800204601398E-8</c:v>
                </c:pt>
                <c:pt idx="6794">
                  <c:v>5.0808807543618544E-7</c:v>
                </c:pt>
                <c:pt idx="6795">
                  <c:v>1.9836670019577871E-7</c:v>
                </c:pt>
                <c:pt idx="6796">
                  <c:v>1.1867976848762861E-5</c:v>
                </c:pt>
                <c:pt idx="6797">
                  <c:v>7.5737004270100261E-5</c:v>
                </c:pt>
                <c:pt idx="6798">
                  <c:v>4.3253197132019265E-6</c:v>
                </c:pt>
                <c:pt idx="6799">
                  <c:v>1.1272102139930628E-5</c:v>
                </c:pt>
                <c:pt idx="6800">
                  <c:v>5.7849732824849399E-6</c:v>
                </c:pt>
                <c:pt idx="6801">
                  <c:v>8.8421361728489446E-6</c:v>
                </c:pt>
                <c:pt idx="6802">
                  <c:v>1.1353207720003084E-4</c:v>
                </c:pt>
                <c:pt idx="6803">
                  <c:v>3.8905355018125471E-4</c:v>
                </c:pt>
                <c:pt idx="6804">
                  <c:v>2.0764358878108241E-5</c:v>
                </c:pt>
                <c:pt idx="6805">
                  <c:v>1.3402572672745925E-5</c:v>
                </c:pt>
                <c:pt idx="6806">
                  <c:v>3.0741931970540647E-5</c:v>
                </c:pt>
                <c:pt idx="6807">
                  <c:v>7.5707354314061814E-7</c:v>
                </c:pt>
                <c:pt idx="6808">
                  <c:v>1.6113981690518114E-5</c:v>
                </c:pt>
                <c:pt idx="6809">
                  <c:v>1.7873759909862398E-5</c:v>
                </c:pt>
                <c:pt idx="6810">
                  <c:v>4.5424653227654123E-6</c:v>
                </c:pt>
                <c:pt idx="6811">
                  <c:v>1.0751849985748328E-7</c:v>
                </c:pt>
                <c:pt idx="6812">
                  <c:v>2.0870627723301073E-7</c:v>
                </c:pt>
                <c:pt idx="6813">
                  <c:v>2.2840103405363894E-6</c:v>
                </c:pt>
                <c:pt idx="6814">
                  <c:v>2.2145082506533549E-4</c:v>
                </c:pt>
                <c:pt idx="6815">
                  <c:v>0</c:v>
                </c:pt>
                <c:pt idx="6816">
                  <c:v>1.2034491830059205E-6</c:v>
                </c:pt>
                <c:pt idx="6817">
                  <c:v>0</c:v>
                </c:pt>
                <c:pt idx="6818">
                  <c:v>0</c:v>
                </c:pt>
                <c:pt idx="6819">
                  <c:v>1.2124657257068712E-4</c:v>
                </c:pt>
                <c:pt idx="6820">
                  <c:v>9.8642444570350004E-6</c:v>
                </c:pt>
                <c:pt idx="6821">
                  <c:v>0</c:v>
                </c:pt>
                <c:pt idx="6822">
                  <c:v>2.4077924204008575E-7</c:v>
                </c:pt>
                <c:pt idx="6823">
                  <c:v>9.4196433454278605E-6</c:v>
                </c:pt>
                <c:pt idx="6824">
                  <c:v>9.778780547339657E-6</c:v>
                </c:pt>
                <c:pt idx="6825">
                  <c:v>0</c:v>
                </c:pt>
                <c:pt idx="6826">
                  <c:v>1.4738902741199507E-7</c:v>
                </c:pt>
                <c:pt idx="6827">
                  <c:v>0</c:v>
                </c:pt>
                <c:pt idx="6828">
                  <c:v>1.0586424638044764E-5</c:v>
                </c:pt>
                <c:pt idx="6829">
                  <c:v>0</c:v>
                </c:pt>
                <c:pt idx="6830">
                  <c:v>8.9831162823485987E-7</c:v>
                </c:pt>
                <c:pt idx="6831">
                  <c:v>5.8454387607492525E-7</c:v>
                </c:pt>
                <c:pt idx="6832">
                  <c:v>1.06838423042995E-4</c:v>
                </c:pt>
                <c:pt idx="6833">
                  <c:v>6.3247303925684573E-5</c:v>
                </c:pt>
                <c:pt idx="6834">
                  <c:v>4.8324965596864175E-6</c:v>
                </c:pt>
                <c:pt idx="6835">
                  <c:v>1.7837225660019739E-5</c:v>
                </c:pt>
                <c:pt idx="6836">
                  <c:v>2.1127619339578039E-5</c:v>
                </c:pt>
                <c:pt idx="6837">
                  <c:v>1.8388186484388864E-4</c:v>
                </c:pt>
                <c:pt idx="6838">
                  <c:v>0</c:v>
                </c:pt>
                <c:pt idx="6839">
                  <c:v>0</c:v>
                </c:pt>
                <c:pt idx="6840">
                  <c:v>6.5807200324999849E-5</c:v>
                </c:pt>
                <c:pt idx="6841">
                  <c:v>0</c:v>
                </c:pt>
                <c:pt idx="6842">
                  <c:v>9.5334966143474393E-8</c:v>
                </c:pt>
                <c:pt idx="6843">
                  <c:v>9.6311671809976966E-6</c:v>
                </c:pt>
                <c:pt idx="6844">
                  <c:v>1.0156457875368401E-5</c:v>
                </c:pt>
                <c:pt idx="6845">
                  <c:v>7.3240842031047994E-6</c:v>
                </c:pt>
                <c:pt idx="6846">
                  <c:v>7.9583733974339094E-6</c:v>
                </c:pt>
                <c:pt idx="6847">
                  <c:v>1.0986877161633378E-5</c:v>
                </c:pt>
                <c:pt idx="6848">
                  <c:v>3.7715318639726976E-7</c:v>
                </c:pt>
                <c:pt idx="6849">
                  <c:v>0</c:v>
                </c:pt>
                <c:pt idx="6850">
                  <c:v>2.2114857303961412E-5</c:v>
                </c:pt>
                <c:pt idx="6851">
                  <c:v>1.8089091856777345E-3</c:v>
                </c:pt>
                <c:pt idx="6852">
                  <c:v>0</c:v>
                </c:pt>
                <c:pt idx="6853">
                  <c:v>0</c:v>
                </c:pt>
                <c:pt idx="6854">
                  <c:v>1.7002860016781031E-5</c:v>
                </c:pt>
                <c:pt idx="6855">
                  <c:v>0</c:v>
                </c:pt>
                <c:pt idx="6856">
                  <c:v>0</c:v>
                </c:pt>
                <c:pt idx="6857">
                  <c:v>0</c:v>
                </c:pt>
                <c:pt idx="6858">
                  <c:v>0</c:v>
                </c:pt>
                <c:pt idx="6859">
                  <c:v>3.3546251177554301E-6</c:v>
                </c:pt>
                <c:pt idx="6860">
                  <c:v>9.5547168359440103E-5</c:v>
                </c:pt>
                <c:pt idx="6861">
                  <c:v>0</c:v>
                </c:pt>
                <c:pt idx="6862">
                  <c:v>9.8371111562055919E-8</c:v>
                </c:pt>
                <c:pt idx="6863">
                  <c:v>2.1142734994791142E-7</c:v>
                </c:pt>
                <c:pt idx="6864">
                  <c:v>9.2840965538755359E-6</c:v>
                </c:pt>
                <c:pt idx="6865">
                  <c:v>6.2626995861527564E-7</c:v>
                </c:pt>
                <c:pt idx="6866">
                  <c:v>4.6229882960136579E-6</c:v>
                </c:pt>
                <c:pt idx="6867">
                  <c:v>0</c:v>
                </c:pt>
                <c:pt idx="6868">
                  <c:v>0</c:v>
                </c:pt>
                <c:pt idx="6869">
                  <c:v>0</c:v>
                </c:pt>
                <c:pt idx="6870">
                  <c:v>2.8408569260076737E-6</c:v>
                </c:pt>
                <c:pt idx="6871">
                  <c:v>3.5732767141506016E-5</c:v>
                </c:pt>
                <c:pt idx="6872">
                  <c:v>1.2411862063561981E-5</c:v>
                </c:pt>
                <c:pt idx="6873">
                  <c:v>6.7308374888126852E-7</c:v>
                </c:pt>
                <c:pt idx="6874">
                  <c:v>0</c:v>
                </c:pt>
                <c:pt idx="6875">
                  <c:v>0</c:v>
                </c:pt>
                <c:pt idx="6876">
                  <c:v>1.0047383978317791E-7</c:v>
                </c:pt>
                <c:pt idx="6877">
                  <c:v>0</c:v>
                </c:pt>
                <c:pt idx="6878">
                  <c:v>3.4104054134605419E-7</c:v>
                </c:pt>
                <c:pt idx="6879">
                  <c:v>1.6242845997494273E-4</c:v>
                </c:pt>
                <c:pt idx="6880">
                  <c:v>1.3530644756783367E-7</c:v>
                </c:pt>
                <c:pt idx="6881">
                  <c:v>0</c:v>
                </c:pt>
                <c:pt idx="6882">
                  <c:v>1.6163482715707488E-5</c:v>
                </c:pt>
                <c:pt idx="6883">
                  <c:v>0</c:v>
                </c:pt>
                <c:pt idx="6884">
                  <c:v>3.0607845353234625E-5</c:v>
                </c:pt>
                <c:pt idx="6885">
                  <c:v>1.0668735355924283E-6</c:v>
                </c:pt>
                <c:pt idx="6886">
                  <c:v>6.2446123671739521E-5</c:v>
                </c:pt>
                <c:pt idx="6887">
                  <c:v>0</c:v>
                </c:pt>
                <c:pt idx="6888">
                  <c:v>1.1809365494342615E-8</c:v>
                </c:pt>
                <c:pt idx="6889">
                  <c:v>1.2886274758386831E-5</c:v>
                </c:pt>
                <c:pt idx="6890">
                  <c:v>4.7788127122360568E-8</c:v>
                </c:pt>
                <c:pt idx="6891">
                  <c:v>1.8603989760235082E-6</c:v>
                </c:pt>
                <c:pt idx="6892">
                  <c:v>0</c:v>
                </c:pt>
                <c:pt idx="6893">
                  <c:v>3.0337900434775577E-4</c:v>
                </c:pt>
                <c:pt idx="6894">
                  <c:v>3.758843325400386E-5</c:v>
                </c:pt>
                <c:pt idx="6895">
                  <c:v>6.8281801376536113E-5</c:v>
                </c:pt>
                <c:pt idx="6896">
                  <c:v>2.2601379096055301E-5</c:v>
                </c:pt>
                <c:pt idx="6897">
                  <c:v>1.4341405747331948E-5</c:v>
                </c:pt>
                <c:pt idx="6898">
                  <c:v>4.4679485771511554E-5</c:v>
                </c:pt>
                <c:pt idx="6899">
                  <c:v>9.7307112811521716E-6</c:v>
                </c:pt>
                <c:pt idx="6900">
                  <c:v>5.0177568256273914E-6</c:v>
                </c:pt>
                <c:pt idx="6901">
                  <c:v>0</c:v>
                </c:pt>
                <c:pt idx="6902">
                  <c:v>9.6312972568400125E-6</c:v>
                </c:pt>
                <c:pt idx="6903">
                  <c:v>0</c:v>
                </c:pt>
                <c:pt idx="6904">
                  <c:v>0</c:v>
                </c:pt>
                <c:pt idx="6905">
                  <c:v>1.9052005544635416E-5</c:v>
                </c:pt>
                <c:pt idx="6906">
                  <c:v>0</c:v>
                </c:pt>
                <c:pt idx="6907">
                  <c:v>2.4726522603819412E-6</c:v>
                </c:pt>
                <c:pt idx="6908">
                  <c:v>0</c:v>
                </c:pt>
                <c:pt idx="6909">
                  <c:v>3.5043712028103667E-8</c:v>
                </c:pt>
                <c:pt idx="6910">
                  <c:v>3.2122756376592288E-5</c:v>
                </c:pt>
                <c:pt idx="6911">
                  <c:v>1.6354707026370037E-5</c:v>
                </c:pt>
                <c:pt idx="6912">
                  <c:v>0</c:v>
                </c:pt>
                <c:pt idx="6913">
                  <c:v>8.6270056557838117E-6</c:v>
                </c:pt>
                <c:pt idx="6914">
                  <c:v>8.1789324251997566E-6</c:v>
                </c:pt>
                <c:pt idx="6915">
                  <c:v>0</c:v>
                </c:pt>
                <c:pt idx="6916">
                  <c:v>0</c:v>
                </c:pt>
                <c:pt idx="6917">
                  <c:v>1.9768930785075101E-6</c:v>
                </c:pt>
                <c:pt idx="6918">
                  <c:v>0</c:v>
                </c:pt>
                <c:pt idx="6919">
                  <c:v>1.1487469474147531E-6</c:v>
                </c:pt>
                <c:pt idx="6920">
                  <c:v>2.1503236539348408E-5</c:v>
                </c:pt>
                <c:pt idx="6921">
                  <c:v>9.1566333950438982E-6</c:v>
                </c:pt>
                <c:pt idx="6922">
                  <c:v>4.2797133314321547E-5</c:v>
                </c:pt>
                <c:pt idx="6923">
                  <c:v>2.1194735759566991E-5</c:v>
                </c:pt>
                <c:pt idx="6924">
                  <c:v>1.2412152882514241E-5</c:v>
                </c:pt>
                <c:pt idx="6925">
                  <c:v>1.7316046706892579E-7</c:v>
                </c:pt>
                <c:pt idx="6926">
                  <c:v>2.9384464591387936E-5</c:v>
                </c:pt>
                <c:pt idx="6927">
                  <c:v>5.5263821907577982E-6</c:v>
                </c:pt>
                <c:pt idx="6928">
                  <c:v>6.1601055046552174E-6</c:v>
                </c:pt>
                <c:pt idx="6929">
                  <c:v>1.184601821815936E-4</c:v>
                </c:pt>
                <c:pt idx="6930">
                  <c:v>7.4238524708463189E-8</c:v>
                </c:pt>
                <c:pt idx="6931">
                  <c:v>3.2271597494537167E-5</c:v>
                </c:pt>
                <c:pt idx="6932">
                  <c:v>1.4067587050322802E-5</c:v>
                </c:pt>
                <c:pt idx="6933">
                  <c:v>9.6231096966593481E-6</c:v>
                </c:pt>
                <c:pt idx="6934">
                  <c:v>1.0378036402763229E-5</c:v>
                </c:pt>
                <c:pt idx="6935">
                  <c:v>8.5372784725071062E-6</c:v>
                </c:pt>
                <c:pt idx="6936">
                  <c:v>3.1985163197248296E-7</c:v>
                </c:pt>
                <c:pt idx="6937">
                  <c:v>0</c:v>
                </c:pt>
                <c:pt idx="6938">
                  <c:v>0</c:v>
                </c:pt>
                <c:pt idx="6939">
                  <c:v>7.935524513445131E-6</c:v>
                </c:pt>
                <c:pt idx="6940">
                  <c:v>2.0648805275720142E-5</c:v>
                </c:pt>
                <c:pt idx="6941">
                  <c:v>1.3488854465143534E-6</c:v>
                </c:pt>
                <c:pt idx="6942">
                  <c:v>0</c:v>
                </c:pt>
                <c:pt idx="6943">
                  <c:v>0</c:v>
                </c:pt>
                <c:pt idx="6944">
                  <c:v>0</c:v>
                </c:pt>
                <c:pt idx="6945">
                  <c:v>1.31941425404597E-5</c:v>
                </c:pt>
                <c:pt idx="6946">
                  <c:v>4.3592682099475715E-7</c:v>
                </c:pt>
                <c:pt idx="6947">
                  <c:v>1.019528694022234E-6</c:v>
                </c:pt>
                <c:pt idx="6948">
                  <c:v>5.2640184533566371E-6</c:v>
                </c:pt>
                <c:pt idx="6949">
                  <c:v>7.8967196325361517E-6</c:v>
                </c:pt>
                <c:pt idx="6950">
                  <c:v>0</c:v>
                </c:pt>
                <c:pt idx="6951">
                  <c:v>0</c:v>
                </c:pt>
                <c:pt idx="6952">
                  <c:v>1.2119075891854179E-6</c:v>
                </c:pt>
                <c:pt idx="6953">
                  <c:v>0</c:v>
                </c:pt>
                <c:pt idx="6954">
                  <c:v>2.3574957870367209E-6</c:v>
                </c:pt>
                <c:pt idx="6955">
                  <c:v>1.1880203473207869E-6</c:v>
                </c:pt>
                <c:pt idx="6956">
                  <c:v>0</c:v>
                </c:pt>
                <c:pt idx="6957">
                  <c:v>0</c:v>
                </c:pt>
                <c:pt idx="6958">
                  <c:v>0</c:v>
                </c:pt>
                <c:pt idx="6959">
                  <c:v>0</c:v>
                </c:pt>
                <c:pt idx="6960">
                  <c:v>0</c:v>
                </c:pt>
                <c:pt idx="6961">
                  <c:v>1.3398587340876763E-6</c:v>
                </c:pt>
                <c:pt idx="6962">
                  <c:v>2.1096892117525892E-5</c:v>
                </c:pt>
                <c:pt idx="6963">
                  <c:v>8.252494211266731E-5</c:v>
                </c:pt>
                <c:pt idx="6964">
                  <c:v>2.7223811680591477E-6</c:v>
                </c:pt>
                <c:pt idx="6965">
                  <c:v>4.5551235605462791E-5</c:v>
                </c:pt>
                <c:pt idx="6966">
                  <c:v>0</c:v>
                </c:pt>
                <c:pt idx="6967">
                  <c:v>1.4805253570847465E-5</c:v>
                </c:pt>
                <c:pt idx="6968">
                  <c:v>3.9170236089383889E-5</c:v>
                </c:pt>
                <c:pt idx="6969">
                  <c:v>1.2228596536995643E-6</c:v>
                </c:pt>
                <c:pt idx="6970">
                  <c:v>7.7624339111262834E-5</c:v>
                </c:pt>
                <c:pt idx="6971">
                  <c:v>9.2050394493610563E-5</c:v>
                </c:pt>
                <c:pt idx="6972">
                  <c:v>4.1224547068192515E-5</c:v>
                </c:pt>
                <c:pt idx="6973">
                  <c:v>2.3799358433324951E-6</c:v>
                </c:pt>
                <c:pt idx="6974">
                  <c:v>3.8404920641811561E-7</c:v>
                </c:pt>
                <c:pt idx="6975">
                  <c:v>1.9958288950901273E-5</c:v>
                </c:pt>
                <c:pt idx="6976">
                  <c:v>1.7573749552003723E-5</c:v>
                </c:pt>
                <c:pt idx="6977">
                  <c:v>4.2875213803965693E-8</c:v>
                </c:pt>
                <c:pt idx="6978">
                  <c:v>9.537443805644448E-6</c:v>
                </c:pt>
                <c:pt idx="6979">
                  <c:v>1.4323798266097706E-4</c:v>
                </c:pt>
                <c:pt idx="6980">
                  <c:v>0</c:v>
                </c:pt>
                <c:pt idx="6981">
                  <c:v>9.1917907105826767E-5</c:v>
                </c:pt>
                <c:pt idx="6982">
                  <c:v>1.5916970408203654E-5</c:v>
                </c:pt>
                <c:pt idx="6983">
                  <c:v>1.3686037680629527E-5</c:v>
                </c:pt>
                <c:pt idx="6984">
                  <c:v>1.1779894208088433E-4</c:v>
                </c:pt>
                <c:pt idx="6985">
                  <c:v>9.7836969779818763E-8</c:v>
                </c:pt>
                <c:pt idx="6986">
                  <c:v>9.2543401454468665E-5</c:v>
                </c:pt>
                <c:pt idx="6987">
                  <c:v>2.3591349664818289E-7</c:v>
                </c:pt>
                <c:pt idx="6988">
                  <c:v>4.2042720069272006E-5</c:v>
                </c:pt>
                <c:pt idx="6989">
                  <c:v>0</c:v>
                </c:pt>
                <c:pt idx="6990">
                  <c:v>0</c:v>
                </c:pt>
                <c:pt idx="6991">
                  <c:v>3.2781853568773907E-5</c:v>
                </c:pt>
                <c:pt idx="6992">
                  <c:v>1.2821580903502753E-5</c:v>
                </c:pt>
                <c:pt idx="6993">
                  <c:v>0</c:v>
                </c:pt>
                <c:pt idx="6994">
                  <c:v>3.7959919805723204E-7</c:v>
                </c:pt>
                <c:pt idx="6995">
                  <c:v>1.0793942094205381E-6</c:v>
                </c:pt>
                <c:pt idx="6996">
                  <c:v>0</c:v>
                </c:pt>
                <c:pt idx="6997">
                  <c:v>5.1551242831440524E-5</c:v>
                </c:pt>
                <c:pt idx="6998">
                  <c:v>0</c:v>
                </c:pt>
                <c:pt idx="6999">
                  <c:v>1.2079313028681362E-7</c:v>
                </c:pt>
                <c:pt idx="7000">
                  <c:v>0</c:v>
                </c:pt>
                <c:pt idx="7001">
                  <c:v>6.1054396707615504E-5</c:v>
                </c:pt>
                <c:pt idx="7002">
                  <c:v>0</c:v>
                </c:pt>
                <c:pt idx="7003">
                  <c:v>1.311866331480644E-4</c:v>
                </c:pt>
                <c:pt idx="7004">
                  <c:v>1.3807144263028856E-6</c:v>
                </c:pt>
                <c:pt idx="7005">
                  <c:v>2.1708805543513918E-6</c:v>
                </c:pt>
                <c:pt idx="7006">
                  <c:v>3.8115652810054289E-6</c:v>
                </c:pt>
                <c:pt idx="7007">
                  <c:v>1.722493884862118E-5</c:v>
                </c:pt>
                <c:pt idx="7008">
                  <c:v>1.1981551180618473E-5</c:v>
                </c:pt>
                <c:pt idx="7009">
                  <c:v>1.9333513608497288E-5</c:v>
                </c:pt>
                <c:pt idx="7010">
                  <c:v>1.8745375787977394E-5</c:v>
                </c:pt>
                <c:pt idx="7011">
                  <c:v>2.2672043935179858E-5</c:v>
                </c:pt>
                <c:pt idx="7012">
                  <c:v>2.722991580730538E-5</c:v>
                </c:pt>
                <c:pt idx="7013">
                  <c:v>0</c:v>
                </c:pt>
                <c:pt idx="7014">
                  <c:v>0</c:v>
                </c:pt>
                <c:pt idx="7015">
                  <c:v>7.4936008693634912E-5</c:v>
                </c:pt>
                <c:pt idx="7016">
                  <c:v>3.529222924449005E-5</c:v>
                </c:pt>
                <c:pt idx="7017">
                  <c:v>1.8710150679084815E-4</c:v>
                </c:pt>
                <c:pt idx="7018">
                  <c:v>0</c:v>
                </c:pt>
                <c:pt idx="7019">
                  <c:v>1.0504062665484792E-4</c:v>
                </c:pt>
                <c:pt idx="7020">
                  <c:v>5.8949934846202788E-7</c:v>
                </c:pt>
                <c:pt idx="7021">
                  <c:v>5.224338912169617E-5</c:v>
                </c:pt>
                <c:pt idx="7022">
                  <c:v>1.230672566451048E-5</c:v>
                </c:pt>
                <c:pt idx="7023">
                  <c:v>2.8619217109993722E-5</c:v>
                </c:pt>
                <c:pt idx="7024">
                  <c:v>1.542015388420222E-5</c:v>
                </c:pt>
                <c:pt idx="7025">
                  <c:v>2.947219234859702E-5</c:v>
                </c:pt>
                <c:pt idx="7026">
                  <c:v>7.3313385704347674E-7</c:v>
                </c:pt>
                <c:pt idx="7027">
                  <c:v>0</c:v>
                </c:pt>
                <c:pt idx="7028">
                  <c:v>0</c:v>
                </c:pt>
                <c:pt idx="7029">
                  <c:v>2.8164451972666335E-5</c:v>
                </c:pt>
                <c:pt idx="7030">
                  <c:v>1.1123472131982585E-5</c:v>
                </c:pt>
                <c:pt idx="7031">
                  <c:v>1.6290525584571126E-5</c:v>
                </c:pt>
                <c:pt idx="7032">
                  <c:v>7.4450649420312062E-5</c:v>
                </c:pt>
                <c:pt idx="7033">
                  <c:v>2.865160936263824E-5</c:v>
                </c:pt>
                <c:pt idx="7034">
                  <c:v>5.4122494460604007E-5</c:v>
                </c:pt>
                <c:pt idx="7035">
                  <c:v>7.4657712035999987E-6</c:v>
                </c:pt>
                <c:pt idx="7036">
                  <c:v>1.4969056376312153E-6</c:v>
                </c:pt>
                <c:pt idx="7037">
                  <c:v>7.8263573555769914E-5</c:v>
                </c:pt>
                <c:pt idx="7038">
                  <c:v>1.0301081620457351E-7</c:v>
                </c:pt>
                <c:pt idx="7039">
                  <c:v>6.6417852872728947E-6</c:v>
                </c:pt>
                <c:pt idx="7040">
                  <c:v>5.2441345928622825E-6</c:v>
                </c:pt>
                <c:pt idx="7041">
                  <c:v>1.117805721071944E-5</c:v>
                </c:pt>
                <c:pt idx="7042">
                  <c:v>9.3567203924775741E-6</c:v>
                </c:pt>
                <c:pt idx="7043">
                  <c:v>4.4207563042234888E-6</c:v>
                </c:pt>
                <c:pt idx="7044">
                  <c:v>4.5856363792044701E-6</c:v>
                </c:pt>
                <c:pt idx="7045">
                  <c:v>1.4539442243915404E-6</c:v>
                </c:pt>
                <c:pt idx="7046">
                  <c:v>4.8076816239899584E-6</c:v>
                </c:pt>
                <c:pt idx="7047">
                  <c:v>2.2013318200459264E-6</c:v>
                </c:pt>
                <c:pt idx="7048">
                  <c:v>2.690043464613865E-7</c:v>
                </c:pt>
                <c:pt idx="7049">
                  <c:v>9.2992956311984181E-8</c:v>
                </c:pt>
                <c:pt idx="7050">
                  <c:v>9.2397739955267066E-5</c:v>
                </c:pt>
                <c:pt idx="7051">
                  <c:v>7.498949244395338E-6</c:v>
                </c:pt>
                <c:pt idx="7052">
                  <c:v>9.8083534723819964E-6</c:v>
                </c:pt>
                <c:pt idx="7053">
                  <c:v>1.9865193270230488E-5</c:v>
                </c:pt>
                <c:pt idx="7054">
                  <c:v>1.4318186438996041E-5</c:v>
                </c:pt>
                <c:pt idx="7055">
                  <c:v>5.0071931270471241E-6</c:v>
                </c:pt>
                <c:pt idx="7056">
                  <c:v>8.1612872375465333E-7</c:v>
                </c:pt>
                <c:pt idx="7057">
                  <c:v>6.8434269291354433E-6</c:v>
                </c:pt>
                <c:pt idx="7058">
                  <c:v>0</c:v>
                </c:pt>
                <c:pt idx="7059">
                  <c:v>7.677495654976177E-6</c:v>
                </c:pt>
                <c:pt idx="7060">
                  <c:v>3.9892934172213882E-7</c:v>
                </c:pt>
                <c:pt idx="7061">
                  <c:v>2.6432726554205319E-7</c:v>
                </c:pt>
                <c:pt idx="7062">
                  <c:v>3.6653046813917225E-6</c:v>
                </c:pt>
                <c:pt idx="7063">
                  <c:v>0</c:v>
                </c:pt>
                <c:pt idx="7064">
                  <c:v>5.291570434747699E-8</c:v>
                </c:pt>
                <c:pt idx="7065">
                  <c:v>6.5643979192858863E-6</c:v>
                </c:pt>
                <c:pt idx="7066">
                  <c:v>1.0237675341543515E-7</c:v>
                </c:pt>
                <c:pt idx="7067">
                  <c:v>2.3044756391577941E-5</c:v>
                </c:pt>
                <c:pt idx="7068">
                  <c:v>2.0155453114157478E-5</c:v>
                </c:pt>
                <c:pt idx="7069">
                  <c:v>2.0119097944744451E-6</c:v>
                </c:pt>
                <c:pt idx="7070">
                  <c:v>2.9976792484863E-6</c:v>
                </c:pt>
                <c:pt idx="7071">
                  <c:v>2.3743752455676902E-5</c:v>
                </c:pt>
                <c:pt idx="7072">
                  <c:v>0</c:v>
                </c:pt>
                <c:pt idx="7073">
                  <c:v>4.2397770403881257E-8</c:v>
                </c:pt>
                <c:pt idx="7074">
                  <c:v>4.4550300002959322E-5</c:v>
                </c:pt>
                <c:pt idx="7075">
                  <c:v>6.2854564887060216E-7</c:v>
                </c:pt>
                <c:pt idx="7076">
                  <c:v>0</c:v>
                </c:pt>
                <c:pt idx="7077">
                  <c:v>6.3058241377854334E-7</c:v>
                </c:pt>
                <c:pt idx="7078">
                  <c:v>6.2300592451318459E-6</c:v>
                </c:pt>
                <c:pt idx="7079">
                  <c:v>2.5437612142752806E-7</c:v>
                </c:pt>
                <c:pt idx="7080">
                  <c:v>1.5258259071325633E-6</c:v>
                </c:pt>
                <c:pt idx="7081">
                  <c:v>1.3010599748313977E-5</c:v>
                </c:pt>
                <c:pt idx="7082">
                  <c:v>1.8280526110314007E-5</c:v>
                </c:pt>
                <c:pt idx="7083">
                  <c:v>0</c:v>
                </c:pt>
                <c:pt idx="7084">
                  <c:v>1.7471104079487558E-5</c:v>
                </c:pt>
                <c:pt idx="7085">
                  <c:v>3.1100094297817607E-6</c:v>
                </c:pt>
                <c:pt idx="7086">
                  <c:v>2.4718638592442238E-5</c:v>
                </c:pt>
                <c:pt idx="7087">
                  <c:v>6.8222455788829959E-7</c:v>
                </c:pt>
                <c:pt idx="7088">
                  <c:v>0</c:v>
                </c:pt>
                <c:pt idx="7089">
                  <c:v>2.6302651860924817E-5</c:v>
                </c:pt>
                <c:pt idx="7090">
                  <c:v>5.6899921898262979E-7</c:v>
                </c:pt>
                <c:pt idx="7091">
                  <c:v>6.7002095417932728E-7</c:v>
                </c:pt>
                <c:pt idx="7092">
                  <c:v>0</c:v>
                </c:pt>
                <c:pt idx="7093">
                  <c:v>0</c:v>
                </c:pt>
                <c:pt idx="7094">
                  <c:v>4.5292491405316489E-5</c:v>
                </c:pt>
                <c:pt idx="7095">
                  <c:v>8.3453950317558196E-5</c:v>
                </c:pt>
                <c:pt idx="7096">
                  <c:v>1.4877770961331681E-5</c:v>
                </c:pt>
                <c:pt idx="7097">
                  <c:v>3.7889519807429368E-6</c:v>
                </c:pt>
                <c:pt idx="7098">
                  <c:v>0</c:v>
                </c:pt>
                <c:pt idx="7099">
                  <c:v>3.1099244364831892E-5</c:v>
                </c:pt>
                <c:pt idx="7100">
                  <c:v>3.45558228282881E-5</c:v>
                </c:pt>
                <c:pt idx="7101">
                  <c:v>6.8881714945332719E-7</c:v>
                </c:pt>
                <c:pt idx="7102">
                  <c:v>1.8111806125362545E-5</c:v>
                </c:pt>
                <c:pt idx="7103">
                  <c:v>4.7462861680989898E-6</c:v>
                </c:pt>
                <c:pt idx="7104">
                  <c:v>1.0933935222758557E-5</c:v>
                </c:pt>
                <c:pt idx="7105">
                  <c:v>6.6232181396648718E-5</c:v>
                </c:pt>
                <c:pt idx="7106">
                  <c:v>6.8232463841854947E-5</c:v>
                </c:pt>
                <c:pt idx="7107">
                  <c:v>0</c:v>
                </c:pt>
                <c:pt idx="7108">
                  <c:v>9.3534118188925643E-7</c:v>
                </c:pt>
                <c:pt idx="7109">
                  <c:v>3.5960337698025281E-6</c:v>
                </c:pt>
                <c:pt idx="7110">
                  <c:v>1.4405558298588103E-5</c:v>
                </c:pt>
                <c:pt idx="7111">
                  <c:v>3.0078087427210463E-5</c:v>
                </c:pt>
                <c:pt idx="7112">
                  <c:v>6.8557432777010993E-5</c:v>
                </c:pt>
                <c:pt idx="7113">
                  <c:v>1.2025567475717333E-6</c:v>
                </c:pt>
                <c:pt idx="7114">
                  <c:v>1.7381005081462961E-7</c:v>
                </c:pt>
                <c:pt idx="7115">
                  <c:v>2.6649304872823698E-5</c:v>
                </c:pt>
                <c:pt idx="7116">
                  <c:v>4.217549477504538E-7</c:v>
                </c:pt>
                <c:pt idx="7117">
                  <c:v>2.0513687509897819E-4</c:v>
                </c:pt>
                <c:pt idx="7118">
                  <c:v>4.0226270522741372E-5</c:v>
                </c:pt>
                <c:pt idx="7119">
                  <c:v>2.7395053058105057E-5</c:v>
                </c:pt>
                <c:pt idx="7120">
                  <c:v>5.3893246065154034E-7</c:v>
                </c:pt>
                <c:pt idx="7121">
                  <c:v>1.9756294069621483E-5</c:v>
                </c:pt>
                <c:pt idx="7122">
                  <c:v>3.0038576218237192E-4</c:v>
                </c:pt>
                <c:pt idx="7123">
                  <c:v>9.1308996289442354E-8</c:v>
                </c:pt>
                <c:pt idx="7124">
                  <c:v>8.8806723510352185E-6</c:v>
                </c:pt>
                <c:pt idx="7125">
                  <c:v>3.7185719998540637E-5</c:v>
                </c:pt>
                <c:pt idx="7126">
                  <c:v>0</c:v>
                </c:pt>
                <c:pt idx="7127">
                  <c:v>0</c:v>
                </c:pt>
                <c:pt idx="7128">
                  <c:v>2.9429301630951E-4</c:v>
                </c:pt>
                <c:pt idx="7129">
                  <c:v>6.2504571888053647E-5</c:v>
                </c:pt>
                <c:pt idx="7130">
                  <c:v>2.5037593427235826E-5</c:v>
                </c:pt>
                <c:pt idx="7131">
                  <c:v>1.9993077165683033E-6</c:v>
                </c:pt>
                <c:pt idx="7132">
                  <c:v>0</c:v>
                </c:pt>
                <c:pt idx="7133">
                  <c:v>1.556204727608346E-5</c:v>
                </c:pt>
                <c:pt idx="7134">
                  <c:v>4.2770944317288641E-7</c:v>
                </c:pt>
                <c:pt idx="7135">
                  <c:v>5.0549432546332324E-7</c:v>
                </c:pt>
                <c:pt idx="7136">
                  <c:v>1.443237084508897E-5</c:v>
                </c:pt>
                <c:pt idx="7137">
                  <c:v>4.4847587677759104E-7</c:v>
                </c:pt>
                <c:pt idx="7138">
                  <c:v>3.3965742355943662E-5</c:v>
                </c:pt>
                <c:pt idx="7139">
                  <c:v>2.5043583201296606E-5</c:v>
                </c:pt>
                <c:pt idx="7140">
                  <c:v>5.9591992239595547E-5</c:v>
                </c:pt>
                <c:pt idx="7141">
                  <c:v>7.3544116739251297E-7</c:v>
                </c:pt>
                <c:pt idx="7142">
                  <c:v>0</c:v>
                </c:pt>
                <c:pt idx="7143">
                  <c:v>0</c:v>
                </c:pt>
                <c:pt idx="7144">
                  <c:v>9.9996897081010397E-6</c:v>
                </c:pt>
                <c:pt idx="7145">
                  <c:v>8.5037627178440495E-5</c:v>
                </c:pt>
                <c:pt idx="7146">
                  <c:v>5.1072559685854155E-5</c:v>
                </c:pt>
                <c:pt idx="7147">
                  <c:v>8.0763585079709859E-6</c:v>
                </c:pt>
                <c:pt idx="7148">
                  <c:v>3.2458172382050007E-5</c:v>
                </c:pt>
                <c:pt idx="7149">
                  <c:v>8.0437288767453718E-5</c:v>
                </c:pt>
                <c:pt idx="7150">
                  <c:v>1.6587870304432007E-6</c:v>
                </c:pt>
                <c:pt idx="7151">
                  <c:v>2.2855932852455574E-4</c:v>
                </c:pt>
                <c:pt idx="7152">
                  <c:v>2.5071767833284057E-6</c:v>
                </c:pt>
                <c:pt idx="7153">
                  <c:v>0</c:v>
                </c:pt>
                <c:pt idx="7154">
                  <c:v>8.3579320917433316E-8</c:v>
                </c:pt>
                <c:pt idx="7155">
                  <c:v>1.0865085169814273E-5</c:v>
                </c:pt>
                <c:pt idx="7156">
                  <c:v>2.8232509018310005E-5</c:v>
                </c:pt>
                <c:pt idx="7157">
                  <c:v>1.5795936295229265E-5</c:v>
                </c:pt>
                <c:pt idx="7158">
                  <c:v>1.1628837465968831E-5</c:v>
                </c:pt>
                <c:pt idx="7159">
                  <c:v>1.1410010723662228E-6</c:v>
                </c:pt>
                <c:pt idx="7160">
                  <c:v>0</c:v>
                </c:pt>
                <c:pt idx="7161">
                  <c:v>5.534262943271187E-5</c:v>
                </c:pt>
                <c:pt idx="7162">
                  <c:v>1.6587814229485053E-5</c:v>
                </c:pt>
                <c:pt idx="7163">
                  <c:v>0</c:v>
                </c:pt>
                <c:pt idx="7164">
                  <c:v>1.2574568375306712E-7</c:v>
                </c:pt>
                <c:pt idx="7165">
                  <c:v>0</c:v>
                </c:pt>
                <c:pt idx="7166">
                  <c:v>1.2654079322921557E-5</c:v>
                </c:pt>
                <c:pt idx="7167">
                  <c:v>3.2902998315082418E-6</c:v>
                </c:pt>
                <c:pt idx="7168">
                  <c:v>0</c:v>
                </c:pt>
                <c:pt idx="7169">
                  <c:v>1.4916556160507814E-5</c:v>
                </c:pt>
                <c:pt idx="7170">
                  <c:v>2.1744002991188261E-5</c:v>
                </c:pt>
                <c:pt idx="7171">
                  <c:v>3.8981314377351176E-5</c:v>
                </c:pt>
                <c:pt idx="7172">
                  <c:v>2.6852201302980412E-5</c:v>
                </c:pt>
                <c:pt idx="7173">
                  <c:v>3.7615740104889549E-6</c:v>
                </c:pt>
                <c:pt idx="7174">
                  <c:v>3.5124135097611637E-5</c:v>
                </c:pt>
                <c:pt idx="7175">
                  <c:v>7.7674996916688634E-6</c:v>
                </c:pt>
                <c:pt idx="7176">
                  <c:v>5.4009181774124909E-4</c:v>
                </c:pt>
                <c:pt idx="7177">
                  <c:v>5.0526117590667984E-6</c:v>
                </c:pt>
                <c:pt idx="7178">
                  <c:v>8.055398284367033E-6</c:v>
                </c:pt>
                <c:pt idx="7179">
                  <c:v>1.6343655856060432E-5</c:v>
                </c:pt>
                <c:pt idx="7180">
                  <c:v>1.2733786997255465E-7</c:v>
                </c:pt>
                <c:pt idx="7181">
                  <c:v>5.7761749499536299E-6</c:v>
                </c:pt>
                <c:pt idx="7182">
                  <c:v>1.501835309691002E-5</c:v>
                </c:pt>
                <c:pt idx="7183">
                  <c:v>4.0796170417622536E-7</c:v>
                </c:pt>
                <c:pt idx="7184">
                  <c:v>9.695666644680557E-6</c:v>
                </c:pt>
                <c:pt idx="7185">
                  <c:v>1.7127374100156706E-5</c:v>
                </c:pt>
                <c:pt idx="7186">
                  <c:v>2.1158498450518846E-6</c:v>
                </c:pt>
                <c:pt idx="7187">
                  <c:v>5.5214428808324588E-7</c:v>
                </c:pt>
                <c:pt idx="7188">
                  <c:v>2.9864599915120082E-7</c:v>
                </c:pt>
                <c:pt idx="7189">
                  <c:v>1.6089292996668155E-5</c:v>
                </c:pt>
                <c:pt idx="7190">
                  <c:v>1.4341102764153914E-5</c:v>
                </c:pt>
                <c:pt idx="7191">
                  <c:v>1.7182478316197806E-5</c:v>
                </c:pt>
                <c:pt idx="7192">
                  <c:v>1.6099175815450621E-6</c:v>
                </c:pt>
                <c:pt idx="7193">
                  <c:v>7.0308625757991413E-7</c:v>
                </c:pt>
                <c:pt idx="7194">
                  <c:v>1.111098166564227E-7</c:v>
                </c:pt>
                <c:pt idx="7195">
                  <c:v>5.8686591337179026E-5</c:v>
                </c:pt>
                <c:pt idx="7196">
                  <c:v>3.7586266828134096E-8</c:v>
                </c:pt>
                <c:pt idx="7197">
                  <c:v>5.9102383722982026E-7</c:v>
                </c:pt>
                <c:pt idx="7198">
                  <c:v>5.2036173918483464E-5</c:v>
                </c:pt>
                <c:pt idx="7199">
                  <c:v>1.5570608771798161E-5</c:v>
                </c:pt>
                <c:pt idx="7200">
                  <c:v>2.9061788066317061E-7</c:v>
                </c:pt>
                <c:pt idx="7201">
                  <c:v>4.4978838707096366E-7</c:v>
                </c:pt>
                <c:pt idx="7202">
                  <c:v>5.9852250607588174E-7</c:v>
                </c:pt>
                <c:pt idx="7203">
                  <c:v>1.3633020379154999E-7</c:v>
                </c:pt>
                <c:pt idx="7204">
                  <c:v>5.8741601022427138E-5</c:v>
                </c:pt>
                <c:pt idx="7205">
                  <c:v>7.5203816354852504E-6</c:v>
                </c:pt>
                <c:pt idx="7206">
                  <c:v>1.0763775618483668E-6</c:v>
                </c:pt>
                <c:pt idx="7207">
                  <c:v>0</c:v>
                </c:pt>
                <c:pt idx="7208">
                  <c:v>2.8787673998358011E-5</c:v>
                </c:pt>
                <c:pt idx="7209">
                  <c:v>0</c:v>
                </c:pt>
                <c:pt idx="7210">
                  <c:v>1.1993168957953913E-6</c:v>
                </c:pt>
                <c:pt idx="7211">
                  <c:v>4.4740955173750423E-6</c:v>
                </c:pt>
                <c:pt idx="7212">
                  <c:v>1.1390380224091881E-5</c:v>
                </c:pt>
                <c:pt idx="7213">
                  <c:v>3.133978954980806E-5</c:v>
                </c:pt>
                <c:pt idx="7214">
                  <c:v>2.3812742644647399E-7</c:v>
                </c:pt>
                <c:pt idx="7215">
                  <c:v>8.0656766322821861E-6</c:v>
                </c:pt>
                <c:pt idx="7216">
                  <c:v>1.5659688805691421E-6</c:v>
                </c:pt>
                <c:pt idx="7217">
                  <c:v>5.3873410431400603E-6</c:v>
                </c:pt>
                <c:pt idx="7218">
                  <c:v>7.4915545735203601E-6</c:v>
                </c:pt>
                <c:pt idx="7219">
                  <c:v>7.4803652578672654E-7</c:v>
                </c:pt>
                <c:pt idx="7220">
                  <c:v>4.5102351997629931E-8</c:v>
                </c:pt>
                <c:pt idx="7221">
                  <c:v>0</c:v>
                </c:pt>
                <c:pt idx="7222">
                  <c:v>1.6040469986983312E-7</c:v>
                </c:pt>
                <c:pt idx="7223">
                  <c:v>0</c:v>
                </c:pt>
                <c:pt idx="7224">
                  <c:v>1.3485636375056044E-6</c:v>
                </c:pt>
                <c:pt idx="7225">
                  <c:v>5.2186803693849012E-4</c:v>
                </c:pt>
                <c:pt idx="7226">
                  <c:v>2.2106201399617144E-6</c:v>
                </c:pt>
                <c:pt idx="7227">
                  <c:v>0</c:v>
                </c:pt>
                <c:pt idx="7228">
                  <c:v>0</c:v>
                </c:pt>
                <c:pt idx="7229">
                  <c:v>8.0126433425544138E-5</c:v>
                </c:pt>
                <c:pt idx="7230">
                  <c:v>0</c:v>
                </c:pt>
                <c:pt idx="7231">
                  <c:v>6.4132962817533697E-5</c:v>
                </c:pt>
                <c:pt idx="7232">
                  <c:v>4.1211773862560313E-6</c:v>
                </c:pt>
                <c:pt idx="7233">
                  <c:v>6.9227226215602717E-7</c:v>
                </c:pt>
                <c:pt idx="7234">
                  <c:v>5.601546715373046E-7</c:v>
                </c:pt>
                <c:pt idx="7235">
                  <c:v>3.9892934172213882E-7</c:v>
                </c:pt>
                <c:pt idx="7236">
                  <c:v>3.9564401417483838E-6</c:v>
                </c:pt>
                <c:pt idx="7237">
                  <c:v>0</c:v>
                </c:pt>
                <c:pt idx="7238">
                  <c:v>2.3043646115589775E-5</c:v>
                </c:pt>
                <c:pt idx="7239">
                  <c:v>3.2391093003168842E-5</c:v>
                </c:pt>
                <c:pt idx="7240">
                  <c:v>0</c:v>
                </c:pt>
                <c:pt idx="7241">
                  <c:v>8.3620879695789902E-5</c:v>
                </c:pt>
                <c:pt idx="7242">
                  <c:v>8.5280829544119779E-7</c:v>
                </c:pt>
                <c:pt idx="7243">
                  <c:v>4.7713286463291993E-5</c:v>
                </c:pt>
                <c:pt idx="7244">
                  <c:v>9.7303582487786398E-5</c:v>
                </c:pt>
                <c:pt idx="7245">
                  <c:v>3.3452155032880452E-5</c:v>
                </c:pt>
                <c:pt idx="7246">
                  <c:v>0</c:v>
                </c:pt>
                <c:pt idx="7247">
                  <c:v>4.1006161430509192E-5</c:v>
                </c:pt>
                <c:pt idx="7248">
                  <c:v>1.8925138136840173E-6</c:v>
                </c:pt>
                <c:pt idx="7249">
                  <c:v>1.255793568117854E-4</c:v>
                </c:pt>
                <c:pt idx="7250">
                  <c:v>2.4998654211039979E-5</c:v>
                </c:pt>
                <c:pt idx="7251">
                  <c:v>7.5009341940574799E-5</c:v>
                </c:pt>
                <c:pt idx="7252">
                  <c:v>2.5176385276736452E-6</c:v>
                </c:pt>
                <c:pt idx="7253">
                  <c:v>1.5912822158590261E-5</c:v>
                </c:pt>
                <c:pt idx="7254">
                  <c:v>5.1410934867316557E-7</c:v>
                </c:pt>
                <c:pt idx="7255">
                  <c:v>1.3931681908079746E-6</c:v>
                </c:pt>
                <c:pt idx="7256">
                  <c:v>8.7779404499228245E-6</c:v>
                </c:pt>
                <c:pt idx="7257">
                  <c:v>5.142486544838509E-6</c:v>
                </c:pt>
                <c:pt idx="7258">
                  <c:v>2.0131528968597785E-6</c:v>
                </c:pt>
                <c:pt idx="7259">
                  <c:v>0</c:v>
                </c:pt>
                <c:pt idx="7260">
                  <c:v>4.2226280670342821E-5</c:v>
                </c:pt>
                <c:pt idx="7261">
                  <c:v>4.5384589879822977E-5</c:v>
                </c:pt>
                <c:pt idx="7262">
                  <c:v>0</c:v>
                </c:pt>
                <c:pt idx="7263">
                  <c:v>0</c:v>
                </c:pt>
                <c:pt idx="7264">
                  <c:v>5.1581651732658817E-6</c:v>
                </c:pt>
                <c:pt idx="7265">
                  <c:v>2.0101772157366089E-6</c:v>
                </c:pt>
                <c:pt idx="7266">
                  <c:v>1.4760223543214475E-5</c:v>
                </c:pt>
                <c:pt idx="7267">
                  <c:v>9.5555272910714839E-6</c:v>
                </c:pt>
                <c:pt idx="7268">
                  <c:v>0</c:v>
                </c:pt>
                <c:pt idx="7269">
                  <c:v>4.1098396513334836E-6</c:v>
                </c:pt>
                <c:pt idx="7270">
                  <c:v>6.5054126072443831E-8</c:v>
                </c:pt>
                <c:pt idx="7271">
                  <c:v>0</c:v>
                </c:pt>
                <c:pt idx="7272">
                  <c:v>0</c:v>
                </c:pt>
                <c:pt idx="7273">
                  <c:v>0</c:v>
                </c:pt>
                <c:pt idx="7274">
                  <c:v>3.3300395863776048E-5</c:v>
                </c:pt>
                <c:pt idx="7275">
                  <c:v>9.1865366132117939E-5</c:v>
                </c:pt>
                <c:pt idx="7276">
                  <c:v>0</c:v>
                </c:pt>
                <c:pt idx="7277">
                  <c:v>1.0553022391109482E-6</c:v>
                </c:pt>
                <c:pt idx="7278">
                  <c:v>4.2227521684128934E-5</c:v>
                </c:pt>
                <c:pt idx="7279">
                  <c:v>2.676753720707166E-6</c:v>
                </c:pt>
                <c:pt idx="7280">
                  <c:v>0</c:v>
                </c:pt>
                <c:pt idx="7281">
                  <c:v>2.3154819363182432E-8</c:v>
                </c:pt>
                <c:pt idx="7282">
                  <c:v>4.9563255750922406E-6</c:v>
                </c:pt>
                <c:pt idx="7283">
                  <c:v>2.1617072532274244E-5</c:v>
                </c:pt>
                <c:pt idx="7284">
                  <c:v>1.3329871245302266E-5</c:v>
                </c:pt>
                <c:pt idx="7285">
                  <c:v>1.7692126331002179E-4</c:v>
                </c:pt>
                <c:pt idx="7286">
                  <c:v>3.9622785418960217E-5</c:v>
                </c:pt>
                <c:pt idx="7287">
                  <c:v>1.5460687002448105E-5</c:v>
                </c:pt>
                <c:pt idx="7288">
                  <c:v>5.511189088852515E-5</c:v>
                </c:pt>
                <c:pt idx="7289">
                  <c:v>4.6162464872654819E-5</c:v>
                </c:pt>
                <c:pt idx="7290">
                  <c:v>2.9475477794739365E-6</c:v>
                </c:pt>
                <c:pt idx="7291">
                  <c:v>4.0440094117219266E-7</c:v>
                </c:pt>
                <c:pt idx="7292">
                  <c:v>0</c:v>
                </c:pt>
                <c:pt idx="7293">
                  <c:v>1.7297576257071829E-7</c:v>
                </c:pt>
                <c:pt idx="7294">
                  <c:v>1.68972102859951E-5</c:v>
                </c:pt>
                <c:pt idx="7295">
                  <c:v>3.3553625084501842E-5</c:v>
                </c:pt>
                <c:pt idx="7296">
                  <c:v>2.5541137782365542E-5</c:v>
                </c:pt>
                <c:pt idx="7297">
                  <c:v>5.411048287319975E-6</c:v>
                </c:pt>
                <c:pt idx="7298">
                  <c:v>0</c:v>
                </c:pt>
                <c:pt idx="7299">
                  <c:v>6.7383068294900378E-6</c:v>
                </c:pt>
                <c:pt idx="7300">
                  <c:v>1.2122157273977689E-5</c:v>
                </c:pt>
                <c:pt idx="7301">
                  <c:v>2.0212132330671451E-5</c:v>
                </c:pt>
                <c:pt idx="7302">
                  <c:v>6.8456673706247674E-7</c:v>
                </c:pt>
                <c:pt idx="7303">
                  <c:v>3.7727866385009443E-6</c:v>
                </c:pt>
                <c:pt idx="7304">
                  <c:v>5.5410208417512727E-5</c:v>
                </c:pt>
                <c:pt idx="7305">
                  <c:v>1.83592432024324E-5</c:v>
                </c:pt>
                <c:pt idx="7306">
                  <c:v>2.7255190339193675E-5</c:v>
                </c:pt>
                <c:pt idx="7307">
                  <c:v>1.6269693800746702E-5</c:v>
                </c:pt>
                <c:pt idx="7308">
                  <c:v>1.3789001953657615E-5</c:v>
                </c:pt>
                <c:pt idx="7309">
                  <c:v>1.503016804859767E-5</c:v>
                </c:pt>
                <c:pt idx="7310">
                  <c:v>3.5799212617339168E-5</c:v>
                </c:pt>
                <c:pt idx="7311">
                  <c:v>2.8941325249725223E-5</c:v>
                </c:pt>
                <c:pt idx="7312">
                  <c:v>0</c:v>
                </c:pt>
                <c:pt idx="7313">
                  <c:v>2.5487982990810191E-5</c:v>
                </c:pt>
                <c:pt idx="7314">
                  <c:v>1.621501782777314E-4</c:v>
                </c:pt>
                <c:pt idx="7315">
                  <c:v>6.6740052515037432E-5</c:v>
                </c:pt>
                <c:pt idx="7316">
                  <c:v>2.0685814980495483E-5</c:v>
                </c:pt>
                <c:pt idx="7317">
                  <c:v>1.0499462642699697E-5</c:v>
                </c:pt>
                <c:pt idx="7318">
                  <c:v>7.1657826713374024E-6</c:v>
                </c:pt>
                <c:pt idx="7319">
                  <c:v>2.8336867936662788E-5</c:v>
                </c:pt>
                <c:pt idx="7320">
                  <c:v>2.1670395786785254E-5</c:v>
                </c:pt>
                <c:pt idx="7321">
                  <c:v>1.0843090502800223E-5</c:v>
                </c:pt>
                <c:pt idx="7322">
                  <c:v>2.7302919869117125E-4</c:v>
                </c:pt>
                <c:pt idx="7323">
                  <c:v>1.97858265596448E-7</c:v>
                </c:pt>
                <c:pt idx="7324">
                  <c:v>8.7143615421201995E-6</c:v>
                </c:pt>
                <c:pt idx="7325">
                  <c:v>1.6951022028921351E-5</c:v>
                </c:pt>
                <c:pt idx="7326">
                  <c:v>0</c:v>
                </c:pt>
                <c:pt idx="7327">
                  <c:v>8.6656968052291318E-6</c:v>
                </c:pt>
                <c:pt idx="7328">
                  <c:v>2.8268120026648791E-5</c:v>
                </c:pt>
                <c:pt idx="7329">
                  <c:v>8.9916267630085561E-6</c:v>
                </c:pt>
                <c:pt idx="7330">
                  <c:v>0</c:v>
                </c:pt>
                <c:pt idx="7331">
                  <c:v>6.5042296853792754E-6</c:v>
                </c:pt>
                <c:pt idx="7332">
                  <c:v>4.6098986345329405E-5</c:v>
                </c:pt>
                <c:pt idx="7333">
                  <c:v>2.2048236221624626E-7</c:v>
                </c:pt>
                <c:pt idx="7334">
                  <c:v>0</c:v>
                </c:pt>
                <c:pt idx="7335">
                  <c:v>2.3737163070166619E-4</c:v>
                </c:pt>
                <c:pt idx="7336">
                  <c:v>9.9029309395677484E-5</c:v>
                </c:pt>
                <c:pt idx="7337">
                  <c:v>0</c:v>
                </c:pt>
                <c:pt idx="7338">
                  <c:v>1.1708439227036064E-4</c:v>
                </c:pt>
                <c:pt idx="7339">
                  <c:v>1.1811404683000549E-5</c:v>
                </c:pt>
                <c:pt idx="7340">
                  <c:v>1.4877350783731801E-5</c:v>
                </c:pt>
                <c:pt idx="7341">
                  <c:v>1.4931255728897288E-5</c:v>
                </c:pt>
                <c:pt idx="7342">
                  <c:v>2.4334450391663981E-5</c:v>
                </c:pt>
                <c:pt idx="7343">
                  <c:v>3.0690243180789131E-5</c:v>
                </c:pt>
                <c:pt idx="7344">
                  <c:v>7.9633476300838256E-6</c:v>
                </c:pt>
                <c:pt idx="7345">
                  <c:v>0</c:v>
                </c:pt>
                <c:pt idx="7346">
                  <c:v>0</c:v>
                </c:pt>
                <c:pt idx="7347">
                  <c:v>2.044417983523445E-4</c:v>
                </c:pt>
                <c:pt idx="7348">
                  <c:v>2.4927499599782988E-5</c:v>
                </c:pt>
                <c:pt idx="7349">
                  <c:v>3.6803196717354303E-3</c:v>
                </c:pt>
                <c:pt idx="7350">
                  <c:v>1.136487477428474E-6</c:v>
                </c:pt>
                <c:pt idx="7351">
                  <c:v>1.3726768947134385E-6</c:v>
                </c:pt>
                <c:pt idx="7352">
                  <c:v>1.5116735251461096E-5</c:v>
                </c:pt>
                <c:pt idx="7353">
                  <c:v>1.4901415312848709E-5</c:v>
                </c:pt>
                <c:pt idx="7354">
                  <c:v>2.0260466942784637E-6</c:v>
                </c:pt>
                <c:pt idx="7355">
                  <c:v>6.1148106112386513E-7</c:v>
                </c:pt>
                <c:pt idx="7356">
                  <c:v>1.0843515707793271E-7</c:v>
                </c:pt>
                <c:pt idx="7357">
                  <c:v>3.3230487174190405E-7</c:v>
                </c:pt>
                <c:pt idx="7358">
                  <c:v>6.1659611182528255E-7</c:v>
                </c:pt>
                <c:pt idx="7359">
                  <c:v>3.3388985886898696E-5</c:v>
                </c:pt>
                <c:pt idx="7360">
                  <c:v>4.3916662593847049E-5</c:v>
                </c:pt>
                <c:pt idx="7361">
                  <c:v>1.3044659780643064E-5</c:v>
                </c:pt>
                <c:pt idx="7362">
                  <c:v>5.8969009967290544E-7</c:v>
                </c:pt>
                <c:pt idx="7363">
                  <c:v>1.7988328054359243E-7</c:v>
                </c:pt>
                <c:pt idx="7364">
                  <c:v>5.7209324656595513E-5</c:v>
                </c:pt>
                <c:pt idx="7365">
                  <c:v>4.8090579684493592E-5</c:v>
                </c:pt>
                <c:pt idx="7366">
                  <c:v>3.6455647634652127E-5</c:v>
                </c:pt>
                <c:pt idx="7367">
                  <c:v>5.6427695165710315E-5</c:v>
                </c:pt>
                <c:pt idx="7368">
                  <c:v>7.2236525428174003E-6</c:v>
                </c:pt>
                <c:pt idx="7369">
                  <c:v>7.1618513682671463E-6</c:v>
                </c:pt>
                <c:pt idx="7370">
                  <c:v>8.3744184293825748E-6</c:v>
                </c:pt>
                <c:pt idx="7371">
                  <c:v>1.7423907988306903E-5</c:v>
                </c:pt>
                <c:pt idx="7372">
                  <c:v>4.6332793545728514E-6</c:v>
                </c:pt>
                <c:pt idx="7373">
                  <c:v>6.0458126380605833E-5</c:v>
                </c:pt>
                <c:pt idx="7374">
                  <c:v>8.8828210131335815E-7</c:v>
                </c:pt>
                <c:pt idx="7375">
                  <c:v>5.3157355832370357E-5</c:v>
                </c:pt>
                <c:pt idx="7376">
                  <c:v>6.3671655050634524E-6</c:v>
                </c:pt>
                <c:pt idx="7377">
                  <c:v>1.0581506702070822E-5</c:v>
                </c:pt>
                <c:pt idx="7378">
                  <c:v>3.3530547619723877E-6</c:v>
                </c:pt>
                <c:pt idx="7379">
                  <c:v>9.5461237621809376E-7</c:v>
                </c:pt>
                <c:pt idx="7380">
                  <c:v>3.0880012491081875E-5</c:v>
                </c:pt>
                <c:pt idx="7381">
                  <c:v>3.2890590342103283E-7</c:v>
                </c:pt>
                <c:pt idx="7382">
                  <c:v>0</c:v>
                </c:pt>
                <c:pt idx="7383">
                  <c:v>2.0550709919015651E-5</c:v>
                </c:pt>
                <c:pt idx="7384">
                  <c:v>0</c:v>
                </c:pt>
                <c:pt idx="7385">
                  <c:v>1.9946005996063745E-6</c:v>
                </c:pt>
                <c:pt idx="7386">
                  <c:v>1.4468149171561701E-5</c:v>
                </c:pt>
                <c:pt idx="7387">
                  <c:v>1.5325917660719765E-5</c:v>
                </c:pt>
                <c:pt idx="7388">
                  <c:v>1.3109632618119255E-4</c:v>
                </c:pt>
                <c:pt idx="7389">
                  <c:v>1.2978417384274974E-4</c:v>
                </c:pt>
                <c:pt idx="7390">
                  <c:v>1.6505320855984592E-6</c:v>
                </c:pt>
                <c:pt idx="7391">
                  <c:v>1.0165014861412462E-6</c:v>
                </c:pt>
                <c:pt idx="7392">
                  <c:v>3.6311511662777113E-6</c:v>
                </c:pt>
                <c:pt idx="7393">
                  <c:v>3.5445856633337791E-4</c:v>
                </c:pt>
                <c:pt idx="7394">
                  <c:v>2.2091102227240669E-5</c:v>
                </c:pt>
                <c:pt idx="7395">
                  <c:v>1.6156611257291604E-6</c:v>
                </c:pt>
                <c:pt idx="7396">
                  <c:v>1.7649210149099023E-5</c:v>
                </c:pt>
                <c:pt idx="7397">
                  <c:v>1.0676771814424944E-3</c:v>
                </c:pt>
                <c:pt idx="7398">
                  <c:v>7.448717048499721E-6</c:v>
                </c:pt>
                <c:pt idx="7399">
                  <c:v>3.861991821960732E-5</c:v>
                </c:pt>
                <c:pt idx="7400">
                  <c:v>1.8356115983029636E-5</c:v>
                </c:pt>
                <c:pt idx="7401">
                  <c:v>2.7257047350685974E-5</c:v>
                </c:pt>
                <c:pt idx="7402">
                  <c:v>3.9456150192361235E-7</c:v>
                </c:pt>
                <c:pt idx="7403">
                  <c:v>0</c:v>
                </c:pt>
                <c:pt idx="7404">
                  <c:v>0</c:v>
                </c:pt>
                <c:pt idx="7405">
                  <c:v>0</c:v>
                </c:pt>
                <c:pt idx="7406">
                  <c:v>2.2271557412538907E-5</c:v>
                </c:pt>
                <c:pt idx="7407">
                  <c:v>4.6691779425582463E-5</c:v>
                </c:pt>
                <c:pt idx="7408">
                  <c:v>8.8760140892200291E-8</c:v>
                </c:pt>
                <c:pt idx="7409">
                  <c:v>1.4573870607659023E-5</c:v>
                </c:pt>
                <c:pt idx="7410">
                  <c:v>6.6233308296594368E-6</c:v>
                </c:pt>
                <c:pt idx="7411">
                  <c:v>2.032922538837985E-5</c:v>
                </c:pt>
                <c:pt idx="7412">
                  <c:v>5.6451804663716485E-7</c:v>
                </c:pt>
                <c:pt idx="7413">
                  <c:v>1.5898507589137859E-7</c:v>
                </c:pt>
                <c:pt idx="7414">
                  <c:v>0</c:v>
                </c:pt>
                <c:pt idx="7415">
                  <c:v>0</c:v>
                </c:pt>
                <c:pt idx="7416">
                  <c:v>5.6441051560373461E-6</c:v>
                </c:pt>
                <c:pt idx="7417">
                  <c:v>0</c:v>
                </c:pt>
                <c:pt idx="7418">
                  <c:v>0</c:v>
                </c:pt>
                <c:pt idx="7419">
                  <c:v>0</c:v>
                </c:pt>
                <c:pt idx="7420">
                  <c:v>0</c:v>
                </c:pt>
                <c:pt idx="7421">
                  <c:v>0</c:v>
                </c:pt>
                <c:pt idx="7422">
                  <c:v>0</c:v>
                </c:pt>
                <c:pt idx="7423">
                  <c:v>0</c:v>
                </c:pt>
                <c:pt idx="7424">
                  <c:v>6.1212023993340434E-6</c:v>
                </c:pt>
                <c:pt idx="7425">
                  <c:v>5.4214379861766655E-6</c:v>
                </c:pt>
                <c:pt idx="7426">
                  <c:v>1.348003137240635E-6</c:v>
                </c:pt>
                <c:pt idx="7427">
                  <c:v>2.8695381979216802E-7</c:v>
                </c:pt>
                <c:pt idx="7428">
                  <c:v>1.1043972132165064E-5</c:v>
                </c:pt>
                <c:pt idx="7429">
                  <c:v>0</c:v>
                </c:pt>
                <c:pt idx="7430">
                  <c:v>5.451379614123908E-5</c:v>
                </c:pt>
                <c:pt idx="7431">
                  <c:v>0</c:v>
                </c:pt>
                <c:pt idx="7432">
                  <c:v>2.2910697029234349E-6</c:v>
                </c:pt>
                <c:pt idx="7433">
                  <c:v>1.4814729012672641E-6</c:v>
                </c:pt>
                <c:pt idx="7434">
                  <c:v>5.169231831001152E-5</c:v>
                </c:pt>
                <c:pt idx="7435">
                  <c:v>0</c:v>
                </c:pt>
                <c:pt idx="7436">
                  <c:v>0</c:v>
                </c:pt>
                <c:pt idx="7437">
                  <c:v>0</c:v>
                </c:pt>
                <c:pt idx="7438">
                  <c:v>0</c:v>
                </c:pt>
                <c:pt idx="7439">
                  <c:v>0</c:v>
                </c:pt>
                <c:pt idx="7440">
                  <c:v>0</c:v>
                </c:pt>
                <c:pt idx="7441">
                  <c:v>2.2978232591368524E-5</c:v>
                </c:pt>
                <c:pt idx="7442">
                  <c:v>0</c:v>
                </c:pt>
                <c:pt idx="7443">
                  <c:v>0</c:v>
                </c:pt>
                <c:pt idx="7444">
                  <c:v>1.0810985160669844E-5</c:v>
                </c:pt>
                <c:pt idx="7445">
                  <c:v>1.559820114196185E-5</c:v>
                </c:pt>
                <c:pt idx="7446">
                  <c:v>1.9078209107064528E-5</c:v>
                </c:pt>
                <c:pt idx="7447">
                  <c:v>0</c:v>
                </c:pt>
                <c:pt idx="7448">
                  <c:v>5.6287422738988929E-6</c:v>
                </c:pt>
                <c:pt idx="7449">
                  <c:v>2.3211821080261862E-5</c:v>
                </c:pt>
                <c:pt idx="7450">
                  <c:v>1.0260641653785131E-6</c:v>
                </c:pt>
                <c:pt idx="7451">
                  <c:v>0</c:v>
                </c:pt>
                <c:pt idx="7452">
                  <c:v>0</c:v>
                </c:pt>
                <c:pt idx="7453">
                  <c:v>0</c:v>
                </c:pt>
                <c:pt idx="7454">
                  <c:v>2.4650454763742445E-7</c:v>
                </c:pt>
                <c:pt idx="7455">
                  <c:v>0</c:v>
                </c:pt>
                <c:pt idx="7456">
                  <c:v>1.631108201670171E-7</c:v>
                </c:pt>
                <c:pt idx="7457">
                  <c:v>1.0170258852935046E-7</c:v>
                </c:pt>
                <c:pt idx="7458">
                  <c:v>2.6109801831655072E-4</c:v>
                </c:pt>
                <c:pt idx="7459">
                  <c:v>0</c:v>
                </c:pt>
                <c:pt idx="7460">
                  <c:v>4.0890467092258703E-7</c:v>
                </c:pt>
                <c:pt idx="7461">
                  <c:v>0</c:v>
                </c:pt>
                <c:pt idx="7462">
                  <c:v>9.7177394702651255E-7</c:v>
                </c:pt>
                <c:pt idx="7463">
                  <c:v>1.3665391880942094E-6</c:v>
                </c:pt>
                <c:pt idx="7464">
                  <c:v>1.590501056805333E-5</c:v>
                </c:pt>
                <c:pt idx="7465">
                  <c:v>0</c:v>
                </c:pt>
                <c:pt idx="7466">
                  <c:v>1.9066993228694715E-7</c:v>
                </c:pt>
                <c:pt idx="7467">
                  <c:v>0</c:v>
                </c:pt>
                <c:pt idx="7468">
                  <c:v>5.3625577703243522E-5</c:v>
                </c:pt>
                <c:pt idx="7469">
                  <c:v>1.9409786441930741E-6</c:v>
                </c:pt>
                <c:pt idx="7470">
                  <c:v>6.5273872668195678E-5</c:v>
                </c:pt>
                <c:pt idx="7471">
                  <c:v>2.4971853047181177E-5</c:v>
                </c:pt>
                <c:pt idx="7472">
                  <c:v>0</c:v>
                </c:pt>
                <c:pt idx="7473">
                  <c:v>0</c:v>
                </c:pt>
                <c:pt idx="7474">
                  <c:v>1.4916796464858761E-5</c:v>
                </c:pt>
                <c:pt idx="7475">
                  <c:v>0</c:v>
                </c:pt>
                <c:pt idx="7476">
                  <c:v>8.5125867406850339E-7</c:v>
                </c:pt>
                <c:pt idx="7477">
                  <c:v>1.1188002643146236E-5</c:v>
                </c:pt>
                <c:pt idx="7478">
                  <c:v>0</c:v>
                </c:pt>
                <c:pt idx="7479">
                  <c:v>0</c:v>
                </c:pt>
                <c:pt idx="7480">
                  <c:v>0</c:v>
                </c:pt>
                <c:pt idx="7481">
                  <c:v>1.5064487518966293E-6</c:v>
                </c:pt>
                <c:pt idx="7482">
                  <c:v>1.2963113754935943E-5</c:v>
                </c:pt>
                <c:pt idx="7483">
                  <c:v>0</c:v>
                </c:pt>
                <c:pt idx="7484">
                  <c:v>9.7202406043085767E-6</c:v>
                </c:pt>
                <c:pt idx="7485">
                  <c:v>3.3954555381826795E-4</c:v>
                </c:pt>
                <c:pt idx="7486">
                  <c:v>2.2303465087915049E-5</c:v>
                </c:pt>
                <c:pt idx="7487">
                  <c:v>1.1985834261555042E-5</c:v>
                </c:pt>
                <c:pt idx="7488">
                  <c:v>7.5566065894710781E-6</c:v>
                </c:pt>
                <c:pt idx="7489">
                  <c:v>0</c:v>
                </c:pt>
                <c:pt idx="7490">
                  <c:v>2.2723200262650798E-5</c:v>
                </c:pt>
                <c:pt idx="7491">
                  <c:v>6.2392883928315843E-7</c:v>
                </c:pt>
                <c:pt idx="7492">
                  <c:v>4.2120721405207559E-6</c:v>
                </c:pt>
                <c:pt idx="7493">
                  <c:v>0</c:v>
                </c:pt>
                <c:pt idx="7494">
                  <c:v>1.1751070826815102E-7</c:v>
                </c:pt>
                <c:pt idx="7495">
                  <c:v>0</c:v>
                </c:pt>
                <c:pt idx="7496">
                  <c:v>0</c:v>
                </c:pt>
                <c:pt idx="7497">
                  <c:v>3.1336188871507079E-7</c:v>
                </c:pt>
                <c:pt idx="7498">
                  <c:v>3.3908994046381652E-6</c:v>
                </c:pt>
                <c:pt idx="7499">
                  <c:v>4.5809259155381171E-7</c:v>
                </c:pt>
                <c:pt idx="7500">
                  <c:v>1.8999973920333747E-7</c:v>
                </c:pt>
                <c:pt idx="7501">
                  <c:v>2.0240115075239257E-5</c:v>
                </c:pt>
                <c:pt idx="7502">
                  <c:v>1.2485926523590499E-5</c:v>
                </c:pt>
                <c:pt idx="7503">
                  <c:v>3.8295042803463092E-6</c:v>
                </c:pt>
                <c:pt idx="7504">
                  <c:v>4.0368384487412113E-5</c:v>
                </c:pt>
                <c:pt idx="7505">
                  <c:v>8.2827686382367344E-6</c:v>
                </c:pt>
                <c:pt idx="7506">
                  <c:v>1.0582800508238619E-7</c:v>
                </c:pt>
                <c:pt idx="7507">
                  <c:v>1.3961668309087331E-7</c:v>
                </c:pt>
                <c:pt idx="7508">
                  <c:v>1.0778514441049991E-5</c:v>
                </c:pt>
                <c:pt idx="7509">
                  <c:v>4.641955907671263E-5</c:v>
                </c:pt>
                <c:pt idx="7510">
                  <c:v>9.8595395902143274E-8</c:v>
                </c:pt>
                <c:pt idx="7511">
                  <c:v>3.556245118641427E-7</c:v>
                </c:pt>
                <c:pt idx="7512">
                  <c:v>0</c:v>
                </c:pt>
                <c:pt idx="7513">
                  <c:v>6.9524020325851813E-7</c:v>
                </c:pt>
                <c:pt idx="7514">
                  <c:v>0</c:v>
                </c:pt>
                <c:pt idx="7515">
                  <c:v>3.3827184012244112E-6</c:v>
                </c:pt>
                <c:pt idx="7516">
                  <c:v>2.9302242232914291E-6</c:v>
                </c:pt>
                <c:pt idx="7517">
                  <c:v>0</c:v>
                </c:pt>
                <c:pt idx="7518">
                  <c:v>6.6872073158783178E-6</c:v>
                </c:pt>
                <c:pt idx="7519">
                  <c:v>0</c:v>
                </c:pt>
                <c:pt idx="7520">
                  <c:v>3.5163893317844629E-6</c:v>
                </c:pt>
                <c:pt idx="7521">
                  <c:v>2.9755005029366784E-7</c:v>
                </c:pt>
                <c:pt idx="7522">
                  <c:v>5.0082734489321456E-6</c:v>
                </c:pt>
                <c:pt idx="7523">
                  <c:v>0</c:v>
                </c:pt>
                <c:pt idx="7524">
                  <c:v>5.1306370254026977E-6</c:v>
                </c:pt>
                <c:pt idx="7525">
                  <c:v>8.3482510893204007E-7</c:v>
                </c:pt>
                <c:pt idx="7526">
                  <c:v>0</c:v>
                </c:pt>
                <c:pt idx="7527">
                  <c:v>1.6971196615316823E-4</c:v>
                </c:pt>
                <c:pt idx="7528">
                  <c:v>7.944005638793154E-6</c:v>
                </c:pt>
                <c:pt idx="7529">
                  <c:v>4.1056847869024984E-6</c:v>
                </c:pt>
                <c:pt idx="7530">
                  <c:v>2.8301008274005096E-7</c:v>
                </c:pt>
                <c:pt idx="7531">
                  <c:v>0</c:v>
                </c:pt>
                <c:pt idx="7532">
                  <c:v>0</c:v>
                </c:pt>
                <c:pt idx="7533">
                  <c:v>0</c:v>
                </c:pt>
                <c:pt idx="7534">
                  <c:v>0</c:v>
                </c:pt>
                <c:pt idx="7535">
                  <c:v>6.56508669822859E-5</c:v>
                </c:pt>
                <c:pt idx="7536">
                  <c:v>6.9535317554097476E-6</c:v>
                </c:pt>
                <c:pt idx="7537">
                  <c:v>0</c:v>
                </c:pt>
                <c:pt idx="7538">
                  <c:v>0</c:v>
                </c:pt>
                <c:pt idx="7539">
                  <c:v>2.5091998126823357E-5</c:v>
                </c:pt>
                <c:pt idx="7540">
                  <c:v>1.484831186226742E-6</c:v>
                </c:pt>
                <c:pt idx="7541">
                  <c:v>4.8596030991156453E-5</c:v>
                </c:pt>
                <c:pt idx="7542">
                  <c:v>0</c:v>
                </c:pt>
                <c:pt idx="7543">
                  <c:v>3.1675611569255291E-7</c:v>
                </c:pt>
                <c:pt idx="7544">
                  <c:v>0</c:v>
                </c:pt>
                <c:pt idx="7545">
                  <c:v>7.1078140438329586E-8</c:v>
                </c:pt>
                <c:pt idx="7546">
                  <c:v>0</c:v>
                </c:pt>
                <c:pt idx="7547">
                  <c:v>1.2756324673356847E-7</c:v>
                </c:pt>
                <c:pt idx="7548">
                  <c:v>1.0476624794876001E-4</c:v>
                </c:pt>
                <c:pt idx="7549">
                  <c:v>6.126883729081689E-6</c:v>
                </c:pt>
                <c:pt idx="7550">
                  <c:v>0</c:v>
                </c:pt>
                <c:pt idx="7551">
                  <c:v>0</c:v>
                </c:pt>
                <c:pt idx="7552">
                  <c:v>4.3249526189313694E-6</c:v>
                </c:pt>
                <c:pt idx="7553">
                  <c:v>0</c:v>
                </c:pt>
                <c:pt idx="7554">
                  <c:v>2.1090356865229227E-9</c:v>
                </c:pt>
                <c:pt idx="7555">
                  <c:v>6.0199010749289524E-5</c:v>
                </c:pt>
                <c:pt idx="7556">
                  <c:v>0</c:v>
                </c:pt>
                <c:pt idx="7557">
                  <c:v>2.6268337333879048E-5</c:v>
                </c:pt>
                <c:pt idx="7558">
                  <c:v>5.7801417026971574E-5</c:v>
                </c:pt>
                <c:pt idx="7559">
                  <c:v>3.7396956218103233E-5</c:v>
                </c:pt>
                <c:pt idx="7560">
                  <c:v>3.3377088257418696E-5</c:v>
                </c:pt>
                <c:pt idx="7561">
                  <c:v>9.6460402943520547E-7</c:v>
                </c:pt>
                <c:pt idx="7562">
                  <c:v>2.7983568146686661E-7</c:v>
                </c:pt>
                <c:pt idx="7563">
                  <c:v>5.767079298240528E-6</c:v>
                </c:pt>
                <c:pt idx="7564">
                  <c:v>4.7998979758990982E-5</c:v>
                </c:pt>
                <c:pt idx="7565">
                  <c:v>6.13679384711634E-7</c:v>
                </c:pt>
                <c:pt idx="7566">
                  <c:v>6.8568616241035734E-7</c:v>
                </c:pt>
                <c:pt idx="7567">
                  <c:v>2.2691722975918927E-6</c:v>
                </c:pt>
                <c:pt idx="7568">
                  <c:v>8.1770797168388628E-7</c:v>
                </c:pt>
                <c:pt idx="7569">
                  <c:v>1.6696965970367962E-5</c:v>
                </c:pt>
                <c:pt idx="7570">
                  <c:v>1.1316917963755401E-6</c:v>
                </c:pt>
                <c:pt idx="7571">
                  <c:v>6.2778525007421979E-7</c:v>
                </c:pt>
                <c:pt idx="7572">
                  <c:v>6.5323772216521587E-5</c:v>
                </c:pt>
                <c:pt idx="7573">
                  <c:v>5.689279247564696E-7</c:v>
                </c:pt>
                <c:pt idx="7574">
                  <c:v>2.5954155609125055E-5</c:v>
                </c:pt>
                <c:pt idx="7575">
                  <c:v>5.6568395173216745E-5</c:v>
                </c:pt>
                <c:pt idx="7576">
                  <c:v>2.1515377550034212E-5</c:v>
                </c:pt>
                <c:pt idx="7577">
                  <c:v>6.7857988043124501E-5</c:v>
                </c:pt>
                <c:pt idx="7578">
                  <c:v>0</c:v>
                </c:pt>
                <c:pt idx="7579">
                  <c:v>2.2859104033400895E-5</c:v>
                </c:pt>
                <c:pt idx="7580">
                  <c:v>5.0570338655483504E-5</c:v>
                </c:pt>
                <c:pt idx="7581">
                  <c:v>5.1328119457186607E-6</c:v>
                </c:pt>
                <c:pt idx="7582">
                  <c:v>2.2863873269439374E-5</c:v>
                </c:pt>
                <c:pt idx="7583">
                  <c:v>2.4448871034730492E-5</c:v>
                </c:pt>
                <c:pt idx="7584">
                  <c:v>7.1595928216357223E-7</c:v>
                </c:pt>
                <c:pt idx="7585">
                  <c:v>5.2531511956608204E-7</c:v>
                </c:pt>
                <c:pt idx="7586">
                  <c:v>1.6753865892266262E-5</c:v>
                </c:pt>
                <c:pt idx="7587">
                  <c:v>6.2788691107821331E-5</c:v>
                </c:pt>
                <c:pt idx="7588">
                  <c:v>3.7538142918992926E-7</c:v>
                </c:pt>
                <c:pt idx="7589">
                  <c:v>0</c:v>
                </c:pt>
                <c:pt idx="7590">
                  <c:v>2.1621970321339878E-7</c:v>
                </c:pt>
                <c:pt idx="7591">
                  <c:v>3.1823757832081361E-6</c:v>
                </c:pt>
                <c:pt idx="7592">
                  <c:v>0</c:v>
                </c:pt>
                <c:pt idx="7593">
                  <c:v>0</c:v>
                </c:pt>
                <c:pt idx="7594">
                  <c:v>3.3157609621907501E-5</c:v>
                </c:pt>
                <c:pt idx="7595">
                  <c:v>1.5265690700628748E-6</c:v>
                </c:pt>
                <c:pt idx="7596">
                  <c:v>5.9466365020059885E-7</c:v>
                </c:pt>
                <c:pt idx="7597">
                  <c:v>2.3656422671050148E-7</c:v>
                </c:pt>
                <c:pt idx="7598">
                  <c:v>0</c:v>
                </c:pt>
                <c:pt idx="7599">
                  <c:v>5.4812970142987544E-6</c:v>
                </c:pt>
                <c:pt idx="7600">
                  <c:v>2.0254819602181851E-5</c:v>
                </c:pt>
                <c:pt idx="7601">
                  <c:v>1.1890044933109621E-5</c:v>
                </c:pt>
                <c:pt idx="7602">
                  <c:v>1.8883816874532579E-6</c:v>
                </c:pt>
                <c:pt idx="7603">
                  <c:v>1.6114153066767908E-5</c:v>
                </c:pt>
                <c:pt idx="7604">
                  <c:v>2.2834307252803263E-5</c:v>
                </c:pt>
                <c:pt idx="7605">
                  <c:v>3.1568053936519049E-5</c:v>
                </c:pt>
                <c:pt idx="7606">
                  <c:v>1.0665460280303509E-4</c:v>
                </c:pt>
                <c:pt idx="7607">
                  <c:v>4.7040805671912566E-6</c:v>
                </c:pt>
                <c:pt idx="7608">
                  <c:v>2.9269227385424885E-5</c:v>
                </c:pt>
                <c:pt idx="7609">
                  <c:v>3.1218430250352156E-5</c:v>
                </c:pt>
                <c:pt idx="7610">
                  <c:v>0</c:v>
                </c:pt>
                <c:pt idx="7611">
                  <c:v>0</c:v>
                </c:pt>
                <c:pt idx="7612">
                  <c:v>6.3554677615324523E-6</c:v>
                </c:pt>
                <c:pt idx="7613">
                  <c:v>0</c:v>
                </c:pt>
                <c:pt idx="7614">
                  <c:v>0</c:v>
                </c:pt>
                <c:pt idx="7615">
                  <c:v>0</c:v>
                </c:pt>
                <c:pt idx="7616">
                  <c:v>6.9006288259595531E-6</c:v>
                </c:pt>
                <c:pt idx="7617">
                  <c:v>1.1340194224478947E-6</c:v>
                </c:pt>
                <c:pt idx="7618">
                  <c:v>7.4047843566232403E-7</c:v>
                </c:pt>
                <c:pt idx="7619">
                  <c:v>0</c:v>
                </c:pt>
                <c:pt idx="7620">
                  <c:v>0</c:v>
                </c:pt>
                <c:pt idx="7621">
                  <c:v>0</c:v>
                </c:pt>
                <c:pt idx="7622">
                  <c:v>0</c:v>
                </c:pt>
                <c:pt idx="7623">
                  <c:v>0</c:v>
                </c:pt>
                <c:pt idx="7624">
                  <c:v>0</c:v>
                </c:pt>
                <c:pt idx="7625">
                  <c:v>0</c:v>
                </c:pt>
                <c:pt idx="7626">
                  <c:v>2.0570424237114349E-5</c:v>
                </c:pt>
                <c:pt idx="7627">
                  <c:v>6.8485232088558433E-5</c:v>
                </c:pt>
                <c:pt idx="7628">
                  <c:v>6.8020701058584289E-6</c:v>
                </c:pt>
                <c:pt idx="7629">
                  <c:v>4.4861395513942076E-6</c:v>
                </c:pt>
                <c:pt idx="7630">
                  <c:v>0</c:v>
                </c:pt>
                <c:pt idx="7631">
                  <c:v>0</c:v>
                </c:pt>
                <c:pt idx="7632">
                  <c:v>6.1857890707527754E-8</c:v>
                </c:pt>
                <c:pt idx="7633">
                  <c:v>6.9585283301994166E-6</c:v>
                </c:pt>
                <c:pt idx="7634">
                  <c:v>1.1696760853537247E-5</c:v>
                </c:pt>
                <c:pt idx="7635">
                  <c:v>0</c:v>
                </c:pt>
                <c:pt idx="7636">
                  <c:v>1.2736496191851644E-6</c:v>
                </c:pt>
                <c:pt idx="7637">
                  <c:v>1.6063205160098676E-5</c:v>
                </c:pt>
                <c:pt idx="7638">
                  <c:v>1.2744657303228771E-6</c:v>
                </c:pt>
                <c:pt idx="7639">
                  <c:v>3.6278473693523369E-7</c:v>
                </c:pt>
                <c:pt idx="7640">
                  <c:v>1.6751446339956083E-5</c:v>
                </c:pt>
                <c:pt idx="7641">
                  <c:v>0</c:v>
                </c:pt>
                <c:pt idx="7642">
                  <c:v>0</c:v>
                </c:pt>
                <c:pt idx="7643">
                  <c:v>0</c:v>
                </c:pt>
                <c:pt idx="7644">
                  <c:v>0</c:v>
                </c:pt>
                <c:pt idx="7645">
                  <c:v>0</c:v>
                </c:pt>
                <c:pt idx="7646">
                  <c:v>3.7408253151107103E-7</c:v>
                </c:pt>
                <c:pt idx="7647">
                  <c:v>5.4010724926779741E-6</c:v>
                </c:pt>
                <c:pt idx="7648">
                  <c:v>1.6517218528235161E-5</c:v>
                </c:pt>
                <c:pt idx="7649">
                  <c:v>9.1683396942757119E-6</c:v>
                </c:pt>
                <c:pt idx="7650">
                  <c:v>1.2552291511375869E-5</c:v>
                </c:pt>
                <c:pt idx="7651">
                  <c:v>3.0465739180631871E-7</c:v>
                </c:pt>
                <c:pt idx="7652">
                  <c:v>0</c:v>
                </c:pt>
                <c:pt idx="7653">
                  <c:v>0</c:v>
                </c:pt>
                <c:pt idx="7654">
                  <c:v>0</c:v>
                </c:pt>
                <c:pt idx="7655">
                  <c:v>0</c:v>
                </c:pt>
                <c:pt idx="7656">
                  <c:v>0</c:v>
                </c:pt>
                <c:pt idx="7657">
                  <c:v>3.6213736856203069E-5</c:v>
                </c:pt>
                <c:pt idx="7658">
                  <c:v>2.6937670666121159E-5</c:v>
                </c:pt>
                <c:pt idx="7659">
                  <c:v>0</c:v>
                </c:pt>
                <c:pt idx="7660">
                  <c:v>1.1278452253029281E-4</c:v>
                </c:pt>
                <c:pt idx="7661">
                  <c:v>3.6265317051787858E-5</c:v>
                </c:pt>
                <c:pt idx="7662">
                  <c:v>6.9234138567157011E-5</c:v>
                </c:pt>
                <c:pt idx="7663">
                  <c:v>1.4517677249204591E-5</c:v>
                </c:pt>
                <c:pt idx="7664">
                  <c:v>1.0568012577382731E-5</c:v>
                </c:pt>
                <c:pt idx="7665">
                  <c:v>1.1645051908444354E-5</c:v>
                </c:pt>
                <c:pt idx="7666">
                  <c:v>9.2578656269813619E-5</c:v>
                </c:pt>
                <c:pt idx="7667">
                  <c:v>0</c:v>
                </c:pt>
                <c:pt idx="7668">
                  <c:v>3.063950619232268E-5</c:v>
                </c:pt>
                <c:pt idx="7669">
                  <c:v>0</c:v>
                </c:pt>
                <c:pt idx="7670">
                  <c:v>0</c:v>
                </c:pt>
                <c:pt idx="7671">
                  <c:v>0</c:v>
                </c:pt>
                <c:pt idx="7672">
                  <c:v>9.1731107671913167E-5</c:v>
                </c:pt>
                <c:pt idx="7673">
                  <c:v>0</c:v>
                </c:pt>
                <c:pt idx="7674">
                  <c:v>5.4950863799510104E-5</c:v>
                </c:pt>
                <c:pt idx="7675">
                  <c:v>0</c:v>
                </c:pt>
                <c:pt idx="7676">
                  <c:v>4.2341008577471083E-6</c:v>
                </c:pt>
                <c:pt idx="7677">
                  <c:v>4.7197825575316532E-6</c:v>
                </c:pt>
                <c:pt idx="7678">
                  <c:v>0</c:v>
                </c:pt>
                <c:pt idx="7679">
                  <c:v>0</c:v>
                </c:pt>
                <c:pt idx="7680">
                  <c:v>2.4823270400534801E-5</c:v>
                </c:pt>
                <c:pt idx="7681">
                  <c:v>0</c:v>
                </c:pt>
                <c:pt idx="7682">
                  <c:v>0</c:v>
                </c:pt>
                <c:pt idx="7683">
                  <c:v>0</c:v>
                </c:pt>
                <c:pt idx="7684">
                  <c:v>0</c:v>
                </c:pt>
                <c:pt idx="7685">
                  <c:v>0</c:v>
                </c:pt>
                <c:pt idx="7686">
                  <c:v>0</c:v>
                </c:pt>
                <c:pt idx="7687">
                  <c:v>0</c:v>
                </c:pt>
                <c:pt idx="7688">
                  <c:v>0</c:v>
                </c:pt>
                <c:pt idx="7689">
                  <c:v>0</c:v>
                </c:pt>
                <c:pt idx="7690">
                  <c:v>1.0024852074661223E-4</c:v>
                </c:pt>
                <c:pt idx="7691">
                  <c:v>0</c:v>
                </c:pt>
                <c:pt idx="7692">
                  <c:v>0</c:v>
                </c:pt>
                <c:pt idx="7693">
                  <c:v>1.6945117806692678E-6</c:v>
                </c:pt>
                <c:pt idx="7694">
                  <c:v>0</c:v>
                </c:pt>
                <c:pt idx="7695">
                  <c:v>0</c:v>
                </c:pt>
                <c:pt idx="7696">
                  <c:v>1.8792652288585554E-5</c:v>
                </c:pt>
                <c:pt idx="7697">
                  <c:v>5.8604356370484548E-6</c:v>
                </c:pt>
                <c:pt idx="7698">
                  <c:v>8.3172479711203647E-4</c:v>
                </c:pt>
                <c:pt idx="7699">
                  <c:v>1.0767486613797689E-6</c:v>
                </c:pt>
                <c:pt idx="7700">
                  <c:v>0</c:v>
                </c:pt>
                <c:pt idx="7701">
                  <c:v>0</c:v>
                </c:pt>
                <c:pt idx="7702">
                  <c:v>0</c:v>
                </c:pt>
                <c:pt idx="7703">
                  <c:v>0</c:v>
                </c:pt>
                <c:pt idx="7704">
                  <c:v>3.1003177504046612E-5</c:v>
                </c:pt>
                <c:pt idx="7705">
                  <c:v>0</c:v>
                </c:pt>
                <c:pt idx="7706">
                  <c:v>2.3437815282203958E-7</c:v>
                </c:pt>
                <c:pt idx="7707">
                  <c:v>9.7508632602368081E-8</c:v>
                </c:pt>
                <c:pt idx="7708">
                  <c:v>2.1254705726910779E-7</c:v>
                </c:pt>
                <c:pt idx="7709">
                  <c:v>1.5895193006986745E-5</c:v>
                </c:pt>
                <c:pt idx="7710">
                  <c:v>1.9814608289880184E-7</c:v>
                </c:pt>
                <c:pt idx="7711">
                  <c:v>1.5181748144249296E-7</c:v>
                </c:pt>
                <c:pt idx="7712">
                  <c:v>3.6856491141211497E-7</c:v>
                </c:pt>
                <c:pt idx="7713">
                  <c:v>3.5818374841992668E-7</c:v>
                </c:pt>
                <c:pt idx="7714">
                  <c:v>3.9286344730103693E-7</c:v>
                </c:pt>
                <c:pt idx="7715">
                  <c:v>3.3478334547376729E-8</c:v>
                </c:pt>
                <c:pt idx="7716">
                  <c:v>1.5618955424926635E-5</c:v>
                </c:pt>
                <c:pt idx="7717">
                  <c:v>5.2290620099742837E-5</c:v>
                </c:pt>
                <c:pt idx="7718">
                  <c:v>8.7650375991533649E-8</c:v>
                </c:pt>
                <c:pt idx="7719">
                  <c:v>4.9004700008908769E-5</c:v>
                </c:pt>
                <c:pt idx="7720">
                  <c:v>8.0141509518709262E-8</c:v>
                </c:pt>
                <c:pt idx="7721">
                  <c:v>3.8960045862819528E-8</c:v>
                </c:pt>
                <c:pt idx="7722">
                  <c:v>3.7452252621163774E-5</c:v>
                </c:pt>
                <c:pt idx="7723">
                  <c:v>3.6608440055912638E-7</c:v>
                </c:pt>
                <c:pt idx="7724">
                  <c:v>3.3227134110802246E-8</c:v>
                </c:pt>
                <c:pt idx="7725">
                  <c:v>1.4608854832916471E-7</c:v>
                </c:pt>
                <c:pt idx="7726">
                  <c:v>1.2774485092166192E-7</c:v>
                </c:pt>
                <c:pt idx="7727">
                  <c:v>5.9038421981069833E-7</c:v>
                </c:pt>
                <c:pt idx="7728">
                  <c:v>1.8827962351728469E-5</c:v>
                </c:pt>
                <c:pt idx="7729">
                  <c:v>2.2042235640971585E-7</c:v>
                </c:pt>
                <c:pt idx="7730">
                  <c:v>3.5913923935171616E-5</c:v>
                </c:pt>
                <c:pt idx="7731">
                  <c:v>6.7229879932133896E-8</c:v>
                </c:pt>
                <c:pt idx="7732">
                  <c:v>2.2267881435367528E-6</c:v>
                </c:pt>
                <c:pt idx="7733">
                  <c:v>6.7939212533400521E-5</c:v>
                </c:pt>
                <c:pt idx="7734">
                  <c:v>3.6617308292545429E-7</c:v>
                </c:pt>
                <c:pt idx="7735">
                  <c:v>5.2456081804924888E-5</c:v>
                </c:pt>
                <c:pt idx="7736">
                  <c:v>3.5235529936028711E-7</c:v>
                </c:pt>
                <c:pt idx="7737">
                  <c:v>2.1655633130145049E-6</c:v>
                </c:pt>
                <c:pt idx="7738">
                  <c:v>5.9378070074827071E-5</c:v>
                </c:pt>
                <c:pt idx="7739">
                  <c:v>2.8723383631642605E-7</c:v>
                </c:pt>
                <c:pt idx="7740">
                  <c:v>1.3501074193780739E-6</c:v>
                </c:pt>
                <c:pt idx="7741">
                  <c:v>1.5220194167290631E-5</c:v>
                </c:pt>
                <c:pt idx="7742">
                  <c:v>1.7819959536403309E-7</c:v>
                </c:pt>
                <c:pt idx="7743">
                  <c:v>4.0856973009085316E-8</c:v>
                </c:pt>
                <c:pt idx="7744">
                  <c:v>7.3782888739243025E-8</c:v>
                </c:pt>
                <c:pt idx="7745">
                  <c:v>9.4115754449487591E-8</c:v>
                </c:pt>
                <c:pt idx="7746">
                  <c:v>6.8778178517269514E-8</c:v>
                </c:pt>
                <c:pt idx="7747">
                  <c:v>6.6319488800748534E-6</c:v>
                </c:pt>
                <c:pt idx="7748">
                  <c:v>1.4371918079166728E-7</c:v>
                </c:pt>
                <c:pt idx="7749">
                  <c:v>9.4027952197828445E-6</c:v>
                </c:pt>
                <c:pt idx="7750">
                  <c:v>3.6556400724497879E-7</c:v>
                </c:pt>
                <c:pt idx="7751">
                  <c:v>2.3866044661359836E-6</c:v>
                </c:pt>
                <c:pt idx="7752">
                  <c:v>4.8188431184553611E-5</c:v>
                </c:pt>
                <c:pt idx="7753">
                  <c:v>0</c:v>
                </c:pt>
                <c:pt idx="7754">
                  <c:v>0</c:v>
                </c:pt>
                <c:pt idx="7755">
                  <c:v>0</c:v>
                </c:pt>
                <c:pt idx="7756">
                  <c:v>0</c:v>
                </c:pt>
                <c:pt idx="7757">
                  <c:v>0</c:v>
                </c:pt>
                <c:pt idx="7758">
                  <c:v>0</c:v>
                </c:pt>
                <c:pt idx="7759">
                  <c:v>0</c:v>
                </c:pt>
                <c:pt idx="7760">
                  <c:v>0</c:v>
                </c:pt>
                <c:pt idx="7761">
                  <c:v>0</c:v>
                </c:pt>
                <c:pt idx="7762">
                  <c:v>0</c:v>
                </c:pt>
                <c:pt idx="7763">
                  <c:v>0</c:v>
                </c:pt>
                <c:pt idx="7764">
                  <c:v>0</c:v>
                </c:pt>
                <c:pt idx="7765">
                  <c:v>0</c:v>
                </c:pt>
                <c:pt idx="7766">
                  <c:v>0</c:v>
                </c:pt>
                <c:pt idx="7767">
                  <c:v>0</c:v>
                </c:pt>
                <c:pt idx="7768">
                  <c:v>0</c:v>
                </c:pt>
                <c:pt idx="7769">
                  <c:v>0</c:v>
                </c:pt>
                <c:pt idx="7770">
                  <c:v>0</c:v>
                </c:pt>
                <c:pt idx="7771">
                  <c:v>0</c:v>
                </c:pt>
                <c:pt idx="7772">
                  <c:v>9.9046190754625374E-7</c:v>
                </c:pt>
                <c:pt idx="7773">
                  <c:v>0</c:v>
                </c:pt>
                <c:pt idx="7774">
                  <c:v>0</c:v>
                </c:pt>
                <c:pt idx="7775">
                  <c:v>0</c:v>
                </c:pt>
                <c:pt idx="7776">
                  <c:v>0</c:v>
                </c:pt>
                <c:pt idx="7777">
                  <c:v>0</c:v>
                </c:pt>
                <c:pt idx="7778">
                  <c:v>0</c:v>
                </c:pt>
                <c:pt idx="7779">
                  <c:v>0</c:v>
                </c:pt>
                <c:pt idx="7780">
                  <c:v>0</c:v>
                </c:pt>
                <c:pt idx="7781">
                  <c:v>0</c:v>
                </c:pt>
                <c:pt idx="7782">
                  <c:v>0</c:v>
                </c:pt>
                <c:pt idx="7783">
                  <c:v>0</c:v>
                </c:pt>
                <c:pt idx="7784">
                  <c:v>0</c:v>
                </c:pt>
                <c:pt idx="7785">
                  <c:v>3.3458386189265412E-5</c:v>
                </c:pt>
                <c:pt idx="7786">
                  <c:v>7.1867911117094695E-8</c:v>
                </c:pt>
                <c:pt idx="7787">
                  <c:v>0</c:v>
                </c:pt>
                <c:pt idx="7788">
                  <c:v>0</c:v>
                </c:pt>
                <c:pt idx="7789">
                  <c:v>3.0713026024630491E-7</c:v>
                </c:pt>
                <c:pt idx="7790">
                  <c:v>3.3890235613385373E-7</c:v>
                </c:pt>
                <c:pt idx="7791">
                  <c:v>0</c:v>
                </c:pt>
                <c:pt idx="7792">
                  <c:v>0</c:v>
                </c:pt>
                <c:pt idx="7793">
                  <c:v>0</c:v>
                </c:pt>
                <c:pt idx="7794">
                  <c:v>0</c:v>
                </c:pt>
                <c:pt idx="7795">
                  <c:v>3.3890235613385373E-7</c:v>
                </c:pt>
                <c:pt idx="7796">
                  <c:v>0</c:v>
                </c:pt>
                <c:pt idx="7797">
                  <c:v>3.2045494445143177E-5</c:v>
                </c:pt>
                <c:pt idx="7798">
                  <c:v>2.1159845098035983E-5</c:v>
                </c:pt>
                <c:pt idx="7799">
                  <c:v>0</c:v>
                </c:pt>
                <c:pt idx="7800">
                  <c:v>0</c:v>
                </c:pt>
                <c:pt idx="7801">
                  <c:v>2.1240312626739651E-6</c:v>
                </c:pt>
                <c:pt idx="7802">
                  <c:v>2.0670480540749785E-4</c:v>
                </c:pt>
                <c:pt idx="7803">
                  <c:v>3.0187225577439367E-6</c:v>
                </c:pt>
                <c:pt idx="7804">
                  <c:v>1.8726666600504664E-5</c:v>
                </c:pt>
                <c:pt idx="7805">
                  <c:v>1.6892164313546752E-6</c:v>
                </c:pt>
                <c:pt idx="7806">
                  <c:v>3.9535888292189314E-3</c:v>
                </c:pt>
                <c:pt idx="7807">
                  <c:v>3.8603770755118457E-5</c:v>
                </c:pt>
                <c:pt idx="7808">
                  <c:v>8.0493499993224984E-6</c:v>
                </c:pt>
                <c:pt idx="7809">
                  <c:v>4.5350897090636047E-5</c:v>
                </c:pt>
                <c:pt idx="7810">
                  <c:v>5.9905069751354733E-5</c:v>
                </c:pt>
                <c:pt idx="7811">
                  <c:v>2.2171831748707805E-7</c:v>
                </c:pt>
                <c:pt idx="7812">
                  <c:v>0</c:v>
                </c:pt>
                <c:pt idx="7813">
                  <c:v>1.6401892183183506E-6</c:v>
                </c:pt>
                <c:pt idx="7814">
                  <c:v>1.3928971301296849E-5</c:v>
                </c:pt>
                <c:pt idx="7815">
                  <c:v>1.0908285700328131E-6</c:v>
                </c:pt>
                <c:pt idx="7816">
                  <c:v>1.0366698099272549E-5</c:v>
                </c:pt>
                <c:pt idx="7817">
                  <c:v>1.1043479465200447E-5</c:v>
                </c:pt>
                <c:pt idx="7818">
                  <c:v>1.3929538572401555E-5</c:v>
                </c:pt>
                <c:pt idx="7819">
                  <c:v>1.0690627107145761E-5</c:v>
                </c:pt>
                <c:pt idx="7820">
                  <c:v>1.4029305782611609E-5</c:v>
                </c:pt>
                <c:pt idx="7821">
                  <c:v>2.9736083579828301E-5</c:v>
                </c:pt>
                <c:pt idx="7822">
                  <c:v>2.7432100502913349E-5</c:v>
                </c:pt>
                <c:pt idx="7823">
                  <c:v>1.218520556619026E-6</c:v>
                </c:pt>
                <c:pt idx="7824">
                  <c:v>4.2869804169924006E-6</c:v>
                </c:pt>
                <c:pt idx="7825">
                  <c:v>2.8793076056055619E-5</c:v>
                </c:pt>
                <c:pt idx="7826">
                  <c:v>1.9184137055846867E-6</c:v>
                </c:pt>
                <c:pt idx="7827">
                  <c:v>9.7223133538108144E-5</c:v>
                </c:pt>
                <c:pt idx="7828">
                  <c:v>1.5198198445177978E-7</c:v>
                </c:pt>
                <c:pt idx="7829">
                  <c:v>4.8698479260937875E-7</c:v>
                </c:pt>
                <c:pt idx="7830">
                  <c:v>1.8448780137661962E-7</c:v>
                </c:pt>
                <c:pt idx="7831">
                  <c:v>1.7810519210329345E-7</c:v>
                </c:pt>
                <c:pt idx="7832">
                  <c:v>1.7722926492901489E-7</c:v>
                </c:pt>
                <c:pt idx="7833">
                  <c:v>0</c:v>
                </c:pt>
                <c:pt idx="7834">
                  <c:v>1.5128655378103217E-6</c:v>
                </c:pt>
                <c:pt idx="7835">
                  <c:v>7.8407770713124593E-6</c:v>
                </c:pt>
                <c:pt idx="7836">
                  <c:v>1.4624006823254773E-5</c:v>
                </c:pt>
                <c:pt idx="7837">
                  <c:v>0</c:v>
                </c:pt>
                <c:pt idx="7838">
                  <c:v>4.5631219501865093E-5</c:v>
                </c:pt>
                <c:pt idx="7839">
                  <c:v>1.0414251760278385E-6</c:v>
                </c:pt>
                <c:pt idx="7840">
                  <c:v>3.5562427482125838E-5</c:v>
                </c:pt>
                <c:pt idx="7841">
                  <c:v>9.6430987558007247E-7</c:v>
                </c:pt>
                <c:pt idx="7842">
                  <c:v>0</c:v>
                </c:pt>
                <c:pt idx="7843">
                  <c:v>5.1322460301942606E-5</c:v>
                </c:pt>
                <c:pt idx="7844">
                  <c:v>0</c:v>
                </c:pt>
                <c:pt idx="7845">
                  <c:v>9.9712969928509257E-6</c:v>
                </c:pt>
                <c:pt idx="7846">
                  <c:v>1.1290846120803989E-6</c:v>
                </c:pt>
                <c:pt idx="7847">
                  <c:v>3.8024844358218252E-5</c:v>
                </c:pt>
                <c:pt idx="7848">
                  <c:v>4.6102282135053087E-7</c:v>
                </c:pt>
                <c:pt idx="7849">
                  <c:v>0</c:v>
                </c:pt>
                <c:pt idx="7850">
                  <c:v>1.7722926492901468E-6</c:v>
                </c:pt>
                <c:pt idx="7851">
                  <c:v>3.1260679982660096E-6</c:v>
                </c:pt>
                <c:pt idx="7852">
                  <c:v>5.4602256216698225E-5</c:v>
                </c:pt>
                <c:pt idx="7853">
                  <c:v>7.054476450681855E-7</c:v>
                </c:pt>
                <c:pt idx="7854">
                  <c:v>0</c:v>
                </c:pt>
                <c:pt idx="7855">
                  <c:v>0</c:v>
                </c:pt>
                <c:pt idx="7856">
                  <c:v>2.482113939949724E-5</c:v>
                </c:pt>
                <c:pt idx="7857">
                  <c:v>0</c:v>
                </c:pt>
                <c:pt idx="7858">
                  <c:v>4.0847550984898923E-6</c:v>
                </c:pt>
                <c:pt idx="7859">
                  <c:v>1.9285220924632584E-5</c:v>
                </c:pt>
                <c:pt idx="7860">
                  <c:v>0</c:v>
                </c:pt>
                <c:pt idx="7861">
                  <c:v>0</c:v>
                </c:pt>
                <c:pt idx="7862">
                  <c:v>0</c:v>
                </c:pt>
                <c:pt idx="7863">
                  <c:v>0</c:v>
                </c:pt>
                <c:pt idx="7864">
                  <c:v>0</c:v>
                </c:pt>
                <c:pt idx="7865">
                  <c:v>1.0644662312044217E-4</c:v>
                </c:pt>
                <c:pt idx="7866">
                  <c:v>0</c:v>
                </c:pt>
                <c:pt idx="7867">
                  <c:v>0</c:v>
                </c:pt>
                <c:pt idx="7868">
                  <c:v>0</c:v>
                </c:pt>
                <c:pt idx="7869">
                  <c:v>5.9207475056702022E-5</c:v>
                </c:pt>
                <c:pt idx="7870">
                  <c:v>0</c:v>
                </c:pt>
                <c:pt idx="7871">
                  <c:v>4.1421399083026511E-7</c:v>
                </c:pt>
                <c:pt idx="7872">
                  <c:v>2.2336746199731218E-7</c:v>
                </c:pt>
                <c:pt idx="7873">
                  <c:v>0</c:v>
                </c:pt>
                <c:pt idx="7874">
                  <c:v>3.9265079275904498E-6</c:v>
                </c:pt>
                <c:pt idx="7875">
                  <c:v>3.6470793313103481E-6</c:v>
                </c:pt>
                <c:pt idx="7876">
                  <c:v>1.8261799257888471E-7</c:v>
                </c:pt>
                <c:pt idx="7877">
                  <c:v>1.6070383346941732E-5</c:v>
                </c:pt>
                <c:pt idx="7878">
                  <c:v>3.823821117921848E-6</c:v>
                </c:pt>
                <c:pt idx="7879">
                  <c:v>0</c:v>
                </c:pt>
                <c:pt idx="7880">
                  <c:v>8.7609280070258746E-8</c:v>
                </c:pt>
                <c:pt idx="7881">
                  <c:v>1.3057279927932983E-5</c:v>
                </c:pt>
                <c:pt idx="7882">
                  <c:v>0</c:v>
                </c:pt>
                <c:pt idx="7883">
                  <c:v>1.7437072839790159E-6</c:v>
                </c:pt>
                <c:pt idx="7884">
                  <c:v>0</c:v>
                </c:pt>
                <c:pt idx="7885">
                  <c:v>0</c:v>
                </c:pt>
                <c:pt idx="7886">
                  <c:v>0</c:v>
                </c:pt>
                <c:pt idx="7887">
                  <c:v>0</c:v>
                </c:pt>
                <c:pt idx="7888">
                  <c:v>0</c:v>
                </c:pt>
                <c:pt idx="7889">
                  <c:v>0</c:v>
                </c:pt>
                <c:pt idx="7890">
                  <c:v>0</c:v>
                </c:pt>
                <c:pt idx="7891">
                  <c:v>0</c:v>
                </c:pt>
                <c:pt idx="7892">
                  <c:v>1.3616889706187274E-5</c:v>
                </c:pt>
                <c:pt idx="7893">
                  <c:v>4.8093353819477098E-6</c:v>
                </c:pt>
                <c:pt idx="7894">
                  <c:v>0</c:v>
                </c:pt>
                <c:pt idx="7895">
                  <c:v>0</c:v>
                </c:pt>
                <c:pt idx="7896">
                  <c:v>0</c:v>
                </c:pt>
                <c:pt idx="7897">
                  <c:v>2.6126938324300031E-3</c:v>
                </c:pt>
                <c:pt idx="7898">
                  <c:v>7.7890362762692533E-6</c:v>
                </c:pt>
                <c:pt idx="7899">
                  <c:v>0</c:v>
                </c:pt>
                <c:pt idx="7900">
                  <c:v>1.5212086880179799E-3</c:v>
                </c:pt>
                <c:pt idx="7901">
                  <c:v>4.6785734188237223E-3</c:v>
                </c:pt>
                <c:pt idx="7902">
                  <c:v>2.0457710380960057E-4</c:v>
                </c:pt>
                <c:pt idx="7903">
                  <c:v>1.1089852804286454E-5</c:v>
                </c:pt>
                <c:pt idx="7904">
                  <c:v>2.0404839541661813E-5</c:v>
                </c:pt>
                <c:pt idx="7905">
                  <c:v>0</c:v>
                </c:pt>
                <c:pt idx="7906">
                  <c:v>3.4729001722491811E-5</c:v>
                </c:pt>
                <c:pt idx="7907">
                  <c:v>0</c:v>
                </c:pt>
                <c:pt idx="7908">
                  <c:v>1.4485813992780809E-5</c:v>
                </c:pt>
                <c:pt idx="7909">
                  <c:v>9.2401582569828698E-8</c:v>
                </c:pt>
                <c:pt idx="7910">
                  <c:v>0</c:v>
                </c:pt>
                <c:pt idx="7911">
                  <c:v>7.6351399016809778E-6</c:v>
                </c:pt>
                <c:pt idx="7912">
                  <c:v>0</c:v>
                </c:pt>
                <c:pt idx="7913">
                  <c:v>0</c:v>
                </c:pt>
                <c:pt idx="7914">
                  <c:v>0</c:v>
                </c:pt>
                <c:pt idx="7915">
                  <c:v>4.8719031839929116E-6</c:v>
                </c:pt>
                <c:pt idx="7916">
                  <c:v>9.0564633753237507E-6</c:v>
                </c:pt>
                <c:pt idx="7917">
                  <c:v>0</c:v>
                </c:pt>
                <c:pt idx="7918">
                  <c:v>0</c:v>
                </c:pt>
                <c:pt idx="7919">
                  <c:v>0</c:v>
                </c:pt>
                <c:pt idx="7920">
                  <c:v>6.6710284544876121E-7</c:v>
                </c:pt>
                <c:pt idx="7921">
                  <c:v>1.1793801993458126E-6</c:v>
                </c:pt>
                <c:pt idx="7922">
                  <c:v>1.953792498916255E-6</c:v>
                </c:pt>
                <c:pt idx="7923">
                  <c:v>4.6086598393684832E-6</c:v>
                </c:pt>
                <c:pt idx="7924">
                  <c:v>1.3675896228247387E-4</c:v>
                </c:pt>
                <c:pt idx="7925">
                  <c:v>7.4764765979737112E-8</c:v>
                </c:pt>
                <c:pt idx="7926">
                  <c:v>6.1309934748600958E-7</c:v>
                </c:pt>
                <c:pt idx="7927">
                  <c:v>4.8192351129824668E-5</c:v>
                </c:pt>
                <c:pt idx="7928">
                  <c:v>1.2436180258830583E-5</c:v>
                </c:pt>
                <c:pt idx="7929">
                  <c:v>0</c:v>
                </c:pt>
                <c:pt idx="7930">
                  <c:v>1.2751482711367643E-5</c:v>
                </c:pt>
                <c:pt idx="7931">
                  <c:v>1.7982343913289911E-8</c:v>
                </c:pt>
                <c:pt idx="7932">
                  <c:v>5.0280529553484084E-5</c:v>
                </c:pt>
                <c:pt idx="7933">
                  <c:v>1.5025103237870949E-5</c:v>
                </c:pt>
                <c:pt idx="7934">
                  <c:v>6.9043024900797039E-7</c:v>
                </c:pt>
                <c:pt idx="7935">
                  <c:v>0</c:v>
                </c:pt>
                <c:pt idx="7936">
                  <c:v>3.8608762863907692E-5</c:v>
                </c:pt>
                <c:pt idx="7937">
                  <c:v>0</c:v>
                </c:pt>
                <c:pt idx="7938">
                  <c:v>7.744605396222264E-6</c:v>
                </c:pt>
                <c:pt idx="7939">
                  <c:v>1.1274313096127164E-4</c:v>
                </c:pt>
                <c:pt idx="7940">
                  <c:v>2.181781030709246E-5</c:v>
                </c:pt>
                <c:pt idx="7941">
                  <c:v>3.5208189220572498E-5</c:v>
                </c:pt>
                <c:pt idx="7942">
                  <c:v>2.463288866139186E-6</c:v>
                </c:pt>
                <c:pt idx="7943">
                  <c:v>7.626006129933155E-6</c:v>
                </c:pt>
                <c:pt idx="7944">
                  <c:v>5.460093515489885E-7</c:v>
                </c:pt>
                <c:pt idx="7945">
                  <c:v>5.0556278022092171E-7</c:v>
                </c:pt>
                <c:pt idx="7946">
                  <c:v>1.8841763448107923E-7</c:v>
                </c:pt>
                <c:pt idx="7947">
                  <c:v>1.1020582913198457E-5</c:v>
                </c:pt>
                <c:pt idx="7948">
                  <c:v>3.848131233906812E-6</c:v>
                </c:pt>
                <c:pt idx="7949">
                  <c:v>6.8641175623300972E-8</c:v>
                </c:pt>
                <c:pt idx="7950">
                  <c:v>3.7805091689548526E-7</c:v>
                </c:pt>
                <c:pt idx="7951">
                  <c:v>6.1671335771077618E-8</c:v>
                </c:pt>
                <c:pt idx="7952">
                  <c:v>9.6926073854282485E-5</c:v>
                </c:pt>
                <c:pt idx="7953">
                  <c:v>1.8214456830349189E-5</c:v>
                </c:pt>
                <c:pt idx="7954">
                  <c:v>1.8702298393884212E-6</c:v>
                </c:pt>
                <c:pt idx="7955">
                  <c:v>6.7378323008400698E-5</c:v>
                </c:pt>
                <c:pt idx="7956">
                  <c:v>3.9131786777885025E-5</c:v>
                </c:pt>
                <c:pt idx="7957">
                  <c:v>9.9307588114713612E-7</c:v>
                </c:pt>
                <c:pt idx="7958">
                  <c:v>1.9976876492938416E-5</c:v>
                </c:pt>
                <c:pt idx="7959">
                  <c:v>5.1427808643540333E-5</c:v>
                </c:pt>
                <c:pt idx="7960">
                  <c:v>1.7548637049902616E-4</c:v>
                </c:pt>
                <c:pt idx="7961">
                  <c:v>0</c:v>
                </c:pt>
                <c:pt idx="7962">
                  <c:v>0</c:v>
                </c:pt>
                <c:pt idx="7963">
                  <c:v>0</c:v>
                </c:pt>
                <c:pt idx="7964">
                  <c:v>2.3974151193117289E-5</c:v>
                </c:pt>
                <c:pt idx="7965">
                  <c:v>3.9867481759597606E-6</c:v>
                </c:pt>
                <c:pt idx="7966">
                  <c:v>1.4224980474565657E-6</c:v>
                </c:pt>
                <c:pt idx="7967">
                  <c:v>5.8449068158976684E-4</c:v>
                </c:pt>
                <c:pt idx="7968">
                  <c:v>0</c:v>
                </c:pt>
                <c:pt idx="7969">
                  <c:v>0</c:v>
                </c:pt>
                <c:pt idx="7970">
                  <c:v>0</c:v>
                </c:pt>
                <c:pt idx="7971">
                  <c:v>0</c:v>
                </c:pt>
                <c:pt idx="7972">
                  <c:v>0</c:v>
                </c:pt>
                <c:pt idx="7973">
                  <c:v>7.2608913849364349E-4</c:v>
                </c:pt>
                <c:pt idx="7974">
                  <c:v>0</c:v>
                </c:pt>
                <c:pt idx="7975">
                  <c:v>8.5482208247157504E-6</c:v>
                </c:pt>
                <c:pt idx="7976">
                  <c:v>0</c:v>
                </c:pt>
                <c:pt idx="7977">
                  <c:v>9.0712863991828434E-5</c:v>
                </c:pt>
                <c:pt idx="7978">
                  <c:v>0</c:v>
                </c:pt>
                <c:pt idx="7979">
                  <c:v>0</c:v>
                </c:pt>
                <c:pt idx="7980">
                  <c:v>3.3051427105777019E-6</c:v>
                </c:pt>
                <c:pt idx="7981">
                  <c:v>5.6869524375561839E-6</c:v>
                </c:pt>
                <c:pt idx="7982">
                  <c:v>0</c:v>
                </c:pt>
                <c:pt idx="7983">
                  <c:v>0</c:v>
                </c:pt>
                <c:pt idx="7984">
                  <c:v>1.2679550497081991E-5</c:v>
                </c:pt>
                <c:pt idx="7985">
                  <c:v>0</c:v>
                </c:pt>
                <c:pt idx="7986">
                  <c:v>0</c:v>
                </c:pt>
                <c:pt idx="7987">
                  <c:v>7.5076285837985806E-5</c:v>
                </c:pt>
                <c:pt idx="7988">
                  <c:v>0</c:v>
                </c:pt>
                <c:pt idx="7989">
                  <c:v>0</c:v>
                </c:pt>
                <c:pt idx="7990">
                  <c:v>1.4911703669889532E-6</c:v>
                </c:pt>
                <c:pt idx="7991">
                  <c:v>5.6626286731554423E-6</c:v>
                </c:pt>
                <c:pt idx="7992">
                  <c:v>3.5123238284162615E-6</c:v>
                </c:pt>
                <c:pt idx="7993">
                  <c:v>7.8379642414856923E-5</c:v>
                </c:pt>
                <c:pt idx="7994">
                  <c:v>0</c:v>
                </c:pt>
                <c:pt idx="7995">
                  <c:v>0</c:v>
                </c:pt>
                <c:pt idx="7996">
                  <c:v>7.6184794756398988E-6</c:v>
                </c:pt>
                <c:pt idx="7997">
                  <c:v>1.5689671260718073E-5</c:v>
                </c:pt>
                <c:pt idx="7998">
                  <c:v>0</c:v>
                </c:pt>
                <c:pt idx="7999">
                  <c:v>9.9153028070956574E-7</c:v>
                </c:pt>
                <c:pt idx="8000">
                  <c:v>5.4054925803349735E-5</c:v>
                </c:pt>
                <c:pt idx="8001">
                  <c:v>4.7942284526252504E-7</c:v>
                </c:pt>
                <c:pt idx="8002">
                  <c:v>8.7412649873440973E-5</c:v>
                </c:pt>
                <c:pt idx="8003">
                  <c:v>3.8329856478738799E-4</c:v>
                </c:pt>
                <c:pt idx="8004">
                  <c:v>0</c:v>
                </c:pt>
                <c:pt idx="8005">
                  <c:v>0</c:v>
                </c:pt>
                <c:pt idx="8006">
                  <c:v>7.3000221342144429E-6</c:v>
                </c:pt>
                <c:pt idx="8007">
                  <c:v>0</c:v>
                </c:pt>
                <c:pt idx="8008">
                  <c:v>5.0283651910092848E-6</c:v>
                </c:pt>
                <c:pt idx="8009">
                  <c:v>1.9688880259498191E-6</c:v>
                </c:pt>
                <c:pt idx="8010">
                  <c:v>1.3184128244719423E-6</c:v>
                </c:pt>
                <c:pt idx="8011">
                  <c:v>6.8608175058097512E-5</c:v>
                </c:pt>
                <c:pt idx="8012">
                  <c:v>0</c:v>
                </c:pt>
                <c:pt idx="8013">
                  <c:v>1.0781389190343509E-5</c:v>
                </c:pt>
                <c:pt idx="8014">
                  <c:v>0</c:v>
                </c:pt>
                <c:pt idx="8015">
                  <c:v>0</c:v>
                </c:pt>
                <c:pt idx="8016">
                  <c:v>0</c:v>
                </c:pt>
                <c:pt idx="8017">
                  <c:v>9.8281683278817522E-6</c:v>
                </c:pt>
                <c:pt idx="8018">
                  <c:v>1.1300681352616615E-6</c:v>
                </c:pt>
                <c:pt idx="8019">
                  <c:v>2.2917295732295665E-5</c:v>
                </c:pt>
                <c:pt idx="8020">
                  <c:v>7.5733696396987453E-6</c:v>
                </c:pt>
                <c:pt idx="8021">
                  <c:v>7.1595928216357223E-7</c:v>
                </c:pt>
                <c:pt idx="8022">
                  <c:v>0</c:v>
                </c:pt>
                <c:pt idx="8023">
                  <c:v>1.6233631923421317E-5</c:v>
                </c:pt>
                <c:pt idx="8024">
                  <c:v>1.8905014008616233E-4</c:v>
                </c:pt>
                <c:pt idx="8025">
                  <c:v>2.2042606170767434E-3</c:v>
                </c:pt>
                <c:pt idx="8026">
                  <c:v>2.1239656504263186E-7</c:v>
                </c:pt>
                <c:pt idx="8027">
                  <c:v>3.0030514335194264E-7</c:v>
                </c:pt>
                <c:pt idx="8028">
                  <c:v>0</c:v>
                </c:pt>
                <c:pt idx="8029">
                  <c:v>0</c:v>
                </c:pt>
                <c:pt idx="8030">
                  <c:v>0</c:v>
                </c:pt>
                <c:pt idx="8031">
                  <c:v>2.7543911237375619E-6</c:v>
                </c:pt>
                <c:pt idx="8032">
                  <c:v>1.590817968509231E-4</c:v>
                </c:pt>
                <c:pt idx="8033">
                  <c:v>4.2991052100909513E-5</c:v>
                </c:pt>
                <c:pt idx="8034">
                  <c:v>4.853911704790587E-5</c:v>
                </c:pt>
                <c:pt idx="8035">
                  <c:v>9.5849971527589114E-6</c:v>
                </c:pt>
                <c:pt idx="8036">
                  <c:v>0</c:v>
                </c:pt>
                <c:pt idx="8037">
                  <c:v>9.8281683278817581E-7</c:v>
                </c:pt>
                <c:pt idx="8038">
                  <c:v>2.9550637143528404E-5</c:v>
                </c:pt>
                <c:pt idx="8039">
                  <c:v>0</c:v>
                </c:pt>
                <c:pt idx="8040">
                  <c:v>2.3345309527273767E-6</c:v>
                </c:pt>
                <c:pt idx="8041">
                  <c:v>1.1222475945332169E-6</c:v>
                </c:pt>
                <c:pt idx="8042">
                  <c:v>6.2802403422979011E-6</c:v>
                </c:pt>
                <c:pt idx="8043">
                  <c:v>3.6197494957600214E-6</c:v>
                </c:pt>
                <c:pt idx="8044">
                  <c:v>0</c:v>
                </c:pt>
                <c:pt idx="8045">
                  <c:v>1.7519778323615257E-5</c:v>
                </c:pt>
                <c:pt idx="8046">
                  <c:v>1.9383275467709036E-4</c:v>
                </c:pt>
                <c:pt idx="8047">
                  <c:v>3.4020582673436792E-5</c:v>
                </c:pt>
                <c:pt idx="8048">
                  <c:v>0</c:v>
                </c:pt>
                <c:pt idx="8049">
                  <c:v>6.5797635355369316E-5</c:v>
                </c:pt>
                <c:pt idx="8050">
                  <c:v>2.6804095439677591E-6</c:v>
                </c:pt>
                <c:pt idx="8051">
                  <c:v>0</c:v>
                </c:pt>
                <c:pt idx="8052">
                  <c:v>0</c:v>
                </c:pt>
                <c:pt idx="8053">
                  <c:v>7.7087024623907577E-6</c:v>
                </c:pt>
                <c:pt idx="8054">
                  <c:v>0</c:v>
                </c:pt>
                <c:pt idx="8055">
                  <c:v>0</c:v>
                </c:pt>
                <c:pt idx="8056">
                  <c:v>0</c:v>
                </c:pt>
                <c:pt idx="8057">
                  <c:v>7.2618390543219607E-6</c:v>
                </c:pt>
                <c:pt idx="8058">
                  <c:v>6.9301186927371523E-5</c:v>
                </c:pt>
                <c:pt idx="8059">
                  <c:v>0</c:v>
                </c:pt>
                <c:pt idx="8060">
                  <c:v>6.4507535765323478E-6</c:v>
                </c:pt>
                <c:pt idx="8061">
                  <c:v>8.4241442810415152E-6</c:v>
                </c:pt>
                <c:pt idx="8062">
                  <c:v>0</c:v>
                </c:pt>
                <c:pt idx="8063">
                  <c:v>2.5458126346083311E-5</c:v>
                </c:pt>
                <c:pt idx="8064">
                  <c:v>4.1263302139961517E-7</c:v>
                </c:pt>
                <c:pt idx="8065">
                  <c:v>2.0290593538446202E-6</c:v>
                </c:pt>
                <c:pt idx="8066">
                  <c:v>0</c:v>
                </c:pt>
                <c:pt idx="8067">
                  <c:v>1.0227989745193903E-7</c:v>
                </c:pt>
                <c:pt idx="8068">
                  <c:v>0</c:v>
                </c:pt>
                <c:pt idx="8069">
                  <c:v>1.5690232744621502E-5</c:v>
                </c:pt>
                <c:pt idx="8070">
                  <c:v>3.1797015178441015E-6</c:v>
                </c:pt>
                <c:pt idx="8071">
                  <c:v>0</c:v>
                </c:pt>
                <c:pt idx="8072">
                  <c:v>2.5497606511014032E-6</c:v>
                </c:pt>
                <c:pt idx="8073">
                  <c:v>0</c:v>
                </c:pt>
                <c:pt idx="8074">
                  <c:v>0</c:v>
                </c:pt>
                <c:pt idx="8075">
                  <c:v>0</c:v>
                </c:pt>
                <c:pt idx="8076">
                  <c:v>5.0050857225323837E-7</c:v>
                </c:pt>
                <c:pt idx="8077">
                  <c:v>1.0049765756421121E-6</c:v>
                </c:pt>
                <c:pt idx="8078">
                  <c:v>0</c:v>
                </c:pt>
                <c:pt idx="8079">
                  <c:v>3.4503144129797689E-6</c:v>
                </c:pt>
                <c:pt idx="8080">
                  <c:v>1.4414646880893178E-6</c:v>
                </c:pt>
                <c:pt idx="8081">
                  <c:v>0</c:v>
                </c:pt>
                <c:pt idx="8082">
                  <c:v>0</c:v>
                </c:pt>
                <c:pt idx="8083">
                  <c:v>0</c:v>
                </c:pt>
                <c:pt idx="8084">
                  <c:v>0</c:v>
                </c:pt>
                <c:pt idx="8085">
                  <c:v>0</c:v>
                </c:pt>
                <c:pt idx="8086">
                  <c:v>0</c:v>
                </c:pt>
                <c:pt idx="8087">
                  <c:v>2.3110030843976259E-5</c:v>
                </c:pt>
                <c:pt idx="8088">
                  <c:v>0</c:v>
                </c:pt>
                <c:pt idx="8089">
                  <c:v>1.1145345526463787E-6</c:v>
                </c:pt>
                <c:pt idx="8090">
                  <c:v>4.914084163940879E-7</c:v>
                </c:pt>
                <c:pt idx="8091">
                  <c:v>6.7300172523375776E-5</c:v>
                </c:pt>
                <c:pt idx="8092">
                  <c:v>0</c:v>
                </c:pt>
                <c:pt idx="8093">
                  <c:v>0</c:v>
                </c:pt>
                <c:pt idx="8094">
                  <c:v>0</c:v>
                </c:pt>
                <c:pt idx="8095">
                  <c:v>0</c:v>
                </c:pt>
                <c:pt idx="8096">
                  <c:v>1.0354267610802821E-4</c:v>
                </c:pt>
                <c:pt idx="8097">
                  <c:v>0</c:v>
                </c:pt>
                <c:pt idx="8098">
                  <c:v>0</c:v>
                </c:pt>
                <c:pt idx="8099">
                  <c:v>0</c:v>
                </c:pt>
                <c:pt idx="8100">
                  <c:v>3.4088691948058255E-5</c:v>
                </c:pt>
                <c:pt idx="8101">
                  <c:v>2.51784224993768E-6</c:v>
                </c:pt>
                <c:pt idx="8102">
                  <c:v>0</c:v>
                </c:pt>
                <c:pt idx="8103">
                  <c:v>0</c:v>
                </c:pt>
                <c:pt idx="8104">
                  <c:v>0</c:v>
                </c:pt>
                <c:pt idx="8105">
                  <c:v>0</c:v>
                </c:pt>
                <c:pt idx="8106">
                  <c:v>0</c:v>
                </c:pt>
                <c:pt idx="8107">
                  <c:v>1.4045978830967074E-5</c:v>
                </c:pt>
                <c:pt idx="8108">
                  <c:v>0</c:v>
                </c:pt>
                <c:pt idx="8109">
                  <c:v>0</c:v>
                </c:pt>
                <c:pt idx="8110">
                  <c:v>0</c:v>
                </c:pt>
                <c:pt idx="8111">
                  <c:v>0</c:v>
                </c:pt>
                <c:pt idx="8112">
                  <c:v>1.1379984379652546E-5</c:v>
                </c:pt>
                <c:pt idx="8113">
                  <c:v>7.3291588076385422E-7</c:v>
                </c:pt>
                <c:pt idx="8114">
                  <c:v>0</c:v>
                </c:pt>
                <c:pt idx="8115">
                  <c:v>0</c:v>
                </c:pt>
                <c:pt idx="8116">
                  <c:v>1.3501763357275653E-6</c:v>
                </c:pt>
                <c:pt idx="8117">
                  <c:v>1.0458946778337177E-4</c:v>
                </c:pt>
                <c:pt idx="8118">
                  <c:v>5.1876033936494073E-5</c:v>
                </c:pt>
                <c:pt idx="8119">
                  <c:v>0</c:v>
                </c:pt>
                <c:pt idx="8120">
                  <c:v>4.9521861870758846E-6</c:v>
                </c:pt>
                <c:pt idx="8121">
                  <c:v>3.962772460739547E-6</c:v>
                </c:pt>
                <c:pt idx="8122">
                  <c:v>4.6551916919010003E-6</c:v>
                </c:pt>
                <c:pt idx="8123">
                  <c:v>1.020269850177836E-5</c:v>
                </c:pt>
                <c:pt idx="8124">
                  <c:v>5.713549950001338E-6</c:v>
                </c:pt>
                <c:pt idx="8125">
                  <c:v>4.0944182107022038E-6</c:v>
                </c:pt>
                <c:pt idx="8126">
                  <c:v>4.2604867628255803E-6</c:v>
                </c:pt>
                <c:pt idx="8127">
                  <c:v>0</c:v>
                </c:pt>
                <c:pt idx="8128">
                  <c:v>9.0433822939077139E-7</c:v>
                </c:pt>
                <c:pt idx="8129">
                  <c:v>0</c:v>
                </c:pt>
                <c:pt idx="8130">
                  <c:v>1.2221113659887744E-5</c:v>
                </c:pt>
                <c:pt idx="8131">
                  <c:v>3.1469924303881552E-3</c:v>
                </c:pt>
                <c:pt idx="8132">
                  <c:v>2.7372063905138188E-5</c:v>
                </c:pt>
                <c:pt idx="8133">
                  <c:v>0</c:v>
                </c:pt>
                <c:pt idx="8134">
                  <c:v>6.0735871689156968E-7</c:v>
                </c:pt>
                <c:pt idx="8135">
                  <c:v>1.2657701487047641E-4</c:v>
                </c:pt>
                <c:pt idx="8136">
                  <c:v>5.4612193079672874E-5</c:v>
                </c:pt>
                <c:pt idx="8137">
                  <c:v>2.0256946942467352E-4</c:v>
                </c:pt>
                <c:pt idx="8138">
                  <c:v>0</c:v>
                </c:pt>
                <c:pt idx="8139">
                  <c:v>4.6359284565479913E-8</c:v>
                </c:pt>
                <c:pt idx="8140">
                  <c:v>3.1797015178441015E-6</c:v>
                </c:pt>
                <c:pt idx="8141">
                  <c:v>0</c:v>
                </c:pt>
                <c:pt idx="8142">
                  <c:v>0</c:v>
                </c:pt>
                <c:pt idx="8143">
                  <c:v>2.8525184823845882E-6</c:v>
                </c:pt>
                <c:pt idx="8144">
                  <c:v>1.9691095871777207E-5</c:v>
                </c:pt>
                <c:pt idx="8145">
                  <c:v>8.1031743865108663E-7</c:v>
                </c:pt>
                <c:pt idx="8146">
                  <c:v>1.5537915405999971E-5</c:v>
                </c:pt>
                <c:pt idx="8147">
                  <c:v>2.7989605593967495E-7</c:v>
                </c:pt>
                <c:pt idx="8148">
                  <c:v>5.3769772698517924E-6</c:v>
                </c:pt>
                <c:pt idx="8149">
                  <c:v>2.921962469029962E-5</c:v>
                </c:pt>
                <c:pt idx="8150">
                  <c:v>0</c:v>
                </c:pt>
                <c:pt idx="8151">
                  <c:v>2.3327438737769756E-5</c:v>
                </c:pt>
                <c:pt idx="8152">
                  <c:v>3.1240991398108115E-6</c:v>
                </c:pt>
                <c:pt idx="8153">
                  <c:v>2.9953307870015386E-5</c:v>
                </c:pt>
                <c:pt idx="8154">
                  <c:v>1.0248351817271861E-5</c:v>
                </c:pt>
                <c:pt idx="8155">
                  <c:v>3.5943769726701902E-8</c:v>
                </c:pt>
                <c:pt idx="8156">
                  <c:v>2.3048069629676098E-6</c:v>
                </c:pt>
                <c:pt idx="8157">
                  <c:v>8.2516125450373042E-6</c:v>
                </c:pt>
                <c:pt idx="8158">
                  <c:v>1.3390019315853965E-6</c:v>
                </c:pt>
                <c:pt idx="8159">
                  <c:v>1.2140678767003346E-6</c:v>
                </c:pt>
                <c:pt idx="8160">
                  <c:v>4.4889903781326887E-6</c:v>
                </c:pt>
                <c:pt idx="8161">
                  <c:v>6.6095868871719441E-7</c:v>
                </c:pt>
                <c:pt idx="8162">
                  <c:v>6.0724866820174337E-7</c:v>
                </c:pt>
                <c:pt idx="8163">
                  <c:v>1.9641843165609116E-6</c:v>
                </c:pt>
                <c:pt idx="8164">
                  <c:v>1.6476780754112704E-5</c:v>
                </c:pt>
                <c:pt idx="8165">
                  <c:v>4.1206952946009813E-5</c:v>
                </c:pt>
                <c:pt idx="8166">
                  <c:v>2.6748157603179282E-5</c:v>
                </c:pt>
                <c:pt idx="8167">
                  <c:v>1.8589280407834648E-6</c:v>
                </c:pt>
                <c:pt idx="8168">
                  <c:v>2.4051578895465441E-6</c:v>
                </c:pt>
                <c:pt idx="8169">
                  <c:v>4.9648154152379493E-6</c:v>
                </c:pt>
                <c:pt idx="8170">
                  <c:v>3.6690593050588411E-5</c:v>
                </c:pt>
                <c:pt idx="8171">
                  <c:v>3.557412636281589E-5</c:v>
                </c:pt>
                <c:pt idx="8172">
                  <c:v>4.1548751578285496E-7</c:v>
                </c:pt>
                <c:pt idx="8173">
                  <c:v>5.2025915113907325E-7</c:v>
                </c:pt>
                <c:pt idx="8174">
                  <c:v>1.025621705626296E-6</c:v>
                </c:pt>
                <c:pt idx="8175">
                  <c:v>0</c:v>
                </c:pt>
                <c:pt idx="8176">
                  <c:v>1.7547910060124885E-5</c:v>
                </c:pt>
                <c:pt idx="8177">
                  <c:v>2.3694596570832392E-6</c:v>
                </c:pt>
                <c:pt idx="8178">
                  <c:v>1.6202812718230512E-6</c:v>
                </c:pt>
                <c:pt idx="8179">
                  <c:v>6.6820407894947013E-7</c:v>
                </c:pt>
                <c:pt idx="8180">
                  <c:v>7.4767495436627837E-5</c:v>
                </c:pt>
                <c:pt idx="8181">
                  <c:v>1.6282291648962353E-5</c:v>
                </c:pt>
                <c:pt idx="8182">
                  <c:v>5.9549742998181913E-7</c:v>
                </c:pt>
                <c:pt idx="8183">
                  <c:v>2.0045343675160337E-5</c:v>
                </c:pt>
                <c:pt idx="8184">
                  <c:v>1.1998873652241884E-7</c:v>
                </c:pt>
                <c:pt idx="8185">
                  <c:v>5.7823598882279019E-6</c:v>
                </c:pt>
                <c:pt idx="8186">
                  <c:v>2.549280332916491E-5</c:v>
                </c:pt>
                <c:pt idx="8187">
                  <c:v>3.0418197241209697E-6</c:v>
                </c:pt>
                <c:pt idx="8188">
                  <c:v>2.2947844236105998E-6</c:v>
                </c:pt>
                <c:pt idx="8189">
                  <c:v>1.3565544521195915E-6</c:v>
                </c:pt>
                <c:pt idx="8190">
                  <c:v>4.7279568405476437E-6</c:v>
                </c:pt>
                <c:pt idx="8191">
                  <c:v>8.1272318579966919E-7</c:v>
                </c:pt>
                <c:pt idx="8192">
                  <c:v>2.1927042212999011E-6</c:v>
                </c:pt>
                <c:pt idx="8193">
                  <c:v>6.4659002157116977E-7</c:v>
                </c:pt>
                <c:pt idx="8194">
                  <c:v>2.6324750017244495E-6</c:v>
                </c:pt>
                <c:pt idx="8195">
                  <c:v>6.1391170702270934E-7</c:v>
                </c:pt>
                <c:pt idx="8196">
                  <c:v>7.5746478093698489E-6</c:v>
                </c:pt>
                <c:pt idx="8197">
                  <c:v>6.9345639260230618E-7</c:v>
                </c:pt>
                <c:pt idx="8198">
                  <c:v>6.3928295956227082E-7</c:v>
                </c:pt>
                <c:pt idx="8199">
                  <c:v>4.8060311688770914E-6</c:v>
                </c:pt>
                <c:pt idx="8200">
                  <c:v>1.2238851125286701E-6</c:v>
                </c:pt>
                <c:pt idx="8201">
                  <c:v>1.3362893602637711E-5</c:v>
                </c:pt>
                <c:pt idx="8202">
                  <c:v>1.6697160643092921E-6</c:v>
                </c:pt>
                <c:pt idx="8203">
                  <c:v>5.7847005244327352E-6</c:v>
                </c:pt>
                <c:pt idx="8204">
                  <c:v>5.0316846070350792E-6</c:v>
                </c:pt>
                <c:pt idx="8205">
                  <c:v>9.6266654956456995E-6</c:v>
                </c:pt>
                <c:pt idx="8206">
                  <c:v>2.475798128397699E-6</c:v>
                </c:pt>
                <c:pt idx="8207">
                  <c:v>1.0006143207058705E-5</c:v>
                </c:pt>
                <c:pt idx="8208">
                  <c:v>5.1021572991886743E-6</c:v>
                </c:pt>
                <c:pt idx="8209">
                  <c:v>1.0816041571536614E-5</c:v>
                </c:pt>
                <c:pt idx="8210">
                  <c:v>2.0710613210031782E-6</c:v>
                </c:pt>
                <c:pt idx="8211">
                  <c:v>8.0011877734266481E-6</c:v>
                </c:pt>
                <c:pt idx="8212">
                  <c:v>6.411613828824935E-6</c:v>
                </c:pt>
                <c:pt idx="8213">
                  <c:v>2.6179876850388291E-6</c:v>
                </c:pt>
                <c:pt idx="8214">
                  <c:v>2.8764167345155852E-6</c:v>
                </c:pt>
                <c:pt idx="8215">
                  <c:v>4.6564555323199693E-5</c:v>
                </c:pt>
                <c:pt idx="8216">
                  <c:v>1.7597858167168825E-5</c:v>
                </c:pt>
                <c:pt idx="8217">
                  <c:v>5.1236896496065938E-7</c:v>
                </c:pt>
                <c:pt idx="8218">
                  <c:v>1.0344483688148502E-5</c:v>
                </c:pt>
                <c:pt idx="8219">
                  <c:v>2.1957382147746111E-6</c:v>
                </c:pt>
                <c:pt idx="8220">
                  <c:v>4.7158059588527503E-7</c:v>
                </c:pt>
                <c:pt idx="8221">
                  <c:v>4.6649100095634377E-5</c:v>
                </c:pt>
                <c:pt idx="8222">
                  <c:v>4.2406653616264011E-5</c:v>
                </c:pt>
                <c:pt idx="8223">
                  <c:v>2.3846357049991212E-5</c:v>
                </c:pt>
                <c:pt idx="8224">
                  <c:v>1.5265381090016742E-5</c:v>
                </c:pt>
                <c:pt idx="8225">
                  <c:v>2.4442033323756376E-5</c:v>
                </c:pt>
                <c:pt idx="8226">
                  <c:v>5.9099924830379065E-5</c:v>
                </c:pt>
                <c:pt idx="8227">
                  <c:v>8.9280568763637091E-6</c:v>
                </c:pt>
                <c:pt idx="8228">
                  <c:v>1.7528958509395843E-7</c:v>
                </c:pt>
                <c:pt idx="8229">
                  <c:v>9.499448412153319E-7</c:v>
                </c:pt>
                <c:pt idx="8230">
                  <c:v>6.9463184963912547E-6</c:v>
                </c:pt>
                <c:pt idx="8231">
                  <c:v>9.6662645960758848E-6</c:v>
                </c:pt>
                <c:pt idx="8232">
                  <c:v>2.2010388949866846E-5</c:v>
                </c:pt>
                <c:pt idx="8233">
                  <c:v>6.3267572295501532E-5</c:v>
                </c:pt>
                <c:pt idx="8234">
                  <c:v>0</c:v>
                </c:pt>
                <c:pt idx="8235">
                  <c:v>2.5198536840659192E-5</c:v>
                </c:pt>
                <c:pt idx="8236">
                  <c:v>1.3684791342620119E-6</c:v>
                </c:pt>
                <c:pt idx="8237">
                  <c:v>0</c:v>
                </c:pt>
                <c:pt idx="8238">
                  <c:v>0</c:v>
                </c:pt>
                <c:pt idx="8239">
                  <c:v>5.8182006974400158E-6</c:v>
                </c:pt>
                <c:pt idx="8240">
                  <c:v>0</c:v>
                </c:pt>
                <c:pt idx="8241">
                  <c:v>4.3071654026573512E-7</c:v>
                </c:pt>
                <c:pt idx="8242">
                  <c:v>0</c:v>
                </c:pt>
                <c:pt idx="8243">
                  <c:v>5.8955610964798599E-7</c:v>
                </c:pt>
                <c:pt idx="8244">
                  <c:v>0</c:v>
                </c:pt>
                <c:pt idx="8245">
                  <c:v>1.8169722959109064E-7</c:v>
                </c:pt>
                <c:pt idx="8246">
                  <c:v>1.6581265583849596E-7</c:v>
                </c:pt>
                <c:pt idx="8247">
                  <c:v>1.5909142042457372E-5</c:v>
                </c:pt>
                <c:pt idx="8248">
                  <c:v>6.6919193184153489E-4</c:v>
                </c:pt>
                <c:pt idx="8249">
                  <c:v>1.0266104691129788E-5</c:v>
                </c:pt>
                <c:pt idx="8250">
                  <c:v>9.4236671273271741E-6</c:v>
                </c:pt>
                <c:pt idx="8251">
                  <c:v>0</c:v>
                </c:pt>
                <c:pt idx="8252">
                  <c:v>0</c:v>
                </c:pt>
                <c:pt idx="8253">
                  <c:v>0</c:v>
                </c:pt>
                <c:pt idx="8254">
                  <c:v>1.2334681055797801E-5</c:v>
                </c:pt>
                <c:pt idx="8255">
                  <c:v>0</c:v>
                </c:pt>
                <c:pt idx="8256">
                  <c:v>3.4734088869622342E-7</c:v>
                </c:pt>
                <c:pt idx="8257">
                  <c:v>0</c:v>
                </c:pt>
                <c:pt idx="8258">
                  <c:v>1.7008884282207856E-5</c:v>
                </c:pt>
                <c:pt idx="8259">
                  <c:v>2.0372833108827809E-5</c:v>
                </c:pt>
                <c:pt idx="8260">
                  <c:v>0</c:v>
                </c:pt>
                <c:pt idx="8261">
                  <c:v>5.9977726272787443E-7</c:v>
                </c:pt>
                <c:pt idx="8262">
                  <c:v>4.9704585660415291E-6</c:v>
                </c:pt>
                <c:pt idx="8263">
                  <c:v>6.7428181875280355E-7</c:v>
                </c:pt>
                <c:pt idx="8264">
                  <c:v>2.122884358822467E-5</c:v>
                </c:pt>
                <c:pt idx="8265">
                  <c:v>5.437057500512115E-5</c:v>
                </c:pt>
                <c:pt idx="8266">
                  <c:v>7.0780001146822825E-6</c:v>
                </c:pt>
                <c:pt idx="8267">
                  <c:v>3.8783803266977438E-7</c:v>
                </c:pt>
                <c:pt idx="8268">
                  <c:v>1.9656336655763553E-7</c:v>
                </c:pt>
                <c:pt idx="8269">
                  <c:v>2.5894575235137486E-7</c:v>
                </c:pt>
                <c:pt idx="8270">
                  <c:v>3.8783670808632809E-4</c:v>
                </c:pt>
                <c:pt idx="8271">
                  <c:v>0</c:v>
                </c:pt>
                <c:pt idx="8272">
                  <c:v>2.3865309405452406E-6</c:v>
                </c:pt>
                <c:pt idx="8273">
                  <c:v>9.0721553795831868E-7</c:v>
                </c:pt>
                <c:pt idx="8274">
                  <c:v>3.8340461965734256E-6</c:v>
                </c:pt>
                <c:pt idx="8275">
                  <c:v>5.5087822474751103E-5</c:v>
                </c:pt>
                <c:pt idx="8276">
                  <c:v>3.6485303786009387E-6</c:v>
                </c:pt>
                <c:pt idx="8277">
                  <c:v>1.5732988880072421E-4</c:v>
                </c:pt>
                <c:pt idx="8278">
                  <c:v>3.6762895672780089E-5</c:v>
                </c:pt>
                <c:pt idx="8279">
                  <c:v>2.2912834221121344E-5</c:v>
                </c:pt>
                <c:pt idx="8280">
                  <c:v>2.9813616332773352E-5</c:v>
                </c:pt>
                <c:pt idx="8281">
                  <c:v>7.2778909311110851E-5</c:v>
                </c:pt>
                <c:pt idx="8282">
                  <c:v>2.0816531745997341E-5</c:v>
                </c:pt>
                <c:pt idx="8283">
                  <c:v>2.1479303361741613E-5</c:v>
                </c:pt>
                <c:pt idx="8284">
                  <c:v>2.779239460739485E-5</c:v>
                </c:pt>
                <c:pt idx="8285">
                  <c:v>0</c:v>
                </c:pt>
                <c:pt idx="8286">
                  <c:v>0</c:v>
                </c:pt>
                <c:pt idx="8287">
                  <c:v>1.6789357857073901E-5</c:v>
                </c:pt>
                <c:pt idx="8288">
                  <c:v>1.1515833596305888E-5</c:v>
                </c:pt>
                <c:pt idx="8289">
                  <c:v>8.2194431006882569E-7</c:v>
                </c:pt>
                <c:pt idx="8290">
                  <c:v>1.3253087489640803E-5</c:v>
                </c:pt>
                <c:pt idx="8291">
                  <c:v>1.8872706796111477E-5</c:v>
                </c:pt>
                <c:pt idx="8292">
                  <c:v>3.831039245935937E-3</c:v>
                </c:pt>
                <c:pt idx="8293">
                  <c:v>0</c:v>
                </c:pt>
                <c:pt idx="8294">
                  <c:v>1.4215821010337969E-5</c:v>
                </c:pt>
                <c:pt idx="8295">
                  <c:v>4.4587380090238653E-5</c:v>
                </c:pt>
                <c:pt idx="8296">
                  <c:v>0</c:v>
                </c:pt>
                <c:pt idx="8297">
                  <c:v>0</c:v>
                </c:pt>
                <c:pt idx="8298">
                  <c:v>2.2489352919011514E-5</c:v>
                </c:pt>
                <c:pt idx="8299">
                  <c:v>0</c:v>
                </c:pt>
                <c:pt idx="8300">
                  <c:v>2.2644631079781591E-5</c:v>
                </c:pt>
                <c:pt idx="8301">
                  <c:v>6.619777058717653E-6</c:v>
                </c:pt>
                <c:pt idx="8302">
                  <c:v>8.5088298064853614E-6</c:v>
                </c:pt>
                <c:pt idx="8303">
                  <c:v>4.6773024435854193E-5</c:v>
                </c:pt>
                <c:pt idx="8304">
                  <c:v>2.6321105549361485E-5</c:v>
                </c:pt>
                <c:pt idx="8305">
                  <c:v>6.1658982644187738E-5</c:v>
                </c:pt>
                <c:pt idx="8306">
                  <c:v>1.1020372233098774E-7</c:v>
                </c:pt>
                <c:pt idx="8307">
                  <c:v>2.4326021655587433E-5</c:v>
                </c:pt>
                <c:pt idx="8308">
                  <c:v>2.6652482093006949E-5</c:v>
                </c:pt>
                <c:pt idx="8309">
                  <c:v>8.3718254810427804E-5</c:v>
                </c:pt>
                <c:pt idx="8310">
                  <c:v>2.4881345942240028E-5</c:v>
                </c:pt>
                <c:pt idx="8311">
                  <c:v>1.0240914380069621E-4</c:v>
                </c:pt>
                <c:pt idx="8312">
                  <c:v>5.1683584404167292E-4</c:v>
                </c:pt>
                <c:pt idx="8313">
                  <c:v>1.579508931579555E-5</c:v>
                </c:pt>
                <c:pt idx="8314">
                  <c:v>5.0283651910092848E-6</c:v>
                </c:pt>
                <c:pt idx="8315">
                  <c:v>0</c:v>
                </c:pt>
                <c:pt idx="8316">
                  <c:v>0</c:v>
                </c:pt>
                <c:pt idx="8317">
                  <c:v>2.8102826147099485E-6</c:v>
                </c:pt>
                <c:pt idx="8318">
                  <c:v>2.2602423644717442E-5</c:v>
                </c:pt>
                <c:pt idx="8319">
                  <c:v>1.1319081233028326E-4</c:v>
                </c:pt>
                <c:pt idx="8320">
                  <c:v>3.02930673769457E-5</c:v>
                </c:pt>
                <c:pt idx="8321">
                  <c:v>6.3599571905664237E-5</c:v>
                </c:pt>
                <c:pt idx="8322">
                  <c:v>6.799361736207702E-7</c:v>
                </c:pt>
                <c:pt idx="8323">
                  <c:v>3.7267681765042296E-5</c:v>
                </c:pt>
                <c:pt idx="8324">
                  <c:v>0</c:v>
                </c:pt>
                <c:pt idx="8325">
                  <c:v>2.7278349191884323E-5</c:v>
                </c:pt>
                <c:pt idx="8326">
                  <c:v>1.8463316001393769E-5</c:v>
                </c:pt>
                <c:pt idx="8327">
                  <c:v>1.1977515720143627E-5</c:v>
                </c:pt>
                <c:pt idx="8328">
                  <c:v>1.7482001770252588E-5</c:v>
                </c:pt>
                <c:pt idx="8329">
                  <c:v>2.0262875043998402E-5</c:v>
                </c:pt>
                <c:pt idx="8330">
                  <c:v>3.2543929408098432E-5</c:v>
                </c:pt>
                <c:pt idx="8331">
                  <c:v>2.4495478359687756E-5</c:v>
                </c:pt>
                <c:pt idx="8332">
                  <c:v>5.6123232838482006E-5</c:v>
                </c:pt>
                <c:pt idx="8333">
                  <c:v>1.5001587385032167E-5</c:v>
                </c:pt>
                <c:pt idx="8334">
                  <c:v>2.0245290563052301E-7</c:v>
                </c:pt>
                <c:pt idx="8335">
                  <c:v>1.899997394495803E-7</c:v>
                </c:pt>
                <c:pt idx="8336">
                  <c:v>1.0718022718721809E-5</c:v>
                </c:pt>
                <c:pt idx="8337">
                  <c:v>1.2247916352555561E-5</c:v>
                </c:pt>
                <c:pt idx="8338">
                  <c:v>6.6801180456661032E-6</c:v>
                </c:pt>
                <c:pt idx="8339">
                  <c:v>0</c:v>
                </c:pt>
                <c:pt idx="8340">
                  <c:v>2.7701788633942304E-5</c:v>
                </c:pt>
                <c:pt idx="8341">
                  <c:v>2.7158145312572613E-3</c:v>
                </c:pt>
                <c:pt idx="8342">
                  <c:v>1.7809791755494285E-5</c:v>
                </c:pt>
                <c:pt idx="8343">
                  <c:v>1.8780603112330676E-5</c:v>
                </c:pt>
                <c:pt idx="8344">
                  <c:v>1.2600558667991721E-4</c:v>
                </c:pt>
                <c:pt idx="8345">
                  <c:v>0</c:v>
                </c:pt>
                <c:pt idx="8346">
                  <c:v>2.4683462667294344E-4</c:v>
                </c:pt>
                <c:pt idx="8347">
                  <c:v>1.9167016799730587E-5</c:v>
                </c:pt>
                <c:pt idx="8348">
                  <c:v>6.5965333183748911E-6</c:v>
                </c:pt>
                <c:pt idx="8349">
                  <c:v>3.3332944996926842E-7</c:v>
                </c:pt>
                <c:pt idx="8350">
                  <c:v>1.9914972664391985E-5</c:v>
                </c:pt>
                <c:pt idx="8351">
                  <c:v>9.8846757356673071E-6</c:v>
                </c:pt>
                <c:pt idx="8352">
                  <c:v>1.2433110532573075E-5</c:v>
                </c:pt>
                <c:pt idx="8353">
                  <c:v>2.2546469924957241E-5</c:v>
                </c:pt>
                <c:pt idx="8354">
                  <c:v>5.9344820005569292E-5</c:v>
                </c:pt>
                <c:pt idx="8355">
                  <c:v>1.2682333999743082E-6</c:v>
                </c:pt>
                <c:pt idx="8356">
                  <c:v>0</c:v>
                </c:pt>
                <c:pt idx="8357">
                  <c:v>5.0608988573259637E-5</c:v>
                </c:pt>
                <c:pt idx="8358">
                  <c:v>2.8078091188017032E-5</c:v>
                </c:pt>
                <c:pt idx="8359">
                  <c:v>2.1281551143095055E-5</c:v>
                </c:pt>
                <c:pt idx="8360">
                  <c:v>2.293239276505747E-5</c:v>
                </c:pt>
                <c:pt idx="8361">
                  <c:v>1.372732714818677E-5</c:v>
                </c:pt>
                <c:pt idx="8362">
                  <c:v>1.6859236118003661E-5</c:v>
                </c:pt>
                <c:pt idx="8363">
                  <c:v>5.0926926749210474E-5</c:v>
                </c:pt>
                <c:pt idx="8364">
                  <c:v>4.1106407455018896E-7</c:v>
                </c:pt>
                <c:pt idx="8365">
                  <c:v>6.210080999977982E-5</c:v>
                </c:pt>
                <c:pt idx="8366">
                  <c:v>4.6683799557438406E-5</c:v>
                </c:pt>
                <c:pt idx="8367">
                  <c:v>1.2982624101241121E-4</c:v>
                </c:pt>
                <c:pt idx="8368">
                  <c:v>8.6270575050974028E-5</c:v>
                </c:pt>
                <c:pt idx="8369">
                  <c:v>1.8169722959109064E-7</c:v>
                </c:pt>
                <c:pt idx="8370">
                  <c:v>2.8568667323049811E-6</c:v>
                </c:pt>
                <c:pt idx="8371">
                  <c:v>6.8558945889885435E-7</c:v>
                </c:pt>
                <c:pt idx="8372">
                  <c:v>3.7542970975959901E-5</c:v>
                </c:pt>
                <c:pt idx="8373">
                  <c:v>1.3546934722215362E-5</c:v>
                </c:pt>
                <c:pt idx="8374">
                  <c:v>3.8586146582527176E-5</c:v>
                </c:pt>
                <c:pt idx="8375">
                  <c:v>4.6442638954798434E-5</c:v>
                </c:pt>
                <c:pt idx="8376">
                  <c:v>2.7689286943608548E-5</c:v>
                </c:pt>
                <c:pt idx="8377">
                  <c:v>2.0198785076758807E-4</c:v>
                </c:pt>
                <c:pt idx="8378">
                  <c:v>7.3494120738748938E-8</c:v>
                </c:pt>
                <c:pt idx="8379">
                  <c:v>0</c:v>
                </c:pt>
                <c:pt idx="8380">
                  <c:v>3.2504716711070553E-3</c:v>
                </c:pt>
                <c:pt idx="8381">
                  <c:v>1.9060052353215415E-5</c:v>
                </c:pt>
                <c:pt idx="8382">
                  <c:v>2.9740564541612951E-5</c:v>
                </c:pt>
                <c:pt idx="8383">
                  <c:v>2.039539416854609E-5</c:v>
                </c:pt>
                <c:pt idx="8384">
                  <c:v>1.4188845892496421E-5</c:v>
                </c:pt>
                <c:pt idx="8385">
                  <c:v>1.4889927397630408E-5</c:v>
                </c:pt>
                <c:pt idx="8386">
                  <c:v>5.8356189065476425E-5</c:v>
                </c:pt>
                <c:pt idx="8387">
                  <c:v>3.9143222133460103E-4</c:v>
                </c:pt>
                <c:pt idx="8388">
                  <c:v>7.3481422744631134E-6</c:v>
                </c:pt>
                <c:pt idx="8389">
                  <c:v>8.3329615957523337E-5</c:v>
                </c:pt>
                <c:pt idx="8390">
                  <c:v>8.1516572344661313E-5</c:v>
                </c:pt>
                <c:pt idx="8391">
                  <c:v>1.6038775399926147E-5</c:v>
                </c:pt>
                <c:pt idx="8392">
                  <c:v>1.7279119662569913E-6</c:v>
                </c:pt>
                <c:pt idx="8393">
                  <c:v>8.3882672987037552E-5</c:v>
                </c:pt>
                <c:pt idx="8394">
                  <c:v>9.0893751902223171E-6</c:v>
                </c:pt>
                <c:pt idx="8395">
                  <c:v>1.8328993955273967E-5</c:v>
                </c:pt>
                <c:pt idx="8396">
                  <c:v>4.9903721757345242E-5</c:v>
                </c:pt>
                <c:pt idx="8397">
                  <c:v>1.3565508199691218E-5</c:v>
                </c:pt>
                <c:pt idx="8398">
                  <c:v>3.0260996837992584E-5</c:v>
                </c:pt>
                <c:pt idx="8399">
                  <c:v>1.3361453603642193E-5</c:v>
                </c:pt>
                <c:pt idx="8400">
                  <c:v>1.500629283495966E-5</c:v>
                </c:pt>
                <c:pt idx="8401">
                  <c:v>3.2416747108455661E-7</c:v>
                </c:pt>
                <c:pt idx="8402">
                  <c:v>1.9569787228218616E-5</c:v>
                </c:pt>
                <c:pt idx="8403">
                  <c:v>4.9272804762364743E-4</c:v>
                </c:pt>
                <c:pt idx="8404">
                  <c:v>2.3721987388210733E-5</c:v>
                </c:pt>
                <c:pt idx="8405">
                  <c:v>4.2165999070006487E-5</c:v>
                </c:pt>
                <c:pt idx="8406">
                  <c:v>1.2633872474906411E-6</c:v>
                </c:pt>
                <c:pt idx="8407">
                  <c:v>0</c:v>
                </c:pt>
                <c:pt idx="8408">
                  <c:v>2.6052245168109305E-5</c:v>
                </c:pt>
                <c:pt idx="8409">
                  <c:v>4.1494831167459314E-5</c:v>
                </c:pt>
                <c:pt idx="8410">
                  <c:v>5.4278862884388524E-6</c:v>
                </c:pt>
                <c:pt idx="8411">
                  <c:v>2.2452270797891514E-5</c:v>
                </c:pt>
                <c:pt idx="8412">
                  <c:v>1.7433329974550197E-5</c:v>
                </c:pt>
                <c:pt idx="8413">
                  <c:v>1.078557624270208E-5</c:v>
                </c:pt>
                <c:pt idx="8414">
                  <c:v>3.3384494205748378E-5</c:v>
                </c:pt>
                <c:pt idx="8415">
                  <c:v>4.0186926684939424E-3</c:v>
                </c:pt>
                <c:pt idx="8416">
                  <c:v>2.5378780876309691E-4</c:v>
                </c:pt>
                <c:pt idx="8417">
                  <c:v>5.1367111813127975E-5</c:v>
                </c:pt>
                <c:pt idx="8418">
                  <c:v>1.0349420253178412E-4</c:v>
                </c:pt>
                <c:pt idx="8419">
                  <c:v>4.1688510811477038E-5</c:v>
                </c:pt>
                <c:pt idx="8420">
                  <c:v>6.9437644960702515E-6</c:v>
                </c:pt>
                <c:pt idx="8421">
                  <c:v>2.0778939078717635E-7</c:v>
                </c:pt>
                <c:pt idx="8422">
                  <c:v>0</c:v>
                </c:pt>
                <c:pt idx="8423">
                  <c:v>4.2133943029149118E-5</c:v>
                </c:pt>
                <c:pt idx="8424">
                  <c:v>1.4174100191759881E-4</c:v>
                </c:pt>
                <c:pt idx="8425">
                  <c:v>0</c:v>
                </c:pt>
                <c:pt idx="8426">
                  <c:v>2.9147953149253793E-5</c:v>
                </c:pt>
                <c:pt idx="8427">
                  <c:v>1.7685974120101525E-5</c:v>
                </c:pt>
                <c:pt idx="8428">
                  <c:v>2.9871929990248228E-5</c:v>
                </c:pt>
                <c:pt idx="8429">
                  <c:v>4.9097010630898422E-6</c:v>
                </c:pt>
                <c:pt idx="8430">
                  <c:v>4.4485561247159007E-4</c:v>
                </c:pt>
                <c:pt idx="8431">
                  <c:v>0</c:v>
                </c:pt>
                <c:pt idx="8432">
                  <c:v>1.6798500475315586E-5</c:v>
                </c:pt>
                <c:pt idx="8433">
                  <c:v>8.8900231162459962E-5</c:v>
                </c:pt>
                <c:pt idx="8434">
                  <c:v>2.3277890207845452E-5</c:v>
                </c:pt>
                <c:pt idx="8435">
                  <c:v>1.0473740618197925E-5</c:v>
                </c:pt>
                <c:pt idx="8436">
                  <c:v>7.5997579552860639E-6</c:v>
                </c:pt>
                <c:pt idx="8437">
                  <c:v>6.4749238676689401E-5</c:v>
                </c:pt>
                <c:pt idx="8438">
                  <c:v>3.6203833813893402E-6</c:v>
                </c:pt>
                <c:pt idx="8439">
                  <c:v>3.2233907676427781E-5</c:v>
                </c:pt>
                <c:pt idx="8440">
                  <c:v>7.7358320783031669E-6</c:v>
                </c:pt>
                <c:pt idx="8441">
                  <c:v>1.1802385546582863E-7</c:v>
                </c:pt>
                <c:pt idx="8442">
                  <c:v>2.0199472273883242E-4</c:v>
                </c:pt>
                <c:pt idx="8443">
                  <c:v>2.6910425134098303E-5</c:v>
                </c:pt>
                <c:pt idx="8444">
                  <c:v>0</c:v>
                </c:pt>
                <c:pt idx="8445">
                  <c:v>8.1044588057609747E-5</c:v>
                </c:pt>
                <c:pt idx="8446">
                  <c:v>3.5066070934917816E-6</c:v>
                </c:pt>
                <c:pt idx="8447">
                  <c:v>4.5913112444770514E-5</c:v>
                </c:pt>
                <c:pt idx="8448">
                  <c:v>1.3391619419655086E-4</c:v>
                </c:pt>
                <c:pt idx="8449">
                  <c:v>1.0761099270014254E-5</c:v>
                </c:pt>
                <c:pt idx="8450">
                  <c:v>2.3766548135269591E-5</c:v>
                </c:pt>
                <c:pt idx="8451">
                  <c:v>1.1763857628585326E-7</c:v>
                </c:pt>
                <c:pt idx="8452">
                  <c:v>8.9669709693851068E-6</c:v>
                </c:pt>
                <c:pt idx="8453">
                  <c:v>3.9045499803584543E-5</c:v>
                </c:pt>
                <c:pt idx="8454">
                  <c:v>8.672203895308431E-6</c:v>
                </c:pt>
                <c:pt idx="8455">
                  <c:v>1.456638000595522E-4</c:v>
                </c:pt>
                <c:pt idx="8456">
                  <c:v>6.3802535374445602E-6</c:v>
                </c:pt>
                <c:pt idx="8457">
                  <c:v>4.712648727545248E-5</c:v>
                </c:pt>
                <c:pt idx="8458">
                  <c:v>3.1254139309540692E-5</c:v>
                </c:pt>
                <c:pt idx="8459">
                  <c:v>6.2497581557625551E-5</c:v>
                </c:pt>
                <c:pt idx="8460">
                  <c:v>8.5773778432097068E-5</c:v>
                </c:pt>
                <c:pt idx="8461">
                  <c:v>1.6997618287295999E-5</c:v>
                </c:pt>
                <c:pt idx="8462">
                  <c:v>3.838606198923379E-7</c:v>
                </c:pt>
                <c:pt idx="8463">
                  <c:v>1.2861902154046533E-4</c:v>
                </c:pt>
                <c:pt idx="8464">
                  <c:v>1.2766903257087794E-3</c:v>
                </c:pt>
                <c:pt idx="8465">
                  <c:v>9.7323197245340703E-6</c:v>
                </c:pt>
                <c:pt idx="8466">
                  <c:v>1.3893872248423714E-5</c:v>
                </c:pt>
                <c:pt idx="8467">
                  <c:v>2.6949428388165357E-5</c:v>
                </c:pt>
                <c:pt idx="8468">
                  <c:v>1.1660612298947954E-3</c:v>
                </c:pt>
                <c:pt idx="8469">
                  <c:v>2.7323778229404793E-5</c:v>
                </c:pt>
                <c:pt idx="8470">
                  <c:v>2.7277056886255011E-5</c:v>
                </c:pt>
                <c:pt idx="8471">
                  <c:v>3.4705719407832413E-5</c:v>
                </c:pt>
                <c:pt idx="8472">
                  <c:v>1.7681020065726189E-5</c:v>
                </c:pt>
                <c:pt idx="8473">
                  <c:v>7.0765447096107576E-6</c:v>
                </c:pt>
                <c:pt idx="8474">
                  <c:v>3.0350752681750178E-5</c:v>
                </c:pt>
                <c:pt idx="8475">
                  <c:v>4.2313053466418609E-5</c:v>
                </c:pt>
                <c:pt idx="8476">
                  <c:v>2.9548682735362781E-5</c:v>
                </c:pt>
                <c:pt idx="8477">
                  <c:v>1.3927013957984403E-5</c:v>
                </c:pt>
                <c:pt idx="8478">
                  <c:v>2.354931245642175E-5</c:v>
                </c:pt>
                <c:pt idx="8479">
                  <c:v>1.8596155232639293E-5</c:v>
                </c:pt>
                <c:pt idx="8480">
                  <c:v>5.7722140117694527E-5</c:v>
                </c:pt>
                <c:pt idx="8481">
                  <c:v>0</c:v>
                </c:pt>
                <c:pt idx="8482">
                  <c:v>2.5367748278416966E-3</c:v>
                </c:pt>
                <c:pt idx="8483">
                  <c:v>4.0775855674947447E-4</c:v>
                </c:pt>
                <c:pt idx="8484">
                  <c:v>7.151042090659049E-6</c:v>
                </c:pt>
                <c:pt idx="8485">
                  <c:v>3.7204284128338998E-5</c:v>
                </c:pt>
                <c:pt idx="8486">
                  <c:v>1.6091323006509845E-6</c:v>
                </c:pt>
                <c:pt idx="8487">
                  <c:v>8.9915925962687299E-6</c:v>
                </c:pt>
                <c:pt idx="8488">
                  <c:v>1.2099699099557658E-4</c:v>
                </c:pt>
                <c:pt idx="8489">
                  <c:v>4.4635701844660344E-4</c:v>
                </c:pt>
                <c:pt idx="8490">
                  <c:v>8.5645466857255529E-5</c:v>
                </c:pt>
                <c:pt idx="8491">
                  <c:v>9.5930639127596785E-6</c:v>
                </c:pt>
                <c:pt idx="8492">
                  <c:v>1.5898507589220478E-5</c:v>
                </c:pt>
                <c:pt idx="8493">
                  <c:v>3.7834168179066699E-5</c:v>
                </c:pt>
                <c:pt idx="8494">
                  <c:v>3.6730413909410927E-7</c:v>
                </c:pt>
                <c:pt idx="8495">
                  <c:v>7.9806414061597978E-6</c:v>
                </c:pt>
                <c:pt idx="8496">
                  <c:v>9.3129971412255769E-6</c:v>
                </c:pt>
                <c:pt idx="8497">
                  <c:v>4.9128819415154383E-5</c:v>
                </c:pt>
                <c:pt idx="8498">
                  <c:v>1.6657409159944617E-5</c:v>
                </c:pt>
                <c:pt idx="8499">
                  <c:v>4.1843609866973497E-5</c:v>
                </c:pt>
                <c:pt idx="8500">
                  <c:v>1.0045813392893461E-5</c:v>
                </c:pt>
                <c:pt idx="8501">
                  <c:v>7.6220305431707119E-5</c:v>
                </c:pt>
                <c:pt idx="8502">
                  <c:v>9.6372465568797569E-6</c:v>
                </c:pt>
                <c:pt idx="8503">
                  <c:v>2.3087042426863198E-5</c:v>
                </c:pt>
                <c:pt idx="8504">
                  <c:v>2.4414734968856446E-5</c:v>
                </c:pt>
                <c:pt idx="8505">
                  <c:v>2.2708005360311286E-5</c:v>
                </c:pt>
                <c:pt idx="8506">
                  <c:v>1.7385393260572316E-4</c:v>
                </c:pt>
                <c:pt idx="8507">
                  <c:v>1.6832673836816902E-5</c:v>
                </c:pt>
                <c:pt idx="8508">
                  <c:v>6.8859778093439069E-7</c:v>
                </c:pt>
                <c:pt idx="8509">
                  <c:v>5.3096705012257925E-5</c:v>
                </c:pt>
                <c:pt idx="8510">
                  <c:v>2.8445755485576502E-5</c:v>
                </c:pt>
                <c:pt idx="8511">
                  <c:v>0</c:v>
                </c:pt>
                <c:pt idx="8512">
                  <c:v>0</c:v>
                </c:pt>
                <c:pt idx="8513">
                  <c:v>1.9355356235828413E-5</c:v>
                </c:pt>
                <c:pt idx="8514">
                  <c:v>7.2634851763001381E-5</c:v>
                </c:pt>
                <c:pt idx="8515">
                  <c:v>1.9159984106999383E-5</c:v>
                </c:pt>
                <c:pt idx="8516">
                  <c:v>6.0934643632866892E-4</c:v>
                </c:pt>
                <c:pt idx="8517">
                  <c:v>0</c:v>
                </c:pt>
                <c:pt idx="8518">
                  <c:v>1.8736369092171199E-5</c:v>
                </c:pt>
                <c:pt idx="8519">
                  <c:v>3.505523975812022E-5</c:v>
                </c:pt>
                <c:pt idx="8520">
                  <c:v>2.1888100517469857E-5</c:v>
                </c:pt>
                <c:pt idx="8521">
                  <c:v>0</c:v>
                </c:pt>
                <c:pt idx="8522">
                  <c:v>1.5990020250090085E-5</c:v>
                </c:pt>
                <c:pt idx="8523">
                  <c:v>1.6385806892137968E-5</c:v>
                </c:pt>
                <c:pt idx="8524">
                  <c:v>4.3331186574080872E-6</c:v>
                </c:pt>
                <c:pt idx="8525">
                  <c:v>1.6137904048786832E-5</c:v>
                </c:pt>
                <c:pt idx="8526">
                  <c:v>1.1964300626464257E-5</c:v>
                </c:pt>
                <c:pt idx="8527">
                  <c:v>4.2420849532350381E-5</c:v>
                </c:pt>
                <c:pt idx="8528">
                  <c:v>0</c:v>
                </c:pt>
                <c:pt idx="8529">
                  <c:v>4.5983375796514563E-5</c:v>
                </c:pt>
                <c:pt idx="8530">
                  <c:v>1.5323156775464354E-5</c:v>
                </c:pt>
                <c:pt idx="8531">
                  <c:v>1.4364333977294952E-4</c:v>
                </c:pt>
                <c:pt idx="8532">
                  <c:v>1.4048533581496585E-6</c:v>
                </c:pt>
                <c:pt idx="8533">
                  <c:v>2.7053376097170236E-5</c:v>
                </c:pt>
                <c:pt idx="8534">
                  <c:v>7.344334969264273E-5</c:v>
                </c:pt>
                <c:pt idx="8535">
                  <c:v>0</c:v>
                </c:pt>
                <c:pt idx="8536">
                  <c:v>1.9038212861557112E-5</c:v>
                </c:pt>
                <c:pt idx="8537">
                  <c:v>2.5883761798931337E-6</c:v>
                </c:pt>
                <c:pt idx="8538">
                  <c:v>5.5832516786419468E-5</c:v>
                </c:pt>
                <c:pt idx="8539">
                  <c:v>7.4677902605063923E-5</c:v>
                </c:pt>
                <c:pt idx="8540">
                  <c:v>1.5458695722233361E-4</c:v>
                </c:pt>
                <c:pt idx="8541">
                  <c:v>8.0773548666007525E-6</c:v>
                </c:pt>
                <c:pt idx="8542">
                  <c:v>2.8996350927624694E-6</c:v>
                </c:pt>
                <c:pt idx="8543">
                  <c:v>2.4093464339032117E-5</c:v>
                </c:pt>
                <c:pt idx="8544">
                  <c:v>4.9648611530057129E-7</c:v>
                </c:pt>
                <c:pt idx="8545">
                  <c:v>5.7390763958433889E-6</c:v>
                </c:pt>
                <c:pt idx="8546">
                  <c:v>2.2989243878448086E-5</c:v>
                </c:pt>
                <c:pt idx="8547">
                  <c:v>0</c:v>
                </c:pt>
                <c:pt idx="8548">
                  <c:v>1.4806037593884544E-4</c:v>
                </c:pt>
                <c:pt idx="8549">
                  <c:v>3.9764543119705481E-5</c:v>
                </c:pt>
                <c:pt idx="8550">
                  <c:v>7.5575976335013525E-6</c:v>
                </c:pt>
                <c:pt idx="8551">
                  <c:v>2.4989437455681197E-5</c:v>
                </c:pt>
                <c:pt idx="8552">
                  <c:v>2.2144146706560074E-5</c:v>
                </c:pt>
                <c:pt idx="8553">
                  <c:v>2.1448340895046644E-6</c:v>
                </c:pt>
                <c:pt idx="8554">
                  <c:v>0</c:v>
                </c:pt>
                <c:pt idx="8555">
                  <c:v>2.3714457366780721E-6</c:v>
                </c:pt>
                <c:pt idx="8556">
                  <c:v>0</c:v>
                </c:pt>
                <c:pt idx="8557">
                  <c:v>2.7228945585712986E-5</c:v>
                </c:pt>
                <c:pt idx="8558">
                  <c:v>1.1485104672782206E-3</c:v>
                </c:pt>
                <c:pt idx="8559">
                  <c:v>1.2860014068996685E-5</c:v>
                </c:pt>
                <c:pt idx="8560">
                  <c:v>1.8896606907405167E-4</c:v>
                </c:pt>
                <c:pt idx="8561">
                  <c:v>1.0453892339782314E-4</c:v>
                </c:pt>
                <c:pt idx="8562">
                  <c:v>2.7652375338707725E-5</c:v>
                </c:pt>
                <c:pt idx="8563">
                  <c:v>2.7881541565812137E-5</c:v>
                </c:pt>
                <c:pt idx="8564">
                  <c:v>3.6744760949599447E-5</c:v>
                </c:pt>
                <c:pt idx="8565">
                  <c:v>0</c:v>
                </c:pt>
                <c:pt idx="8566">
                  <c:v>1.0153693843285721E-5</c:v>
                </c:pt>
                <c:pt idx="8567">
                  <c:v>1.7622499525505339E-5</c:v>
                </c:pt>
                <c:pt idx="8568">
                  <c:v>4.0452704062375876E-7</c:v>
                </c:pt>
                <c:pt idx="8569">
                  <c:v>1.6670678868048684E-5</c:v>
                </c:pt>
                <c:pt idx="8570">
                  <c:v>6.5998724898850789E-6</c:v>
                </c:pt>
                <c:pt idx="8571">
                  <c:v>1.0550776021317508E-4</c:v>
                </c:pt>
                <c:pt idx="8572">
                  <c:v>1.2994152583139787E-5</c:v>
                </c:pt>
                <c:pt idx="8573">
                  <c:v>4.7052992409133576E-6</c:v>
                </c:pt>
                <c:pt idx="8574">
                  <c:v>1.0211207897942043E-4</c:v>
                </c:pt>
                <c:pt idx="8575">
                  <c:v>3.3979128034666366E-5</c:v>
                </c:pt>
                <c:pt idx="8576">
                  <c:v>9.8768494038041508E-6</c:v>
                </c:pt>
                <c:pt idx="8577">
                  <c:v>1.8633567919203455E-5</c:v>
                </c:pt>
                <c:pt idx="8578">
                  <c:v>2.5170754292842407E-6</c:v>
                </c:pt>
                <c:pt idx="8579">
                  <c:v>3.5572297768582053E-6</c:v>
                </c:pt>
                <c:pt idx="8580">
                  <c:v>2.875530299947568E-5</c:v>
                </c:pt>
                <c:pt idx="8581">
                  <c:v>2.8189763220863226E-4</c:v>
                </c:pt>
                <c:pt idx="8582">
                  <c:v>7.080212241635557E-6</c:v>
                </c:pt>
                <c:pt idx="8583">
                  <c:v>2.4313391770145356E-6</c:v>
                </c:pt>
                <c:pt idx="8584">
                  <c:v>2.6680956967037892E-4</c:v>
                </c:pt>
                <c:pt idx="8585">
                  <c:v>2.8438636224217608E-5</c:v>
                </c:pt>
                <c:pt idx="8586">
                  <c:v>3.2348776509679869E-5</c:v>
                </c:pt>
                <c:pt idx="8587">
                  <c:v>1.0132681676538065E-5</c:v>
                </c:pt>
                <c:pt idx="8588">
                  <c:v>2.9069537876468069E-5</c:v>
                </c:pt>
                <c:pt idx="8589">
                  <c:v>3.147655253946457E-7</c:v>
                </c:pt>
                <c:pt idx="8590">
                  <c:v>0</c:v>
                </c:pt>
                <c:pt idx="8591">
                  <c:v>5.2044633731320945E-5</c:v>
                </c:pt>
                <c:pt idx="8592">
                  <c:v>2.6796641571750088E-5</c:v>
                </c:pt>
                <c:pt idx="8593">
                  <c:v>2.8499960880500715E-6</c:v>
                </c:pt>
                <c:pt idx="8594">
                  <c:v>2.7424235581558893E-5</c:v>
                </c:pt>
                <c:pt idx="8595">
                  <c:v>2.0380199996002E-6</c:v>
                </c:pt>
                <c:pt idx="8596">
                  <c:v>3.3809850928622916E-3</c:v>
                </c:pt>
                <c:pt idx="8597">
                  <c:v>2.1106104944252941E-5</c:v>
                </c:pt>
                <c:pt idx="8598">
                  <c:v>3.1358561245907253E-5</c:v>
                </c:pt>
                <c:pt idx="8599">
                  <c:v>2.3594736924012546E-5</c:v>
                </c:pt>
                <c:pt idx="8600">
                  <c:v>9.2886963564272267E-5</c:v>
                </c:pt>
                <c:pt idx="8601">
                  <c:v>8.9356566639648244E-7</c:v>
                </c:pt>
                <c:pt idx="8602">
                  <c:v>1.6787057513373564E-5</c:v>
                </c:pt>
                <c:pt idx="8603">
                  <c:v>5.0137902194411333E-5</c:v>
                </c:pt>
                <c:pt idx="8604">
                  <c:v>4.9252779775261723E-7</c:v>
                </c:pt>
                <c:pt idx="8605">
                  <c:v>1.3702135818339621E-7</c:v>
                </c:pt>
                <c:pt idx="8606">
                  <c:v>9.1456703366229592E-6</c:v>
                </c:pt>
                <c:pt idx="8607">
                  <c:v>1.1273945355324595E-4</c:v>
                </c:pt>
                <c:pt idx="8608">
                  <c:v>2.7918937067016616E-5</c:v>
                </c:pt>
                <c:pt idx="8609">
                  <c:v>4.8463377374163914E-5</c:v>
                </c:pt>
                <c:pt idx="8610">
                  <c:v>7.3628113826897513E-5</c:v>
                </c:pt>
                <c:pt idx="8611">
                  <c:v>2.8225935557057058E-5</c:v>
                </c:pt>
                <c:pt idx="8612">
                  <c:v>0</c:v>
                </c:pt>
                <c:pt idx="8613">
                  <c:v>5.2133191886913481E-5</c:v>
                </c:pt>
                <c:pt idx="8614">
                  <c:v>5.5399297015039275E-4</c:v>
                </c:pt>
                <c:pt idx="8615">
                  <c:v>6.1853895195834421E-6</c:v>
                </c:pt>
                <c:pt idx="8616">
                  <c:v>2.2287475157166121E-5</c:v>
                </c:pt>
                <c:pt idx="8617">
                  <c:v>1.1163203334337298E-4</c:v>
                </c:pt>
                <c:pt idx="8618">
                  <c:v>6.2272524350332934E-4</c:v>
                </c:pt>
                <c:pt idx="8619">
                  <c:v>2.1126024025616461E-5</c:v>
                </c:pt>
                <c:pt idx="8620">
                  <c:v>2.9103045738816068E-5</c:v>
                </c:pt>
                <c:pt idx="8621">
                  <c:v>5.0025124136775933E-6</c:v>
                </c:pt>
                <c:pt idx="8622">
                  <c:v>0</c:v>
                </c:pt>
                <c:pt idx="8623">
                  <c:v>4.8708687718328928E-5</c:v>
                </c:pt>
                <c:pt idx="8624">
                  <c:v>3.8640476470568732E-5</c:v>
                </c:pt>
                <c:pt idx="8625">
                  <c:v>3.5406959270193159E-5</c:v>
                </c:pt>
                <c:pt idx="8626">
                  <c:v>7.4004160526692455E-6</c:v>
                </c:pt>
                <c:pt idx="8627">
                  <c:v>1.4655516576979724E-5</c:v>
                </c:pt>
                <c:pt idx="8628">
                  <c:v>1.5985755496722264E-5</c:v>
                </c:pt>
                <c:pt idx="8629">
                  <c:v>1.7980932041605493E-5</c:v>
                </c:pt>
                <c:pt idx="8630">
                  <c:v>1.2991130451717633E-5</c:v>
                </c:pt>
                <c:pt idx="8631">
                  <c:v>5.1590081669796345E-5</c:v>
                </c:pt>
                <c:pt idx="8632">
                  <c:v>6.8326094850001618E-6</c:v>
                </c:pt>
                <c:pt idx="8633">
                  <c:v>5.5182315916469069E-6</c:v>
                </c:pt>
                <c:pt idx="8634">
                  <c:v>2.4851523091794211E-5</c:v>
                </c:pt>
                <c:pt idx="8635">
                  <c:v>8.3534217363860891E-7</c:v>
                </c:pt>
                <c:pt idx="8636">
                  <c:v>1.0655478658353874E-4</c:v>
                </c:pt>
                <c:pt idx="8637">
                  <c:v>9.4783943843801337E-6</c:v>
                </c:pt>
                <c:pt idx="8638">
                  <c:v>2.1290231259140531E-5</c:v>
                </c:pt>
                <c:pt idx="8639">
                  <c:v>4.3911393828878795E-7</c:v>
                </c:pt>
                <c:pt idx="8640">
                  <c:v>5.7783897129099618E-5</c:v>
                </c:pt>
                <c:pt idx="8641">
                  <c:v>1.2055415107221787E-5</c:v>
                </c:pt>
                <c:pt idx="8642">
                  <c:v>4.1164686229132576E-6</c:v>
                </c:pt>
                <c:pt idx="8643">
                  <c:v>1.247421364692676E-5</c:v>
                </c:pt>
                <c:pt idx="8644">
                  <c:v>2.9841460249791052E-5</c:v>
                </c:pt>
                <c:pt idx="8645">
                  <c:v>2.7181202736155429E-5</c:v>
                </c:pt>
                <c:pt idx="8646">
                  <c:v>1.6279604244472131E-4</c:v>
                </c:pt>
                <c:pt idx="8647">
                  <c:v>6.9635010146919282E-5</c:v>
                </c:pt>
                <c:pt idx="8648">
                  <c:v>1.1002691129044971E-5</c:v>
                </c:pt>
                <c:pt idx="8649">
                  <c:v>6.7121496919362534E-5</c:v>
                </c:pt>
                <c:pt idx="8650">
                  <c:v>1.0229749399343602E-5</c:v>
                </c:pt>
                <c:pt idx="8651">
                  <c:v>2.0961160843888352E-6</c:v>
                </c:pt>
                <c:pt idx="8652">
                  <c:v>6.9705905859027287E-3</c:v>
                </c:pt>
                <c:pt idx="8653">
                  <c:v>3.0182953494256122E-5</c:v>
                </c:pt>
                <c:pt idx="8654">
                  <c:v>7.424629674831959E-6</c:v>
                </c:pt>
                <c:pt idx="8655">
                  <c:v>1.0260708795165429E-3</c:v>
                </c:pt>
                <c:pt idx="8656">
                  <c:v>0</c:v>
                </c:pt>
                <c:pt idx="8657">
                  <c:v>5.3482699745696183E-4</c:v>
                </c:pt>
                <c:pt idx="8658">
                  <c:v>0</c:v>
                </c:pt>
                <c:pt idx="8659">
                  <c:v>1.2382827466363291E-5</c:v>
                </c:pt>
                <c:pt idx="8660">
                  <c:v>1.8596622966989663E-4</c:v>
                </c:pt>
                <c:pt idx="8661">
                  <c:v>7.6304052722407813E-5</c:v>
                </c:pt>
                <c:pt idx="8662">
                  <c:v>1.1980551450710691E-5</c:v>
                </c:pt>
                <c:pt idx="8663">
                  <c:v>0</c:v>
                </c:pt>
                <c:pt idx="8664">
                  <c:v>3.9487068240821692E-6</c:v>
                </c:pt>
                <c:pt idx="8665">
                  <c:v>2.1410161273030694E-4</c:v>
                </c:pt>
                <c:pt idx="8666">
                  <c:v>1.6925221386567468E-4</c:v>
                </c:pt>
                <c:pt idx="8667">
                  <c:v>7.3191020059670434E-5</c:v>
                </c:pt>
                <c:pt idx="8668">
                  <c:v>4.094568474808144E-5</c:v>
                </c:pt>
                <c:pt idx="8669">
                  <c:v>7.7528977247832371E-7</c:v>
                </c:pt>
                <c:pt idx="8670">
                  <c:v>2.4199563610553701E-5</c:v>
                </c:pt>
                <c:pt idx="8671">
                  <c:v>0</c:v>
                </c:pt>
                <c:pt idx="8672">
                  <c:v>1.2497421001949975E-6</c:v>
                </c:pt>
                <c:pt idx="8673">
                  <c:v>2.2711342550540099E-4</c:v>
                </c:pt>
                <c:pt idx="8674">
                  <c:v>8.2293564145062885E-6</c:v>
                </c:pt>
                <c:pt idx="8675">
                  <c:v>1.3372257627601945E-5</c:v>
                </c:pt>
                <c:pt idx="8676">
                  <c:v>3.7982769466188659E-5</c:v>
                </c:pt>
                <c:pt idx="8677">
                  <c:v>0</c:v>
                </c:pt>
                <c:pt idx="8678">
                  <c:v>0</c:v>
                </c:pt>
                <c:pt idx="8679">
                  <c:v>4.0257605989930505E-6</c:v>
                </c:pt>
                <c:pt idx="8680">
                  <c:v>0</c:v>
                </c:pt>
                <c:pt idx="8681">
                  <c:v>1.445449080654672E-5</c:v>
                </c:pt>
                <c:pt idx="8682">
                  <c:v>0</c:v>
                </c:pt>
                <c:pt idx="8683">
                  <c:v>0</c:v>
                </c:pt>
                <c:pt idx="8684">
                  <c:v>0</c:v>
                </c:pt>
                <c:pt idx="8685">
                  <c:v>2.0451354093751375E-4</c:v>
                </c:pt>
                <c:pt idx="8686">
                  <c:v>1.1281928027889152E-5</c:v>
                </c:pt>
                <c:pt idx="8687">
                  <c:v>2.2388237651413901E-5</c:v>
                </c:pt>
                <c:pt idx="8688">
                  <c:v>4.6332793545728514E-6</c:v>
                </c:pt>
                <c:pt idx="8689">
                  <c:v>0</c:v>
                </c:pt>
                <c:pt idx="8690">
                  <c:v>3.0349833796290536E-5</c:v>
                </c:pt>
                <c:pt idx="8691">
                  <c:v>0</c:v>
                </c:pt>
                <c:pt idx="8692">
                  <c:v>0</c:v>
                </c:pt>
                <c:pt idx="8693">
                  <c:v>2.8918819910529705E-5</c:v>
                </c:pt>
                <c:pt idx="8694">
                  <c:v>4.4178961695073378E-5</c:v>
                </c:pt>
                <c:pt idx="8695">
                  <c:v>0</c:v>
                </c:pt>
                <c:pt idx="8696">
                  <c:v>0</c:v>
                </c:pt>
                <c:pt idx="8697">
                  <c:v>0</c:v>
                </c:pt>
                <c:pt idx="8698">
                  <c:v>7.7609369423330555E-8</c:v>
                </c:pt>
                <c:pt idx="8699">
                  <c:v>0</c:v>
                </c:pt>
                <c:pt idx="8700">
                  <c:v>0</c:v>
                </c:pt>
                <c:pt idx="8701">
                  <c:v>8.2814459895432826E-6</c:v>
                </c:pt>
                <c:pt idx="8702">
                  <c:v>0</c:v>
                </c:pt>
                <c:pt idx="8703">
                  <c:v>0</c:v>
                </c:pt>
                <c:pt idx="8704">
                  <c:v>0</c:v>
                </c:pt>
                <c:pt idx="8705">
                  <c:v>8.7185364198951383E-8</c:v>
                </c:pt>
                <c:pt idx="8706">
                  <c:v>1.1961402948375768E-4</c:v>
                </c:pt>
                <c:pt idx="8707">
                  <c:v>4.3735585625478823E-5</c:v>
                </c:pt>
                <c:pt idx="8708">
                  <c:v>2.5099093274097804E-5</c:v>
                </c:pt>
                <c:pt idx="8709">
                  <c:v>1.7341320127664183E-5</c:v>
                </c:pt>
                <c:pt idx="8710">
                  <c:v>8.8391163367571141E-5</c:v>
                </c:pt>
                <c:pt idx="8711">
                  <c:v>0</c:v>
                </c:pt>
                <c:pt idx="8712">
                  <c:v>0</c:v>
                </c:pt>
                <c:pt idx="8713">
                  <c:v>0</c:v>
                </c:pt>
                <c:pt idx="8714">
                  <c:v>0</c:v>
                </c:pt>
                <c:pt idx="8715">
                  <c:v>1.1375738116824283E-4</c:v>
                </c:pt>
                <c:pt idx="8716">
                  <c:v>1.0919687936508411E-5</c:v>
                </c:pt>
                <c:pt idx="8717">
                  <c:v>1.2709599565986763E-5</c:v>
                </c:pt>
                <c:pt idx="8718">
                  <c:v>0</c:v>
                </c:pt>
                <c:pt idx="8719">
                  <c:v>0</c:v>
                </c:pt>
                <c:pt idx="8720">
                  <c:v>0</c:v>
                </c:pt>
                <c:pt idx="8721">
                  <c:v>1.9060553988439893E-5</c:v>
                </c:pt>
                <c:pt idx="8722">
                  <c:v>2.7199620508024023E-5</c:v>
                </c:pt>
                <c:pt idx="8723">
                  <c:v>3.1197327503611131E-5</c:v>
                </c:pt>
                <c:pt idx="8724">
                  <c:v>0</c:v>
                </c:pt>
                <c:pt idx="8725">
                  <c:v>1.7150722672136581E-3</c:v>
                </c:pt>
                <c:pt idx="8726">
                  <c:v>6.3970326394496739E-7</c:v>
                </c:pt>
                <c:pt idx="8727">
                  <c:v>0</c:v>
                </c:pt>
                <c:pt idx="8728">
                  <c:v>1.5965715115126055E-5</c:v>
                </c:pt>
                <c:pt idx="8729">
                  <c:v>1.4090063502868105E-5</c:v>
                </c:pt>
                <c:pt idx="8730">
                  <c:v>3.7755921458064887E-5</c:v>
                </c:pt>
                <c:pt idx="8731">
                  <c:v>1.5581928271684836E-5</c:v>
                </c:pt>
                <c:pt idx="8732">
                  <c:v>8.0678993736343079E-7</c:v>
                </c:pt>
                <c:pt idx="8733">
                  <c:v>0</c:v>
                </c:pt>
                <c:pt idx="8734">
                  <c:v>1.1701589918440457E-5</c:v>
                </c:pt>
                <c:pt idx="8735">
                  <c:v>2.1501813130317564E-5</c:v>
                </c:pt>
                <c:pt idx="8736">
                  <c:v>0</c:v>
                </c:pt>
                <c:pt idx="8737">
                  <c:v>0</c:v>
                </c:pt>
                <c:pt idx="8738">
                  <c:v>0</c:v>
                </c:pt>
                <c:pt idx="8739">
                  <c:v>0</c:v>
                </c:pt>
                <c:pt idx="8740">
                  <c:v>4.0868088538408926E-4</c:v>
                </c:pt>
                <c:pt idx="8741">
                  <c:v>7.4992501069412217E-6</c:v>
                </c:pt>
                <c:pt idx="8742">
                  <c:v>2.1855542340493669E-7</c:v>
                </c:pt>
                <c:pt idx="8743">
                  <c:v>0</c:v>
                </c:pt>
                <c:pt idx="8744">
                  <c:v>1.6289734008219629E-5</c:v>
                </c:pt>
                <c:pt idx="8745">
                  <c:v>0</c:v>
                </c:pt>
                <c:pt idx="8746">
                  <c:v>1.3429795230645831E-6</c:v>
                </c:pt>
                <c:pt idx="8747">
                  <c:v>8.6372717661810185E-7</c:v>
                </c:pt>
                <c:pt idx="8748">
                  <c:v>1.3141063622340381E-4</c:v>
                </c:pt>
                <c:pt idx="8749">
                  <c:v>3.1419425623196984E-5</c:v>
                </c:pt>
                <c:pt idx="8750">
                  <c:v>7.3399053601502346E-6</c:v>
                </c:pt>
                <c:pt idx="8751">
                  <c:v>1.9997197985054144E-5</c:v>
                </c:pt>
                <c:pt idx="8752">
                  <c:v>7.1143180562763586E-5</c:v>
                </c:pt>
                <c:pt idx="8753">
                  <c:v>1.2682601910625281E-5</c:v>
                </c:pt>
                <c:pt idx="8754">
                  <c:v>3.8164763887404302E-5</c:v>
                </c:pt>
                <c:pt idx="8755">
                  <c:v>3.4833391252242068E-5</c:v>
                </c:pt>
                <c:pt idx="8756">
                  <c:v>3.7076490699082938E-5</c:v>
                </c:pt>
                <c:pt idx="8757">
                  <c:v>0</c:v>
                </c:pt>
                <c:pt idx="8758">
                  <c:v>0</c:v>
                </c:pt>
                <c:pt idx="8759">
                  <c:v>0</c:v>
                </c:pt>
                <c:pt idx="8760">
                  <c:v>0</c:v>
                </c:pt>
                <c:pt idx="8761">
                  <c:v>0</c:v>
                </c:pt>
                <c:pt idx="8762">
                  <c:v>4.5625759977076127E-5</c:v>
                </c:pt>
                <c:pt idx="8763">
                  <c:v>1.6395364545821625E-4</c:v>
                </c:pt>
                <c:pt idx="8764">
                  <c:v>9.5423491309966344E-6</c:v>
                </c:pt>
                <c:pt idx="8765">
                  <c:v>3.7703685089427795E-3</c:v>
                </c:pt>
                <c:pt idx="8766">
                  <c:v>0</c:v>
                </c:pt>
                <c:pt idx="8767">
                  <c:v>0</c:v>
                </c:pt>
                <c:pt idx="8768">
                  <c:v>2.464042201862095E-6</c:v>
                </c:pt>
                <c:pt idx="8769">
                  <c:v>3.9355606700655065E-7</c:v>
                </c:pt>
                <c:pt idx="8770">
                  <c:v>1.5124346929424714E-5</c:v>
                </c:pt>
                <c:pt idx="8771">
                  <c:v>3.1762400369362018E-5</c:v>
                </c:pt>
                <c:pt idx="8772">
                  <c:v>5.780130679962143E-6</c:v>
                </c:pt>
                <c:pt idx="8773">
                  <c:v>6.9342979401600329E-6</c:v>
                </c:pt>
                <c:pt idx="8774">
                  <c:v>1.2129402780944608E-5</c:v>
                </c:pt>
                <c:pt idx="8775">
                  <c:v>0</c:v>
                </c:pt>
                <c:pt idx="8776">
                  <c:v>0</c:v>
                </c:pt>
                <c:pt idx="8777">
                  <c:v>3.2227031955139898E-5</c:v>
                </c:pt>
                <c:pt idx="8778">
                  <c:v>0</c:v>
                </c:pt>
                <c:pt idx="8779">
                  <c:v>3.4006262074459921E-6</c:v>
                </c:pt>
                <c:pt idx="8780">
                  <c:v>0</c:v>
                </c:pt>
                <c:pt idx="8781">
                  <c:v>1.6619047353617844E-5</c:v>
                </c:pt>
                <c:pt idx="8782">
                  <c:v>7.6603442973275504E-6</c:v>
                </c:pt>
                <c:pt idx="8783">
                  <c:v>3.1223951116176922E-5</c:v>
                </c:pt>
                <c:pt idx="8784">
                  <c:v>0</c:v>
                </c:pt>
                <c:pt idx="8785">
                  <c:v>1.0247379299168953E-6</c:v>
                </c:pt>
                <c:pt idx="8786">
                  <c:v>0</c:v>
                </c:pt>
                <c:pt idx="8787">
                  <c:v>1.0805781741855025E-5</c:v>
                </c:pt>
                <c:pt idx="8788">
                  <c:v>4.2168532989838306E-5</c:v>
                </c:pt>
                <c:pt idx="8789">
                  <c:v>0</c:v>
                </c:pt>
                <c:pt idx="8790">
                  <c:v>0</c:v>
                </c:pt>
                <c:pt idx="8791">
                  <c:v>3.4374818988779639E-5</c:v>
                </c:pt>
                <c:pt idx="8792">
                  <c:v>3.2632375554845049E-6</c:v>
                </c:pt>
                <c:pt idx="8793">
                  <c:v>1.8042081586454563E-5</c:v>
                </c:pt>
                <c:pt idx="8794">
                  <c:v>4.2038827585236376E-7</c:v>
                </c:pt>
                <c:pt idx="8795">
                  <c:v>5.9746193379206989E-5</c:v>
                </c:pt>
                <c:pt idx="8796">
                  <c:v>5.249125869322479E-5</c:v>
                </c:pt>
                <c:pt idx="8797">
                  <c:v>0</c:v>
                </c:pt>
                <c:pt idx="8798">
                  <c:v>5.0188649058980541E-5</c:v>
                </c:pt>
                <c:pt idx="8799">
                  <c:v>7.6913680205032098E-5</c:v>
                </c:pt>
                <c:pt idx="8800">
                  <c:v>0</c:v>
                </c:pt>
                <c:pt idx="8801">
                  <c:v>9.982370376093696E-5</c:v>
                </c:pt>
                <c:pt idx="8802">
                  <c:v>0</c:v>
                </c:pt>
                <c:pt idx="8803">
                  <c:v>1.2313194943815365E-7</c:v>
                </c:pt>
                <c:pt idx="8804">
                  <c:v>0</c:v>
                </c:pt>
                <c:pt idx="8805">
                  <c:v>9.443330411428565E-6</c:v>
                </c:pt>
                <c:pt idx="8806">
                  <c:v>0</c:v>
                </c:pt>
                <c:pt idx="8807">
                  <c:v>9.7011711779162825E-6</c:v>
                </c:pt>
                <c:pt idx="8808">
                  <c:v>0</c:v>
                </c:pt>
                <c:pt idx="8809">
                  <c:v>8.874689310997745E-6</c:v>
                </c:pt>
                <c:pt idx="8810">
                  <c:v>2.079035607821139E-5</c:v>
                </c:pt>
                <c:pt idx="8811">
                  <c:v>2.2841886934800659E-5</c:v>
                </c:pt>
                <c:pt idx="8812">
                  <c:v>5.6217497697858506E-7</c:v>
                </c:pt>
                <c:pt idx="8813">
                  <c:v>0</c:v>
                </c:pt>
                <c:pt idx="8814">
                  <c:v>0</c:v>
                </c:pt>
                <c:pt idx="8815">
                  <c:v>3.7718326005004053E-5</c:v>
                </c:pt>
                <c:pt idx="8816">
                  <c:v>0</c:v>
                </c:pt>
                <c:pt idx="8817">
                  <c:v>4.2317741027733338E-5</c:v>
                </c:pt>
                <c:pt idx="8818">
                  <c:v>1.0190953064816981E-5</c:v>
                </c:pt>
                <c:pt idx="8819">
                  <c:v>0</c:v>
                </c:pt>
                <c:pt idx="8820">
                  <c:v>0</c:v>
                </c:pt>
                <c:pt idx="8821">
                  <c:v>6.6543163299233039E-5</c:v>
                </c:pt>
                <c:pt idx="8822">
                  <c:v>0</c:v>
                </c:pt>
                <c:pt idx="8823">
                  <c:v>3.1795452671552499E-3</c:v>
                </c:pt>
                <c:pt idx="8824">
                  <c:v>0</c:v>
                </c:pt>
                <c:pt idx="8825">
                  <c:v>0</c:v>
                </c:pt>
                <c:pt idx="8826">
                  <c:v>5.2309599299505626E-6</c:v>
                </c:pt>
                <c:pt idx="8827">
                  <c:v>4.512097312466583E-6</c:v>
                </c:pt>
                <c:pt idx="8828">
                  <c:v>1.0612742689961672E-6</c:v>
                </c:pt>
                <c:pt idx="8829">
                  <c:v>0</c:v>
                </c:pt>
                <c:pt idx="8830">
                  <c:v>3.2369054096018349E-5</c:v>
                </c:pt>
                <c:pt idx="8831">
                  <c:v>0</c:v>
                </c:pt>
                <c:pt idx="8832">
                  <c:v>0</c:v>
                </c:pt>
                <c:pt idx="8833">
                  <c:v>0</c:v>
                </c:pt>
                <c:pt idx="8834">
                  <c:v>4.3984416375149012E-4</c:v>
                </c:pt>
                <c:pt idx="8835">
                  <c:v>0</c:v>
                </c:pt>
                <c:pt idx="8836">
                  <c:v>9.8377910371470598E-7</c:v>
                </c:pt>
                <c:pt idx="8837">
                  <c:v>0</c:v>
                </c:pt>
                <c:pt idx="8838">
                  <c:v>0</c:v>
                </c:pt>
                <c:pt idx="8839">
                  <c:v>0</c:v>
                </c:pt>
                <c:pt idx="8840">
                  <c:v>4.7498120094633978E-6</c:v>
                </c:pt>
                <c:pt idx="8841">
                  <c:v>0</c:v>
                </c:pt>
                <c:pt idx="8842">
                  <c:v>2.8367667673658605E-4</c:v>
                </c:pt>
                <c:pt idx="8843">
                  <c:v>0</c:v>
                </c:pt>
                <c:pt idx="8844">
                  <c:v>0</c:v>
                </c:pt>
                <c:pt idx="8845">
                  <c:v>2.5292443991980881E-5</c:v>
                </c:pt>
                <c:pt idx="8846">
                  <c:v>8.9692907859540519E-6</c:v>
                </c:pt>
                <c:pt idx="8847">
                  <c:v>0</c:v>
                </c:pt>
                <c:pt idx="8848">
                  <c:v>4.5081756252652903E-8</c:v>
                </c:pt>
                <c:pt idx="8849">
                  <c:v>2.8175662752104704E-6</c:v>
                </c:pt>
                <c:pt idx="8850">
                  <c:v>1.1540769088313258E-5</c:v>
                </c:pt>
                <c:pt idx="8851">
                  <c:v>0</c:v>
                </c:pt>
                <c:pt idx="8852">
                  <c:v>2.7581565754673836E-4</c:v>
                </c:pt>
                <c:pt idx="8853">
                  <c:v>0</c:v>
                </c:pt>
                <c:pt idx="8854">
                  <c:v>1.1790955043929597E-5</c:v>
                </c:pt>
                <c:pt idx="8855">
                  <c:v>0</c:v>
                </c:pt>
                <c:pt idx="8856">
                  <c:v>0</c:v>
                </c:pt>
                <c:pt idx="8857">
                  <c:v>1.4768876786828505E-5</c:v>
                </c:pt>
                <c:pt idx="8858">
                  <c:v>0</c:v>
                </c:pt>
                <c:pt idx="8859">
                  <c:v>0</c:v>
                </c:pt>
                <c:pt idx="8860">
                  <c:v>9.5943148049675248E-5</c:v>
                </c:pt>
                <c:pt idx="8861">
                  <c:v>2.0723933215341691E-6</c:v>
                </c:pt>
                <c:pt idx="8862">
                  <c:v>2.8841386586351063E-5</c:v>
                </c:pt>
                <c:pt idx="8863">
                  <c:v>2.9945137431380982E-5</c:v>
                </c:pt>
                <c:pt idx="8864">
                  <c:v>0</c:v>
                </c:pt>
                <c:pt idx="8865">
                  <c:v>3.2346146268029657E-3</c:v>
                </c:pt>
                <c:pt idx="8866">
                  <c:v>0</c:v>
                </c:pt>
                <c:pt idx="8867">
                  <c:v>0</c:v>
                </c:pt>
                <c:pt idx="8868">
                  <c:v>0</c:v>
                </c:pt>
                <c:pt idx="8869">
                  <c:v>1.3172004908402343E-4</c:v>
                </c:pt>
                <c:pt idx="8870">
                  <c:v>6.0396565143407683E-7</c:v>
                </c:pt>
                <c:pt idx="8871">
                  <c:v>4.7783359826165561E-6</c:v>
                </c:pt>
                <c:pt idx="8872">
                  <c:v>0</c:v>
                </c:pt>
                <c:pt idx="8873">
                  <c:v>0</c:v>
                </c:pt>
                <c:pt idx="8874">
                  <c:v>4.5646915099364704E-6</c:v>
                </c:pt>
                <c:pt idx="8875">
                  <c:v>1.0981813368626268E-5</c:v>
                </c:pt>
                <c:pt idx="8876">
                  <c:v>0</c:v>
                </c:pt>
                <c:pt idx="8877">
                  <c:v>1.5088449309540068E-5</c:v>
                </c:pt>
                <c:pt idx="8878">
                  <c:v>1.9473395378182652E-5</c:v>
                </c:pt>
                <c:pt idx="8879">
                  <c:v>1.7216920413692351E-5</c:v>
                </c:pt>
                <c:pt idx="8880">
                  <c:v>4.1951611622432658E-5</c:v>
                </c:pt>
                <c:pt idx="8881">
                  <c:v>1.1160273394146588E-4</c:v>
                </c:pt>
                <c:pt idx="8882">
                  <c:v>0</c:v>
                </c:pt>
                <c:pt idx="8883">
                  <c:v>0</c:v>
                </c:pt>
                <c:pt idx="8884">
                  <c:v>0</c:v>
                </c:pt>
                <c:pt idx="8885">
                  <c:v>0</c:v>
                </c:pt>
                <c:pt idx="8886">
                  <c:v>0</c:v>
                </c:pt>
                <c:pt idx="8887">
                  <c:v>0</c:v>
                </c:pt>
                <c:pt idx="8888">
                  <c:v>0</c:v>
                </c:pt>
                <c:pt idx="8889">
                  <c:v>0</c:v>
                </c:pt>
                <c:pt idx="8890">
                  <c:v>0</c:v>
                </c:pt>
                <c:pt idx="8891">
                  <c:v>0</c:v>
                </c:pt>
                <c:pt idx="8892">
                  <c:v>0</c:v>
                </c:pt>
                <c:pt idx="8893">
                  <c:v>1.4356537087918293E-6</c:v>
                </c:pt>
                <c:pt idx="8894">
                  <c:v>0</c:v>
                </c:pt>
                <c:pt idx="8895">
                  <c:v>0</c:v>
                </c:pt>
                <c:pt idx="8896">
                  <c:v>0</c:v>
                </c:pt>
                <c:pt idx="8897">
                  <c:v>4.6332793545728507E-5</c:v>
                </c:pt>
                <c:pt idx="8898">
                  <c:v>0</c:v>
                </c:pt>
                <c:pt idx="8899">
                  <c:v>0</c:v>
                </c:pt>
                <c:pt idx="8900">
                  <c:v>0</c:v>
                </c:pt>
                <c:pt idx="8901">
                  <c:v>4.1991411986236569E-7</c:v>
                </c:pt>
                <c:pt idx="8902">
                  <c:v>0</c:v>
                </c:pt>
                <c:pt idx="8903">
                  <c:v>0</c:v>
                </c:pt>
                <c:pt idx="8904">
                  <c:v>0</c:v>
                </c:pt>
                <c:pt idx="8905">
                  <c:v>0</c:v>
                </c:pt>
                <c:pt idx="8906">
                  <c:v>0</c:v>
                </c:pt>
                <c:pt idx="8907">
                  <c:v>0</c:v>
                </c:pt>
                <c:pt idx="8908">
                  <c:v>4.9608390872305438E-6</c:v>
                </c:pt>
                <c:pt idx="8909">
                  <c:v>0</c:v>
                </c:pt>
                <c:pt idx="8910">
                  <c:v>0</c:v>
                </c:pt>
                <c:pt idx="8911">
                  <c:v>0</c:v>
                </c:pt>
                <c:pt idx="8912">
                  <c:v>0</c:v>
                </c:pt>
                <c:pt idx="8913">
                  <c:v>0</c:v>
                </c:pt>
                <c:pt idx="8914">
                  <c:v>1.4742252491822603E-5</c:v>
                </c:pt>
                <c:pt idx="8915">
                  <c:v>0</c:v>
                </c:pt>
                <c:pt idx="8916">
                  <c:v>1.88399109346211E-5</c:v>
                </c:pt>
                <c:pt idx="8917">
                  <c:v>0</c:v>
                </c:pt>
                <c:pt idx="8918">
                  <c:v>0</c:v>
                </c:pt>
                <c:pt idx="8919">
                  <c:v>0</c:v>
                </c:pt>
                <c:pt idx="8920">
                  <c:v>0</c:v>
                </c:pt>
                <c:pt idx="8921">
                  <c:v>0</c:v>
                </c:pt>
                <c:pt idx="8922">
                  <c:v>0</c:v>
                </c:pt>
                <c:pt idx="8923">
                  <c:v>2.3934094131808877E-6</c:v>
                </c:pt>
                <c:pt idx="8924">
                  <c:v>0</c:v>
                </c:pt>
                <c:pt idx="8925">
                  <c:v>0</c:v>
                </c:pt>
                <c:pt idx="8926">
                  <c:v>0</c:v>
                </c:pt>
                <c:pt idx="8927">
                  <c:v>0</c:v>
                </c:pt>
                <c:pt idx="8928">
                  <c:v>4.5615971142067345E-7</c:v>
                </c:pt>
                <c:pt idx="8929">
                  <c:v>0</c:v>
                </c:pt>
                <c:pt idx="8930">
                  <c:v>1.5036140696342006E-7</c:v>
                </c:pt>
                <c:pt idx="8931">
                  <c:v>0</c:v>
                </c:pt>
                <c:pt idx="8932">
                  <c:v>2.1815889337674711E-6</c:v>
                </c:pt>
                <c:pt idx="8933">
                  <c:v>1.9592216673921562E-7</c:v>
                </c:pt>
                <c:pt idx="8934">
                  <c:v>0</c:v>
                </c:pt>
                <c:pt idx="8935">
                  <c:v>0</c:v>
                </c:pt>
                <c:pt idx="8936">
                  <c:v>0</c:v>
                </c:pt>
                <c:pt idx="8937">
                  <c:v>1.1455348514617115E-5</c:v>
                </c:pt>
                <c:pt idx="8938">
                  <c:v>1.8315880529007147E-5</c:v>
                </c:pt>
                <c:pt idx="8939">
                  <c:v>0</c:v>
                </c:pt>
                <c:pt idx="8940">
                  <c:v>0</c:v>
                </c:pt>
                <c:pt idx="8941">
                  <c:v>1.9298297736714956E-5</c:v>
                </c:pt>
                <c:pt idx="8942">
                  <c:v>2.0877617118723114E-5</c:v>
                </c:pt>
                <c:pt idx="8943">
                  <c:v>0</c:v>
                </c:pt>
                <c:pt idx="8944">
                  <c:v>0</c:v>
                </c:pt>
                <c:pt idx="8945">
                  <c:v>0</c:v>
                </c:pt>
                <c:pt idx="8946">
                  <c:v>1.0161767083851463E-4</c:v>
                </c:pt>
                <c:pt idx="8947">
                  <c:v>0</c:v>
                </c:pt>
                <c:pt idx="8948">
                  <c:v>0</c:v>
                </c:pt>
                <c:pt idx="8949">
                  <c:v>2.1762373857409721E-5</c:v>
                </c:pt>
                <c:pt idx="8950">
                  <c:v>9.6289212224403496E-5</c:v>
                </c:pt>
                <c:pt idx="8951">
                  <c:v>0</c:v>
                </c:pt>
                <c:pt idx="8952">
                  <c:v>7.7458440250450047E-7</c:v>
                </c:pt>
                <c:pt idx="8953">
                  <c:v>8.5555659240077712E-7</c:v>
                </c:pt>
                <c:pt idx="8954">
                  <c:v>4.4325736334982827E-4</c:v>
                </c:pt>
                <c:pt idx="8955">
                  <c:v>0</c:v>
                </c:pt>
                <c:pt idx="8956">
                  <c:v>0</c:v>
                </c:pt>
                <c:pt idx="8957">
                  <c:v>1.5067575136822173E-5</c:v>
                </c:pt>
                <c:pt idx="8958">
                  <c:v>0</c:v>
                </c:pt>
                <c:pt idx="8959">
                  <c:v>0</c:v>
                </c:pt>
                <c:pt idx="8960">
                  <c:v>0</c:v>
                </c:pt>
                <c:pt idx="8961">
                  <c:v>0</c:v>
                </c:pt>
                <c:pt idx="8962">
                  <c:v>0</c:v>
                </c:pt>
                <c:pt idx="8963">
                  <c:v>0</c:v>
                </c:pt>
                <c:pt idx="8964">
                  <c:v>0</c:v>
                </c:pt>
                <c:pt idx="8965">
                  <c:v>0</c:v>
                </c:pt>
                <c:pt idx="8966">
                  <c:v>0</c:v>
                </c:pt>
                <c:pt idx="8967">
                  <c:v>0</c:v>
                </c:pt>
                <c:pt idx="8968">
                  <c:v>2.3568972388190383E-5</c:v>
                </c:pt>
                <c:pt idx="8969">
                  <c:v>3.9697618172343871E-6</c:v>
                </c:pt>
                <c:pt idx="8970">
                  <c:v>0</c:v>
                </c:pt>
                <c:pt idx="8971">
                  <c:v>0</c:v>
                </c:pt>
                <c:pt idx="8972">
                  <c:v>0</c:v>
                </c:pt>
                <c:pt idx="8973">
                  <c:v>0</c:v>
                </c:pt>
                <c:pt idx="8974">
                  <c:v>2.9836896545401586E-4</c:v>
                </c:pt>
                <c:pt idx="8975">
                  <c:v>0</c:v>
                </c:pt>
                <c:pt idx="8976">
                  <c:v>0</c:v>
                </c:pt>
                <c:pt idx="8977">
                  <c:v>0</c:v>
                </c:pt>
                <c:pt idx="8978">
                  <c:v>7.8096064494920215E-7</c:v>
                </c:pt>
                <c:pt idx="8979">
                  <c:v>0</c:v>
                </c:pt>
                <c:pt idx="8980">
                  <c:v>0</c:v>
                </c:pt>
                <c:pt idx="8981">
                  <c:v>0</c:v>
                </c:pt>
                <c:pt idx="8982">
                  <c:v>2.6045775158186822E-8</c:v>
                </c:pt>
                <c:pt idx="8983">
                  <c:v>0</c:v>
                </c:pt>
                <c:pt idx="8984">
                  <c:v>0</c:v>
                </c:pt>
                <c:pt idx="8985">
                  <c:v>0</c:v>
                </c:pt>
                <c:pt idx="8986">
                  <c:v>0</c:v>
                </c:pt>
                <c:pt idx="8987">
                  <c:v>0</c:v>
                </c:pt>
                <c:pt idx="8988">
                  <c:v>0</c:v>
                </c:pt>
                <c:pt idx="8989">
                  <c:v>0</c:v>
                </c:pt>
                <c:pt idx="8990">
                  <c:v>0</c:v>
                </c:pt>
                <c:pt idx="8991">
                  <c:v>1.8597547478845601E-4</c:v>
                </c:pt>
                <c:pt idx="8992">
                  <c:v>0</c:v>
                </c:pt>
                <c:pt idx="8993">
                  <c:v>0</c:v>
                </c:pt>
                <c:pt idx="8994">
                  <c:v>0</c:v>
                </c:pt>
                <c:pt idx="8995">
                  <c:v>0</c:v>
                </c:pt>
                <c:pt idx="8996">
                  <c:v>0</c:v>
                </c:pt>
                <c:pt idx="8997">
                  <c:v>0</c:v>
                </c:pt>
                <c:pt idx="8998">
                  <c:v>0</c:v>
                </c:pt>
                <c:pt idx="8999">
                  <c:v>0</c:v>
                </c:pt>
                <c:pt idx="9000">
                  <c:v>0</c:v>
                </c:pt>
                <c:pt idx="9001">
                  <c:v>0</c:v>
                </c:pt>
                <c:pt idx="9002">
                  <c:v>1.7409898180819114E-5</c:v>
                </c:pt>
                <c:pt idx="9003">
                  <c:v>0</c:v>
                </c:pt>
                <c:pt idx="9004">
                  <c:v>0</c:v>
                </c:pt>
                <c:pt idx="9005">
                  <c:v>0</c:v>
                </c:pt>
                <c:pt idx="9006">
                  <c:v>0</c:v>
                </c:pt>
                <c:pt idx="9007">
                  <c:v>0</c:v>
                </c:pt>
                <c:pt idx="9008">
                  <c:v>0</c:v>
                </c:pt>
                <c:pt idx="9009">
                  <c:v>2.337720210748312E-5</c:v>
                </c:pt>
                <c:pt idx="9010">
                  <c:v>4.8000774113374423E-4</c:v>
                </c:pt>
                <c:pt idx="9011">
                  <c:v>0</c:v>
                </c:pt>
                <c:pt idx="9012">
                  <c:v>8.2789931032571041E-7</c:v>
                </c:pt>
                <c:pt idx="9013">
                  <c:v>4.6810451211148218E-5</c:v>
                </c:pt>
                <c:pt idx="9014">
                  <c:v>2.5824119685157105E-5</c:v>
                </c:pt>
                <c:pt idx="9015">
                  <c:v>1.3424472986829206E-5</c:v>
                </c:pt>
                <c:pt idx="9016">
                  <c:v>3.4388819596564426E-6</c:v>
                </c:pt>
                <c:pt idx="9017">
                  <c:v>6.9710812427748312E-7</c:v>
                </c:pt>
                <c:pt idx="9018">
                  <c:v>6.8675917322619598E-4</c:v>
                </c:pt>
                <c:pt idx="9019">
                  <c:v>6.6004570987401173E-5</c:v>
                </c:pt>
                <c:pt idx="9020">
                  <c:v>6.4383636533060524E-5</c:v>
                </c:pt>
                <c:pt idx="9021">
                  <c:v>1.8654122299778114E-6</c:v>
                </c:pt>
                <c:pt idx="9022">
                  <c:v>2.3037103182815746E-5</c:v>
                </c:pt>
                <c:pt idx="9023">
                  <c:v>2.2217616486527711E-5</c:v>
                </c:pt>
                <c:pt idx="9024">
                  <c:v>2.6007587572432566E-5</c:v>
                </c:pt>
                <c:pt idx="9025">
                  <c:v>4.1436383067358901E-5</c:v>
                </c:pt>
                <c:pt idx="9026">
                  <c:v>3.6724338904565822E-4</c:v>
                </c:pt>
                <c:pt idx="9027">
                  <c:v>1.5855502327778755E-5</c:v>
                </c:pt>
                <c:pt idx="9028">
                  <c:v>1.8962816713271833E-5</c:v>
                </c:pt>
                <c:pt idx="9029">
                  <c:v>1.2012205734077636E-5</c:v>
                </c:pt>
                <c:pt idx="9030">
                  <c:v>3.4503144129797689E-6</c:v>
                </c:pt>
                <c:pt idx="9031">
                  <c:v>7.6080120764742711E-7</c:v>
                </c:pt>
                <c:pt idx="9032">
                  <c:v>2.363412896626305E-3</c:v>
                </c:pt>
                <c:pt idx="9033">
                  <c:v>4.942164644877694E-7</c:v>
                </c:pt>
                <c:pt idx="9034">
                  <c:v>3.5384394240772656E-5</c:v>
                </c:pt>
                <c:pt idx="9035">
                  <c:v>6.0814918726340702E-5</c:v>
                </c:pt>
                <c:pt idx="9036">
                  <c:v>1.3513731450837385E-6</c:v>
                </c:pt>
                <c:pt idx="9037">
                  <c:v>4.370468128338052E-5</c:v>
                </c:pt>
                <c:pt idx="9038">
                  <c:v>8.1304938719768482E-6</c:v>
                </c:pt>
                <c:pt idx="9039">
                  <c:v>1.1831969637449854E-5</c:v>
                </c:pt>
                <c:pt idx="9040">
                  <c:v>1.0509067207740382E-5</c:v>
                </c:pt>
                <c:pt idx="9041">
                  <c:v>8.1267508313940181E-5</c:v>
                </c:pt>
                <c:pt idx="9042">
                  <c:v>2.4283471458907749E-5</c:v>
                </c:pt>
                <c:pt idx="9043">
                  <c:v>2.6570108573765848E-5</c:v>
                </c:pt>
                <c:pt idx="9044">
                  <c:v>8.3588768223766827E-5</c:v>
                </c:pt>
                <c:pt idx="9045">
                  <c:v>1.36188966761357E-5</c:v>
                </c:pt>
                <c:pt idx="9046">
                  <c:v>1.5314722687994645E-5</c:v>
                </c:pt>
                <c:pt idx="9047">
                  <c:v>2.1371432004753773E-5</c:v>
                </c:pt>
                <c:pt idx="9048">
                  <c:v>3.5688014370180001E-5</c:v>
                </c:pt>
                <c:pt idx="9049">
                  <c:v>7.0680451583995235E-5</c:v>
                </c:pt>
                <c:pt idx="9050">
                  <c:v>1.0540388392643649E-5</c:v>
                </c:pt>
                <c:pt idx="9051">
                  <c:v>5.207105411073847E-5</c:v>
                </c:pt>
                <c:pt idx="9052">
                  <c:v>1.3385795162589204E-5</c:v>
                </c:pt>
                <c:pt idx="9053">
                  <c:v>0</c:v>
                </c:pt>
                <c:pt idx="9054">
                  <c:v>8.1801617882046307E-5</c:v>
                </c:pt>
                <c:pt idx="9055">
                  <c:v>0</c:v>
                </c:pt>
                <c:pt idx="9056">
                  <c:v>7.6723120486610761E-6</c:v>
                </c:pt>
                <c:pt idx="9057">
                  <c:v>0</c:v>
                </c:pt>
                <c:pt idx="9058">
                  <c:v>3.1602471917655018E-6</c:v>
                </c:pt>
                <c:pt idx="9059">
                  <c:v>0</c:v>
                </c:pt>
                <c:pt idx="9060">
                  <c:v>0</c:v>
                </c:pt>
                <c:pt idx="9061">
                  <c:v>2.0321876176774652E-5</c:v>
                </c:pt>
                <c:pt idx="9062">
                  <c:v>7.2999881809932591E-6</c:v>
                </c:pt>
                <c:pt idx="9063">
                  <c:v>7.1498541634824714E-6</c:v>
                </c:pt>
                <c:pt idx="9064">
                  <c:v>3.8601724559014222E-6</c:v>
                </c:pt>
                <c:pt idx="9065">
                  <c:v>2.5618448248032995E-7</c:v>
                </c:pt>
                <c:pt idx="9066">
                  <c:v>8.6085482514175208E-5</c:v>
                </c:pt>
                <c:pt idx="9067">
                  <c:v>4.4153994912951573E-5</c:v>
                </c:pt>
                <c:pt idx="9068">
                  <c:v>1.3413132953684683E-6</c:v>
                </c:pt>
                <c:pt idx="9069">
                  <c:v>4.4062842293110524E-6</c:v>
                </c:pt>
                <c:pt idx="9070">
                  <c:v>3.6027346710720219E-5</c:v>
                </c:pt>
                <c:pt idx="9071">
                  <c:v>6.3414945909501984E-5</c:v>
                </c:pt>
                <c:pt idx="9072">
                  <c:v>1.4883709232461741E-6</c:v>
                </c:pt>
                <c:pt idx="9073">
                  <c:v>1.7280717020953828E-6</c:v>
                </c:pt>
                <c:pt idx="9074">
                  <c:v>6.3508865889174221E-7</c:v>
                </c:pt>
                <c:pt idx="9075">
                  <c:v>5.5133843951479926E-6</c:v>
                </c:pt>
                <c:pt idx="9076">
                  <c:v>3.6647407324304966E-6</c:v>
                </c:pt>
                <c:pt idx="9077">
                  <c:v>1.0193115297518446E-6</c:v>
                </c:pt>
                <c:pt idx="9078">
                  <c:v>5.4703449316356724E-6</c:v>
                </c:pt>
                <c:pt idx="9079">
                  <c:v>4.2391949597983194E-5</c:v>
                </c:pt>
                <c:pt idx="9080">
                  <c:v>5.1512545067302014E-5</c:v>
                </c:pt>
                <c:pt idx="9081">
                  <c:v>3.4714887091928452E-5</c:v>
                </c:pt>
                <c:pt idx="9082">
                  <c:v>2.0402515882561965E-6</c:v>
                </c:pt>
                <c:pt idx="9083">
                  <c:v>4.9700608137569943E-6</c:v>
                </c:pt>
                <c:pt idx="9084">
                  <c:v>1.9171233670019196E-5</c:v>
                </c:pt>
                <c:pt idx="9085">
                  <c:v>6.4478889457004325E-6</c:v>
                </c:pt>
                <c:pt idx="9086">
                  <c:v>2.337839965169318E-7</c:v>
                </c:pt>
                <c:pt idx="9087">
                  <c:v>1.2294440834914203E-6</c:v>
                </c:pt>
                <c:pt idx="9088">
                  <c:v>4.8677939363413344E-5</c:v>
                </c:pt>
                <c:pt idx="9089">
                  <c:v>2.2813568592516752E-5</c:v>
                </c:pt>
                <c:pt idx="9090">
                  <c:v>4.502719592691401E-5</c:v>
                </c:pt>
                <c:pt idx="9091">
                  <c:v>1.8303901388742359E-6</c:v>
                </c:pt>
                <c:pt idx="9092">
                  <c:v>9.4533902669888941E-7</c:v>
                </c:pt>
                <c:pt idx="9093">
                  <c:v>7.3756393119238878E-7</c:v>
                </c:pt>
                <c:pt idx="9094">
                  <c:v>1.0103724449224264E-6</c:v>
                </c:pt>
                <c:pt idx="9095">
                  <c:v>0</c:v>
                </c:pt>
                <c:pt idx="9096">
                  <c:v>6.4312820705948768E-8</c:v>
                </c:pt>
                <c:pt idx="9097">
                  <c:v>6.6480412522022063E-7</c:v>
                </c:pt>
                <c:pt idx="9098">
                  <c:v>1.2512714306330885E-7</c:v>
                </c:pt>
                <c:pt idx="9099">
                  <c:v>1.5163333809835434E-7</c:v>
                </c:pt>
                <c:pt idx="9100">
                  <c:v>8.7349723556486638E-6</c:v>
                </c:pt>
                <c:pt idx="9101">
                  <c:v>8.0845427967715268E-6</c:v>
                </c:pt>
                <c:pt idx="9102">
                  <c:v>1.6202021159501362E-5</c:v>
                </c:pt>
                <c:pt idx="9103">
                  <c:v>1.3634487439356668E-5</c:v>
                </c:pt>
                <c:pt idx="9104">
                  <c:v>2.178034832226837E-6</c:v>
                </c:pt>
                <c:pt idx="9105">
                  <c:v>2.8221442166819167E-5</c:v>
                </c:pt>
                <c:pt idx="9106">
                  <c:v>2.1224468082301688E-5</c:v>
                </c:pt>
                <c:pt idx="9107">
                  <c:v>2.4548369569076899E-5</c:v>
                </c:pt>
                <c:pt idx="9108">
                  <c:v>8.3386595396196353E-6</c:v>
                </c:pt>
                <c:pt idx="9109">
                  <c:v>8.4026346533087654E-7</c:v>
                </c:pt>
                <c:pt idx="9110">
                  <c:v>5.0352978273147504E-6</c:v>
                </c:pt>
                <c:pt idx="9111">
                  <c:v>3.390519329433187E-5</c:v>
                </c:pt>
                <c:pt idx="9112">
                  <c:v>1.1523465323107721E-5</c:v>
                </c:pt>
                <c:pt idx="9113">
                  <c:v>9.333336587793004E-5</c:v>
                </c:pt>
                <c:pt idx="9114">
                  <c:v>0</c:v>
                </c:pt>
                <c:pt idx="9115">
                  <c:v>1.1071569141187273E-5</c:v>
                </c:pt>
                <c:pt idx="9116">
                  <c:v>2.7597409400156293E-6</c:v>
                </c:pt>
                <c:pt idx="9117">
                  <c:v>4.8973885212547804E-7</c:v>
                </c:pt>
                <c:pt idx="9118">
                  <c:v>3.2902998315082418E-6</c:v>
                </c:pt>
                <c:pt idx="9119">
                  <c:v>7.3544116739251297E-7</c:v>
                </c:pt>
                <c:pt idx="9120">
                  <c:v>1.0420226660886699E-6</c:v>
                </c:pt>
                <c:pt idx="9121">
                  <c:v>0</c:v>
                </c:pt>
                <c:pt idx="9122">
                  <c:v>0</c:v>
                </c:pt>
                <c:pt idx="9123">
                  <c:v>0</c:v>
                </c:pt>
                <c:pt idx="9124">
                  <c:v>0</c:v>
                </c:pt>
                <c:pt idx="9125">
                  <c:v>0</c:v>
                </c:pt>
                <c:pt idx="9126">
                  <c:v>6.7442203123331145E-8</c:v>
                </c:pt>
                <c:pt idx="9127">
                  <c:v>0</c:v>
                </c:pt>
                <c:pt idx="9128">
                  <c:v>0</c:v>
                </c:pt>
                <c:pt idx="9129">
                  <c:v>3.5240444203560146E-7</c:v>
                </c:pt>
                <c:pt idx="9130">
                  <c:v>0</c:v>
                </c:pt>
                <c:pt idx="9131">
                  <c:v>0</c:v>
                </c:pt>
                <c:pt idx="9132">
                  <c:v>0</c:v>
                </c:pt>
                <c:pt idx="9133">
                  <c:v>1.7902559295327776E-5</c:v>
                </c:pt>
                <c:pt idx="9134">
                  <c:v>0</c:v>
                </c:pt>
                <c:pt idx="9135">
                  <c:v>5.9335929806795402E-7</c:v>
                </c:pt>
                <c:pt idx="9136">
                  <c:v>0</c:v>
                </c:pt>
                <c:pt idx="9137">
                  <c:v>1.7978612313755569E-6</c:v>
                </c:pt>
                <c:pt idx="9138">
                  <c:v>1.6571239063869114E-6</c:v>
                </c:pt>
                <c:pt idx="9139">
                  <c:v>8.2300751188824727E-6</c:v>
                </c:pt>
                <c:pt idx="9140">
                  <c:v>7.469479183617641E-6</c:v>
                </c:pt>
                <c:pt idx="9141">
                  <c:v>5.4207092758314536E-5</c:v>
                </c:pt>
                <c:pt idx="9142">
                  <c:v>2.5550222210103699E-5</c:v>
                </c:pt>
                <c:pt idx="9143">
                  <c:v>1.3645407720685285E-3</c:v>
                </c:pt>
                <c:pt idx="9144">
                  <c:v>2.9975005066552585E-7</c:v>
                </c:pt>
                <c:pt idx="9145">
                  <c:v>2.2012278925468014E-6</c:v>
                </c:pt>
                <c:pt idx="9146">
                  <c:v>8.3620551558858457E-6</c:v>
                </c:pt>
                <c:pt idx="9147">
                  <c:v>1.8273745257057878E-5</c:v>
                </c:pt>
                <c:pt idx="9148">
                  <c:v>6.3399454027386394E-7</c:v>
                </c:pt>
                <c:pt idx="9149">
                  <c:v>8.6896701119599758E-5</c:v>
                </c:pt>
                <c:pt idx="9150">
                  <c:v>2.8881785682904424E-6</c:v>
                </c:pt>
                <c:pt idx="9151">
                  <c:v>1.3096180514523786E-6</c:v>
                </c:pt>
                <c:pt idx="9152">
                  <c:v>2.8586920447988916E-5</c:v>
                </c:pt>
                <c:pt idx="9153">
                  <c:v>1.3220809139223685E-5</c:v>
                </c:pt>
                <c:pt idx="9154">
                  <c:v>1.053953088311764E-4</c:v>
                </c:pt>
                <c:pt idx="9155">
                  <c:v>8.4072761266761005E-5</c:v>
                </c:pt>
                <c:pt idx="9156">
                  <c:v>2.5100596235451148E-5</c:v>
                </c:pt>
                <c:pt idx="9157">
                  <c:v>4.817917333883951E-6</c:v>
                </c:pt>
                <c:pt idx="9158">
                  <c:v>1.2752145012526823E-6</c:v>
                </c:pt>
                <c:pt idx="9159">
                  <c:v>9.8806432785777497E-6</c:v>
                </c:pt>
                <c:pt idx="9160">
                  <c:v>7.530806547776083E-6</c:v>
                </c:pt>
                <c:pt idx="9161">
                  <c:v>1.5505555138581262E-6</c:v>
                </c:pt>
                <c:pt idx="9162">
                  <c:v>1.157593254877898E-5</c:v>
                </c:pt>
                <c:pt idx="9163">
                  <c:v>1.5664003082157814E-5</c:v>
                </c:pt>
                <c:pt idx="9164">
                  <c:v>4.6699719916500841E-6</c:v>
                </c:pt>
                <c:pt idx="9165">
                  <c:v>3.3830227678045778E-4</c:v>
                </c:pt>
                <c:pt idx="9166">
                  <c:v>5.5480648423039845E-6</c:v>
                </c:pt>
                <c:pt idx="9167">
                  <c:v>5.3740456248628454E-7</c:v>
                </c:pt>
                <c:pt idx="9168">
                  <c:v>3.7970261025698895E-6</c:v>
                </c:pt>
                <c:pt idx="9169">
                  <c:v>6.4525923007063589E-7</c:v>
                </c:pt>
                <c:pt idx="9170">
                  <c:v>5.6097106725141571E-6</c:v>
                </c:pt>
                <c:pt idx="9171">
                  <c:v>3.9778767966487914E-6</c:v>
                </c:pt>
                <c:pt idx="9172">
                  <c:v>1.4648770327399123E-4</c:v>
                </c:pt>
                <c:pt idx="9173">
                  <c:v>7.1322471546086591E-6</c:v>
                </c:pt>
                <c:pt idx="9174">
                  <c:v>6.320832462765622E-6</c:v>
                </c:pt>
                <c:pt idx="9175">
                  <c:v>8.2961996436795732E-7</c:v>
                </c:pt>
                <c:pt idx="9176">
                  <c:v>5.1152573276158824E-7</c:v>
                </c:pt>
                <c:pt idx="9177">
                  <c:v>5.1876343731515903E-5</c:v>
                </c:pt>
                <c:pt idx="9178">
                  <c:v>2.8150942146147612E-6</c:v>
                </c:pt>
                <c:pt idx="9179">
                  <c:v>6.6213208303515864E-7</c:v>
                </c:pt>
                <c:pt idx="9180">
                  <c:v>2.519205365514361E-6</c:v>
                </c:pt>
                <c:pt idx="9181">
                  <c:v>7.9471234399999212E-6</c:v>
                </c:pt>
                <c:pt idx="9182">
                  <c:v>5.4735206223556939E-7</c:v>
                </c:pt>
                <c:pt idx="9183">
                  <c:v>3.4667938472243018E-5</c:v>
                </c:pt>
                <c:pt idx="9184">
                  <c:v>6.5375056480755924E-6</c:v>
                </c:pt>
                <c:pt idx="9185">
                  <c:v>1.4472135228925098E-5</c:v>
                </c:pt>
                <c:pt idx="9186">
                  <c:v>1.5273845105483983E-5</c:v>
                </c:pt>
                <c:pt idx="9187">
                  <c:v>3.4076239629769403E-4</c:v>
                </c:pt>
                <c:pt idx="9188">
                  <c:v>4.2004799070111593E-7</c:v>
                </c:pt>
                <c:pt idx="9189">
                  <c:v>6.2118201908621891E-6</c:v>
                </c:pt>
                <c:pt idx="9190">
                  <c:v>3.6233218723725035E-5</c:v>
                </c:pt>
                <c:pt idx="9191">
                  <c:v>0</c:v>
                </c:pt>
                <c:pt idx="9192">
                  <c:v>0</c:v>
                </c:pt>
                <c:pt idx="9193">
                  <c:v>0</c:v>
                </c:pt>
                <c:pt idx="9194">
                  <c:v>4.0197302523073732E-5</c:v>
                </c:pt>
                <c:pt idx="9195">
                  <c:v>2.9732058522024211E-5</c:v>
                </c:pt>
                <c:pt idx="9196">
                  <c:v>6.9356011104916091E-5</c:v>
                </c:pt>
                <c:pt idx="9197">
                  <c:v>1.4656291835893542E-5</c:v>
                </c:pt>
                <c:pt idx="9198">
                  <c:v>6.9052200627033759E-6</c:v>
                </c:pt>
                <c:pt idx="9199">
                  <c:v>2.1112882763290035E-6</c:v>
                </c:pt>
                <c:pt idx="9200">
                  <c:v>3.6156036656905062E-7</c:v>
                </c:pt>
                <c:pt idx="9201">
                  <c:v>0</c:v>
                </c:pt>
                <c:pt idx="9202">
                  <c:v>9.5289132025135397E-6</c:v>
                </c:pt>
                <c:pt idx="9203">
                  <c:v>5.6989905960305468E-8</c:v>
                </c:pt>
                <c:pt idx="9204">
                  <c:v>4.0339496868171529E-7</c:v>
                </c:pt>
                <c:pt idx="9205">
                  <c:v>3.3064525061842681E-6</c:v>
                </c:pt>
                <c:pt idx="9206">
                  <c:v>6.5160839800457385E-5</c:v>
                </c:pt>
                <c:pt idx="9207">
                  <c:v>5.8904611686916448E-5</c:v>
                </c:pt>
                <c:pt idx="9208">
                  <c:v>9.4844078531107028E-6</c:v>
                </c:pt>
                <c:pt idx="9209">
                  <c:v>2.8033992514157284E-5</c:v>
                </c:pt>
                <c:pt idx="9210">
                  <c:v>2.0869385719322442E-5</c:v>
                </c:pt>
                <c:pt idx="9211">
                  <c:v>6.0349875882054954E-6</c:v>
                </c:pt>
                <c:pt idx="9212">
                  <c:v>4.8167849378404889E-6</c:v>
                </c:pt>
                <c:pt idx="9213">
                  <c:v>1.332353093896067E-5</c:v>
                </c:pt>
                <c:pt idx="9214">
                  <c:v>1.1071557536890087E-4</c:v>
                </c:pt>
                <c:pt idx="9215">
                  <c:v>2.1787555745001875E-7</c:v>
                </c:pt>
                <c:pt idx="9216">
                  <c:v>1.1577897281095214E-5</c:v>
                </c:pt>
                <c:pt idx="9217">
                  <c:v>1.7471437552871911E-5</c:v>
                </c:pt>
                <c:pt idx="9218">
                  <c:v>1.7635502190493325E-5</c:v>
                </c:pt>
                <c:pt idx="9219">
                  <c:v>2.192567407223244E-5</c:v>
                </c:pt>
                <c:pt idx="9220">
                  <c:v>7.0314034750035577E-6</c:v>
                </c:pt>
                <c:pt idx="9221">
                  <c:v>9.880578979271524E-6</c:v>
                </c:pt>
                <c:pt idx="9222">
                  <c:v>0</c:v>
                </c:pt>
                <c:pt idx="9223">
                  <c:v>4.8125504214047726E-7</c:v>
                </c:pt>
                <c:pt idx="9224">
                  <c:v>3.6352165416441039E-6</c:v>
                </c:pt>
                <c:pt idx="9225">
                  <c:v>1.1968806541614068E-6</c:v>
                </c:pt>
                <c:pt idx="9226">
                  <c:v>4.4314911383002076E-6</c:v>
                </c:pt>
                <c:pt idx="9227">
                  <c:v>1.5161749365039989E-5</c:v>
                </c:pt>
                <c:pt idx="9228">
                  <c:v>2.4095764112142184E-5</c:v>
                </c:pt>
                <c:pt idx="9229">
                  <c:v>7.2089249222599122E-5</c:v>
                </c:pt>
                <c:pt idx="9230">
                  <c:v>5.6750128028120627E-5</c:v>
                </c:pt>
                <c:pt idx="9231">
                  <c:v>1.8933424099246812E-7</c:v>
                </c:pt>
                <c:pt idx="9232">
                  <c:v>3.1427282443807977E-7</c:v>
                </c:pt>
                <c:pt idx="9233">
                  <c:v>0</c:v>
                </c:pt>
                <c:pt idx="9234">
                  <c:v>2.2237374462484431E-5</c:v>
                </c:pt>
                <c:pt idx="9235">
                  <c:v>2.0475350683086982E-6</c:v>
                </c:pt>
                <c:pt idx="9236">
                  <c:v>2.9953847521080784E-5</c:v>
                </c:pt>
                <c:pt idx="9237">
                  <c:v>2.7649578416035644E-7</c:v>
                </c:pt>
                <c:pt idx="9238">
                  <c:v>8.8391702571515314E-7</c:v>
                </c:pt>
                <c:pt idx="9239">
                  <c:v>1.3333674063956658E-6</c:v>
                </c:pt>
                <c:pt idx="9240">
                  <c:v>1.167965986297897E-6</c:v>
                </c:pt>
                <c:pt idx="9241">
                  <c:v>1.1764531389045155E-6</c:v>
                </c:pt>
                <c:pt idx="9242">
                  <c:v>6.0062229098088862E-6</c:v>
                </c:pt>
                <c:pt idx="9243">
                  <c:v>9.0352960403872088E-7</c:v>
                </c:pt>
                <c:pt idx="9244">
                  <c:v>2.8047704201430767E-5</c:v>
                </c:pt>
                <c:pt idx="9245">
                  <c:v>4.3033150396599837E-5</c:v>
                </c:pt>
                <c:pt idx="9246">
                  <c:v>2.7574577535311974E-5</c:v>
                </c:pt>
                <c:pt idx="9247">
                  <c:v>0</c:v>
                </c:pt>
                <c:pt idx="9248">
                  <c:v>4.7899821861363251E-6</c:v>
                </c:pt>
                <c:pt idx="9249">
                  <c:v>0</c:v>
                </c:pt>
                <c:pt idx="9250">
                  <c:v>4.1525256418684059E-6</c:v>
                </c:pt>
                <c:pt idx="9251">
                  <c:v>1.1603798163461928E-5</c:v>
                </c:pt>
                <c:pt idx="9252">
                  <c:v>6.8165893367141228E-6</c:v>
                </c:pt>
                <c:pt idx="9253">
                  <c:v>3.5673537153796307E-6</c:v>
                </c:pt>
                <c:pt idx="9254">
                  <c:v>2.0936767036508612E-6</c:v>
                </c:pt>
                <c:pt idx="9255">
                  <c:v>0</c:v>
                </c:pt>
                <c:pt idx="9256">
                  <c:v>0</c:v>
                </c:pt>
                <c:pt idx="9257">
                  <c:v>0</c:v>
                </c:pt>
                <c:pt idx="9258">
                  <c:v>0</c:v>
                </c:pt>
                <c:pt idx="9259">
                  <c:v>0</c:v>
                </c:pt>
                <c:pt idx="9260">
                  <c:v>0</c:v>
                </c:pt>
                <c:pt idx="9261">
                  <c:v>0</c:v>
                </c:pt>
                <c:pt idx="9262">
                  <c:v>0</c:v>
                </c:pt>
                <c:pt idx="9263">
                  <c:v>0</c:v>
                </c:pt>
                <c:pt idx="9264">
                  <c:v>0</c:v>
                </c:pt>
                <c:pt idx="9265">
                  <c:v>0</c:v>
                </c:pt>
                <c:pt idx="9266">
                  <c:v>9.6127146313924772E-5</c:v>
                </c:pt>
                <c:pt idx="9267">
                  <c:v>0</c:v>
                </c:pt>
                <c:pt idx="9268">
                  <c:v>0</c:v>
                </c:pt>
                <c:pt idx="9269">
                  <c:v>0</c:v>
                </c:pt>
                <c:pt idx="9270">
                  <c:v>0</c:v>
                </c:pt>
                <c:pt idx="9271">
                  <c:v>0</c:v>
                </c:pt>
                <c:pt idx="9272">
                  <c:v>0</c:v>
                </c:pt>
                <c:pt idx="9273">
                  <c:v>9.7984759764380147E-7</c:v>
                </c:pt>
                <c:pt idx="9274">
                  <c:v>0</c:v>
                </c:pt>
                <c:pt idx="9275">
                  <c:v>3.2760561092939104E-7</c:v>
                </c:pt>
                <c:pt idx="9276">
                  <c:v>0</c:v>
                </c:pt>
                <c:pt idx="9277">
                  <c:v>0</c:v>
                </c:pt>
                <c:pt idx="9278">
                  <c:v>0</c:v>
                </c:pt>
                <c:pt idx="9279">
                  <c:v>0</c:v>
                </c:pt>
                <c:pt idx="9280">
                  <c:v>5.9258638417007994E-5</c:v>
                </c:pt>
                <c:pt idx="9281">
                  <c:v>1.6997441258277029E-5</c:v>
                </c:pt>
                <c:pt idx="9282">
                  <c:v>2.4456205184798085E-5</c:v>
                </c:pt>
                <c:pt idx="9283">
                  <c:v>3.2432955482009868E-5</c:v>
                </c:pt>
                <c:pt idx="9284">
                  <c:v>4.8199175859949189E-6</c:v>
                </c:pt>
                <c:pt idx="9285">
                  <c:v>5.7812754869892871E-7</c:v>
                </c:pt>
                <c:pt idx="9286">
                  <c:v>1.2312722457055663E-5</c:v>
                </c:pt>
                <c:pt idx="9287">
                  <c:v>2.3956737069653477E-4</c:v>
                </c:pt>
                <c:pt idx="9288">
                  <c:v>4.1739547073254905E-6</c:v>
                </c:pt>
                <c:pt idx="9289">
                  <c:v>5.654520757710532E-4</c:v>
                </c:pt>
                <c:pt idx="9290">
                  <c:v>6.1968539162527531E-5</c:v>
                </c:pt>
                <c:pt idx="9291">
                  <c:v>3.6925971032495503E-5</c:v>
                </c:pt>
                <c:pt idx="9292">
                  <c:v>1.2164258971217821E-5</c:v>
                </c:pt>
                <c:pt idx="9293">
                  <c:v>3.8939662329199984E-5</c:v>
                </c:pt>
                <c:pt idx="9294">
                  <c:v>1.223956609497498E-5</c:v>
                </c:pt>
                <c:pt idx="9295">
                  <c:v>2.3586731190887305E-6</c:v>
                </c:pt>
                <c:pt idx="9296">
                  <c:v>2.8528296039115326E-3</c:v>
                </c:pt>
                <c:pt idx="9297">
                  <c:v>1.3030687433020181E-4</c:v>
                </c:pt>
                <c:pt idx="9298">
                  <c:v>1.9000562629505357E-5</c:v>
                </c:pt>
                <c:pt idx="9299">
                  <c:v>2.7347169014251573E-5</c:v>
                </c:pt>
                <c:pt idx="9300">
                  <c:v>7.6271332246867214E-5</c:v>
                </c:pt>
                <c:pt idx="9301">
                  <c:v>1.2238851125286701E-5</c:v>
                </c:pt>
                <c:pt idx="9302">
                  <c:v>0</c:v>
                </c:pt>
                <c:pt idx="9303">
                  <c:v>0</c:v>
                </c:pt>
                <c:pt idx="9304">
                  <c:v>9.2965582481935066E-6</c:v>
                </c:pt>
                <c:pt idx="9305">
                  <c:v>2.0912856230756638E-5</c:v>
                </c:pt>
                <c:pt idx="9306">
                  <c:v>1.983192559051932E-5</c:v>
                </c:pt>
                <c:pt idx="9307">
                  <c:v>3.1515894614139359E-5</c:v>
                </c:pt>
                <c:pt idx="9308">
                  <c:v>4.7338041531927569E-5</c:v>
                </c:pt>
                <c:pt idx="9309">
                  <c:v>5.4609892398311801E-5</c:v>
                </c:pt>
                <c:pt idx="9310">
                  <c:v>3.4822565184737891E-5</c:v>
                </c:pt>
                <c:pt idx="9311">
                  <c:v>1.1075397811115444E-5</c:v>
                </c:pt>
                <c:pt idx="9312">
                  <c:v>3.5738793919570039E-7</c:v>
                </c:pt>
                <c:pt idx="9313">
                  <c:v>3.5449618480100527E-5</c:v>
                </c:pt>
                <c:pt idx="9314">
                  <c:v>1.0452710109769647E-5</c:v>
                </c:pt>
                <c:pt idx="9315">
                  <c:v>5.3741260856715188E-5</c:v>
                </c:pt>
                <c:pt idx="9316">
                  <c:v>2.1631802959048604E-6</c:v>
                </c:pt>
                <c:pt idx="9317">
                  <c:v>8.3782611422558588E-6</c:v>
                </c:pt>
                <c:pt idx="9318">
                  <c:v>2.6608253836470615E-5</c:v>
                </c:pt>
                <c:pt idx="9319">
                  <c:v>8.1665715242470849E-6</c:v>
                </c:pt>
                <c:pt idx="9320">
                  <c:v>2.1298882422158533E-6</c:v>
                </c:pt>
                <c:pt idx="9321">
                  <c:v>1.2069644555675039E-4</c:v>
                </c:pt>
                <c:pt idx="9322">
                  <c:v>1.0237514990320833E-4</c:v>
                </c:pt>
                <c:pt idx="9323">
                  <c:v>7.2294827746217175E-6</c:v>
                </c:pt>
                <c:pt idx="9324">
                  <c:v>1.9032428064268466E-5</c:v>
                </c:pt>
                <c:pt idx="9325">
                  <c:v>4.6046788647297714E-5</c:v>
                </c:pt>
                <c:pt idx="9326">
                  <c:v>7.9830804065022161E-6</c:v>
                </c:pt>
                <c:pt idx="9327">
                  <c:v>1.6933581471417713E-3</c:v>
                </c:pt>
                <c:pt idx="9328">
                  <c:v>7.6725139193309122E-5</c:v>
                </c:pt>
                <c:pt idx="9329">
                  <c:v>1.3478630849666359E-4</c:v>
                </c:pt>
                <c:pt idx="9330">
                  <c:v>4.0150332303129483E-6</c:v>
                </c:pt>
                <c:pt idx="9331">
                  <c:v>1.2775083974346959E-5</c:v>
                </c:pt>
                <c:pt idx="9332">
                  <c:v>3.6503044999448282E-7</c:v>
                </c:pt>
                <c:pt idx="9333">
                  <c:v>3.8015034026856658E-5</c:v>
                </c:pt>
                <c:pt idx="9334">
                  <c:v>1.7242400575231088E-6</c:v>
                </c:pt>
                <c:pt idx="9335">
                  <c:v>1.5155369436157301E-5</c:v>
                </c:pt>
                <c:pt idx="9336">
                  <c:v>1.2189246349170895E-5</c:v>
                </c:pt>
                <c:pt idx="9337">
                  <c:v>5.2920906380901817E-6</c:v>
                </c:pt>
                <c:pt idx="9338">
                  <c:v>0</c:v>
                </c:pt>
                <c:pt idx="9339">
                  <c:v>5.6564997570542561E-7</c:v>
                </c:pt>
                <c:pt idx="9340">
                  <c:v>9.2580259663195369E-6</c:v>
                </c:pt>
                <c:pt idx="9341">
                  <c:v>7.9965551395038038E-5</c:v>
                </c:pt>
                <c:pt idx="9342">
                  <c:v>1.5793988547362928E-7</c:v>
                </c:pt>
                <c:pt idx="9343">
                  <c:v>0</c:v>
                </c:pt>
                <c:pt idx="9344">
                  <c:v>1.4539719738861921E-5</c:v>
                </c:pt>
                <c:pt idx="9345">
                  <c:v>2.8918053902678541E-5</c:v>
                </c:pt>
                <c:pt idx="9346">
                  <c:v>1.2281412817762577E-5</c:v>
                </c:pt>
                <c:pt idx="9347">
                  <c:v>9.6526653220267571E-6</c:v>
                </c:pt>
                <c:pt idx="9348">
                  <c:v>1.4504899589449741E-5</c:v>
                </c:pt>
                <c:pt idx="9349">
                  <c:v>1.588876061597826E-4</c:v>
                </c:pt>
                <c:pt idx="9350">
                  <c:v>4.9541804172205117E-5</c:v>
                </c:pt>
                <c:pt idx="9351">
                  <c:v>2.6089794449086625E-6</c:v>
                </c:pt>
                <c:pt idx="9352">
                  <c:v>0</c:v>
                </c:pt>
                <c:pt idx="9353">
                  <c:v>2.4955020550291982E-4</c:v>
                </c:pt>
                <c:pt idx="9354">
                  <c:v>3.2080074660741719E-7</c:v>
                </c:pt>
                <c:pt idx="9355">
                  <c:v>1.7174513515698163E-5</c:v>
                </c:pt>
                <c:pt idx="9356">
                  <c:v>2.8952153597654682E-5</c:v>
                </c:pt>
                <c:pt idx="9357">
                  <c:v>1.9447673296689823E-6</c:v>
                </c:pt>
                <c:pt idx="9358">
                  <c:v>1.8146411755529718E-6</c:v>
                </c:pt>
                <c:pt idx="9359">
                  <c:v>2.8914148515841008E-5</c:v>
                </c:pt>
                <c:pt idx="9360">
                  <c:v>3.4584159041365411E-5</c:v>
                </c:pt>
                <c:pt idx="9361">
                  <c:v>0</c:v>
                </c:pt>
                <c:pt idx="9362">
                  <c:v>8.2448612104449667E-5</c:v>
                </c:pt>
                <c:pt idx="9363">
                  <c:v>2.2396216757280391E-4</c:v>
                </c:pt>
                <c:pt idx="9364">
                  <c:v>1.2818407241653069E-4</c:v>
                </c:pt>
                <c:pt idx="9365">
                  <c:v>0</c:v>
                </c:pt>
                <c:pt idx="9366">
                  <c:v>3.5173086573258853E-5</c:v>
                </c:pt>
                <c:pt idx="9367">
                  <c:v>1.0787014018406816E-5</c:v>
                </c:pt>
                <c:pt idx="9368">
                  <c:v>0</c:v>
                </c:pt>
                <c:pt idx="9369">
                  <c:v>7.3512861271023934E-7</c:v>
                </c:pt>
                <c:pt idx="9370">
                  <c:v>0</c:v>
                </c:pt>
                <c:pt idx="9371">
                  <c:v>2.8021350329496606E-4</c:v>
                </c:pt>
                <c:pt idx="9372">
                  <c:v>4.6332793545728507E-5</c:v>
                </c:pt>
                <c:pt idx="9373">
                  <c:v>3.5814991981854413E-5</c:v>
                </c:pt>
                <c:pt idx="9374">
                  <c:v>3.175488132440581E-5</c:v>
                </c:pt>
                <c:pt idx="9375">
                  <c:v>1.7470223168382923E-5</c:v>
                </c:pt>
                <c:pt idx="9376">
                  <c:v>0</c:v>
                </c:pt>
                <c:pt idx="9377">
                  <c:v>2.5448242511757858E-5</c:v>
                </c:pt>
                <c:pt idx="9378">
                  <c:v>0</c:v>
                </c:pt>
                <c:pt idx="9379">
                  <c:v>1.1728702824574029E-4</c:v>
                </c:pt>
                <c:pt idx="9380">
                  <c:v>1.0181349087698303E-4</c:v>
                </c:pt>
                <c:pt idx="9381">
                  <c:v>1.7250067873420441E-6</c:v>
                </c:pt>
                <c:pt idx="9382">
                  <c:v>7.6301445963440737E-6</c:v>
                </c:pt>
                <c:pt idx="9383">
                  <c:v>5.7697052225056457E-7</c:v>
                </c:pt>
                <c:pt idx="9384">
                  <c:v>7.2571519714931029E-6</c:v>
                </c:pt>
                <c:pt idx="9385">
                  <c:v>4.4026636400918519E-6</c:v>
                </c:pt>
                <c:pt idx="9386">
                  <c:v>1.4169149320474281E-5</c:v>
                </c:pt>
                <c:pt idx="9387">
                  <c:v>2.1254110712848245E-5</c:v>
                </c:pt>
                <c:pt idx="9388">
                  <c:v>6.3444748595480619E-5</c:v>
                </c:pt>
                <c:pt idx="9389">
                  <c:v>5.0900704677328998E-5</c:v>
                </c:pt>
                <c:pt idx="9390">
                  <c:v>4.2459724102527573E-5</c:v>
                </c:pt>
                <c:pt idx="9391">
                  <c:v>3.4373118210525235E-5</c:v>
                </c:pt>
                <c:pt idx="9392">
                  <c:v>2.7336187815401097E-5</c:v>
                </c:pt>
                <c:pt idx="9393">
                  <c:v>5.0137902194411368E-6</c:v>
                </c:pt>
                <c:pt idx="9394">
                  <c:v>2.4875184204550612E-3</c:v>
                </c:pt>
                <c:pt idx="9395">
                  <c:v>9.6839712636116556E-6</c:v>
                </c:pt>
                <c:pt idx="9396">
                  <c:v>8.5610550028865361E-6</c:v>
                </c:pt>
                <c:pt idx="9397">
                  <c:v>1.6848288562083024E-6</c:v>
                </c:pt>
                <c:pt idx="9398">
                  <c:v>3.9466238441650238E-5</c:v>
                </c:pt>
                <c:pt idx="9399">
                  <c:v>9.2611586166578144E-6</c:v>
                </c:pt>
                <c:pt idx="9400">
                  <c:v>1.9311173367073114E-4</c:v>
                </c:pt>
                <c:pt idx="9401">
                  <c:v>2.2257910624908788E-6</c:v>
                </c:pt>
                <c:pt idx="9402">
                  <c:v>1.1352617683749557E-5</c:v>
                </c:pt>
                <c:pt idx="9403">
                  <c:v>5.2334016792108622E-5</c:v>
                </c:pt>
                <c:pt idx="9404">
                  <c:v>3.1769274485245392E-5</c:v>
                </c:pt>
                <c:pt idx="9405">
                  <c:v>1.1386649274390081E-4</c:v>
                </c:pt>
                <c:pt idx="9406">
                  <c:v>2.5494868293072212E-5</c:v>
                </c:pt>
                <c:pt idx="9407">
                  <c:v>3.1156032727830433E-5</c:v>
                </c:pt>
                <c:pt idx="9408">
                  <c:v>0</c:v>
                </c:pt>
                <c:pt idx="9409">
                  <c:v>4.1099613007505604E-6</c:v>
                </c:pt>
                <c:pt idx="9410">
                  <c:v>2.6062279446861088E-6</c:v>
                </c:pt>
                <c:pt idx="9411">
                  <c:v>0</c:v>
                </c:pt>
                <c:pt idx="9412">
                  <c:v>0</c:v>
                </c:pt>
                <c:pt idx="9413">
                  <c:v>0</c:v>
                </c:pt>
                <c:pt idx="9414">
                  <c:v>4.7771542012523399E-5</c:v>
                </c:pt>
                <c:pt idx="9415">
                  <c:v>1.2466780968260526E-5</c:v>
                </c:pt>
                <c:pt idx="9416">
                  <c:v>1.0566208138164181E-5</c:v>
                </c:pt>
                <c:pt idx="9417">
                  <c:v>3.4010242070800567E-5</c:v>
                </c:pt>
                <c:pt idx="9418">
                  <c:v>7.3375762737077008E-6</c:v>
                </c:pt>
                <c:pt idx="9419">
                  <c:v>1.3244014856154425E-5</c:v>
                </c:pt>
                <c:pt idx="9420">
                  <c:v>5.8270724426640843E-6</c:v>
                </c:pt>
                <c:pt idx="9421">
                  <c:v>4.7965603891179812E-5</c:v>
                </c:pt>
                <c:pt idx="9422">
                  <c:v>1.803413789542099E-5</c:v>
                </c:pt>
                <c:pt idx="9423">
                  <c:v>2.8127562597523158E-5</c:v>
                </c:pt>
                <c:pt idx="9424">
                  <c:v>1.2854525038601381E-5</c:v>
                </c:pt>
                <c:pt idx="9425">
                  <c:v>8.401164240106068E-6</c:v>
                </c:pt>
                <c:pt idx="9426">
                  <c:v>1.1892083676736892E-4</c:v>
                </c:pt>
                <c:pt idx="9427">
                  <c:v>1.0326911198251881E-6</c:v>
                </c:pt>
                <c:pt idx="9428">
                  <c:v>1.1155432267429581E-5</c:v>
                </c:pt>
                <c:pt idx="9429">
                  <c:v>2.6738352277443003E-4</c:v>
                </c:pt>
                <c:pt idx="9430">
                  <c:v>1.5259524509079521E-5</c:v>
                </c:pt>
                <c:pt idx="9431">
                  <c:v>2.4734223625169086E-5</c:v>
                </c:pt>
                <c:pt idx="9432">
                  <c:v>3.3078951507625512E-3</c:v>
                </c:pt>
                <c:pt idx="9433">
                  <c:v>4.4885466266126822E-7</c:v>
                </c:pt>
                <c:pt idx="9434">
                  <c:v>2.0297733183185457E-4</c:v>
                </c:pt>
                <c:pt idx="9435">
                  <c:v>2.1275559027190879E-6</c:v>
                </c:pt>
                <c:pt idx="9436">
                  <c:v>1.4533285949871689E-5</c:v>
                </c:pt>
                <c:pt idx="9437">
                  <c:v>2.5995343207071122E-6</c:v>
                </c:pt>
                <c:pt idx="9438">
                  <c:v>5.2144107530646843E-5</c:v>
                </c:pt>
                <c:pt idx="9439">
                  <c:v>6.910021348528201E-5</c:v>
                </c:pt>
                <c:pt idx="9440">
                  <c:v>2.909317745754658E-5</c:v>
                </c:pt>
                <c:pt idx="9441">
                  <c:v>0</c:v>
                </c:pt>
                <c:pt idx="9442">
                  <c:v>0</c:v>
                </c:pt>
                <c:pt idx="9443">
                  <c:v>0</c:v>
                </c:pt>
                <c:pt idx="9444">
                  <c:v>0</c:v>
                </c:pt>
                <c:pt idx="9445">
                  <c:v>1.1577610736462729E-6</c:v>
                </c:pt>
                <c:pt idx="9446">
                  <c:v>1.2081828468885156E-5</c:v>
                </c:pt>
                <c:pt idx="9447">
                  <c:v>0</c:v>
                </c:pt>
                <c:pt idx="9448">
                  <c:v>2.9688810452167949E-5</c:v>
                </c:pt>
                <c:pt idx="9449">
                  <c:v>4.5991908570226523E-6</c:v>
                </c:pt>
                <c:pt idx="9450">
                  <c:v>2.8551716140588886E-5</c:v>
                </c:pt>
                <c:pt idx="9451">
                  <c:v>1.6620835377808273E-5</c:v>
                </c:pt>
                <c:pt idx="9452">
                  <c:v>1.1952874930679851E-5</c:v>
                </c:pt>
                <c:pt idx="9453">
                  <c:v>4.4847264713117986E-4</c:v>
                </c:pt>
                <c:pt idx="9454">
                  <c:v>2.5304206576382692E-5</c:v>
                </c:pt>
                <c:pt idx="9455">
                  <c:v>8.588667456341559E-7</c:v>
                </c:pt>
                <c:pt idx="9456">
                  <c:v>1.7755267599640281E-5</c:v>
                </c:pt>
                <c:pt idx="9457">
                  <c:v>1.5311461026745482E-6</c:v>
                </c:pt>
                <c:pt idx="9458">
                  <c:v>8.242964110641529E-5</c:v>
                </c:pt>
                <c:pt idx="9459">
                  <c:v>4.6319530405572932E-5</c:v>
                </c:pt>
                <c:pt idx="9460">
                  <c:v>3.3824065546203321E-6</c:v>
                </c:pt>
                <c:pt idx="9461">
                  <c:v>8.6907272951075221E-5</c:v>
                </c:pt>
                <c:pt idx="9462">
                  <c:v>5.3193343479387684E-5</c:v>
                </c:pt>
                <c:pt idx="9463">
                  <c:v>0</c:v>
                </c:pt>
                <c:pt idx="9464">
                  <c:v>6.7474594158241885E-6</c:v>
                </c:pt>
                <c:pt idx="9465">
                  <c:v>9.5433909746248243E-5</c:v>
                </c:pt>
                <c:pt idx="9466">
                  <c:v>3.1797015178441042E-7</c:v>
                </c:pt>
                <c:pt idx="9467">
                  <c:v>3.9952111382927864E-5</c:v>
                </c:pt>
                <c:pt idx="9468">
                  <c:v>8.14844501366198E-5</c:v>
                </c:pt>
                <c:pt idx="9469">
                  <c:v>6.227713590295557E-6</c:v>
                </c:pt>
                <c:pt idx="9470">
                  <c:v>1.5913561624100567E-5</c:v>
                </c:pt>
                <c:pt idx="9471">
                  <c:v>2.9492198265976765E-4</c:v>
                </c:pt>
                <c:pt idx="9472">
                  <c:v>1.7119417700116991E-4</c:v>
                </c:pt>
                <c:pt idx="9473">
                  <c:v>4.1210871006365594E-7</c:v>
                </c:pt>
                <c:pt idx="9474">
                  <c:v>2.0113460764037E-5</c:v>
                </c:pt>
                <c:pt idx="9475">
                  <c:v>4.7698362632071422E-5</c:v>
                </c:pt>
                <c:pt idx="9476">
                  <c:v>4.8993603162586693E-5</c:v>
                </c:pt>
                <c:pt idx="9477">
                  <c:v>1.7765354623991786E-5</c:v>
                </c:pt>
                <c:pt idx="9478">
                  <c:v>1.2800557531239729E-6</c:v>
                </c:pt>
                <c:pt idx="9479">
                  <c:v>2.7456470249320521E-7</c:v>
                </c:pt>
                <c:pt idx="9480">
                  <c:v>8.9277033806118206E-7</c:v>
                </c:pt>
                <c:pt idx="9481">
                  <c:v>2.6162269605776524E-5</c:v>
                </c:pt>
                <c:pt idx="9482">
                  <c:v>2.3102280015590342E-4</c:v>
                </c:pt>
                <c:pt idx="9483">
                  <c:v>1.8067734875763417E-5</c:v>
                </c:pt>
                <c:pt idx="9484">
                  <c:v>2.0777362105662594E-5</c:v>
                </c:pt>
                <c:pt idx="9485">
                  <c:v>1.1392220921996153E-5</c:v>
                </c:pt>
                <c:pt idx="9486">
                  <c:v>1.0780524219999229E-5</c:v>
                </c:pt>
                <c:pt idx="9487">
                  <c:v>1.3379221847809829E-5</c:v>
                </c:pt>
                <c:pt idx="9488">
                  <c:v>1.7740418581769272E-5</c:v>
                </c:pt>
                <c:pt idx="9489">
                  <c:v>6.898891151715174E-5</c:v>
                </c:pt>
                <c:pt idx="9490">
                  <c:v>4.4297159827215908E-5</c:v>
                </c:pt>
                <c:pt idx="9491">
                  <c:v>1.0768919070550571E-4</c:v>
                </c:pt>
                <c:pt idx="9492">
                  <c:v>3.5709541161711695E-5</c:v>
                </c:pt>
                <c:pt idx="9493">
                  <c:v>1.3680351111814625E-5</c:v>
                </c:pt>
                <c:pt idx="9494">
                  <c:v>8.3883818242811187E-7</c:v>
                </c:pt>
                <c:pt idx="9495">
                  <c:v>2.336156439521334E-5</c:v>
                </c:pt>
                <c:pt idx="9496">
                  <c:v>1.1929362935911607E-6</c:v>
                </c:pt>
                <c:pt idx="9497">
                  <c:v>0</c:v>
                </c:pt>
                <c:pt idx="9498">
                  <c:v>3.352857101257021E-5</c:v>
                </c:pt>
                <c:pt idx="9499">
                  <c:v>9.7951921570067231E-5</c:v>
                </c:pt>
                <c:pt idx="9500">
                  <c:v>4.7270759856694902E-6</c:v>
                </c:pt>
                <c:pt idx="9501">
                  <c:v>1.5762325846047768E-5</c:v>
                </c:pt>
                <c:pt idx="9502">
                  <c:v>0</c:v>
                </c:pt>
                <c:pt idx="9503">
                  <c:v>1.958511804469191E-6</c:v>
                </c:pt>
                <c:pt idx="9504">
                  <c:v>8.137771104348851E-6</c:v>
                </c:pt>
                <c:pt idx="9505">
                  <c:v>2.97595632733738E-5</c:v>
                </c:pt>
                <c:pt idx="9506">
                  <c:v>0</c:v>
                </c:pt>
                <c:pt idx="9507">
                  <c:v>1.3610190555664903E-4</c:v>
                </c:pt>
                <c:pt idx="9508">
                  <c:v>0</c:v>
                </c:pt>
                <c:pt idx="9509">
                  <c:v>1.7889633213565638E-5</c:v>
                </c:pt>
                <c:pt idx="9510">
                  <c:v>4.8287634183509195E-5</c:v>
                </c:pt>
                <c:pt idx="9511">
                  <c:v>1.9759687449396648E-5</c:v>
                </c:pt>
                <c:pt idx="9512">
                  <c:v>1.6100235351245185E-6</c:v>
                </c:pt>
                <c:pt idx="9513">
                  <c:v>5.4515504205499986E-5</c:v>
                </c:pt>
                <c:pt idx="9514">
                  <c:v>1.0286028999929391E-4</c:v>
                </c:pt>
                <c:pt idx="9515">
                  <c:v>2.1365583321481988E-5</c:v>
                </c:pt>
                <c:pt idx="9516">
                  <c:v>4.3075018999544163E-5</c:v>
                </c:pt>
                <c:pt idx="9517">
                  <c:v>1.7357713216246285E-5</c:v>
                </c:pt>
                <c:pt idx="9518">
                  <c:v>1.41584464218314E-6</c:v>
                </c:pt>
                <c:pt idx="9519">
                  <c:v>9.4556721521894899E-7</c:v>
                </c:pt>
                <c:pt idx="9520">
                  <c:v>6.6549373373466885E-5</c:v>
                </c:pt>
                <c:pt idx="9521">
                  <c:v>1.3489685448873508E-4</c:v>
                </c:pt>
                <c:pt idx="9522">
                  <c:v>2.1566339179861251E-4</c:v>
                </c:pt>
                <c:pt idx="9523">
                  <c:v>5.1908544214501892E-5</c:v>
                </c:pt>
                <c:pt idx="9524">
                  <c:v>5.3007011248195974E-5</c:v>
                </c:pt>
                <c:pt idx="9525">
                  <c:v>1.6712634064803739E-5</c:v>
                </c:pt>
                <c:pt idx="9526">
                  <c:v>0</c:v>
                </c:pt>
                <c:pt idx="9527">
                  <c:v>8.960157100641824E-6</c:v>
                </c:pt>
                <c:pt idx="9528">
                  <c:v>2.44654651680988E-5</c:v>
                </c:pt>
                <c:pt idx="9529">
                  <c:v>2.727159805190253E-6</c:v>
                </c:pt>
                <c:pt idx="9530">
                  <c:v>8.3487933577571297E-5</c:v>
                </c:pt>
                <c:pt idx="9531">
                  <c:v>2.4670924155672994E-5</c:v>
                </c:pt>
                <c:pt idx="9532">
                  <c:v>1.0178826464456321E-5</c:v>
                </c:pt>
                <c:pt idx="9533">
                  <c:v>4.2946966935149528E-5</c:v>
                </c:pt>
                <c:pt idx="9534">
                  <c:v>0</c:v>
                </c:pt>
                <c:pt idx="9535">
                  <c:v>1.5250218930242531E-5</c:v>
                </c:pt>
                <c:pt idx="9536">
                  <c:v>3.9616973034189177E-6</c:v>
                </c:pt>
                <c:pt idx="9537">
                  <c:v>9.3374230807405503E-6</c:v>
                </c:pt>
                <c:pt idx="9538">
                  <c:v>4.0956291905609797E-5</c:v>
                </c:pt>
                <c:pt idx="9539">
                  <c:v>1.4449610094755823E-5</c:v>
                </c:pt>
                <c:pt idx="9540">
                  <c:v>1.2170297588530246E-5</c:v>
                </c:pt>
                <c:pt idx="9541">
                  <c:v>1.8632158793940102E-5</c:v>
                </c:pt>
                <c:pt idx="9542">
                  <c:v>1.2720346110512155E-5</c:v>
                </c:pt>
                <c:pt idx="9543">
                  <c:v>6.2094473395126947E-6</c:v>
                </c:pt>
                <c:pt idx="9544">
                  <c:v>5.3572770865559603E-7</c:v>
                </c:pt>
                <c:pt idx="9545">
                  <c:v>9.5426956995653571E-6</c:v>
                </c:pt>
                <c:pt idx="9546">
                  <c:v>1.5109314474008361E-5</c:v>
                </c:pt>
                <c:pt idx="9547">
                  <c:v>1.9509647576242801E-5</c:v>
                </c:pt>
                <c:pt idx="9548">
                  <c:v>5.7016380948737637E-6</c:v>
                </c:pt>
                <c:pt idx="9549">
                  <c:v>4.4903671277230639E-6</c:v>
                </c:pt>
                <c:pt idx="9550">
                  <c:v>9.6785901169829698E-8</c:v>
                </c:pt>
                <c:pt idx="9551">
                  <c:v>1.3171839443426079E-5</c:v>
                </c:pt>
                <c:pt idx="9552">
                  <c:v>3.5753332934460475E-4</c:v>
                </c:pt>
                <c:pt idx="9553">
                  <c:v>3.3431595073112177E-5</c:v>
                </c:pt>
                <c:pt idx="9554">
                  <c:v>1.0579249223920641E-6</c:v>
                </c:pt>
                <c:pt idx="9555">
                  <c:v>6.9134997030663196E-6</c:v>
                </c:pt>
                <c:pt idx="9556">
                  <c:v>4.180923304014908E-5</c:v>
                </c:pt>
                <c:pt idx="9557">
                  <c:v>1.6770854708291051E-5</c:v>
                </c:pt>
                <c:pt idx="9558">
                  <c:v>3.3049551593835001E-5</c:v>
                </c:pt>
                <c:pt idx="9559">
                  <c:v>3.0786249133033451E-5</c:v>
                </c:pt>
                <c:pt idx="9560">
                  <c:v>8.5097555034098396E-5</c:v>
                </c:pt>
                <c:pt idx="9561">
                  <c:v>1.6632284983117247E-5</c:v>
                </c:pt>
                <c:pt idx="9562">
                  <c:v>4.5809259155381171E-7</c:v>
                </c:pt>
                <c:pt idx="9563">
                  <c:v>2.7444045450738404E-3</c:v>
                </c:pt>
                <c:pt idx="9564">
                  <c:v>4.7560341372263132E-5</c:v>
                </c:pt>
                <c:pt idx="9565">
                  <c:v>7.2042024295162073E-5</c:v>
                </c:pt>
                <c:pt idx="9566">
                  <c:v>1.678724403830735E-6</c:v>
                </c:pt>
                <c:pt idx="9567">
                  <c:v>2.9349296309003019E-5</c:v>
                </c:pt>
                <c:pt idx="9568">
                  <c:v>6.2702205660897218E-5</c:v>
                </c:pt>
                <c:pt idx="9569">
                  <c:v>7.8894045231387314E-5</c:v>
                </c:pt>
                <c:pt idx="9570">
                  <c:v>8.0849169945566268E-6</c:v>
                </c:pt>
                <c:pt idx="9571">
                  <c:v>0</c:v>
                </c:pt>
                <c:pt idx="9572">
                  <c:v>1.3139672697891667E-5</c:v>
                </c:pt>
                <c:pt idx="9573">
                  <c:v>4.4306170600289123E-5</c:v>
                </c:pt>
                <c:pt idx="9574">
                  <c:v>9.0530406800734566E-5</c:v>
                </c:pt>
                <c:pt idx="9575">
                  <c:v>5.6886374297810848E-5</c:v>
                </c:pt>
                <c:pt idx="9576">
                  <c:v>5.7383148411199237E-8</c:v>
                </c:pt>
                <c:pt idx="9577">
                  <c:v>6.5753379895119477E-5</c:v>
                </c:pt>
                <c:pt idx="9578">
                  <c:v>7.8561991411314001E-5</c:v>
                </c:pt>
                <c:pt idx="9579">
                  <c:v>2.0505063233346594E-4</c:v>
                </c:pt>
                <c:pt idx="9580">
                  <c:v>6.7339921109115555E-6</c:v>
                </c:pt>
                <c:pt idx="9581">
                  <c:v>1.7926378455192447E-6</c:v>
                </c:pt>
                <c:pt idx="9582">
                  <c:v>0</c:v>
                </c:pt>
                <c:pt idx="9583">
                  <c:v>7.3177587270626664E-6</c:v>
                </c:pt>
                <c:pt idx="9584">
                  <c:v>2.8885164486131047E-5</c:v>
                </c:pt>
                <c:pt idx="9585">
                  <c:v>3.9906321062875564E-6</c:v>
                </c:pt>
                <c:pt idx="9586">
                  <c:v>2.6261502414582901E-7</c:v>
                </c:pt>
                <c:pt idx="9587">
                  <c:v>0</c:v>
                </c:pt>
                <c:pt idx="9588">
                  <c:v>7.6900310149800037E-6</c:v>
                </c:pt>
                <c:pt idx="9589">
                  <c:v>5.9868928450280779E-5</c:v>
                </c:pt>
                <c:pt idx="9590">
                  <c:v>2.7602515303838124E-5</c:v>
                </c:pt>
                <c:pt idx="9591">
                  <c:v>1.3137399688915302E-5</c:v>
                </c:pt>
                <c:pt idx="9592">
                  <c:v>6.7090916710701384E-6</c:v>
                </c:pt>
                <c:pt idx="9593">
                  <c:v>0</c:v>
                </c:pt>
                <c:pt idx="9594">
                  <c:v>2.1432604114443891E-3</c:v>
                </c:pt>
                <c:pt idx="9595">
                  <c:v>6.2950040176052698E-6</c:v>
                </c:pt>
                <c:pt idx="9596">
                  <c:v>8.6382184492854181E-4</c:v>
                </c:pt>
                <c:pt idx="9597">
                  <c:v>0</c:v>
                </c:pt>
                <c:pt idx="9598">
                  <c:v>8.7213497585268764E-7</c:v>
                </c:pt>
                <c:pt idx="9599">
                  <c:v>2.3444081785648615E-5</c:v>
                </c:pt>
                <c:pt idx="9600">
                  <c:v>3.2492589630703095E-5</c:v>
                </c:pt>
                <c:pt idx="9601">
                  <c:v>0</c:v>
                </c:pt>
                <c:pt idx="9602">
                  <c:v>1.1251675796013788E-6</c:v>
                </c:pt>
                <c:pt idx="9603">
                  <c:v>4.0563983107066842E-5</c:v>
                </c:pt>
                <c:pt idx="9604">
                  <c:v>0</c:v>
                </c:pt>
                <c:pt idx="9605">
                  <c:v>1.3426954743856944E-5</c:v>
                </c:pt>
                <c:pt idx="9606">
                  <c:v>0</c:v>
                </c:pt>
                <c:pt idx="9607">
                  <c:v>8.4025973773524156E-6</c:v>
                </c:pt>
                <c:pt idx="9608">
                  <c:v>1.6068275202727359E-5</c:v>
                </c:pt>
                <c:pt idx="9609">
                  <c:v>1.1012193787491149E-4</c:v>
                </c:pt>
                <c:pt idx="9610">
                  <c:v>1.6979699531540761E-5</c:v>
                </c:pt>
                <c:pt idx="9611">
                  <c:v>5.4645679865701281E-8</c:v>
                </c:pt>
                <c:pt idx="9612">
                  <c:v>1.1889749990008122E-5</c:v>
                </c:pt>
                <c:pt idx="9613">
                  <c:v>5.0589542165044004E-8</c:v>
                </c:pt>
                <c:pt idx="9614">
                  <c:v>6.7611777009933378E-5</c:v>
                </c:pt>
                <c:pt idx="9615">
                  <c:v>5.0494002097717773E-4</c:v>
                </c:pt>
                <c:pt idx="9616">
                  <c:v>3.6017253087669893E-6</c:v>
                </c:pt>
                <c:pt idx="9617">
                  <c:v>1.0270744024957191E-5</c:v>
                </c:pt>
                <c:pt idx="9618">
                  <c:v>2.2298941492578834E-5</c:v>
                </c:pt>
                <c:pt idx="9619">
                  <c:v>1.6205601498388571E-5</c:v>
                </c:pt>
                <c:pt idx="9620">
                  <c:v>1.1316700340210782E-6</c:v>
                </c:pt>
                <c:pt idx="9621">
                  <c:v>3.3751368306481709E-6</c:v>
                </c:pt>
                <c:pt idx="9622">
                  <c:v>3.9216318720077261E-6</c:v>
                </c:pt>
                <c:pt idx="9623">
                  <c:v>5.3365373227932575E-6</c:v>
                </c:pt>
                <c:pt idx="9624">
                  <c:v>1.0458834425814645E-4</c:v>
                </c:pt>
                <c:pt idx="9625">
                  <c:v>3.9219662254796287E-6</c:v>
                </c:pt>
                <c:pt idx="9626">
                  <c:v>1.2007787857750243E-5</c:v>
                </c:pt>
                <c:pt idx="9627">
                  <c:v>6.3739480489845727E-5</c:v>
                </c:pt>
                <c:pt idx="9628">
                  <c:v>2.9698889023517214E-5</c:v>
                </c:pt>
                <c:pt idx="9629">
                  <c:v>1.4500205044893687E-5</c:v>
                </c:pt>
                <c:pt idx="9630">
                  <c:v>1.4500576221464919E-6</c:v>
                </c:pt>
                <c:pt idx="9631">
                  <c:v>3.7220919176015479E-5</c:v>
                </c:pt>
                <c:pt idx="9632">
                  <c:v>2.6359568431287401E-5</c:v>
                </c:pt>
                <c:pt idx="9633">
                  <c:v>6.6643059209609009E-5</c:v>
                </c:pt>
                <c:pt idx="9634">
                  <c:v>1.9315143763988131E-5</c:v>
                </c:pt>
                <c:pt idx="9635">
                  <c:v>2.4099387339879515E-8</c:v>
                </c:pt>
                <c:pt idx="9636">
                  <c:v>1.7854427383586093E-6</c:v>
                </c:pt>
                <c:pt idx="9637">
                  <c:v>7.1008023775742898E-5</c:v>
                </c:pt>
                <c:pt idx="9638">
                  <c:v>1.5543691110834414E-5</c:v>
                </c:pt>
                <c:pt idx="9639">
                  <c:v>0</c:v>
                </c:pt>
                <c:pt idx="9640">
                  <c:v>5.7828900214969113E-6</c:v>
                </c:pt>
                <c:pt idx="9641">
                  <c:v>2.5224674384980552E-5</c:v>
                </c:pt>
                <c:pt idx="9642">
                  <c:v>1.0504019179132064E-4</c:v>
                </c:pt>
                <c:pt idx="9643">
                  <c:v>3.0953149912368435E-5</c:v>
                </c:pt>
                <c:pt idx="9644">
                  <c:v>2.8907094174162652E-5</c:v>
                </c:pt>
                <c:pt idx="9645">
                  <c:v>6.7966900813642327E-5</c:v>
                </c:pt>
                <c:pt idx="9646">
                  <c:v>6.3549170340566533E-5</c:v>
                </c:pt>
                <c:pt idx="9647">
                  <c:v>2.257618750031215E-3</c:v>
                </c:pt>
                <c:pt idx="9648">
                  <c:v>2.2909301755018349E-5</c:v>
                </c:pt>
                <c:pt idx="9649">
                  <c:v>2.1549157235354462E-6</c:v>
                </c:pt>
                <c:pt idx="9650">
                  <c:v>0</c:v>
                </c:pt>
                <c:pt idx="9651">
                  <c:v>4.2644915079687318E-5</c:v>
                </c:pt>
                <c:pt idx="9652">
                  <c:v>2.1595526819112362E-6</c:v>
                </c:pt>
                <c:pt idx="9653">
                  <c:v>5.5469395385684583E-8</c:v>
                </c:pt>
                <c:pt idx="9654">
                  <c:v>2.8577825942161199E-5</c:v>
                </c:pt>
                <c:pt idx="9655">
                  <c:v>7.9515698139252225E-4</c:v>
                </c:pt>
                <c:pt idx="9656">
                  <c:v>1.7311425397389777E-7</c:v>
                </c:pt>
                <c:pt idx="9657">
                  <c:v>1.1089512450114661E-5</c:v>
                </c:pt>
                <c:pt idx="9658">
                  <c:v>4.8923884281177324E-6</c:v>
                </c:pt>
                <c:pt idx="9659">
                  <c:v>4.7011728508569314E-5</c:v>
                </c:pt>
                <c:pt idx="9660">
                  <c:v>4.5823477354149113E-5</c:v>
                </c:pt>
                <c:pt idx="9661">
                  <c:v>3.509755694008199E-5</c:v>
                </c:pt>
                <c:pt idx="9662">
                  <c:v>1.7354243173556846E-5</c:v>
                </c:pt>
                <c:pt idx="9663">
                  <c:v>2.4243903599508946E-5</c:v>
                </c:pt>
                <c:pt idx="9664">
                  <c:v>1.7463274301608044E-5</c:v>
                </c:pt>
                <c:pt idx="9665">
                  <c:v>3.2500104458163081E-4</c:v>
                </c:pt>
                <c:pt idx="9666">
                  <c:v>8.8307552054977338E-6</c:v>
                </c:pt>
                <c:pt idx="9667">
                  <c:v>9.068107719538742E-6</c:v>
                </c:pt>
                <c:pt idx="9668">
                  <c:v>8.5012197850965187E-6</c:v>
                </c:pt>
                <c:pt idx="9669">
                  <c:v>1.1807219288103669E-5</c:v>
                </c:pt>
                <c:pt idx="9670">
                  <c:v>5.6167057491758397E-5</c:v>
                </c:pt>
                <c:pt idx="9671">
                  <c:v>4.4173701466251816E-5</c:v>
                </c:pt>
                <c:pt idx="9672">
                  <c:v>7.8758760672753848E-6</c:v>
                </c:pt>
                <c:pt idx="9673">
                  <c:v>0</c:v>
                </c:pt>
                <c:pt idx="9674">
                  <c:v>4.4536669346723544E-5</c:v>
                </c:pt>
                <c:pt idx="9675">
                  <c:v>1.5288520056879546E-5</c:v>
                </c:pt>
                <c:pt idx="9676">
                  <c:v>4.0235769868689141E-5</c:v>
                </c:pt>
                <c:pt idx="9677">
                  <c:v>2.3039502645514582E-4</c:v>
                </c:pt>
                <c:pt idx="9678">
                  <c:v>1.7510317177931488E-3</c:v>
                </c:pt>
                <c:pt idx="9679">
                  <c:v>6.814672647686202E-5</c:v>
                </c:pt>
                <c:pt idx="9680">
                  <c:v>4.8874254795071912E-6</c:v>
                </c:pt>
                <c:pt idx="9681">
                  <c:v>3.2798544352177402E-5</c:v>
                </c:pt>
                <c:pt idx="9682">
                  <c:v>8.8004216780964037E-7</c:v>
                </c:pt>
                <c:pt idx="9683">
                  <c:v>3.3097252014448892E-5</c:v>
                </c:pt>
                <c:pt idx="9684">
                  <c:v>1.7853111362635643E-6</c:v>
                </c:pt>
                <c:pt idx="9685">
                  <c:v>5.3839567533216897E-8</c:v>
                </c:pt>
                <c:pt idx="9686">
                  <c:v>1.566529155660579E-5</c:v>
                </c:pt>
                <c:pt idx="9687">
                  <c:v>7.6575299241778147E-6</c:v>
                </c:pt>
                <c:pt idx="9688">
                  <c:v>0</c:v>
                </c:pt>
                <c:pt idx="9689">
                  <c:v>8.687604546091991E-6</c:v>
                </c:pt>
                <c:pt idx="9690">
                  <c:v>6.4799352568131564E-5</c:v>
                </c:pt>
                <c:pt idx="9691">
                  <c:v>3.7977699627646254E-7</c:v>
                </c:pt>
                <c:pt idx="9692">
                  <c:v>9.5068380443631905E-6</c:v>
                </c:pt>
                <c:pt idx="9693">
                  <c:v>1.2520975485282197E-5</c:v>
                </c:pt>
                <c:pt idx="9694">
                  <c:v>9.1251614758607367E-6</c:v>
                </c:pt>
                <c:pt idx="9695">
                  <c:v>1.4999289632698973E-4</c:v>
                </c:pt>
                <c:pt idx="9696">
                  <c:v>4.0264534957376173E-5</c:v>
                </c:pt>
                <c:pt idx="9697">
                  <c:v>4.5606997508399967E-5</c:v>
                </c:pt>
                <c:pt idx="9698">
                  <c:v>9.320722866414134E-6</c:v>
                </c:pt>
                <c:pt idx="9699">
                  <c:v>1.1762563316621279E-5</c:v>
                </c:pt>
                <c:pt idx="9700">
                  <c:v>2.18714236656924E-5</c:v>
                </c:pt>
                <c:pt idx="9701">
                  <c:v>3.7592530260225801E-7</c:v>
                </c:pt>
                <c:pt idx="9702">
                  <c:v>8.7378424743210709E-8</c:v>
                </c:pt>
                <c:pt idx="9703">
                  <c:v>2.5618448248032995E-7</c:v>
                </c:pt>
                <c:pt idx="9704">
                  <c:v>8.0069907755008462E-6</c:v>
                </c:pt>
                <c:pt idx="9705">
                  <c:v>1.4598977403666721E-5</c:v>
                </c:pt>
                <c:pt idx="9706">
                  <c:v>1.1773795543935645E-5</c:v>
                </c:pt>
                <c:pt idx="9707">
                  <c:v>5.0305451181152023E-5</c:v>
                </c:pt>
                <c:pt idx="9708">
                  <c:v>1.5511092541769563E-3</c:v>
                </c:pt>
                <c:pt idx="9709">
                  <c:v>1.3738599798794995E-7</c:v>
                </c:pt>
                <c:pt idx="9710">
                  <c:v>3.3067348956016874E-5</c:v>
                </c:pt>
                <c:pt idx="9711">
                  <c:v>8.7656636437864571E-7</c:v>
                </c:pt>
                <c:pt idx="9712">
                  <c:v>1.3524981746331944E-4</c:v>
                </c:pt>
                <c:pt idx="9713">
                  <c:v>1.6324507570515662E-5</c:v>
                </c:pt>
                <c:pt idx="9714">
                  <c:v>2.8039187926176509E-5</c:v>
                </c:pt>
                <c:pt idx="9715">
                  <c:v>2.2410271322638602E-5</c:v>
                </c:pt>
                <c:pt idx="9716">
                  <c:v>1.7055016029102323E-5</c:v>
                </c:pt>
                <c:pt idx="9717">
                  <c:v>1.6972409327337988E-5</c:v>
                </c:pt>
                <c:pt idx="9718">
                  <c:v>4.1953076742898301E-6</c:v>
                </c:pt>
                <c:pt idx="9719">
                  <c:v>4.077700443152022E-5</c:v>
                </c:pt>
                <c:pt idx="9720">
                  <c:v>5.8212997018992083E-5</c:v>
                </c:pt>
                <c:pt idx="9721">
                  <c:v>1.157917874132267E-5</c:v>
                </c:pt>
                <c:pt idx="9722">
                  <c:v>1.6603902123895703E-5</c:v>
                </c:pt>
                <c:pt idx="9723">
                  <c:v>3.4661676329836451E-3</c:v>
                </c:pt>
                <c:pt idx="9724">
                  <c:v>1.4842950937804987E-5</c:v>
                </c:pt>
                <c:pt idx="9725">
                  <c:v>4.8364933613523547E-5</c:v>
                </c:pt>
                <c:pt idx="9726">
                  <c:v>3.9687079724017828E-5</c:v>
                </c:pt>
                <c:pt idx="9727">
                  <c:v>7.5668791832173745E-5</c:v>
                </c:pt>
                <c:pt idx="9728">
                  <c:v>1.0938563358535211E-6</c:v>
                </c:pt>
                <c:pt idx="9729">
                  <c:v>1.1010766820376504E-5</c:v>
                </c:pt>
                <c:pt idx="9730">
                  <c:v>1.1057683114093623E-5</c:v>
                </c:pt>
                <c:pt idx="9731">
                  <c:v>9.0629610883887396E-6</c:v>
                </c:pt>
                <c:pt idx="9732">
                  <c:v>2.8309986697236649E-4</c:v>
                </c:pt>
                <c:pt idx="9733">
                  <c:v>7.7165530913636737E-6</c:v>
                </c:pt>
                <c:pt idx="9734">
                  <c:v>2.0159828885675549E-5</c:v>
                </c:pt>
                <c:pt idx="9735">
                  <c:v>1.2190136161836521E-6</c:v>
                </c:pt>
                <c:pt idx="9736">
                  <c:v>6.1507681354309947E-5</c:v>
                </c:pt>
                <c:pt idx="9737">
                  <c:v>5.1780069206415137E-5</c:v>
                </c:pt>
                <c:pt idx="9738">
                  <c:v>1.9485490179798435E-5</c:v>
                </c:pt>
                <c:pt idx="9739">
                  <c:v>1.9507360677377841E-5</c:v>
                </c:pt>
                <c:pt idx="9740">
                  <c:v>1.3335603490395222E-7</c:v>
                </c:pt>
                <c:pt idx="9741">
                  <c:v>0</c:v>
                </c:pt>
                <c:pt idx="9742">
                  <c:v>0</c:v>
                </c:pt>
                <c:pt idx="9743">
                  <c:v>3.2118750315876155E-5</c:v>
                </c:pt>
                <c:pt idx="9744">
                  <c:v>7.1086826592353906E-6</c:v>
                </c:pt>
                <c:pt idx="9745">
                  <c:v>1.1716915770500785E-5</c:v>
                </c:pt>
                <c:pt idx="9746">
                  <c:v>3.6804415840512826E-3</c:v>
                </c:pt>
                <c:pt idx="9747">
                  <c:v>1.8796337721753704E-3</c:v>
                </c:pt>
                <c:pt idx="9748">
                  <c:v>2.8913191804328471E-4</c:v>
                </c:pt>
                <c:pt idx="9749">
                  <c:v>3.3031319656945976E-5</c:v>
                </c:pt>
                <c:pt idx="9750">
                  <c:v>3.5266067953254498E-5</c:v>
                </c:pt>
                <c:pt idx="9751">
                  <c:v>1.2869316667171701E-5</c:v>
                </c:pt>
                <c:pt idx="9752">
                  <c:v>2.440117806867081E-4</c:v>
                </c:pt>
                <c:pt idx="9753">
                  <c:v>2.252732310452522E-6</c:v>
                </c:pt>
                <c:pt idx="9754">
                  <c:v>0</c:v>
                </c:pt>
                <c:pt idx="9755">
                  <c:v>2.0429676178637385E-5</c:v>
                </c:pt>
                <c:pt idx="9756">
                  <c:v>1.7766947371907281E-5</c:v>
                </c:pt>
                <c:pt idx="9757">
                  <c:v>6.3576452709952402E-7</c:v>
                </c:pt>
                <c:pt idx="9758">
                  <c:v>2.0744706609018212E-5</c:v>
                </c:pt>
                <c:pt idx="9759">
                  <c:v>4.9709498464799704E-4</c:v>
                </c:pt>
                <c:pt idx="9760">
                  <c:v>1.3102006389708243E-5</c:v>
                </c:pt>
                <c:pt idx="9761">
                  <c:v>9.8626531290322547E-7</c:v>
                </c:pt>
                <c:pt idx="9762">
                  <c:v>6.5796639098848688E-4</c:v>
                </c:pt>
                <c:pt idx="9763">
                  <c:v>1.0600605778122794E-5</c:v>
                </c:pt>
                <c:pt idx="9764">
                  <c:v>4.053943873766082E-3</c:v>
                </c:pt>
                <c:pt idx="9765">
                  <c:v>1.3742777746614308E-4</c:v>
                </c:pt>
                <c:pt idx="9766">
                  <c:v>3.0288627846835599E-5</c:v>
                </c:pt>
                <c:pt idx="9767">
                  <c:v>5.7114122816129915E-5</c:v>
                </c:pt>
                <c:pt idx="9768">
                  <c:v>0</c:v>
                </c:pt>
                <c:pt idx="9769">
                  <c:v>8.0107627747914696E-5</c:v>
                </c:pt>
                <c:pt idx="9770">
                  <c:v>1.2259392104262195E-5</c:v>
                </c:pt>
                <c:pt idx="9771">
                  <c:v>3.1611067721257188E-7</c:v>
                </c:pt>
                <c:pt idx="9772">
                  <c:v>2.5058574875725003E-6</c:v>
                </c:pt>
                <c:pt idx="9773">
                  <c:v>9.096249080410931E-5</c:v>
                </c:pt>
                <c:pt idx="9774">
                  <c:v>5.0758893742169733E-5</c:v>
                </c:pt>
                <c:pt idx="9775">
                  <c:v>2.3365380934454049E-5</c:v>
                </c:pt>
                <c:pt idx="9776">
                  <c:v>1.1867162635202963E-5</c:v>
                </c:pt>
                <c:pt idx="9777">
                  <c:v>8.3499478883223371E-6</c:v>
                </c:pt>
                <c:pt idx="9778">
                  <c:v>6.4101622389377058E-6</c:v>
                </c:pt>
                <c:pt idx="9779">
                  <c:v>2.1573692804987995E-5</c:v>
                </c:pt>
                <c:pt idx="9780">
                  <c:v>1.9473243498101302E-5</c:v>
                </c:pt>
                <c:pt idx="9781">
                  <c:v>1.9904105605205961E-5</c:v>
                </c:pt>
                <c:pt idx="9782">
                  <c:v>7.8090605757184349E-6</c:v>
                </c:pt>
                <c:pt idx="9783">
                  <c:v>1.9497510406120946E-5</c:v>
                </c:pt>
                <c:pt idx="9784">
                  <c:v>2.8436252841412612E-4</c:v>
                </c:pt>
                <c:pt idx="9785">
                  <c:v>1.0623074643809464E-5</c:v>
                </c:pt>
                <c:pt idx="9786">
                  <c:v>2.1275262342426264E-5</c:v>
                </c:pt>
                <c:pt idx="9787">
                  <c:v>1.3360049895293332E-5</c:v>
                </c:pt>
                <c:pt idx="9788">
                  <c:v>1.5305287892243871E-5</c:v>
                </c:pt>
                <c:pt idx="9789">
                  <c:v>9.4132588470213313E-6</c:v>
                </c:pt>
                <c:pt idx="9790">
                  <c:v>3.8027714084341259E-5</c:v>
                </c:pt>
                <c:pt idx="9791">
                  <c:v>9.3910356176778236E-7</c:v>
                </c:pt>
                <c:pt idx="9792">
                  <c:v>1.3709067910704961E-5</c:v>
                </c:pt>
                <c:pt idx="9793">
                  <c:v>2.3377962040196194E-4</c:v>
                </c:pt>
                <c:pt idx="9794">
                  <c:v>0</c:v>
                </c:pt>
                <c:pt idx="9795">
                  <c:v>1.3281308551191522E-7</c:v>
                </c:pt>
                <c:pt idx="9796">
                  <c:v>1.5064487518966289E-5</c:v>
                </c:pt>
                <c:pt idx="9797">
                  <c:v>0</c:v>
                </c:pt>
                <c:pt idx="9798">
                  <c:v>2.1145890240869948E-4</c:v>
                </c:pt>
                <c:pt idx="9799">
                  <c:v>4.743281238584529E-5</c:v>
                </c:pt>
                <c:pt idx="9800">
                  <c:v>1.2112726284153582E-5</c:v>
                </c:pt>
                <c:pt idx="9801">
                  <c:v>1.1247464691947002E-5</c:v>
                </c:pt>
                <c:pt idx="9802">
                  <c:v>5.5980546569881073E-5</c:v>
                </c:pt>
                <c:pt idx="9803">
                  <c:v>6.2831371321236893E-6</c:v>
                </c:pt>
                <c:pt idx="9804">
                  <c:v>0</c:v>
                </c:pt>
                <c:pt idx="9805">
                  <c:v>8.0319354834100428E-8</c:v>
                </c:pt>
                <c:pt idx="9806">
                  <c:v>5.3095370907432317E-5</c:v>
                </c:pt>
                <c:pt idx="9807">
                  <c:v>1.7943169699527292E-5</c:v>
                </c:pt>
                <c:pt idx="9808">
                  <c:v>2.3259492030374816E-5</c:v>
                </c:pt>
                <c:pt idx="9809">
                  <c:v>1.3853387628160636E-5</c:v>
                </c:pt>
                <c:pt idx="9810">
                  <c:v>2.09036156732367E-5</c:v>
                </c:pt>
                <c:pt idx="9811">
                  <c:v>9.5064842643898294E-7</c:v>
                </c:pt>
                <c:pt idx="9812">
                  <c:v>4.6277586165870261E-5</c:v>
                </c:pt>
                <c:pt idx="9813">
                  <c:v>2.2951579038025522E-6</c:v>
                </c:pt>
                <c:pt idx="9814">
                  <c:v>2.798782960376481E-5</c:v>
                </c:pt>
                <c:pt idx="9815">
                  <c:v>0</c:v>
                </c:pt>
                <c:pt idx="9816">
                  <c:v>0</c:v>
                </c:pt>
                <c:pt idx="9817">
                  <c:v>3.8655110082538756E-5</c:v>
                </c:pt>
                <c:pt idx="9818">
                  <c:v>0</c:v>
                </c:pt>
                <c:pt idx="9819">
                  <c:v>6.8180373926247633E-5</c:v>
                </c:pt>
                <c:pt idx="9820">
                  <c:v>4.7859983395747846E-5</c:v>
                </c:pt>
                <c:pt idx="9821">
                  <c:v>7.2972314371972822E-4</c:v>
                </c:pt>
                <c:pt idx="9822">
                  <c:v>3.9552384721192492E-6</c:v>
                </c:pt>
                <c:pt idx="9823">
                  <c:v>1.1687551525048599E-5</c:v>
                </c:pt>
                <c:pt idx="9824">
                  <c:v>1.5197343058427472E-6</c:v>
                </c:pt>
                <c:pt idx="9825">
                  <c:v>3.8240252378177296E-5</c:v>
                </c:pt>
                <c:pt idx="9826">
                  <c:v>2.9455887189013364E-5</c:v>
                </c:pt>
                <c:pt idx="9827">
                  <c:v>2.6859172348115263E-5</c:v>
                </c:pt>
                <c:pt idx="9828">
                  <c:v>1.4789476590628145E-5</c:v>
                </c:pt>
                <c:pt idx="9829">
                  <c:v>1.9673533800694141E-5</c:v>
                </c:pt>
                <c:pt idx="9830">
                  <c:v>1.6098549693843812E-5</c:v>
                </c:pt>
                <c:pt idx="9831">
                  <c:v>1.2839649834524731E-7</c:v>
                </c:pt>
                <c:pt idx="9832">
                  <c:v>0</c:v>
                </c:pt>
                <c:pt idx="9833">
                  <c:v>2.0001184667268169E-5</c:v>
                </c:pt>
                <c:pt idx="9834">
                  <c:v>3.9393581109720016E-5</c:v>
                </c:pt>
                <c:pt idx="9835">
                  <c:v>1.3032420467656814E-4</c:v>
                </c:pt>
                <c:pt idx="9836">
                  <c:v>1.1099278098287769E-5</c:v>
                </c:pt>
                <c:pt idx="9837">
                  <c:v>1.0156512923727268E-4</c:v>
                </c:pt>
                <c:pt idx="9838">
                  <c:v>0</c:v>
                </c:pt>
                <c:pt idx="9839">
                  <c:v>1.2412152882514251E-7</c:v>
                </c:pt>
                <c:pt idx="9840">
                  <c:v>2.4781779278368467E-5</c:v>
                </c:pt>
                <c:pt idx="9841">
                  <c:v>5.5796071444754713E-5</c:v>
                </c:pt>
                <c:pt idx="9842">
                  <c:v>4.9201801890161801E-5</c:v>
                </c:pt>
                <c:pt idx="9843">
                  <c:v>1.5234992638342361E-6</c:v>
                </c:pt>
                <c:pt idx="9844">
                  <c:v>1.7980174614659175E-4</c:v>
                </c:pt>
                <c:pt idx="9845">
                  <c:v>0</c:v>
                </c:pt>
                <c:pt idx="9846">
                  <c:v>3.8048941253326277E-5</c:v>
                </c:pt>
                <c:pt idx="9847">
                  <c:v>2.6625574387317166E-5</c:v>
                </c:pt>
                <c:pt idx="9848">
                  <c:v>1.5226329981079729E-5</c:v>
                </c:pt>
                <c:pt idx="9849">
                  <c:v>7.0890393401547172E-4</c:v>
                </c:pt>
                <c:pt idx="9850">
                  <c:v>2.3496167612036155E-5</c:v>
                </c:pt>
                <c:pt idx="9851">
                  <c:v>1.4081362170801719E-5</c:v>
                </c:pt>
                <c:pt idx="9852">
                  <c:v>5.5403598710481201E-5</c:v>
                </c:pt>
                <c:pt idx="9853">
                  <c:v>1.1853581168561683E-5</c:v>
                </c:pt>
                <c:pt idx="9854">
                  <c:v>1.4837004209161393E-5</c:v>
                </c:pt>
                <c:pt idx="9855">
                  <c:v>9.6459344618972742E-5</c:v>
                </c:pt>
                <c:pt idx="9856">
                  <c:v>2.1813932931133835E-6</c:v>
                </c:pt>
                <c:pt idx="9857">
                  <c:v>1.7504138544719077E-5</c:v>
                </c:pt>
                <c:pt idx="9858">
                  <c:v>1.9490621755293397E-5</c:v>
                </c:pt>
                <c:pt idx="9859">
                  <c:v>0</c:v>
                </c:pt>
                <c:pt idx="9860">
                  <c:v>8.5386489512710164E-5</c:v>
                </c:pt>
                <c:pt idx="9861">
                  <c:v>7.5312480894554755E-5</c:v>
                </c:pt>
                <c:pt idx="9862">
                  <c:v>1.9937784775118644E-5</c:v>
                </c:pt>
                <c:pt idx="9863">
                  <c:v>0</c:v>
                </c:pt>
                <c:pt idx="9864">
                  <c:v>6.3656438630048786E-7</c:v>
                </c:pt>
                <c:pt idx="9865">
                  <c:v>8.6043784333958187E-6</c:v>
                </c:pt>
                <c:pt idx="9866">
                  <c:v>1.4340414148828663E-5</c:v>
                </c:pt>
                <c:pt idx="9867">
                  <c:v>5.48305841308296E-6</c:v>
                </c:pt>
                <c:pt idx="9868">
                  <c:v>3.6314432533087246E-5</c:v>
                </c:pt>
                <c:pt idx="9869">
                  <c:v>5.5323820775259192E-5</c:v>
                </c:pt>
                <c:pt idx="9870">
                  <c:v>3.8447233103597608E-5</c:v>
                </c:pt>
                <c:pt idx="9871">
                  <c:v>6.8012215179050651E-6</c:v>
                </c:pt>
                <c:pt idx="9872">
                  <c:v>1.1374025455211517E-7</c:v>
                </c:pt>
                <c:pt idx="9873">
                  <c:v>2.1140918576738644E-5</c:v>
                </c:pt>
                <c:pt idx="9874">
                  <c:v>7.3503408246434817E-5</c:v>
                </c:pt>
                <c:pt idx="9875">
                  <c:v>2.2177528613889855E-5</c:v>
                </c:pt>
                <c:pt idx="9876">
                  <c:v>2.5146898067952208E-5</c:v>
                </c:pt>
                <c:pt idx="9877">
                  <c:v>2.9960061515639456E-5</c:v>
                </c:pt>
                <c:pt idx="9878">
                  <c:v>5.6454230604020611E-7</c:v>
                </c:pt>
                <c:pt idx="9879">
                  <c:v>4.4398296347720728E-7</c:v>
                </c:pt>
                <c:pt idx="9880">
                  <c:v>6.9679130927568992E-7</c:v>
                </c:pt>
                <c:pt idx="9881">
                  <c:v>3.670773970971465E-5</c:v>
                </c:pt>
                <c:pt idx="9882">
                  <c:v>3.1739840461959023E-5</c:v>
                </c:pt>
                <c:pt idx="9883">
                  <c:v>9.700300727384428E-8</c:v>
                </c:pt>
                <c:pt idx="9884">
                  <c:v>8.9101526049477736E-7</c:v>
                </c:pt>
                <c:pt idx="9885">
                  <c:v>3.5025010361174366E-5</c:v>
                </c:pt>
                <c:pt idx="9886">
                  <c:v>9.6526653220267636E-8</c:v>
                </c:pt>
                <c:pt idx="9887">
                  <c:v>3.7279259174724031E-7</c:v>
                </c:pt>
                <c:pt idx="9888">
                  <c:v>5.6804593918852785E-5</c:v>
                </c:pt>
                <c:pt idx="9889">
                  <c:v>5.3238994455747107E-5</c:v>
                </c:pt>
                <c:pt idx="9890">
                  <c:v>7.365148041332325E-6</c:v>
                </c:pt>
                <c:pt idx="9891">
                  <c:v>2.0321400677950976E-7</c:v>
                </c:pt>
                <c:pt idx="9892">
                  <c:v>1.0663896927191404E-5</c:v>
                </c:pt>
                <c:pt idx="9893">
                  <c:v>1.3691782766000359E-5</c:v>
                </c:pt>
                <c:pt idx="9894">
                  <c:v>7.4868318287188014E-7</c:v>
                </c:pt>
                <c:pt idx="9895">
                  <c:v>4.102486822505178E-6</c:v>
                </c:pt>
                <c:pt idx="9896">
                  <c:v>1.2075020969211541E-5</c:v>
                </c:pt>
                <c:pt idx="9897">
                  <c:v>3.735654858559069E-7</c:v>
                </c:pt>
                <c:pt idx="9898">
                  <c:v>1.1246666849431603E-4</c:v>
                </c:pt>
                <c:pt idx="9899">
                  <c:v>3.1064177987259913E-5</c:v>
                </c:pt>
                <c:pt idx="9900">
                  <c:v>0</c:v>
                </c:pt>
                <c:pt idx="9901">
                  <c:v>1.0512477459458079E-5</c:v>
                </c:pt>
                <c:pt idx="9902">
                  <c:v>1.2667478613933209E-5</c:v>
                </c:pt>
                <c:pt idx="9903">
                  <c:v>2.8595858184767901E-5</c:v>
                </c:pt>
                <c:pt idx="9904">
                  <c:v>0</c:v>
                </c:pt>
                <c:pt idx="9905">
                  <c:v>2.0395371549025098E-5</c:v>
                </c:pt>
                <c:pt idx="9906">
                  <c:v>4.2114563405002024E-5</c:v>
                </c:pt>
                <c:pt idx="9907">
                  <c:v>1.0828739659935175E-5</c:v>
                </c:pt>
                <c:pt idx="9908">
                  <c:v>3.1433836000336501E-4</c:v>
                </c:pt>
                <c:pt idx="9909">
                  <c:v>9.4860153985274533E-5</c:v>
                </c:pt>
                <c:pt idx="9910">
                  <c:v>2.7064721604323973E-5</c:v>
                </c:pt>
                <c:pt idx="9911">
                  <c:v>5.6511967885320178E-5</c:v>
                </c:pt>
                <c:pt idx="9912">
                  <c:v>1.2140353914284029E-7</c:v>
                </c:pt>
                <c:pt idx="9913">
                  <c:v>9.5136669413895496E-5</c:v>
                </c:pt>
                <c:pt idx="9914">
                  <c:v>7.6544278722360992E-5</c:v>
                </c:pt>
                <c:pt idx="9915">
                  <c:v>2.9467760411294066E-5</c:v>
                </c:pt>
                <c:pt idx="9916">
                  <c:v>1.5796236359236161E-5</c:v>
                </c:pt>
                <c:pt idx="9917">
                  <c:v>1.0617834242928057E-3</c:v>
                </c:pt>
                <c:pt idx="9918">
                  <c:v>2.6454626501061263E-5</c:v>
                </c:pt>
                <c:pt idx="9919">
                  <c:v>2.873733429205191E-8</c:v>
                </c:pt>
                <c:pt idx="9920">
                  <c:v>5.3869659777659177E-6</c:v>
                </c:pt>
                <c:pt idx="9921">
                  <c:v>2.1862563121238541E-5</c:v>
                </c:pt>
                <c:pt idx="9922">
                  <c:v>9.9778838042833458E-5</c:v>
                </c:pt>
                <c:pt idx="9923">
                  <c:v>2.221576335684644E-5</c:v>
                </c:pt>
                <c:pt idx="9924">
                  <c:v>1.2266535822909933E-5</c:v>
                </c:pt>
                <c:pt idx="9925">
                  <c:v>6.8387519763497534E-6</c:v>
                </c:pt>
                <c:pt idx="9926">
                  <c:v>3.043092119299677E-5</c:v>
                </c:pt>
                <c:pt idx="9927">
                  <c:v>1.0794378424632062E-6</c:v>
                </c:pt>
                <c:pt idx="9928">
                  <c:v>8.8909541961150815E-5</c:v>
                </c:pt>
                <c:pt idx="9929">
                  <c:v>1.7516178160515091E-6</c:v>
                </c:pt>
                <c:pt idx="9930">
                  <c:v>0</c:v>
                </c:pt>
                <c:pt idx="9931">
                  <c:v>1.2003921454261047E-5</c:v>
                </c:pt>
                <c:pt idx="9932">
                  <c:v>5.460093515489885E-7</c:v>
                </c:pt>
                <c:pt idx="9933">
                  <c:v>2.9300800902750296E-6</c:v>
                </c:pt>
                <c:pt idx="9934">
                  <c:v>8.8666034828612628E-6</c:v>
                </c:pt>
                <c:pt idx="9935">
                  <c:v>2.8807469920937192E-5</c:v>
                </c:pt>
                <c:pt idx="9936">
                  <c:v>1.8924403083633251E-5</c:v>
                </c:pt>
                <c:pt idx="9937">
                  <c:v>3.1739860565803516E-5</c:v>
                </c:pt>
                <c:pt idx="9938">
                  <c:v>3.4625201999113482E-5</c:v>
                </c:pt>
                <c:pt idx="9939">
                  <c:v>1.7286049739681497E-5</c:v>
                </c:pt>
                <c:pt idx="9940">
                  <c:v>2.5183236021325283E-5</c:v>
                </c:pt>
                <c:pt idx="9941">
                  <c:v>5.8248842460505949E-8</c:v>
                </c:pt>
                <c:pt idx="9942">
                  <c:v>6.5437798339709032E-7</c:v>
                </c:pt>
                <c:pt idx="9943">
                  <c:v>3.112567704607474E-6</c:v>
                </c:pt>
                <c:pt idx="9944">
                  <c:v>2.025018368463845E-5</c:v>
                </c:pt>
                <c:pt idx="9945">
                  <c:v>3.9727114144630414E-5</c:v>
                </c:pt>
                <c:pt idx="9946">
                  <c:v>1.3777075961161379E-4</c:v>
                </c:pt>
                <c:pt idx="9947">
                  <c:v>1.4562096214781257E-4</c:v>
                </c:pt>
                <c:pt idx="9948">
                  <c:v>2.7253922517973041E-4</c:v>
                </c:pt>
                <c:pt idx="9949">
                  <c:v>3.646619858239334E-5</c:v>
                </c:pt>
                <c:pt idx="9950">
                  <c:v>7.9136090337198004E-5</c:v>
                </c:pt>
                <c:pt idx="9951">
                  <c:v>6.5094312058963438E-5</c:v>
                </c:pt>
                <c:pt idx="9952">
                  <c:v>2.0803950893022058E-5</c:v>
                </c:pt>
                <c:pt idx="9953">
                  <c:v>1.2323767966983647E-4</c:v>
                </c:pt>
                <c:pt idx="9954">
                  <c:v>3.6924023186798992E-5</c:v>
                </c:pt>
                <c:pt idx="9955">
                  <c:v>3.8370831254974067E-4</c:v>
                </c:pt>
                <c:pt idx="9956">
                  <c:v>1.3600276332867891E-4</c:v>
                </c:pt>
                <c:pt idx="9957">
                  <c:v>8.6656297708924548E-5</c:v>
                </c:pt>
                <c:pt idx="9958">
                  <c:v>2.1879374729927271E-4</c:v>
                </c:pt>
                <c:pt idx="9959">
                  <c:v>5.5300822767855671E-3</c:v>
                </c:pt>
                <c:pt idx="9960">
                  <c:v>2.1396741463825904E-5</c:v>
                </c:pt>
                <c:pt idx="9961">
                  <c:v>2.2552562403849213E-5</c:v>
                </c:pt>
                <c:pt idx="9962">
                  <c:v>1.148667173321183E-5</c:v>
                </c:pt>
                <c:pt idx="9963">
                  <c:v>0</c:v>
                </c:pt>
                <c:pt idx="9964">
                  <c:v>1.3048456486496607E-4</c:v>
                </c:pt>
                <c:pt idx="9965">
                  <c:v>5.0636432471912544E-5</c:v>
                </c:pt>
                <c:pt idx="9966">
                  <c:v>0</c:v>
                </c:pt>
                <c:pt idx="9967">
                  <c:v>4.5285631746316349E-5</c:v>
                </c:pt>
                <c:pt idx="9968">
                  <c:v>0</c:v>
                </c:pt>
                <c:pt idx="9969">
                  <c:v>1.3398790843114561E-5</c:v>
                </c:pt>
                <c:pt idx="9970">
                  <c:v>4.4876767734227952E-5</c:v>
                </c:pt>
                <c:pt idx="9971">
                  <c:v>2.7608218302867859E-5</c:v>
                </c:pt>
                <c:pt idx="9972">
                  <c:v>1.7870229787795972E-5</c:v>
                </c:pt>
                <c:pt idx="9973">
                  <c:v>3.1135637262729454E-6</c:v>
                </c:pt>
                <c:pt idx="9974">
                  <c:v>2.7985710319874413E-5</c:v>
                </c:pt>
                <c:pt idx="9975">
                  <c:v>3.4997867704164383E-5</c:v>
                </c:pt>
                <c:pt idx="9976">
                  <c:v>4.4608975286444984E-8</c:v>
                </c:pt>
                <c:pt idx="9977">
                  <c:v>2.667838961316554E-5</c:v>
                </c:pt>
                <c:pt idx="9978">
                  <c:v>1.6343470927263981E-5</c:v>
                </c:pt>
                <c:pt idx="9979">
                  <c:v>1.8323703662152469E-5</c:v>
                </c:pt>
                <c:pt idx="9980">
                  <c:v>8.3443144504149508E-6</c:v>
                </c:pt>
                <c:pt idx="9981">
                  <c:v>6.9272833998023987E-6</c:v>
                </c:pt>
                <c:pt idx="9982">
                  <c:v>3.1284160094917738E-5</c:v>
                </c:pt>
                <c:pt idx="9983">
                  <c:v>5.05186222461214E-8</c:v>
                </c:pt>
                <c:pt idx="9984">
                  <c:v>8.6923310203763444E-6</c:v>
                </c:pt>
                <c:pt idx="9985">
                  <c:v>1.3481228779439815E-5</c:v>
                </c:pt>
                <c:pt idx="9986">
                  <c:v>0</c:v>
                </c:pt>
                <c:pt idx="9987">
                  <c:v>2.192460063852358E-5</c:v>
                </c:pt>
                <c:pt idx="9988">
                  <c:v>3.3396472286359452E-4</c:v>
                </c:pt>
                <c:pt idx="9989">
                  <c:v>1.9578773509073932E-5</c:v>
                </c:pt>
                <c:pt idx="9990">
                  <c:v>0</c:v>
                </c:pt>
                <c:pt idx="9991">
                  <c:v>5.5730527967123855E-4</c:v>
                </c:pt>
                <c:pt idx="9992">
                  <c:v>3.5328793341472402E-5</c:v>
                </c:pt>
                <c:pt idx="9993">
                  <c:v>2.3647152088488392E-5</c:v>
                </c:pt>
                <c:pt idx="9994">
                  <c:v>0</c:v>
                </c:pt>
                <c:pt idx="9995">
                  <c:v>5.7415853832573599E-5</c:v>
                </c:pt>
                <c:pt idx="9996">
                  <c:v>2.7284323689547207E-5</c:v>
                </c:pt>
                <c:pt idx="9997">
                  <c:v>1.0464140068511423E-5</c:v>
                </c:pt>
                <c:pt idx="9998">
                  <c:v>4.4776841523670124E-5</c:v>
                </c:pt>
                <c:pt idx="9999">
                  <c:v>9.5274633868874743E-6</c:v>
                </c:pt>
                <c:pt idx="10000">
                  <c:v>9.0710573409559767E-6</c:v>
                </c:pt>
                <c:pt idx="10001">
                  <c:v>9.8281683278817674E-6</c:v>
                </c:pt>
                <c:pt idx="10002">
                  <c:v>5.7483257326933198E-5</c:v>
                </c:pt>
                <c:pt idx="10003">
                  <c:v>4.4581382105855347E-7</c:v>
                </c:pt>
                <c:pt idx="10004">
                  <c:v>6.2773462223244892E-6</c:v>
                </c:pt>
                <c:pt idx="10005">
                  <c:v>4.459516189688512E-6</c:v>
                </c:pt>
                <c:pt idx="10006">
                  <c:v>1.550545415278331E-5</c:v>
                </c:pt>
                <c:pt idx="10007">
                  <c:v>5.1743004333145417E-5</c:v>
                </c:pt>
                <c:pt idx="10008">
                  <c:v>1.0206449316536647E-6</c:v>
                </c:pt>
                <c:pt idx="10009">
                  <c:v>1.5318701389102557E-5</c:v>
                </c:pt>
                <c:pt idx="10010">
                  <c:v>1.4164574032363979E-5</c:v>
                </c:pt>
                <c:pt idx="10011">
                  <c:v>1.3505210642881957E-5</c:v>
                </c:pt>
                <c:pt idx="10012">
                  <c:v>7.4019281235059437E-6</c:v>
                </c:pt>
                <c:pt idx="10013">
                  <c:v>0</c:v>
                </c:pt>
                <c:pt idx="10014">
                  <c:v>4.5982583466017513E-5</c:v>
                </c:pt>
                <c:pt idx="10015">
                  <c:v>4.9238150236714432E-5</c:v>
                </c:pt>
                <c:pt idx="10016">
                  <c:v>7.9962907993121221E-7</c:v>
                </c:pt>
                <c:pt idx="10017">
                  <c:v>1.9882994026115851E-4</c:v>
                </c:pt>
                <c:pt idx="10018">
                  <c:v>5.0235115348225029E-4</c:v>
                </c:pt>
                <c:pt idx="10019">
                  <c:v>1.0466080243552886E-5</c:v>
                </c:pt>
                <c:pt idx="10020">
                  <c:v>1.1356914520710724E-4</c:v>
                </c:pt>
                <c:pt idx="10021">
                  <c:v>1.1290810450106384E-6</c:v>
                </c:pt>
                <c:pt idx="10022">
                  <c:v>0</c:v>
                </c:pt>
                <c:pt idx="10023">
                  <c:v>2.7862077196185418E-4</c:v>
                </c:pt>
                <c:pt idx="10024">
                  <c:v>6.4995902769558785E-7</c:v>
                </c:pt>
                <c:pt idx="10025">
                  <c:v>4.5784226773329011E-5</c:v>
                </c:pt>
                <c:pt idx="10026">
                  <c:v>7.7739369184691575E-5</c:v>
                </c:pt>
                <c:pt idx="10027">
                  <c:v>1.4142721310853353E-5</c:v>
                </c:pt>
                <c:pt idx="10028">
                  <c:v>4.2069415413146837E-3</c:v>
                </c:pt>
                <c:pt idx="10029">
                  <c:v>1.0826518185325983E-4</c:v>
                </c:pt>
                <c:pt idx="10030">
                  <c:v>5.7939992654801316E-5</c:v>
                </c:pt>
                <c:pt idx="10031">
                  <c:v>1.0083714374988226E-5</c:v>
                </c:pt>
                <c:pt idx="10032">
                  <c:v>1.7607467688387535E-5</c:v>
                </c:pt>
                <c:pt idx="10033">
                  <c:v>4.4075554885808206E-4</c:v>
                </c:pt>
                <c:pt idx="10034">
                  <c:v>4.4216708223598973E-7</c:v>
                </c:pt>
                <c:pt idx="10035">
                  <c:v>2.9708852987618006E-5</c:v>
                </c:pt>
                <c:pt idx="10036">
                  <c:v>2.8338100027968346E-7</c:v>
                </c:pt>
                <c:pt idx="10037">
                  <c:v>3.6352727879445699E-6</c:v>
                </c:pt>
                <c:pt idx="10038">
                  <c:v>3.5484634006575337E-6</c:v>
                </c:pt>
                <c:pt idx="10039">
                  <c:v>3.4898971457622587E-5</c:v>
                </c:pt>
                <c:pt idx="10040">
                  <c:v>5.7635300533458432E-6</c:v>
                </c:pt>
                <c:pt idx="10041">
                  <c:v>1.8987903682790928E-5</c:v>
                </c:pt>
                <c:pt idx="10042">
                  <c:v>8.2930712064186363E-5</c:v>
                </c:pt>
                <c:pt idx="10043">
                  <c:v>1.6819274041210742E-4</c:v>
                </c:pt>
                <c:pt idx="10044">
                  <c:v>1.4956067236032706E-5</c:v>
                </c:pt>
                <c:pt idx="10045">
                  <c:v>1.2361833343801369E-5</c:v>
                </c:pt>
                <c:pt idx="10046">
                  <c:v>6.0675572711810421E-5</c:v>
                </c:pt>
                <c:pt idx="10047">
                  <c:v>5.5779285433692237E-6</c:v>
                </c:pt>
                <c:pt idx="10048">
                  <c:v>9.6297373758936791E-7</c:v>
                </c:pt>
                <c:pt idx="10049">
                  <c:v>5.9858256797767402E-6</c:v>
                </c:pt>
                <c:pt idx="10050">
                  <c:v>8.3796186661076605E-5</c:v>
                </c:pt>
                <c:pt idx="10051">
                  <c:v>1.4216073160482001E-6</c:v>
                </c:pt>
                <c:pt idx="10052">
                  <c:v>5.8525633952499026E-6</c:v>
                </c:pt>
                <c:pt idx="10053">
                  <c:v>1.8119648919458018E-5</c:v>
                </c:pt>
                <c:pt idx="10054">
                  <c:v>9.5567874662423206E-5</c:v>
                </c:pt>
                <c:pt idx="10055">
                  <c:v>7.6655064713941058E-6</c:v>
                </c:pt>
                <c:pt idx="10056">
                  <c:v>1.9096218827886565E-4</c:v>
                </c:pt>
                <c:pt idx="10057">
                  <c:v>1.9617631357895464E-5</c:v>
                </c:pt>
                <c:pt idx="10058">
                  <c:v>2.941546535901336E-4</c:v>
                </c:pt>
                <c:pt idx="10059">
                  <c:v>1.697846297702177E-5</c:v>
                </c:pt>
                <c:pt idx="10060">
                  <c:v>8.4300188586433666E-6</c:v>
                </c:pt>
                <c:pt idx="10061">
                  <c:v>8.2991391660904642E-5</c:v>
                </c:pt>
                <c:pt idx="10062">
                  <c:v>8.7606259060355024E-5</c:v>
                </c:pt>
                <c:pt idx="10063">
                  <c:v>5.5043125058479022E-5</c:v>
                </c:pt>
                <c:pt idx="10064">
                  <c:v>0</c:v>
                </c:pt>
                <c:pt idx="10065">
                  <c:v>8.0275529156795147E-4</c:v>
                </c:pt>
                <c:pt idx="10066">
                  <c:v>2.2782091590525298E-5</c:v>
                </c:pt>
                <c:pt idx="10067">
                  <c:v>2.8682205528308007E-5</c:v>
                </c:pt>
                <c:pt idx="10068">
                  <c:v>1.3622666918620943E-5</c:v>
                </c:pt>
                <c:pt idx="10069">
                  <c:v>5.0201497976115939E-6</c:v>
                </c:pt>
                <c:pt idx="10070">
                  <c:v>4.8371298258031125E-6</c:v>
                </c:pt>
                <c:pt idx="10071">
                  <c:v>3.3317210133129497E-5</c:v>
                </c:pt>
                <c:pt idx="10072">
                  <c:v>1.333470074637227E-5</c:v>
                </c:pt>
                <c:pt idx="10073">
                  <c:v>0</c:v>
                </c:pt>
                <c:pt idx="10074">
                  <c:v>3.2357354187180001E-5</c:v>
                </c:pt>
                <c:pt idx="10075">
                  <c:v>2.7842569245832152E-5</c:v>
                </c:pt>
                <c:pt idx="10076">
                  <c:v>1.240953253912786E-4</c:v>
                </c:pt>
                <c:pt idx="10077">
                  <c:v>2.2067128533838006E-5</c:v>
                </c:pt>
                <c:pt idx="10078">
                  <c:v>1.0964487992565791E-7</c:v>
                </c:pt>
                <c:pt idx="10079">
                  <c:v>0</c:v>
                </c:pt>
                <c:pt idx="10080">
                  <c:v>5.3299968739056962E-5</c:v>
                </c:pt>
                <c:pt idx="10081">
                  <c:v>1.1583716038378691E-4</c:v>
                </c:pt>
                <c:pt idx="10082">
                  <c:v>1.0322353063012569E-5</c:v>
                </c:pt>
                <c:pt idx="10083">
                  <c:v>8.5612459761683321E-5</c:v>
                </c:pt>
                <c:pt idx="10084">
                  <c:v>1.792866527474279E-7</c:v>
                </c:pt>
                <c:pt idx="10085">
                  <c:v>4.3121486118206143E-5</c:v>
                </c:pt>
                <c:pt idx="10086">
                  <c:v>1.3478542636268624E-5</c:v>
                </c:pt>
                <c:pt idx="10087">
                  <c:v>1.5513855702684727E-5</c:v>
                </c:pt>
                <c:pt idx="10088">
                  <c:v>1.3406004627934305E-6</c:v>
                </c:pt>
                <c:pt idx="10089">
                  <c:v>6.1562867531197529E-4</c:v>
                </c:pt>
                <c:pt idx="10090">
                  <c:v>4.3420138305368081E-5</c:v>
                </c:pt>
                <c:pt idx="10091">
                  <c:v>3.1028422730804641E-5</c:v>
                </c:pt>
                <c:pt idx="10092">
                  <c:v>8.4524726350761448E-6</c:v>
                </c:pt>
                <c:pt idx="10093">
                  <c:v>4.2481808529525404E-5</c:v>
                </c:pt>
                <c:pt idx="10094">
                  <c:v>5.1131822494516162E-5</c:v>
                </c:pt>
                <c:pt idx="10095">
                  <c:v>0</c:v>
                </c:pt>
                <c:pt idx="10096">
                  <c:v>1.0480036635343305E-5</c:v>
                </c:pt>
                <c:pt idx="10097">
                  <c:v>2.3285705806204025E-4</c:v>
                </c:pt>
                <c:pt idx="10098">
                  <c:v>2.3001966912982682E-6</c:v>
                </c:pt>
                <c:pt idx="10099">
                  <c:v>1.6857807369180251E-5</c:v>
                </c:pt>
                <c:pt idx="10100">
                  <c:v>1.7874736421027883E-5</c:v>
                </c:pt>
                <c:pt idx="10101">
                  <c:v>1.662801652599182E-4</c:v>
                </c:pt>
                <c:pt idx="10102">
                  <c:v>2.5769658158237042E-6</c:v>
                </c:pt>
                <c:pt idx="10103">
                  <c:v>1.7882832596596884E-5</c:v>
                </c:pt>
                <c:pt idx="10104">
                  <c:v>3.1819373702423873E-5</c:v>
                </c:pt>
                <c:pt idx="10105">
                  <c:v>3.4444043163491056E-5</c:v>
                </c:pt>
                <c:pt idx="10106">
                  <c:v>1.1185426061592137E-4</c:v>
                </c:pt>
                <c:pt idx="10107">
                  <c:v>2.6307370639640887E-5</c:v>
                </c:pt>
                <c:pt idx="10108">
                  <c:v>0</c:v>
                </c:pt>
                <c:pt idx="10109">
                  <c:v>9.7791194528829852E-6</c:v>
                </c:pt>
                <c:pt idx="10110">
                  <c:v>0</c:v>
                </c:pt>
                <c:pt idx="10111">
                  <c:v>0</c:v>
                </c:pt>
                <c:pt idx="10112">
                  <c:v>6.789993215873015E-5</c:v>
                </c:pt>
                <c:pt idx="10113">
                  <c:v>1.5416734631971331E-6</c:v>
                </c:pt>
                <c:pt idx="10114">
                  <c:v>1.2940830117510181E-6</c:v>
                </c:pt>
                <c:pt idx="10115">
                  <c:v>3.7093852393491496E-5</c:v>
                </c:pt>
                <c:pt idx="10116">
                  <c:v>6.6969541337074304E-5</c:v>
                </c:pt>
                <c:pt idx="10117">
                  <c:v>7.3482487591145898E-5</c:v>
                </c:pt>
                <c:pt idx="10118">
                  <c:v>2.841943523995843E-5</c:v>
                </c:pt>
                <c:pt idx="10119">
                  <c:v>2.1803413428931608E-4</c:v>
                </c:pt>
                <c:pt idx="10120">
                  <c:v>1.1281027993742523E-6</c:v>
                </c:pt>
                <c:pt idx="10121">
                  <c:v>0</c:v>
                </c:pt>
                <c:pt idx="10122">
                  <c:v>3.0305304282724324E-5</c:v>
                </c:pt>
                <c:pt idx="10123">
                  <c:v>2.4033948749405225E-6</c:v>
                </c:pt>
                <c:pt idx="10124">
                  <c:v>3.6539649412081053E-5</c:v>
                </c:pt>
                <c:pt idx="10125">
                  <c:v>1.0344943755994106E-5</c:v>
                </c:pt>
                <c:pt idx="10126">
                  <c:v>3.1672611392926857E-5</c:v>
                </c:pt>
                <c:pt idx="10127">
                  <c:v>1.0476356477733821E-7</c:v>
                </c:pt>
                <c:pt idx="10128">
                  <c:v>3.3797785818868806E-5</c:v>
                </c:pt>
                <c:pt idx="10129">
                  <c:v>1.4957388148134506E-5</c:v>
                </c:pt>
                <c:pt idx="10130">
                  <c:v>2.8409366474531059E-5</c:v>
                </c:pt>
                <c:pt idx="10131">
                  <c:v>8.0166085031398566E-5</c:v>
                </c:pt>
                <c:pt idx="10132">
                  <c:v>5.6946389780580584E-6</c:v>
                </c:pt>
                <c:pt idx="10133">
                  <c:v>1.1541457130985458E-4</c:v>
                </c:pt>
                <c:pt idx="10134">
                  <c:v>0</c:v>
                </c:pt>
                <c:pt idx="10135">
                  <c:v>0</c:v>
                </c:pt>
                <c:pt idx="10136">
                  <c:v>7.0743393598130593E-5</c:v>
                </c:pt>
                <c:pt idx="10137">
                  <c:v>9.1458943882254037E-7</c:v>
                </c:pt>
                <c:pt idx="10138">
                  <c:v>7.6060901148929636E-7</c:v>
                </c:pt>
                <c:pt idx="10139">
                  <c:v>9.1486550693461567E-6</c:v>
                </c:pt>
                <c:pt idx="10140">
                  <c:v>9.4775201204649919E-6</c:v>
                </c:pt>
                <c:pt idx="10141">
                  <c:v>1.6510926492979121E-5</c:v>
                </c:pt>
                <c:pt idx="10142">
                  <c:v>3.2689803941550606E-6</c:v>
                </c:pt>
                <c:pt idx="10143">
                  <c:v>1.438796656417856E-5</c:v>
                </c:pt>
                <c:pt idx="10144">
                  <c:v>0</c:v>
                </c:pt>
                <c:pt idx="10145">
                  <c:v>5.515265660427913E-5</c:v>
                </c:pt>
                <c:pt idx="10146">
                  <c:v>4.8849219778560496E-5</c:v>
                </c:pt>
                <c:pt idx="10147">
                  <c:v>0</c:v>
                </c:pt>
                <c:pt idx="10148">
                  <c:v>1.1221010930033918E-5</c:v>
                </c:pt>
                <c:pt idx="10149">
                  <c:v>2.035169663853207E-5</c:v>
                </c:pt>
                <c:pt idx="10150">
                  <c:v>0</c:v>
                </c:pt>
                <c:pt idx="10151">
                  <c:v>3.2940235102589741E-6</c:v>
                </c:pt>
                <c:pt idx="10152">
                  <c:v>8.1393049193372667E-5</c:v>
                </c:pt>
                <c:pt idx="10153">
                  <c:v>2.9047646885912761E-5</c:v>
                </c:pt>
                <c:pt idx="10154">
                  <c:v>3.7919564004853794E-5</c:v>
                </c:pt>
                <c:pt idx="10155">
                  <c:v>8.8147121214095247E-5</c:v>
                </c:pt>
                <c:pt idx="10156">
                  <c:v>2.3317811130856642E-5</c:v>
                </c:pt>
                <c:pt idx="10157">
                  <c:v>0</c:v>
                </c:pt>
                <c:pt idx="10158">
                  <c:v>1.3317880270390418E-5</c:v>
                </c:pt>
                <c:pt idx="10159">
                  <c:v>6.7449535233562519E-5</c:v>
                </c:pt>
                <c:pt idx="10160">
                  <c:v>4.0339496868171472E-5</c:v>
                </c:pt>
                <c:pt idx="10161">
                  <c:v>2.8823420053441142E-5</c:v>
                </c:pt>
                <c:pt idx="10162">
                  <c:v>2.2759968759305166E-6</c:v>
                </c:pt>
                <c:pt idx="10163">
                  <c:v>1.1126528544701163E-5</c:v>
                </c:pt>
                <c:pt idx="10164">
                  <c:v>1.6495135099009298E-5</c:v>
                </c:pt>
                <c:pt idx="10165">
                  <c:v>1.4000224486576781E-5</c:v>
                </c:pt>
                <c:pt idx="10166">
                  <c:v>7.1130540494300803E-6</c:v>
                </c:pt>
                <c:pt idx="10167">
                  <c:v>4.1533728300878863E-6</c:v>
                </c:pt>
                <c:pt idx="10168">
                  <c:v>1.0787363197463815E-5</c:v>
                </c:pt>
                <c:pt idx="10169">
                  <c:v>0</c:v>
                </c:pt>
                <c:pt idx="10170">
                  <c:v>2.5250294680847236E-5</c:v>
                </c:pt>
                <c:pt idx="10171">
                  <c:v>0</c:v>
                </c:pt>
                <c:pt idx="10172">
                  <c:v>1.3614370190984843E-5</c:v>
                </c:pt>
                <c:pt idx="10173">
                  <c:v>2.9659331615557315E-5</c:v>
                </c:pt>
                <c:pt idx="10174">
                  <c:v>1.759464865383811E-4</c:v>
                </c:pt>
                <c:pt idx="10175">
                  <c:v>1.6670034290236298E-5</c:v>
                </c:pt>
                <c:pt idx="10176">
                  <c:v>0</c:v>
                </c:pt>
                <c:pt idx="10177">
                  <c:v>4.9582755682928729E-5</c:v>
                </c:pt>
                <c:pt idx="10178">
                  <c:v>1.3480031372406366E-7</c:v>
                </c:pt>
                <c:pt idx="10179">
                  <c:v>1.7903772681604568E-6</c:v>
                </c:pt>
                <c:pt idx="10180">
                  <c:v>6.3014714874863899E-5</c:v>
                </c:pt>
                <c:pt idx="10181">
                  <c:v>3.6624225804349942E-6</c:v>
                </c:pt>
                <c:pt idx="10182">
                  <c:v>4.0449750016188064E-5</c:v>
                </c:pt>
                <c:pt idx="10183">
                  <c:v>2.4803257725227854E-5</c:v>
                </c:pt>
                <c:pt idx="10184">
                  <c:v>6.0787166032296655E-5</c:v>
                </c:pt>
                <c:pt idx="10185">
                  <c:v>4.5281613238408227E-7</c:v>
                </c:pt>
                <c:pt idx="10186">
                  <c:v>9.8158817051333496E-6</c:v>
                </c:pt>
                <c:pt idx="10187">
                  <c:v>3.2853592724539411E-5</c:v>
                </c:pt>
                <c:pt idx="10188">
                  <c:v>1.2342350923386361E-5</c:v>
                </c:pt>
                <c:pt idx="10189">
                  <c:v>8.5091759563165026E-5</c:v>
                </c:pt>
                <c:pt idx="10190">
                  <c:v>1.3842637083955288E-5</c:v>
                </c:pt>
                <c:pt idx="10191">
                  <c:v>3.6063163513247671E-4</c:v>
                </c:pt>
                <c:pt idx="10192">
                  <c:v>1.3493322363425082E-4</c:v>
                </c:pt>
                <c:pt idx="10193">
                  <c:v>5.7180157059646259E-5</c:v>
                </c:pt>
                <c:pt idx="10194">
                  <c:v>2.3743752455676902E-5</c:v>
                </c:pt>
                <c:pt idx="10195">
                  <c:v>3.1440109906029909E-4</c:v>
                </c:pt>
                <c:pt idx="10196">
                  <c:v>3.3356678897636551E-5</c:v>
                </c:pt>
                <c:pt idx="10197">
                  <c:v>4.1002532453155817E-6</c:v>
                </c:pt>
                <c:pt idx="10198">
                  <c:v>2.0099001167849556E-3</c:v>
                </c:pt>
                <c:pt idx="10199">
                  <c:v>5.121043386533757E-5</c:v>
                </c:pt>
                <c:pt idx="10200">
                  <c:v>3.5918644980933615E-5</c:v>
                </c:pt>
                <c:pt idx="10201">
                  <c:v>4.1404830523393234E-4</c:v>
                </c:pt>
                <c:pt idx="10202">
                  <c:v>8.7618946261374359E-6</c:v>
                </c:pt>
                <c:pt idx="10203">
                  <c:v>7.3017558891346935E-5</c:v>
                </c:pt>
                <c:pt idx="10204">
                  <c:v>8.9346984798925104E-7</c:v>
                </c:pt>
                <c:pt idx="10205">
                  <c:v>4.3895306788279391E-5</c:v>
                </c:pt>
                <c:pt idx="10206">
                  <c:v>1.870025401601731E-5</c:v>
                </c:pt>
                <c:pt idx="10207">
                  <c:v>6.667832899708141E-5</c:v>
                </c:pt>
                <c:pt idx="10208">
                  <c:v>2.0912441070725891E-5</c:v>
                </c:pt>
                <c:pt idx="10209">
                  <c:v>3.2846049975567538E-5</c:v>
                </c:pt>
                <c:pt idx="10210">
                  <c:v>1.410725219451436E-5</c:v>
                </c:pt>
                <c:pt idx="10211">
                  <c:v>4.8699931769844016E-5</c:v>
                </c:pt>
                <c:pt idx="10212">
                  <c:v>1.760265668937743E-4</c:v>
                </c:pt>
                <c:pt idx="10213">
                  <c:v>7.6879816638763564E-6</c:v>
                </c:pt>
                <c:pt idx="10214">
                  <c:v>1.6397390907598875E-5</c:v>
                </c:pt>
                <c:pt idx="10215">
                  <c:v>8.1852767695095768E-6</c:v>
                </c:pt>
                <c:pt idx="10216">
                  <c:v>1.985521935407989E-4</c:v>
                </c:pt>
                <c:pt idx="10217">
                  <c:v>6.9207789101323887E-7</c:v>
                </c:pt>
                <c:pt idx="10218">
                  <c:v>5.4513450150409296E-6</c:v>
                </c:pt>
                <c:pt idx="10219">
                  <c:v>5.6362255643766433E-7</c:v>
                </c:pt>
                <c:pt idx="10220">
                  <c:v>4.8087681668972728E-7</c:v>
                </c:pt>
                <c:pt idx="10221">
                  <c:v>1.2528895131406443E-4</c:v>
                </c:pt>
                <c:pt idx="10222">
                  <c:v>4.8082781077945559E-5</c:v>
                </c:pt>
                <c:pt idx="10223">
                  <c:v>8.4330587194341274E-5</c:v>
                </c:pt>
                <c:pt idx="10224">
                  <c:v>1.9585118044691911E-7</c:v>
                </c:pt>
                <c:pt idx="10225">
                  <c:v>1.2659233209215362E-7</c:v>
                </c:pt>
                <c:pt idx="10226">
                  <c:v>0</c:v>
                </c:pt>
                <c:pt idx="10227">
                  <c:v>4.5000320900681275E-5</c:v>
                </c:pt>
                <c:pt idx="10228">
                  <c:v>1.0777130301085387E-5</c:v>
                </c:pt>
                <c:pt idx="10229">
                  <c:v>5.8556453138361279E-7</c:v>
                </c:pt>
                <c:pt idx="10230">
                  <c:v>2.781365283740555E-5</c:v>
                </c:pt>
                <c:pt idx="10231">
                  <c:v>7.5658040849607794E-5</c:v>
                </c:pt>
                <c:pt idx="10232">
                  <c:v>3.9442275531235309E-4</c:v>
                </c:pt>
                <c:pt idx="10233">
                  <c:v>7.6718995817882669E-7</c:v>
                </c:pt>
                <c:pt idx="10234">
                  <c:v>4.7605190338177183E-6</c:v>
                </c:pt>
                <c:pt idx="10235">
                  <c:v>1.2589107719990665E-5</c:v>
                </c:pt>
                <c:pt idx="10236">
                  <c:v>7.2396321317314081E-5</c:v>
                </c:pt>
                <c:pt idx="10237">
                  <c:v>2.2643383831112876E-5</c:v>
                </c:pt>
                <c:pt idx="10238">
                  <c:v>0</c:v>
                </c:pt>
                <c:pt idx="10239">
                  <c:v>5.8669806960617574E-6</c:v>
                </c:pt>
                <c:pt idx="10240">
                  <c:v>1.6279375327497545E-6</c:v>
                </c:pt>
                <c:pt idx="10241">
                  <c:v>2.7242360160220354E-5</c:v>
                </c:pt>
                <c:pt idx="10242">
                  <c:v>0</c:v>
                </c:pt>
                <c:pt idx="10243">
                  <c:v>1.7306566681321842E-5</c:v>
                </c:pt>
                <c:pt idx="10244">
                  <c:v>0</c:v>
                </c:pt>
                <c:pt idx="10245">
                  <c:v>5.410558646483359E-5</c:v>
                </c:pt>
                <c:pt idx="10246">
                  <c:v>2.101957992116028E-5</c:v>
                </c:pt>
                <c:pt idx="10247">
                  <c:v>5.6638433286597833E-5</c:v>
                </c:pt>
                <c:pt idx="10248">
                  <c:v>2.9080181603067812E-5</c:v>
                </c:pt>
                <c:pt idx="10249">
                  <c:v>1.6658436253862461E-5</c:v>
                </c:pt>
                <c:pt idx="10250">
                  <c:v>1.5049775000166358E-5</c:v>
                </c:pt>
                <c:pt idx="10251">
                  <c:v>2.6531349186521397E-5</c:v>
                </c:pt>
                <c:pt idx="10252">
                  <c:v>3.9938167565020625E-5</c:v>
                </c:pt>
                <c:pt idx="10253">
                  <c:v>3.7045206337242623E-5</c:v>
                </c:pt>
                <c:pt idx="10254">
                  <c:v>4.7602746330801375E-6</c:v>
                </c:pt>
                <c:pt idx="10255">
                  <c:v>1.0870641118022404E-5</c:v>
                </c:pt>
                <c:pt idx="10256">
                  <c:v>2.2390367007271255E-6</c:v>
                </c:pt>
                <c:pt idx="10257">
                  <c:v>2.1201309420010161E-5</c:v>
                </c:pt>
                <c:pt idx="10258">
                  <c:v>2.6707909824430351E-5</c:v>
                </c:pt>
                <c:pt idx="10259">
                  <c:v>7.3493396658741588E-5</c:v>
                </c:pt>
                <c:pt idx="10260">
                  <c:v>1.1630036680052364E-5</c:v>
                </c:pt>
                <c:pt idx="10261">
                  <c:v>0</c:v>
                </c:pt>
                <c:pt idx="10262">
                  <c:v>3.8656068742739424E-5</c:v>
                </c:pt>
                <c:pt idx="10263">
                  <c:v>1.8233452584413485E-5</c:v>
                </c:pt>
                <c:pt idx="10264">
                  <c:v>4.1630640659424843E-3</c:v>
                </c:pt>
                <c:pt idx="10265">
                  <c:v>1.0842095909333678E-4</c:v>
                </c:pt>
                <c:pt idx="10266">
                  <c:v>4.0128687287468398E-5</c:v>
                </c:pt>
                <c:pt idx="10267">
                  <c:v>2.2371046072172861E-5</c:v>
                </c:pt>
                <c:pt idx="10268">
                  <c:v>1.7342115045859E-5</c:v>
                </c:pt>
                <c:pt idx="10269">
                  <c:v>5.9167509918740497E-5</c:v>
                </c:pt>
                <c:pt idx="10270">
                  <c:v>1.7061980447618077E-4</c:v>
                </c:pt>
                <c:pt idx="10271">
                  <c:v>1.0650425975115453E-5</c:v>
                </c:pt>
                <c:pt idx="10272">
                  <c:v>2.4812097090062151E-6</c:v>
                </c:pt>
                <c:pt idx="10273">
                  <c:v>2.0988969649374634E-6</c:v>
                </c:pt>
                <c:pt idx="10274">
                  <c:v>1.2901611210903977E-5</c:v>
                </c:pt>
                <c:pt idx="10275">
                  <c:v>1.6710187836164267E-5</c:v>
                </c:pt>
                <c:pt idx="10276">
                  <c:v>7.4847902109056745E-6</c:v>
                </c:pt>
                <c:pt idx="10277">
                  <c:v>0</c:v>
                </c:pt>
                <c:pt idx="10278">
                  <c:v>3.6817329179550748E-5</c:v>
                </c:pt>
                <c:pt idx="10279">
                  <c:v>8.9675893352813211E-6</c:v>
                </c:pt>
                <c:pt idx="10280">
                  <c:v>0</c:v>
                </c:pt>
                <c:pt idx="10281">
                  <c:v>4.1419828220896004E-5</c:v>
                </c:pt>
                <c:pt idx="10282">
                  <c:v>6.9227226215602653E-6</c:v>
                </c:pt>
                <c:pt idx="10283">
                  <c:v>2.4591898605361475E-6</c:v>
                </c:pt>
                <c:pt idx="10284">
                  <c:v>1.4199705813485741E-5</c:v>
                </c:pt>
                <c:pt idx="10285">
                  <c:v>4.0952236685872531E-5</c:v>
                </c:pt>
                <c:pt idx="10286">
                  <c:v>1.9977714023139055E-5</c:v>
                </c:pt>
                <c:pt idx="10287">
                  <c:v>1.6369619567553398E-5</c:v>
                </c:pt>
                <c:pt idx="10288">
                  <c:v>7.3883253413968599E-5</c:v>
                </c:pt>
                <c:pt idx="10289">
                  <c:v>7.4086877748397207E-7</c:v>
                </c:pt>
                <c:pt idx="10290">
                  <c:v>3.2257642209134097E-6</c:v>
                </c:pt>
                <c:pt idx="10291">
                  <c:v>1.9340738290450986E-5</c:v>
                </c:pt>
                <c:pt idx="10292">
                  <c:v>4.2258539716553724E-5</c:v>
                </c:pt>
                <c:pt idx="10293">
                  <c:v>2.6451142001565592E-4</c:v>
                </c:pt>
                <c:pt idx="10294">
                  <c:v>5.0756864490473815E-5</c:v>
                </c:pt>
                <c:pt idx="10295">
                  <c:v>4.2139592696159608E-6</c:v>
                </c:pt>
                <c:pt idx="10296">
                  <c:v>1.1840602795019487E-5</c:v>
                </c:pt>
                <c:pt idx="10297">
                  <c:v>1.7113914733106783E-5</c:v>
                </c:pt>
                <c:pt idx="10298">
                  <c:v>1.3564598695947273E-7</c:v>
                </c:pt>
                <c:pt idx="10299">
                  <c:v>1.5780550920010141E-5</c:v>
                </c:pt>
                <c:pt idx="10300">
                  <c:v>1.4119027050156019E-4</c:v>
                </c:pt>
                <c:pt idx="10301">
                  <c:v>2.3345244265558242E-4</c:v>
                </c:pt>
                <c:pt idx="10302">
                  <c:v>2.6155609259685296E-7</c:v>
                </c:pt>
                <c:pt idx="10303">
                  <c:v>1.4156770170638622E-4</c:v>
                </c:pt>
                <c:pt idx="10304">
                  <c:v>2.549214078614566E-5</c:v>
                </c:pt>
                <c:pt idx="10305">
                  <c:v>2.7720474770948521E-7</c:v>
                </c:pt>
                <c:pt idx="10306">
                  <c:v>4.78263746819761E-6</c:v>
                </c:pt>
                <c:pt idx="10307">
                  <c:v>1.4015757865614525E-5</c:v>
                </c:pt>
                <c:pt idx="10308">
                  <c:v>3.4610652918525292E-5</c:v>
                </c:pt>
                <c:pt idx="10309">
                  <c:v>4.2903670155241863E-6</c:v>
                </c:pt>
                <c:pt idx="10310">
                  <c:v>1.0036168241310737E-5</c:v>
                </c:pt>
                <c:pt idx="10311">
                  <c:v>0</c:v>
                </c:pt>
                <c:pt idx="10312">
                  <c:v>5.7658587523572913E-5</c:v>
                </c:pt>
                <c:pt idx="10313">
                  <c:v>4.4416160973527606E-6</c:v>
                </c:pt>
                <c:pt idx="10314">
                  <c:v>3.3162531167699092E-7</c:v>
                </c:pt>
                <c:pt idx="10315">
                  <c:v>1.0549722441889608E-5</c:v>
                </c:pt>
                <c:pt idx="10316">
                  <c:v>3.1458705752817023E-4</c:v>
                </c:pt>
                <c:pt idx="10317">
                  <c:v>1.4250412131295722E-5</c:v>
                </c:pt>
                <c:pt idx="10318">
                  <c:v>7.0689311134235917E-6</c:v>
                </c:pt>
                <c:pt idx="10319">
                  <c:v>1.7612833299554285E-5</c:v>
                </c:pt>
                <c:pt idx="10320">
                  <c:v>8.9429105189365329E-5</c:v>
                </c:pt>
                <c:pt idx="10321">
                  <c:v>5.7040896955113762E-5</c:v>
                </c:pt>
                <c:pt idx="10322">
                  <c:v>2.5661603367593288E-5</c:v>
                </c:pt>
                <c:pt idx="10323">
                  <c:v>0</c:v>
                </c:pt>
                <c:pt idx="10324">
                  <c:v>1.7348072259284386E-5</c:v>
                </c:pt>
                <c:pt idx="10325">
                  <c:v>4.452211792311539E-5</c:v>
                </c:pt>
                <c:pt idx="10326">
                  <c:v>6.8439098964333893E-5</c:v>
                </c:pt>
                <c:pt idx="10327">
                  <c:v>2.7525330068781424E-5</c:v>
                </c:pt>
                <c:pt idx="10328">
                  <c:v>1.6326646483871701E-5</c:v>
                </c:pt>
                <c:pt idx="10329">
                  <c:v>1.2648425326317404E-5</c:v>
                </c:pt>
                <c:pt idx="10330">
                  <c:v>4.2298445968098534E-6</c:v>
                </c:pt>
                <c:pt idx="10331">
                  <c:v>7.75676065339548E-6</c:v>
                </c:pt>
                <c:pt idx="10332">
                  <c:v>1.342053330290059E-6</c:v>
                </c:pt>
                <c:pt idx="10333">
                  <c:v>1.7522819687789147E-5</c:v>
                </c:pt>
                <c:pt idx="10334">
                  <c:v>0</c:v>
                </c:pt>
                <c:pt idx="10335">
                  <c:v>1.5978384365809341E-5</c:v>
                </c:pt>
                <c:pt idx="10336">
                  <c:v>4.9143489494931473E-5</c:v>
                </c:pt>
                <c:pt idx="10337">
                  <c:v>1.3437382685578456E-6</c:v>
                </c:pt>
                <c:pt idx="10338">
                  <c:v>3.3755669816512596E-5</c:v>
                </c:pt>
                <c:pt idx="10339">
                  <c:v>3.8632803602824117E-4</c:v>
                </c:pt>
                <c:pt idx="10340">
                  <c:v>1.4797466920630839E-5</c:v>
                </c:pt>
                <c:pt idx="10341">
                  <c:v>1.7170388196358061E-5</c:v>
                </c:pt>
                <c:pt idx="10342">
                  <c:v>7.3913758092102042E-5</c:v>
                </c:pt>
                <c:pt idx="10343">
                  <c:v>2.4005494608731601E-5</c:v>
                </c:pt>
                <c:pt idx="10344">
                  <c:v>1.931705979436766E-5</c:v>
                </c:pt>
                <c:pt idx="10345">
                  <c:v>1.7784810001534007E-5</c:v>
                </c:pt>
                <c:pt idx="10346">
                  <c:v>1.7605450466230064E-4</c:v>
                </c:pt>
                <c:pt idx="10347">
                  <c:v>3.5879009151695968E-6</c:v>
                </c:pt>
                <c:pt idx="10348">
                  <c:v>2.5602022769321774E-5</c:v>
                </c:pt>
                <c:pt idx="10349">
                  <c:v>4.9648611530057129E-7</c:v>
                </c:pt>
                <c:pt idx="10350">
                  <c:v>1.0314878767063695E-4</c:v>
                </c:pt>
                <c:pt idx="10351">
                  <c:v>5.5986458625944824E-8</c:v>
                </c:pt>
                <c:pt idx="10352">
                  <c:v>2.3277083023583367E-5</c:v>
                </c:pt>
                <c:pt idx="10353">
                  <c:v>3.8292109601803868E-5</c:v>
                </c:pt>
                <c:pt idx="10354">
                  <c:v>2.4206913224015646E-5</c:v>
                </c:pt>
                <c:pt idx="10355">
                  <c:v>6.1456168491889304E-6</c:v>
                </c:pt>
                <c:pt idx="10356">
                  <c:v>2.2901283393676262E-6</c:v>
                </c:pt>
                <c:pt idx="10357">
                  <c:v>7.1120280666266483E-5</c:v>
                </c:pt>
                <c:pt idx="10358">
                  <c:v>3.0120157661568005E-5</c:v>
                </c:pt>
                <c:pt idx="10359">
                  <c:v>6.2526220145665868E-6</c:v>
                </c:pt>
                <c:pt idx="10360">
                  <c:v>3.5979334738364227E-5</c:v>
                </c:pt>
                <c:pt idx="10361">
                  <c:v>2.1708215198988681E-5</c:v>
                </c:pt>
                <c:pt idx="10362">
                  <c:v>2.3334016421572366E-4</c:v>
                </c:pt>
                <c:pt idx="10363">
                  <c:v>1.8529045100686708E-6</c:v>
                </c:pt>
                <c:pt idx="10364">
                  <c:v>2.2434601440172829E-7</c:v>
                </c:pt>
                <c:pt idx="10365">
                  <c:v>2.4531969456919262E-5</c:v>
                </c:pt>
                <c:pt idx="10366">
                  <c:v>3.2089143233083892E-5</c:v>
                </c:pt>
                <c:pt idx="10367">
                  <c:v>6.9078225644760811E-6</c:v>
                </c:pt>
                <c:pt idx="10368">
                  <c:v>1.4338176605663056E-7</c:v>
                </c:pt>
                <c:pt idx="10369">
                  <c:v>7.5126490324108124E-5</c:v>
                </c:pt>
                <c:pt idx="10370">
                  <c:v>7.0852026781806392E-6</c:v>
                </c:pt>
                <c:pt idx="10371">
                  <c:v>6.8469572684242841E-6</c:v>
                </c:pt>
                <c:pt idx="10372">
                  <c:v>6.7673563025900108E-6</c:v>
                </c:pt>
                <c:pt idx="10373">
                  <c:v>2.8998393931283209E-5</c:v>
                </c:pt>
                <c:pt idx="10374">
                  <c:v>5.1578827585696898E-5</c:v>
                </c:pt>
                <c:pt idx="10375">
                  <c:v>2.2147399044545262E-8</c:v>
                </c:pt>
                <c:pt idx="10376">
                  <c:v>3.3029539992226395E-5</c:v>
                </c:pt>
                <c:pt idx="10377">
                  <c:v>9.7352662238239862E-7</c:v>
                </c:pt>
                <c:pt idx="10378">
                  <c:v>3.3216364650069717E-5</c:v>
                </c:pt>
                <c:pt idx="10379">
                  <c:v>0</c:v>
                </c:pt>
                <c:pt idx="10380">
                  <c:v>0</c:v>
                </c:pt>
                <c:pt idx="10381">
                  <c:v>6.5136608558027099E-5</c:v>
                </c:pt>
                <c:pt idx="10382">
                  <c:v>1.7393182373008843E-5</c:v>
                </c:pt>
                <c:pt idx="10383">
                  <c:v>2.8076721836277912E-5</c:v>
                </c:pt>
                <c:pt idx="10384">
                  <c:v>0</c:v>
                </c:pt>
                <c:pt idx="10385">
                  <c:v>1.579398854736291E-6</c:v>
                </c:pt>
                <c:pt idx="10386">
                  <c:v>1.1685660325075132E-4</c:v>
                </c:pt>
                <c:pt idx="10387">
                  <c:v>1.7160293905825283E-7</c:v>
                </c:pt>
                <c:pt idx="10388">
                  <c:v>6.9074646112905636E-6</c:v>
                </c:pt>
                <c:pt idx="10389">
                  <c:v>2.3872929632549696E-4</c:v>
                </c:pt>
                <c:pt idx="10390">
                  <c:v>1.1415709216460851E-6</c:v>
                </c:pt>
                <c:pt idx="10391">
                  <c:v>4.1390628900850649E-5</c:v>
                </c:pt>
                <c:pt idx="10392">
                  <c:v>1.9242985227778968E-5</c:v>
                </c:pt>
                <c:pt idx="10393">
                  <c:v>2.1051666053425989E-4</c:v>
                </c:pt>
                <c:pt idx="10394">
                  <c:v>7.6492819533042149E-7</c:v>
                </c:pt>
                <c:pt idx="10395">
                  <c:v>5.9784249736423763E-6</c:v>
                </c:pt>
                <c:pt idx="10396">
                  <c:v>0</c:v>
                </c:pt>
                <c:pt idx="10397">
                  <c:v>6.5251487938199981E-6</c:v>
                </c:pt>
                <c:pt idx="10398">
                  <c:v>9.6350471420832761E-5</c:v>
                </c:pt>
                <c:pt idx="10399">
                  <c:v>6.3860114165906651E-6</c:v>
                </c:pt>
                <c:pt idx="10400">
                  <c:v>4.6065675763231824E-5</c:v>
                </c:pt>
                <c:pt idx="10401">
                  <c:v>2.1595432155864106E-5</c:v>
                </c:pt>
                <c:pt idx="10402">
                  <c:v>9.2650309583300661E-5</c:v>
                </c:pt>
                <c:pt idx="10403">
                  <c:v>6.4403000354354702E-5</c:v>
                </c:pt>
                <c:pt idx="10404">
                  <c:v>0</c:v>
                </c:pt>
                <c:pt idx="10405">
                  <c:v>2.5064574534514045E-4</c:v>
                </c:pt>
                <c:pt idx="10406">
                  <c:v>4.2437510205792308E-5</c:v>
                </c:pt>
                <c:pt idx="10407">
                  <c:v>8.9661071469037483E-5</c:v>
                </c:pt>
                <c:pt idx="10408">
                  <c:v>6.1145473360890793E-6</c:v>
                </c:pt>
                <c:pt idx="10409">
                  <c:v>2.0532610522016293E-5</c:v>
                </c:pt>
                <c:pt idx="10410">
                  <c:v>1.8815899726316913E-5</c:v>
                </c:pt>
                <c:pt idx="10411">
                  <c:v>2.7268556848430094E-6</c:v>
                </c:pt>
                <c:pt idx="10412">
                  <c:v>2.9269526477092296E-5</c:v>
                </c:pt>
                <c:pt idx="10413">
                  <c:v>4.6868432771553314E-5</c:v>
                </c:pt>
                <c:pt idx="10414">
                  <c:v>2.0594499806260208E-5</c:v>
                </c:pt>
                <c:pt idx="10415">
                  <c:v>2.5730144682394431E-3</c:v>
                </c:pt>
                <c:pt idx="10416">
                  <c:v>3.1621534962224415E-5</c:v>
                </c:pt>
                <c:pt idx="10417">
                  <c:v>1.8410010962010374E-5</c:v>
                </c:pt>
                <c:pt idx="10418">
                  <c:v>8.9351875164814853E-6</c:v>
                </c:pt>
                <c:pt idx="10419">
                  <c:v>9.2705964253587988E-5</c:v>
                </c:pt>
                <c:pt idx="10420">
                  <c:v>6.1021553117610102E-7</c:v>
                </c:pt>
                <c:pt idx="10421">
                  <c:v>7.8032045122945861E-7</c:v>
                </c:pt>
                <c:pt idx="10422">
                  <c:v>6.1267419490166821E-6</c:v>
                </c:pt>
                <c:pt idx="10423">
                  <c:v>1.5166140638084544E-5</c:v>
                </c:pt>
                <c:pt idx="10424">
                  <c:v>3.7854764771297912E-5</c:v>
                </c:pt>
                <c:pt idx="10425">
                  <c:v>1.1448038220883543E-5</c:v>
                </c:pt>
                <c:pt idx="10426">
                  <c:v>5.5423404937611865E-5</c:v>
                </c:pt>
                <c:pt idx="10427">
                  <c:v>1.4354790882866921E-5</c:v>
                </c:pt>
                <c:pt idx="10428">
                  <c:v>1.5762226547243543E-4</c:v>
                </c:pt>
                <c:pt idx="10429">
                  <c:v>3.5606904250397227E-5</c:v>
                </c:pt>
                <c:pt idx="10430">
                  <c:v>3.5235803486627991E-5</c:v>
                </c:pt>
                <c:pt idx="10431">
                  <c:v>3.6326097133824276E-5</c:v>
                </c:pt>
                <c:pt idx="10432">
                  <c:v>1.2873530585789201E-4</c:v>
                </c:pt>
                <c:pt idx="10433">
                  <c:v>1.457009895509888E-4</c:v>
                </c:pt>
                <c:pt idx="10434">
                  <c:v>1.7102171131317572E-3</c:v>
                </c:pt>
                <c:pt idx="10435">
                  <c:v>3.2297252739407296E-5</c:v>
                </c:pt>
                <c:pt idx="10436">
                  <c:v>1.6614777194292708E-5</c:v>
                </c:pt>
                <c:pt idx="10437">
                  <c:v>2.8026940685005536E-5</c:v>
                </c:pt>
                <c:pt idx="10438">
                  <c:v>4.0440936290206199E-5</c:v>
                </c:pt>
                <c:pt idx="10439">
                  <c:v>1.4495856159095401E-5</c:v>
                </c:pt>
                <c:pt idx="10440">
                  <c:v>2.2381823836460037E-5</c:v>
                </c:pt>
                <c:pt idx="10441">
                  <c:v>2.5269199717551031E-5</c:v>
                </c:pt>
                <c:pt idx="10442">
                  <c:v>2.1724336303923722E-5</c:v>
                </c:pt>
                <c:pt idx="10443">
                  <c:v>4.1137690870129254E-8</c:v>
                </c:pt>
                <c:pt idx="10444">
                  <c:v>4.8347262830325215E-5</c:v>
                </c:pt>
                <c:pt idx="10445">
                  <c:v>9.7049251910311382E-6</c:v>
                </c:pt>
                <c:pt idx="10446">
                  <c:v>1.1135428841407896E-5</c:v>
                </c:pt>
                <c:pt idx="10447">
                  <c:v>1.3047284952845319E-4</c:v>
                </c:pt>
                <c:pt idx="10448">
                  <c:v>4.1049517820854515E-6</c:v>
                </c:pt>
                <c:pt idx="10449">
                  <c:v>2.5844011857548016E-5</c:v>
                </c:pt>
                <c:pt idx="10450">
                  <c:v>3.8756361896741191E-5</c:v>
                </c:pt>
                <c:pt idx="10451">
                  <c:v>5.9881169724502524E-5</c:v>
                </c:pt>
                <c:pt idx="10452">
                  <c:v>2.2836587436019048E-5</c:v>
                </c:pt>
                <c:pt idx="10453">
                  <c:v>6.0118631319715109E-5</c:v>
                </c:pt>
                <c:pt idx="10454">
                  <c:v>2.7998786440069292E-5</c:v>
                </c:pt>
                <c:pt idx="10455">
                  <c:v>9.028861821855192E-6</c:v>
                </c:pt>
                <c:pt idx="10456">
                  <c:v>0</c:v>
                </c:pt>
                <c:pt idx="10457">
                  <c:v>5.2472685084261302E-5</c:v>
                </c:pt>
                <c:pt idx="10458">
                  <c:v>4.7568334706947748E-5</c:v>
                </c:pt>
                <c:pt idx="10459">
                  <c:v>0</c:v>
                </c:pt>
                <c:pt idx="10460">
                  <c:v>3.5529059213469216E-5</c:v>
                </c:pt>
                <c:pt idx="10461">
                  <c:v>0</c:v>
                </c:pt>
                <c:pt idx="10462">
                  <c:v>1.2920445679824981E-4</c:v>
                </c:pt>
                <c:pt idx="10463">
                  <c:v>1.8404577511859273E-5</c:v>
                </c:pt>
                <c:pt idx="10464">
                  <c:v>4.7432006755307132E-5</c:v>
                </c:pt>
                <c:pt idx="10465">
                  <c:v>1.7860154168254059E-5</c:v>
                </c:pt>
                <c:pt idx="10466">
                  <c:v>8.673689362058407E-6</c:v>
                </c:pt>
                <c:pt idx="10467">
                  <c:v>2.6581277177621959E-6</c:v>
                </c:pt>
                <c:pt idx="10468">
                  <c:v>1.4344593782353599E-5</c:v>
                </c:pt>
                <c:pt idx="10469">
                  <c:v>1.1346914339574881E-5</c:v>
                </c:pt>
                <c:pt idx="10470">
                  <c:v>5.8925893264451113E-6</c:v>
                </c:pt>
                <c:pt idx="10471">
                  <c:v>0</c:v>
                </c:pt>
                <c:pt idx="10472">
                  <c:v>8.8600666407381784E-6</c:v>
                </c:pt>
                <c:pt idx="10473">
                  <c:v>9.0963274385106818E-8</c:v>
                </c:pt>
                <c:pt idx="10474">
                  <c:v>1.1906371322323719E-7</c:v>
                </c:pt>
                <c:pt idx="10475">
                  <c:v>2.012500593314388E-5</c:v>
                </c:pt>
                <c:pt idx="10476">
                  <c:v>2.7167758128950612E-4</c:v>
                </c:pt>
                <c:pt idx="10477">
                  <c:v>2.8131950568329899E-5</c:v>
                </c:pt>
                <c:pt idx="10478">
                  <c:v>4.9068843362692482E-4</c:v>
                </c:pt>
                <c:pt idx="10479">
                  <c:v>4.0402717297259525E-6</c:v>
                </c:pt>
                <c:pt idx="10480">
                  <c:v>7.6799348135906626E-5</c:v>
                </c:pt>
                <c:pt idx="10481">
                  <c:v>8.1695101969798285E-7</c:v>
                </c:pt>
                <c:pt idx="10482">
                  <c:v>0</c:v>
                </c:pt>
                <c:pt idx="10483">
                  <c:v>6.7568657254187285E-7</c:v>
                </c:pt>
                <c:pt idx="10484">
                  <c:v>6.043407853790657E-6</c:v>
                </c:pt>
                <c:pt idx="10485">
                  <c:v>2.1668019662232681E-5</c:v>
                </c:pt>
                <c:pt idx="10486">
                  <c:v>7.7064049006812252E-7</c:v>
                </c:pt>
                <c:pt idx="10487">
                  <c:v>2.2760111908916364E-5</c:v>
                </c:pt>
                <c:pt idx="10488">
                  <c:v>5.526404195783348E-5</c:v>
                </c:pt>
                <c:pt idx="10489">
                  <c:v>2.5818180445224051E-4</c:v>
                </c:pt>
                <c:pt idx="10490">
                  <c:v>4.0219744984033761E-5</c:v>
                </c:pt>
                <c:pt idx="10491">
                  <c:v>9.394943555982328E-6</c:v>
                </c:pt>
                <c:pt idx="10492">
                  <c:v>0</c:v>
                </c:pt>
                <c:pt idx="10493">
                  <c:v>8.4382799470759555E-6</c:v>
                </c:pt>
                <c:pt idx="10494">
                  <c:v>7.5527597385671421E-6</c:v>
                </c:pt>
                <c:pt idx="10495">
                  <c:v>1.9562849539092147E-5</c:v>
                </c:pt>
                <c:pt idx="10496">
                  <c:v>8.4343250931914002E-7</c:v>
                </c:pt>
                <c:pt idx="10497">
                  <c:v>6.1739753074219113E-6</c:v>
                </c:pt>
                <c:pt idx="10498">
                  <c:v>2.4489400077216519E-5</c:v>
                </c:pt>
                <c:pt idx="10499">
                  <c:v>1.3957991702733083E-4</c:v>
                </c:pt>
                <c:pt idx="10500">
                  <c:v>1.6503618398959777E-5</c:v>
                </c:pt>
                <c:pt idx="10501">
                  <c:v>3.1105191229040335E-5</c:v>
                </c:pt>
                <c:pt idx="10502">
                  <c:v>4.3634043324001634E-3</c:v>
                </c:pt>
                <c:pt idx="10503">
                  <c:v>4.0152572243334914E-6</c:v>
                </c:pt>
                <c:pt idx="10504">
                  <c:v>1.7524926656945784E-5</c:v>
                </c:pt>
                <c:pt idx="10505">
                  <c:v>1.4696380060887346E-5</c:v>
                </c:pt>
                <c:pt idx="10506">
                  <c:v>1.1410417020103003E-4</c:v>
                </c:pt>
                <c:pt idx="10507">
                  <c:v>0</c:v>
                </c:pt>
                <c:pt idx="10508">
                  <c:v>3.7277719297359615E-7</c:v>
                </c:pt>
                <c:pt idx="10509">
                  <c:v>7.9036063662504664E-5</c:v>
                </c:pt>
                <c:pt idx="10510">
                  <c:v>2.325318902148705E-5</c:v>
                </c:pt>
                <c:pt idx="10511">
                  <c:v>1.2925987916435531E-4</c:v>
                </c:pt>
                <c:pt idx="10512">
                  <c:v>7.3955744258314262E-6</c:v>
                </c:pt>
                <c:pt idx="10513">
                  <c:v>2.408864786245531E-5</c:v>
                </c:pt>
                <c:pt idx="10514">
                  <c:v>7.3350779160027927E-5</c:v>
                </c:pt>
                <c:pt idx="10515">
                  <c:v>8.7123811767977148E-7</c:v>
                </c:pt>
                <c:pt idx="10516">
                  <c:v>3.887888212487952E-5</c:v>
                </c:pt>
                <c:pt idx="10517">
                  <c:v>5.7352043513736895E-4</c:v>
                </c:pt>
                <c:pt idx="10518">
                  <c:v>2.6235396254720291E-4</c:v>
                </c:pt>
                <c:pt idx="10519">
                  <c:v>5.2165627425756972E-5</c:v>
                </c:pt>
                <c:pt idx="10520">
                  <c:v>2.2717294494704064E-5</c:v>
                </c:pt>
                <c:pt idx="10521">
                  <c:v>1.7951478925848455E-4</c:v>
                </c:pt>
                <c:pt idx="10522">
                  <c:v>1.6171894994159868E-4</c:v>
                </c:pt>
                <c:pt idx="10523">
                  <c:v>1.8354813515568694E-7</c:v>
                </c:pt>
                <c:pt idx="10524">
                  <c:v>1.1456015971996326E-5</c:v>
                </c:pt>
                <c:pt idx="10525">
                  <c:v>5.265090175650947E-7</c:v>
                </c:pt>
                <c:pt idx="10526">
                  <c:v>1.2295152519763683E-5</c:v>
                </c:pt>
                <c:pt idx="10527">
                  <c:v>1.4288822663997048E-5</c:v>
                </c:pt>
                <c:pt idx="10528">
                  <c:v>7.2007474154097438E-6</c:v>
                </c:pt>
                <c:pt idx="10529">
                  <c:v>1.8325505993660202E-4</c:v>
                </c:pt>
                <c:pt idx="10530">
                  <c:v>5.9238274852986224E-8</c:v>
                </c:pt>
                <c:pt idx="10531">
                  <c:v>3.5759992785467917E-5</c:v>
                </c:pt>
                <c:pt idx="10532">
                  <c:v>2.6062929297742516E-4</c:v>
                </c:pt>
                <c:pt idx="10533">
                  <c:v>1.1653954538990243E-7</c:v>
                </c:pt>
                <c:pt idx="10534">
                  <c:v>4.0730820103024544E-5</c:v>
                </c:pt>
                <c:pt idx="10535">
                  <c:v>2.1276455236305711E-5</c:v>
                </c:pt>
                <c:pt idx="10536">
                  <c:v>0</c:v>
                </c:pt>
                <c:pt idx="10537">
                  <c:v>3.0161154486482056E-5</c:v>
                </c:pt>
                <c:pt idx="10538">
                  <c:v>1.256391455693717E-5</c:v>
                </c:pt>
                <c:pt idx="10539">
                  <c:v>1.4424167783720763E-5</c:v>
                </c:pt>
                <c:pt idx="10540">
                  <c:v>1.0945005637868306E-4</c:v>
                </c:pt>
                <c:pt idx="10541">
                  <c:v>7.2060287482229196E-5</c:v>
                </c:pt>
                <c:pt idx="10542">
                  <c:v>1.7627295452587914E-5</c:v>
                </c:pt>
                <c:pt idx="10543">
                  <c:v>1.692242178308076E-5</c:v>
                </c:pt>
                <c:pt idx="10544">
                  <c:v>2.0607403749349764E-5</c:v>
                </c:pt>
                <c:pt idx="10545">
                  <c:v>9.9933476275100339E-6</c:v>
                </c:pt>
                <c:pt idx="10546">
                  <c:v>0</c:v>
                </c:pt>
                <c:pt idx="10547">
                  <c:v>1.6435619332099525E-6</c:v>
                </c:pt>
                <c:pt idx="10548">
                  <c:v>3.4620360854829E-5</c:v>
                </c:pt>
                <c:pt idx="10549">
                  <c:v>6.7119198336753486E-7</c:v>
                </c:pt>
                <c:pt idx="10550">
                  <c:v>0</c:v>
                </c:pt>
                <c:pt idx="10551">
                  <c:v>5.1834596513443708E-5</c:v>
                </c:pt>
                <c:pt idx="10552">
                  <c:v>4.8852188247193271E-5</c:v>
                </c:pt>
                <c:pt idx="10553">
                  <c:v>2.6673505231545247E-5</c:v>
                </c:pt>
                <c:pt idx="10554">
                  <c:v>4.3362480816567849E-7</c:v>
                </c:pt>
                <c:pt idx="10555">
                  <c:v>1.560416639333514E-5</c:v>
                </c:pt>
                <c:pt idx="10556">
                  <c:v>1.7669602003346315E-7</c:v>
                </c:pt>
                <c:pt idx="10557">
                  <c:v>0</c:v>
                </c:pt>
                <c:pt idx="10558">
                  <c:v>1.1509794087405265E-6</c:v>
                </c:pt>
                <c:pt idx="10559">
                  <c:v>3.9697740464610257E-5</c:v>
                </c:pt>
                <c:pt idx="10560">
                  <c:v>1.1279895360409784E-4</c:v>
                </c:pt>
                <c:pt idx="10561">
                  <c:v>1.320120297140074E-5</c:v>
                </c:pt>
                <c:pt idx="10562">
                  <c:v>1.0940743318035465E-5</c:v>
                </c:pt>
                <c:pt idx="10563">
                  <c:v>1.3760817961190243E-5</c:v>
                </c:pt>
                <c:pt idx="10564">
                  <c:v>6.0172960587455881E-4</c:v>
                </c:pt>
                <c:pt idx="10565">
                  <c:v>3.7468756205972815E-5</c:v>
                </c:pt>
                <c:pt idx="10566">
                  <c:v>1.5464746203881596E-5</c:v>
                </c:pt>
                <c:pt idx="10567">
                  <c:v>3.5370221720541781E-6</c:v>
                </c:pt>
                <c:pt idx="10568">
                  <c:v>3.1659457375672339E-5</c:v>
                </c:pt>
                <c:pt idx="10569">
                  <c:v>3.3195263614294283E-5</c:v>
                </c:pt>
                <c:pt idx="10570">
                  <c:v>2.6970442937747177E-5</c:v>
                </c:pt>
                <c:pt idx="10571">
                  <c:v>6.0576795339949645E-5</c:v>
                </c:pt>
                <c:pt idx="10572">
                  <c:v>2.3125910235337166E-5</c:v>
                </c:pt>
                <c:pt idx="10573">
                  <c:v>9.7142185501671728E-6</c:v>
                </c:pt>
                <c:pt idx="10574">
                  <c:v>5.0748997406853469E-6</c:v>
                </c:pt>
                <c:pt idx="10575">
                  <c:v>4.7440872336972702E-4</c:v>
                </c:pt>
                <c:pt idx="10576">
                  <c:v>2.0117249869012596E-4</c:v>
                </c:pt>
                <c:pt idx="10577">
                  <c:v>7.090763134659213E-6</c:v>
                </c:pt>
                <c:pt idx="10578">
                  <c:v>1.5127473675924603E-6</c:v>
                </c:pt>
                <c:pt idx="10579">
                  <c:v>6.1328371477194782E-5</c:v>
                </c:pt>
                <c:pt idx="10580">
                  <c:v>1.4364603921862187E-5</c:v>
                </c:pt>
                <c:pt idx="10581">
                  <c:v>1.3937203219803706E-4</c:v>
                </c:pt>
                <c:pt idx="10582">
                  <c:v>2.1077833130662407E-3</c:v>
                </c:pt>
                <c:pt idx="10583">
                  <c:v>2.7685842116829374E-5</c:v>
                </c:pt>
                <c:pt idx="10584">
                  <c:v>3.556245118641427E-7</c:v>
                </c:pt>
                <c:pt idx="10585">
                  <c:v>0</c:v>
                </c:pt>
                <c:pt idx="10586">
                  <c:v>3.4007370796670483E-5</c:v>
                </c:pt>
                <c:pt idx="10587">
                  <c:v>9.0589463817344726E-6</c:v>
                </c:pt>
                <c:pt idx="10588">
                  <c:v>1.0368430212572369E-5</c:v>
                </c:pt>
                <c:pt idx="10589">
                  <c:v>1.6348313479029681E-4</c:v>
                </c:pt>
                <c:pt idx="10590">
                  <c:v>3.8730828364786796E-5</c:v>
                </c:pt>
                <c:pt idx="10591">
                  <c:v>1.1385072001246921E-5</c:v>
                </c:pt>
                <c:pt idx="10592">
                  <c:v>4.1523394325014531E-5</c:v>
                </c:pt>
                <c:pt idx="10593">
                  <c:v>3.6693320932569998E-5</c:v>
                </c:pt>
                <c:pt idx="10594">
                  <c:v>1.8997338085801496E-5</c:v>
                </c:pt>
                <c:pt idx="10595">
                  <c:v>2.6518110339199385E-5</c:v>
                </c:pt>
                <c:pt idx="10596">
                  <c:v>2.0848724724954973E-4</c:v>
                </c:pt>
                <c:pt idx="10597">
                  <c:v>3.1686840913977213E-5</c:v>
                </c:pt>
                <c:pt idx="10598">
                  <c:v>2.2153658116126882E-8</c:v>
                </c:pt>
                <c:pt idx="10599">
                  <c:v>2.1211874088953503E-7</c:v>
                </c:pt>
                <c:pt idx="10600">
                  <c:v>2.0995439738662284E-5</c:v>
                </c:pt>
                <c:pt idx="10601">
                  <c:v>1.1458647866147743E-5</c:v>
                </c:pt>
                <c:pt idx="10602">
                  <c:v>1.025919574793255E-4</c:v>
                </c:pt>
                <c:pt idx="10603">
                  <c:v>1.7568584132504816E-5</c:v>
                </c:pt>
                <c:pt idx="10604">
                  <c:v>1.2142402115685273E-3</c:v>
                </c:pt>
                <c:pt idx="10605">
                  <c:v>1.6165959118758787E-7</c:v>
                </c:pt>
                <c:pt idx="10606">
                  <c:v>1.4585984918841429E-5</c:v>
                </c:pt>
                <c:pt idx="10607">
                  <c:v>1.6716407690631225E-5</c:v>
                </c:pt>
                <c:pt idx="10608">
                  <c:v>1.3447379250587791E-5</c:v>
                </c:pt>
                <c:pt idx="10609">
                  <c:v>1.9631434202230013E-5</c:v>
                </c:pt>
                <c:pt idx="10610">
                  <c:v>1.9142095952127964E-5</c:v>
                </c:pt>
                <c:pt idx="10611">
                  <c:v>1.9066277769286556E-6</c:v>
                </c:pt>
                <c:pt idx="10612">
                  <c:v>3.4366885378786422E-5</c:v>
                </c:pt>
                <c:pt idx="10613">
                  <c:v>2.8237647807720086E-5</c:v>
                </c:pt>
                <c:pt idx="10614">
                  <c:v>4.2516681615053974E-5</c:v>
                </c:pt>
                <c:pt idx="10615">
                  <c:v>9.9817334580049442E-7</c:v>
                </c:pt>
                <c:pt idx="10616">
                  <c:v>3.5771642075746129E-6</c:v>
                </c:pt>
                <c:pt idx="10617">
                  <c:v>3.5131337352224749E-4</c:v>
                </c:pt>
                <c:pt idx="10618">
                  <c:v>4.7925272539059915E-4</c:v>
                </c:pt>
                <c:pt idx="10619">
                  <c:v>1.9289581417415431E-5</c:v>
                </c:pt>
                <c:pt idx="10620">
                  <c:v>6.9443085521886982E-5</c:v>
                </c:pt>
                <c:pt idx="10621">
                  <c:v>1.3034521115701298E-5</c:v>
                </c:pt>
                <c:pt idx="10622">
                  <c:v>3.6736357342082216E-5</c:v>
                </c:pt>
                <c:pt idx="10623">
                  <c:v>1.3141095852213175E-5</c:v>
                </c:pt>
                <c:pt idx="10624">
                  <c:v>0</c:v>
                </c:pt>
                <c:pt idx="10625">
                  <c:v>6.6703813922085708E-6</c:v>
                </c:pt>
                <c:pt idx="10626">
                  <c:v>8.9960022504845056E-6</c:v>
                </c:pt>
                <c:pt idx="10627">
                  <c:v>0</c:v>
                </c:pt>
                <c:pt idx="10628">
                  <c:v>2.5884620234715202E-5</c:v>
                </c:pt>
                <c:pt idx="10629">
                  <c:v>1.7578837659625924E-6</c:v>
                </c:pt>
                <c:pt idx="10630">
                  <c:v>1.0118878889694722E-3</c:v>
                </c:pt>
                <c:pt idx="10631">
                  <c:v>3.266158658812673E-7</c:v>
                </c:pt>
                <c:pt idx="10632">
                  <c:v>2.6637320331167873E-6</c:v>
                </c:pt>
                <c:pt idx="10633">
                  <c:v>2.8164411525582878E-5</c:v>
                </c:pt>
                <c:pt idx="10634">
                  <c:v>1.9381873068603291E-6</c:v>
                </c:pt>
                <c:pt idx="10635">
                  <c:v>2.1442161836338986E-4</c:v>
                </c:pt>
                <c:pt idx="10636">
                  <c:v>1.4931255728897288E-5</c:v>
                </c:pt>
                <c:pt idx="10637">
                  <c:v>3.7533908154348422E-5</c:v>
                </c:pt>
                <c:pt idx="10638">
                  <c:v>8.6847016843842163E-8</c:v>
                </c:pt>
                <c:pt idx="10639">
                  <c:v>8.3527627542406032E-6</c:v>
                </c:pt>
                <c:pt idx="10640">
                  <c:v>1.518225060263735E-5</c:v>
                </c:pt>
                <c:pt idx="10641">
                  <c:v>5.3445434740974523E-5</c:v>
                </c:pt>
                <c:pt idx="10642">
                  <c:v>5.5064440546706085E-7</c:v>
                </c:pt>
                <c:pt idx="10643">
                  <c:v>2.7669797486175414E-6</c:v>
                </c:pt>
                <c:pt idx="10644">
                  <c:v>2.4133431728628854E-5</c:v>
                </c:pt>
                <c:pt idx="10645">
                  <c:v>5.0322086962949784E-5</c:v>
                </c:pt>
                <c:pt idx="10646">
                  <c:v>5.072722016080128E-7</c:v>
                </c:pt>
                <c:pt idx="10647">
                  <c:v>2.1595999837304029E-6</c:v>
                </c:pt>
                <c:pt idx="10648">
                  <c:v>8.1102649728700264E-7</c:v>
                </c:pt>
                <c:pt idx="10649">
                  <c:v>0</c:v>
                </c:pt>
                <c:pt idx="10650">
                  <c:v>3.5924702241977652E-5</c:v>
                </c:pt>
                <c:pt idx="10651">
                  <c:v>0</c:v>
                </c:pt>
                <c:pt idx="10652">
                  <c:v>2.8179373613051774E-5</c:v>
                </c:pt>
                <c:pt idx="10653">
                  <c:v>1.8459202046529841E-5</c:v>
                </c:pt>
                <c:pt idx="10654">
                  <c:v>1.4434752578427264E-6</c:v>
                </c:pt>
                <c:pt idx="10655">
                  <c:v>4.5420707843646418E-5</c:v>
                </c:pt>
                <c:pt idx="10656">
                  <c:v>0</c:v>
                </c:pt>
                <c:pt idx="10657">
                  <c:v>0</c:v>
                </c:pt>
                <c:pt idx="10658">
                  <c:v>3.7611286532335756E-3</c:v>
                </c:pt>
                <c:pt idx="10659">
                  <c:v>1.1960524455566066E-6</c:v>
                </c:pt>
                <c:pt idx="10660">
                  <c:v>1.4721484981969002E-4</c:v>
                </c:pt>
                <c:pt idx="10661">
                  <c:v>2.7133640208658845E-5</c:v>
                </c:pt>
                <c:pt idx="10662">
                  <c:v>4.9708895329194829E-5</c:v>
                </c:pt>
                <c:pt idx="10663">
                  <c:v>1.214886653453628E-4</c:v>
                </c:pt>
                <c:pt idx="10664">
                  <c:v>2.5694137530946228E-5</c:v>
                </c:pt>
                <c:pt idx="10665">
                  <c:v>7.6975153987342721E-5</c:v>
                </c:pt>
                <c:pt idx="10666">
                  <c:v>0</c:v>
                </c:pt>
                <c:pt idx="10667">
                  <c:v>6.3802964680467517E-5</c:v>
                </c:pt>
                <c:pt idx="10668">
                  <c:v>2.0573867630578966E-5</c:v>
                </c:pt>
                <c:pt idx="10669">
                  <c:v>9.8057910625206663E-7</c:v>
                </c:pt>
                <c:pt idx="10670">
                  <c:v>9.2591691088991245E-5</c:v>
                </c:pt>
                <c:pt idx="10671">
                  <c:v>1.3534210856561001E-5</c:v>
                </c:pt>
                <c:pt idx="10672">
                  <c:v>1.6278491040205702E-5</c:v>
                </c:pt>
                <c:pt idx="10673">
                  <c:v>1.0353504719572574E-5</c:v>
                </c:pt>
                <c:pt idx="10674">
                  <c:v>3.8893178321922348E-5</c:v>
                </c:pt>
                <c:pt idx="10675">
                  <c:v>2.5215687214684804E-6</c:v>
                </c:pt>
                <c:pt idx="10676">
                  <c:v>0</c:v>
                </c:pt>
                <c:pt idx="10677">
                  <c:v>2.3618549306540158E-5</c:v>
                </c:pt>
                <c:pt idx="10678">
                  <c:v>5.5413497714972473E-5</c:v>
                </c:pt>
                <c:pt idx="10679">
                  <c:v>2.5569268170277548E-5</c:v>
                </c:pt>
                <c:pt idx="10680">
                  <c:v>3.9629244333082148E-6</c:v>
                </c:pt>
                <c:pt idx="10681">
                  <c:v>1.4728008769608321E-5</c:v>
                </c:pt>
                <c:pt idx="10682">
                  <c:v>9.7057087225183567E-5</c:v>
                </c:pt>
                <c:pt idx="10683">
                  <c:v>2.3330952090248436E-5</c:v>
                </c:pt>
                <c:pt idx="10684">
                  <c:v>8.0601023744826051E-6</c:v>
                </c:pt>
                <c:pt idx="10685">
                  <c:v>1.1668336184387778E-5</c:v>
                </c:pt>
                <c:pt idx="10686">
                  <c:v>7.9907281622343127E-5</c:v>
                </c:pt>
                <c:pt idx="10687">
                  <c:v>1.3551941813092373E-5</c:v>
                </c:pt>
                <c:pt idx="10688">
                  <c:v>1.9608424335165145E-4</c:v>
                </c:pt>
                <c:pt idx="10689">
                  <c:v>2.4633719368562294E-5</c:v>
                </c:pt>
                <c:pt idx="10690">
                  <c:v>1.7656019315251206E-5</c:v>
                </c:pt>
                <c:pt idx="10691">
                  <c:v>2.3140951951581068E-6</c:v>
                </c:pt>
                <c:pt idx="10692">
                  <c:v>5.7170730622263023E-8</c:v>
                </c:pt>
                <c:pt idx="10693">
                  <c:v>6.1426052049260891E-4</c:v>
                </c:pt>
                <c:pt idx="10694">
                  <c:v>8.8655003595471615E-6</c:v>
                </c:pt>
                <c:pt idx="10695">
                  <c:v>5.1412875268707745E-6</c:v>
                </c:pt>
                <c:pt idx="10696">
                  <c:v>2.2964716011637681E-5</c:v>
                </c:pt>
                <c:pt idx="10697">
                  <c:v>1.7485593390300929E-5</c:v>
                </c:pt>
                <c:pt idx="10698">
                  <c:v>2.6492265616493213E-5</c:v>
                </c:pt>
                <c:pt idx="10699">
                  <c:v>1.544090194948726E-5</c:v>
                </c:pt>
                <c:pt idx="10700">
                  <c:v>1.0524149706869315E-5</c:v>
                </c:pt>
                <c:pt idx="10701">
                  <c:v>1.8084633663451868E-5</c:v>
                </c:pt>
                <c:pt idx="10702">
                  <c:v>5.3719775687651174E-5</c:v>
                </c:pt>
                <c:pt idx="10703">
                  <c:v>1.445170252840188E-5</c:v>
                </c:pt>
                <c:pt idx="10704">
                  <c:v>2.5618248882677059E-5</c:v>
                </c:pt>
                <c:pt idx="10705">
                  <c:v>2.7053986417770711E-5</c:v>
                </c:pt>
                <c:pt idx="10706">
                  <c:v>7.2977164317005751E-5</c:v>
                </c:pt>
                <c:pt idx="10707">
                  <c:v>4.0833761223905408E-6</c:v>
                </c:pt>
                <c:pt idx="10708">
                  <c:v>1.0121904499080442E-4</c:v>
                </c:pt>
                <c:pt idx="10709">
                  <c:v>4.8877445189444587E-5</c:v>
                </c:pt>
                <c:pt idx="10710">
                  <c:v>5.2808641855558718E-6</c:v>
                </c:pt>
                <c:pt idx="10711">
                  <c:v>9.5858426981758435E-6</c:v>
                </c:pt>
                <c:pt idx="10712">
                  <c:v>1.0478085922490739E-4</c:v>
                </c:pt>
                <c:pt idx="10713">
                  <c:v>2.2878017463936598E-5</c:v>
                </c:pt>
                <c:pt idx="10714">
                  <c:v>1.549345007102371E-6</c:v>
                </c:pt>
                <c:pt idx="10715">
                  <c:v>5.7505240216329496E-8</c:v>
                </c:pt>
                <c:pt idx="10716">
                  <c:v>2.2370772382626882E-5</c:v>
                </c:pt>
                <c:pt idx="10717">
                  <c:v>1.6807978012525814E-5</c:v>
                </c:pt>
                <c:pt idx="10718">
                  <c:v>7.9026181723485325E-4</c:v>
                </c:pt>
                <c:pt idx="10719">
                  <c:v>2.8083456984193808E-5</c:v>
                </c:pt>
                <c:pt idx="10720">
                  <c:v>3.0658017619810317E-6</c:v>
                </c:pt>
                <c:pt idx="10721">
                  <c:v>2.4977057338339475E-7</c:v>
                </c:pt>
                <c:pt idx="10722">
                  <c:v>4.5394678823848728E-6</c:v>
                </c:pt>
                <c:pt idx="10723">
                  <c:v>2.5972505796918293E-5</c:v>
                </c:pt>
                <c:pt idx="10724">
                  <c:v>1.1678545098035503E-5</c:v>
                </c:pt>
                <c:pt idx="10725">
                  <c:v>1.2311484633174913E-7</c:v>
                </c:pt>
                <c:pt idx="10726">
                  <c:v>1.3790936718299446E-5</c:v>
                </c:pt>
                <c:pt idx="10727">
                  <c:v>6.5477575427779234E-5</c:v>
                </c:pt>
                <c:pt idx="10728">
                  <c:v>1.1742858080750992E-5</c:v>
                </c:pt>
                <c:pt idx="10729">
                  <c:v>1.4448710300894353E-5</c:v>
                </c:pt>
                <c:pt idx="10730">
                  <c:v>4.2705386031354793E-4</c:v>
                </c:pt>
                <c:pt idx="10731">
                  <c:v>1.301985213119668E-5</c:v>
                </c:pt>
                <c:pt idx="10732">
                  <c:v>2.5727875351850605E-5</c:v>
                </c:pt>
                <c:pt idx="10733">
                  <c:v>1.9056334027370994E-5</c:v>
                </c:pt>
                <c:pt idx="10734">
                  <c:v>2.2688321428478399E-6</c:v>
                </c:pt>
                <c:pt idx="10735">
                  <c:v>6.3939577857253867E-5</c:v>
                </c:pt>
                <c:pt idx="10736">
                  <c:v>8.201104316438591E-7</c:v>
                </c:pt>
                <c:pt idx="10737">
                  <c:v>5.9580088725134934E-5</c:v>
                </c:pt>
                <c:pt idx="10738">
                  <c:v>2.8671133369672769E-5</c:v>
                </c:pt>
                <c:pt idx="10739">
                  <c:v>2.9659670529900567E-5</c:v>
                </c:pt>
                <c:pt idx="10740">
                  <c:v>3.0853822818091762E-5</c:v>
                </c:pt>
                <c:pt idx="10741">
                  <c:v>8.7272919991503007E-6</c:v>
                </c:pt>
                <c:pt idx="10742">
                  <c:v>0</c:v>
                </c:pt>
                <c:pt idx="10743">
                  <c:v>2.7664473811815369E-5</c:v>
                </c:pt>
                <c:pt idx="10744">
                  <c:v>3.61833460996364E-5</c:v>
                </c:pt>
                <c:pt idx="10745">
                  <c:v>3.5917398318255746E-3</c:v>
                </c:pt>
                <c:pt idx="10746">
                  <c:v>6.4127835871909031E-6</c:v>
                </c:pt>
                <c:pt idx="10747">
                  <c:v>0</c:v>
                </c:pt>
                <c:pt idx="10748">
                  <c:v>2.4455518537331612E-5</c:v>
                </c:pt>
                <c:pt idx="10749">
                  <c:v>8.3018042546789304E-5</c:v>
                </c:pt>
                <c:pt idx="10750">
                  <c:v>0</c:v>
                </c:pt>
                <c:pt idx="10751">
                  <c:v>2.3815973936658842E-5</c:v>
                </c:pt>
                <c:pt idx="10752">
                  <c:v>3.3782903862141869E-7</c:v>
                </c:pt>
                <c:pt idx="10753">
                  <c:v>7.8492147826742316E-8</c:v>
                </c:pt>
                <c:pt idx="10754">
                  <c:v>1.8499311525059124E-7</c:v>
                </c:pt>
                <c:pt idx="10755">
                  <c:v>1.6199947182655173E-5</c:v>
                </c:pt>
                <c:pt idx="10756">
                  <c:v>2.4948427293853606E-5</c:v>
                </c:pt>
                <c:pt idx="10757">
                  <c:v>1.0565776217096254E-4</c:v>
                </c:pt>
                <c:pt idx="10758">
                  <c:v>5.7556265274196675E-7</c:v>
                </c:pt>
                <c:pt idx="10759">
                  <c:v>2.1211874088953503E-7</c:v>
                </c:pt>
                <c:pt idx="10760">
                  <c:v>3.8273709819663453E-5</c:v>
                </c:pt>
                <c:pt idx="10761">
                  <c:v>2.2820717215386748E-6</c:v>
                </c:pt>
                <c:pt idx="10762">
                  <c:v>1.0550519072244928E-4</c:v>
                </c:pt>
                <c:pt idx="10763">
                  <c:v>7.4047843566232403E-7</c:v>
                </c:pt>
                <c:pt idx="10764">
                  <c:v>2.6161559350891203E-4</c:v>
                </c:pt>
                <c:pt idx="10765">
                  <c:v>1.0208673428394627E-7</c:v>
                </c:pt>
                <c:pt idx="10766">
                  <c:v>9.9826385570037184E-6</c:v>
                </c:pt>
                <c:pt idx="10767">
                  <c:v>4.1736779172559421E-5</c:v>
                </c:pt>
                <c:pt idx="10768">
                  <c:v>2.6887232236428627E-5</c:v>
                </c:pt>
                <c:pt idx="10769">
                  <c:v>9.2146179351584848E-5</c:v>
                </c:pt>
                <c:pt idx="10770">
                  <c:v>7.7386671012953918E-6</c:v>
                </c:pt>
                <c:pt idx="10771">
                  <c:v>5.6060672299457193E-4</c:v>
                </c:pt>
                <c:pt idx="10772">
                  <c:v>3.4086132929069722E-6</c:v>
                </c:pt>
                <c:pt idx="10773">
                  <c:v>2.051838422751681E-5</c:v>
                </c:pt>
                <c:pt idx="10774">
                  <c:v>8.520973525651156E-7</c:v>
                </c:pt>
                <c:pt idx="10775">
                  <c:v>4.6221302067937351E-5</c:v>
                </c:pt>
                <c:pt idx="10776">
                  <c:v>1.1397948656226485E-5</c:v>
                </c:pt>
                <c:pt idx="10777">
                  <c:v>1.8398594511290841E-4</c:v>
                </c:pt>
                <c:pt idx="10778">
                  <c:v>1.2718806071376282E-5</c:v>
                </c:pt>
                <c:pt idx="10779">
                  <c:v>0</c:v>
                </c:pt>
                <c:pt idx="10780">
                  <c:v>9.211932693175355E-6</c:v>
                </c:pt>
                <c:pt idx="10781">
                  <c:v>1.382086171108368E-5</c:v>
                </c:pt>
                <c:pt idx="10782">
                  <c:v>2.2334782529735675E-5</c:v>
                </c:pt>
                <c:pt idx="10783">
                  <c:v>1.8733432133145285E-5</c:v>
                </c:pt>
                <c:pt idx="10784">
                  <c:v>4.302301145390553E-6</c:v>
                </c:pt>
                <c:pt idx="10785">
                  <c:v>3.1392100492755963E-5</c:v>
                </c:pt>
                <c:pt idx="10786">
                  <c:v>1.0218322458100107E-6</c:v>
                </c:pt>
                <c:pt idx="10787">
                  <c:v>1.1502406523998478E-5</c:v>
                </c:pt>
                <c:pt idx="10788">
                  <c:v>2.1173724346320211E-5</c:v>
                </c:pt>
                <c:pt idx="10789">
                  <c:v>3.3369565478808268E-5</c:v>
                </c:pt>
                <c:pt idx="10790">
                  <c:v>2.5669137698464496E-7</c:v>
                </c:pt>
                <c:pt idx="10791">
                  <c:v>6.7548836586174524E-6</c:v>
                </c:pt>
                <c:pt idx="10792">
                  <c:v>1.1430785251881677E-4</c:v>
                </c:pt>
                <c:pt idx="10793">
                  <c:v>3.0978133988511062E-5</c:v>
                </c:pt>
                <c:pt idx="10794">
                  <c:v>4.9480102184632806E-5</c:v>
                </c:pt>
                <c:pt idx="10795">
                  <c:v>1.1747001191896723E-5</c:v>
                </c:pt>
                <c:pt idx="10796">
                  <c:v>9.263911877180777E-8</c:v>
                </c:pt>
                <c:pt idx="10797">
                  <c:v>2.3002096086531748E-7</c:v>
                </c:pt>
                <c:pt idx="10798">
                  <c:v>9.7933958067854257E-5</c:v>
                </c:pt>
                <c:pt idx="10799">
                  <c:v>1.2376211968443664E-5</c:v>
                </c:pt>
                <c:pt idx="10800">
                  <c:v>1.7632959097883029E-5</c:v>
                </c:pt>
                <c:pt idx="10801">
                  <c:v>1.2402334993120511E-5</c:v>
                </c:pt>
                <c:pt idx="10802">
                  <c:v>4.7900088989498142E-5</c:v>
                </c:pt>
                <c:pt idx="10803">
                  <c:v>1.4919486631714181E-3</c:v>
                </c:pt>
                <c:pt idx="10804">
                  <c:v>9.0428519074030268E-5</c:v>
                </c:pt>
                <c:pt idx="10805">
                  <c:v>6.1008867150337434E-4</c:v>
                </c:pt>
                <c:pt idx="10806">
                  <c:v>1.146517453096628E-5</c:v>
                </c:pt>
                <c:pt idx="10807">
                  <c:v>7.95656681558046E-7</c:v>
                </c:pt>
                <c:pt idx="10808">
                  <c:v>2.1260541122261447E-7</c:v>
                </c:pt>
                <c:pt idx="10809">
                  <c:v>1.3412585354698218E-5</c:v>
                </c:pt>
                <c:pt idx="10810">
                  <c:v>5.3947031739869903E-7</c:v>
                </c:pt>
                <c:pt idx="10811">
                  <c:v>1.7908440865743904E-5</c:v>
                </c:pt>
                <c:pt idx="10812">
                  <c:v>1.4336829136070636E-5</c:v>
                </c:pt>
                <c:pt idx="10813">
                  <c:v>1.9301433102776906E-5</c:v>
                </c:pt>
                <c:pt idx="10814">
                  <c:v>7.6910947485473408E-6</c:v>
                </c:pt>
                <c:pt idx="10815">
                  <c:v>6.2294453857126764E-5</c:v>
                </c:pt>
                <c:pt idx="10816">
                  <c:v>1.0871381725813356E-5</c:v>
                </c:pt>
                <c:pt idx="10817">
                  <c:v>8.8002681541399748E-5</c:v>
                </c:pt>
                <c:pt idx="10818">
                  <c:v>1.8697473642866353E-5</c:v>
                </c:pt>
                <c:pt idx="10819">
                  <c:v>4.5837005526765297E-7</c:v>
                </c:pt>
                <c:pt idx="10820">
                  <c:v>2.6462111001221823E-5</c:v>
                </c:pt>
                <c:pt idx="10821">
                  <c:v>3.6760793264148752E-5</c:v>
                </c:pt>
                <c:pt idx="10822">
                  <c:v>1.4404538432870153E-5</c:v>
                </c:pt>
                <c:pt idx="10823">
                  <c:v>2.7220390930174734E-5</c:v>
                </c:pt>
                <c:pt idx="10824">
                  <c:v>7.2754455901672928E-5</c:v>
                </c:pt>
                <c:pt idx="10825">
                  <c:v>2.9399465208249472E-6</c:v>
                </c:pt>
                <c:pt idx="10826">
                  <c:v>4.5591924768244427E-7</c:v>
                </c:pt>
                <c:pt idx="10827">
                  <c:v>5.5035800364266084E-5</c:v>
                </c:pt>
                <c:pt idx="10828">
                  <c:v>2.8185823664710345E-5</c:v>
                </c:pt>
                <c:pt idx="10829">
                  <c:v>2.8101704556117652E-4</c:v>
                </c:pt>
                <c:pt idx="10830">
                  <c:v>1.1947762570268181E-5</c:v>
                </c:pt>
                <c:pt idx="10831">
                  <c:v>0</c:v>
                </c:pt>
                <c:pt idx="10832">
                  <c:v>8.0698902186370606E-5</c:v>
                </c:pt>
                <c:pt idx="10833">
                  <c:v>1.8462599950150507E-5</c:v>
                </c:pt>
                <c:pt idx="10834">
                  <c:v>4.4698510445417791E-5</c:v>
                </c:pt>
                <c:pt idx="10835">
                  <c:v>4.9140841639408845E-6</c:v>
                </c:pt>
                <c:pt idx="10836">
                  <c:v>2.7660434025270198E-5</c:v>
                </c:pt>
                <c:pt idx="10837">
                  <c:v>3.2832359442233742E-5</c:v>
                </c:pt>
                <c:pt idx="10838">
                  <c:v>1.3538619134365021E-4</c:v>
                </c:pt>
                <c:pt idx="10839">
                  <c:v>2.6245566907743356E-6</c:v>
                </c:pt>
                <c:pt idx="10840">
                  <c:v>2.0789428161650276E-5</c:v>
                </c:pt>
                <c:pt idx="10841">
                  <c:v>4.3034368474065796E-5</c:v>
                </c:pt>
                <c:pt idx="10842">
                  <c:v>4.1371276136961774E-5</c:v>
                </c:pt>
                <c:pt idx="10843">
                  <c:v>1.1199869518967401E-5</c:v>
                </c:pt>
                <c:pt idx="10844">
                  <c:v>2.8676353211326107E-7</c:v>
                </c:pt>
                <c:pt idx="10845">
                  <c:v>4.8102147881985121E-5</c:v>
                </c:pt>
                <c:pt idx="10846">
                  <c:v>1.0791364497946395E-6</c:v>
                </c:pt>
                <c:pt idx="10847">
                  <c:v>1.8561317699275647E-5</c:v>
                </c:pt>
                <c:pt idx="10848">
                  <c:v>3.4749595159296246E-6</c:v>
                </c:pt>
                <c:pt idx="10849">
                  <c:v>5.5430869369252952E-4</c:v>
                </c:pt>
                <c:pt idx="10850">
                  <c:v>2.1606860628592568E-5</c:v>
                </c:pt>
                <c:pt idx="10851">
                  <c:v>6.5080644053536543E-5</c:v>
                </c:pt>
                <c:pt idx="10852">
                  <c:v>2.1237579737849446E-5</c:v>
                </c:pt>
                <c:pt idx="10853">
                  <c:v>3.2860137266474126E-7</c:v>
                </c:pt>
                <c:pt idx="10854">
                  <c:v>2.924710961340655E-5</c:v>
                </c:pt>
                <c:pt idx="10855">
                  <c:v>4.499637243192206E-4</c:v>
                </c:pt>
                <c:pt idx="10856">
                  <c:v>9.9411357799263871E-6</c:v>
                </c:pt>
                <c:pt idx="10857">
                  <c:v>1.4383532062272786E-5</c:v>
                </c:pt>
                <c:pt idx="10858">
                  <c:v>1.611736892002481E-5</c:v>
                </c:pt>
                <c:pt idx="10859">
                  <c:v>2.9172499639902847E-5</c:v>
                </c:pt>
                <c:pt idx="10860">
                  <c:v>2.5693546472980907E-5</c:v>
                </c:pt>
                <c:pt idx="10861">
                  <c:v>3.8332070987185421E-5</c:v>
                </c:pt>
                <c:pt idx="10862">
                  <c:v>5.6475295615439914E-6</c:v>
                </c:pt>
                <c:pt idx="10863">
                  <c:v>1.5247365525406962E-4</c:v>
                </c:pt>
                <c:pt idx="10864">
                  <c:v>1.4321279966286493E-5</c:v>
                </c:pt>
                <c:pt idx="10865">
                  <c:v>2.2243841149166033E-5</c:v>
                </c:pt>
                <c:pt idx="10866">
                  <c:v>1.5713641221903965E-7</c:v>
                </c:pt>
                <c:pt idx="10867">
                  <c:v>4.0322910878269625E-5</c:v>
                </c:pt>
                <c:pt idx="10868">
                  <c:v>1.5164499598328969E-5</c:v>
                </c:pt>
                <c:pt idx="10869">
                  <c:v>0</c:v>
                </c:pt>
                <c:pt idx="10870">
                  <c:v>5.4140890162470739E-6</c:v>
                </c:pt>
                <c:pt idx="10871">
                  <c:v>2.2359606835500656E-5</c:v>
                </c:pt>
                <c:pt idx="10872">
                  <c:v>5.1644833570079155E-6</c:v>
                </c:pt>
                <c:pt idx="10873">
                  <c:v>5.0222290327744002E-4</c:v>
                </c:pt>
                <c:pt idx="10874">
                  <c:v>1.0981115113126812E-5</c:v>
                </c:pt>
                <c:pt idx="10875">
                  <c:v>1.8261797785322502E-7</c:v>
                </c:pt>
                <c:pt idx="10876">
                  <c:v>1.6934219494410316E-5</c:v>
                </c:pt>
                <c:pt idx="10877">
                  <c:v>3.8799005977317226E-5</c:v>
                </c:pt>
                <c:pt idx="10878">
                  <c:v>4.4990618037176947E-6</c:v>
                </c:pt>
                <c:pt idx="10879">
                  <c:v>3.7664211806679567E-5</c:v>
                </c:pt>
                <c:pt idx="10880">
                  <c:v>0</c:v>
                </c:pt>
                <c:pt idx="10881">
                  <c:v>2.7580552264650657E-5</c:v>
                </c:pt>
                <c:pt idx="10882">
                  <c:v>1.7304528729802215E-5</c:v>
                </c:pt>
                <c:pt idx="10883">
                  <c:v>2.6905861718835222E-5</c:v>
                </c:pt>
                <c:pt idx="10884">
                  <c:v>7.5987127809285717E-6</c:v>
                </c:pt>
                <c:pt idx="10885">
                  <c:v>0</c:v>
                </c:pt>
                <c:pt idx="10886">
                  <c:v>6.7341872027470122E-5</c:v>
                </c:pt>
                <c:pt idx="10887">
                  <c:v>2.1271851330770697E-5</c:v>
                </c:pt>
                <c:pt idx="10888">
                  <c:v>1.3811092645115434E-4</c:v>
                </c:pt>
                <c:pt idx="10889">
                  <c:v>2.5916745248181212E-6</c:v>
                </c:pt>
                <c:pt idx="10890">
                  <c:v>2.7663213372317173E-3</c:v>
                </c:pt>
                <c:pt idx="10891">
                  <c:v>1.6234047056000507E-4</c:v>
                </c:pt>
                <c:pt idx="10892">
                  <c:v>0</c:v>
                </c:pt>
                <c:pt idx="10893">
                  <c:v>6.3780513845503191E-5</c:v>
                </c:pt>
                <c:pt idx="10894">
                  <c:v>4.4066515600556881E-7</c:v>
                </c:pt>
                <c:pt idx="10895">
                  <c:v>4.6847602362902957E-4</c:v>
                </c:pt>
                <c:pt idx="10896">
                  <c:v>2.8335973669565541E-6</c:v>
                </c:pt>
                <c:pt idx="10897">
                  <c:v>1.8236610569256801E-5</c:v>
                </c:pt>
                <c:pt idx="10898">
                  <c:v>1.8721309469258481E-3</c:v>
                </c:pt>
                <c:pt idx="10899">
                  <c:v>2.7478278406786212E-6</c:v>
                </c:pt>
                <c:pt idx="10900">
                  <c:v>1.1249724412767834E-6</c:v>
                </c:pt>
                <c:pt idx="10901">
                  <c:v>2.9794053592397342E-5</c:v>
                </c:pt>
                <c:pt idx="10902">
                  <c:v>0</c:v>
                </c:pt>
                <c:pt idx="10903">
                  <c:v>1.4367933177930395E-4</c:v>
                </c:pt>
                <c:pt idx="10904">
                  <c:v>7.6447371226851832E-6</c:v>
                </c:pt>
                <c:pt idx="10905">
                  <c:v>0</c:v>
                </c:pt>
                <c:pt idx="10906">
                  <c:v>1.5051355881998735E-5</c:v>
                </c:pt>
                <c:pt idx="10907">
                  <c:v>2.6400860206891054E-5</c:v>
                </c:pt>
                <c:pt idx="10908">
                  <c:v>1.5338504877801349E-3</c:v>
                </c:pt>
                <c:pt idx="10909">
                  <c:v>5.8874637980603106E-5</c:v>
                </c:pt>
                <c:pt idx="10910">
                  <c:v>0</c:v>
                </c:pt>
                <c:pt idx="10911">
                  <c:v>9.1544571351579708E-8</c:v>
                </c:pt>
                <c:pt idx="10912">
                  <c:v>1.038043310571691E-5</c:v>
                </c:pt>
                <c:pt idx="10913">
                  <c:v>3.5725250341458812E-6</c:v>
                </c:pt>
                <c:pt idx="10914">
                  <c:v>5.5263821907577956E-5</c:v>
                </c:pt>
                <c:pt idx="10915">
                  <c:v>1.3968245851775274E-5</c:v>
                </c:pt>
                <c:pt idx="10916">
                  <c:v>2.4395947761141607E-5</c:v>
                </c:pt>
                <c:pt idx="10917">
                  <c:v>3.4379583235478042E-6</c:v>
                </c:pt>
                <c:pt idx="10918">
                  <c:v>7.3174790388813981E-6</c:v>
                </c:pt>
                <c:pt idx="10919">
                  <c:v>0</c:v>
                </c:pt>
                <c:pt idx="10920">
                  <c:v>1.8420716555194191E-5</c:v>
                </c:pt>
                <c:pt idx="10921">
                  <c:v>1.9924682548674928E-6</c:v>
                </c:pt>
                <c:pt idx="10922">
                  <c:v>9.4068479223827584E-6</c:v>
                </c:pt>
                <c:pt idx="10923">
                  <c:v>5.5369952697203114E-5</c:v>
                </c:pt>
                <c:pt idx="10924">
                  <c:v>2.5220586519259751E-5</c:v>
                </c:pt>
                <c:pt idx="10925">
                  <c:v>5.008115828483297E-4</c:v>
                </c:pt>
                <c:pt idx="10926">
                  <c:v>0</c:v>
                </c:pt>
                <c:pt idx="10927">
                  <c:v>1.1096020550970041E-5</c:v>
                </c:pt>
                <c:pt idx="10928">
                  <c:v>3.0947476604971216E-7</c:v>
                </c:pt>
                <c:pt idx="10929">
                  <c:v>1.5823823477152635E-5</c:v>
                </c:pt>
                <c:pt idx="10930">
                  <c:v>3.6144962587285538E-3</c:v>
                </c:pt>
                <c:pt idx="10931">
                  <c:v>7.1985340216167944E-6</c:v>
                </c:pt>
                <c:pt idx="10932">
                  <c:v>7.7073937314827708E-5</c:v>
                </c:pt>
                <c:pt idx="10933">
                  <c:v>1.2530901921895514E-4</c:v>
                </c:pt>
                <c:pt idx="10934">
                  <c:v>2.6937585352833154E-4</c:v>
                </c:pt>
                <c:pt idx="10935">
                  <c:v>3.5518636990542094E-7</c:v>
                </c:pt>
                <c:pt idx="10936">
                  <c:v>1.4016124290656701E-4</c:v>
                </c:pt>
                <c:pt idx="10937">
                  <c:v>1.5577788415950829E-5</c:v>
                </c:pt>
                <c:pt idx="10938">
                  <c:v>2.2364993356437321E-4</c:v>
                </c:pt>
                <c:pt idx="10939">
                  <c:v>0</c:v>
                </c:pt>
                <c:pt idx="10940">
                  <c:v>2.2790063164540212E-5</c:v>
                </c:pt>
                <c:pt idx="10941">
                  <c:v>1.3429329241914727E-5</c:v>
                </c:pt>
                <c:pt idx="10942">
                  <c:v>1.4087041269963854E-4</c:v>
                </c:pt>
                <c:pt idx="10943">
                  <c:v>4.5193462556898938E-4</c:v>
                </c:pt>
                <c:pt idx="10944">
                  <c:v>1.5195120725225119E-5</c:v>
                </c:pt>
                <c:pt idx="10945">
                  <c:v>0</c:v>
                </c:pt>
                <c:pt idx="10946">
                  <c:v>9.6805077657644752E-6</c:v>
                </c:pt>
                <c:pt idx="10947">
                  <c:v>1.8158882830680116E-5</c:v>
                </c:pt>
                <c:pt idx="10948">
                  <c:v>1.565430651264998E-4</c:v>
                </c:pt>
                <c:pt idx="10949">
                  <c:v>5.0795544999232389E-7</c:v>
                </c:pt>
                <c:pt idx="10950">
                  <c:v>4.079866163467291E-6</c:v>
                </c:pt>
                <c:pt idx="10951">
                  <c:v>5.6900915402142462E-6</c:v>
                </c:pt>
                <c:pt idx="10952">
                  <c:v>3.1552753502356151E-5</c:v>
                </c:pt>
                <c:pt idx="10953">
                  <c:v>1.0135298588128037E-5</c:v>
                </c:pt>
                <c:pt idx="10954">
                  <c:v>3.1810382132470647E-5</c:v>
                </c:pt>
                <c:pt idx="10955">
                  <c:v>0</c:v>
                </c:pt>
                <c:pt idx="10956">
                  <c:v>4.417871639833653E-5</c:v>
                </c:pt>
                <c:pt idx="10957">
                  <c:v>2.3963000477239841E-4</c:v>
                </c:pt>
                <c:pt idx="10958">
                  <c:v>4.4025145242307379E-4</c:v>
                </c:pt>
                <c:pt idx="10959">
                  <c:v>0</c:v>
                </c:pt>
                <c:pt idx="10960">
                  <c:v>3.2035817251617929E-5</c:v>
                </c:pt>
                <c:pt idx="10961">
                  <c:v>1.7104601268402733E-5</c:v>
                </c:pt>
                <c:pt idx="10962">
                  <c:v>2.3891970976035535E-5</c:v>
                </c:pt>
                <c:pt idx="10963">
                  <c:v>2.2849048871866034E-5</c:v>
                </c:pt>
                <c:pt idx="10964">
                  <c:v>8.5666614567194677E-6</c:v>
                </c:pt>
                <c:pt idx="10965">
                  <c:v>9.1070798907817268E-6</c:v>
                </c:pt>
                <c:pt idx="10966">
                  <c:v>1.5939057437503983E-4</c:v>
                </c:pt>
                <c:pt idx="10967">
                  <c:v>0</c:v>
                </c:pt>
                <c:pt idx="10968">
                  <c:v>1.5205881115431943E-5</c:v>
                </c:pt>
                <c:pt idx="10969">
                  <c:v>0</c:v>
                </c:pt>
                <c:pt idx="10970">
                  <c:v>1.2642239140865425E-5</c:v>
                </c:pt>
                <c:pt idx="10971">
                  <c:v>1.7028114290154079E-5</c:v>
                </c:pt>
                <c:pt idx="10972">
                  <c:v>3.7306095475828224E-5</c:v>
                </c:pt>
                <c:pt idx="10973">
                  <c:v>3.184874768425143E-5</c:v>
                </c:pt>
                <c:pt idx="10974">
                  <c:v>1.2993719992612919E-5</c:v>
                </c:pt>
                <c:pt idx="10975">
                  <c:v>1.6076827334077532E-5</c:v>
                </c:pt>
                <c:pt idx="10976">
                  <c:v>3.5100431767292257E-7</c:v>
                </c:pt>
                <c:pt idx="10977">
                  <c:v>8.0031969110237976E-7</c:v>
                </c:pt>
                <c:pt idx="10978">
                  <c:v>7.5571830253027592E-6</c:v>
                </c:pt>
                <c:pt idx="10979">
                  <c:v>2.292674439245509E-5</c:v>
                </c:pt>
                <c:pt idx="10980">
                  <c:v>5.4625337807481918E-5</c:v>
                </c:pt>
                <c:pt idx="10981">
                  <c:v>0</c:v>
                </c:pt>
                <c:pt idx="10982">
                  <c:v>0</c:v>
                </c:pt>
                <c:pt idx="10983">
                  <c:v>2.875587450772428E-6</c:v>
                </c:pt>
                <c:pt idx="10984">
                  <c:v>7.4953812288494523E-5</c:v>
                </c:pt>
                <c:pt idx="10985">
                  <c:v>1.9444217914873954E-7</c:v>
                </c:pt>
                <c:pt idx="10986">
                  <c:v>6.6906459887267712E-5</c:v>
                </c:pt>
                <c:pt idx="10987">
                  <c:v>1.7743703663467686E-5</c:v>
                </c:pt>
                <c:pt idx="10988">
                  <c:v>1.3937951537840461E-4</c:v>
                </c:pt>
                <c:pt idx="10989">
                  <c:v>7.0865889618375402E-7</c:v>
                </c:pt>
                <c:pt idx="10990">
                  <c:v>1.0802202881904135E-5</c:v>
                </c:pt>
                <c:pt idx="10991">
                  <c:v>8.8970760721064805E-5</c:v>
                </c:pt>
                <c:pt idx="10992">
                  <c:v>0</c:v>
                </c:pt>
                <c:pt idx="10993">
                  <c:v>2.9673335299185638E-7</c:v>
                </c:pt>
                <c:pt idx="10994">
                  <c:v>5.9834043894102576E-5</c:v>
                </c:pt>
                <c:pt idx="10995">
                  <c:v>4.0058145183535836E-5</c:v>
                </c:pt>
                <c:pt idx="10996">
                  <c:v>1.8426270305292773E-4</c:v>
                </c:pt>
                <c:pt idx="10997">
                  <c:v>1.6242465686102728E-7</c:v>
                </c:pt>
                <c:pt idx="10998">
                  <c:v>4.9768041972600893E-5</c:v>
                </c:pt>
                <c:pt idx="10999">
                  <c:v>2.1677316661752866E-5</c:v>
                </c:pt>
                <c:pt idx="11000">
                  <c:v>1.8799024980096815E-4</c:v>
                </c:pt>
                <c:pt idx="11001">
                  <c:v>5.1017089990291552E-7</c:v>
                </c:pt>
                <c:pt idx="11002">
                  <c:v>3.4092392413966825E-5</c:v>
                </c:pt>
                <c:pt idx="11003">
                  <c:v>3.139645077318297E-5</c:v>
                </c:pt>
                <c:pt idx="11004">
                  <c:v>3.2235768599618587E-5</c:v>
                </c:pt>
                <c:pt idx="11005">
                  <c:v>1.2590108553363196E-5</c:v>
                </c:pt>
                <c:pt idx="11006">
                  <c:v>3.713468587044519E-5</c:v>
                </c:pt>
                <c:pt idx="11007">
                  <c:v>4.3591086038847304E-6</c:v>
                </c:pt>
                <c:pt idx="11008">
                  <c:v>7.3155807400448976E-5</c:v>
                </c:pt>
                <c:pt idx="11009">
                  <c:v>1.2575933811463221E-5</c:v>
                </c:pt>
                <c:pt idx="11010">
                  <c:v>0</c:v>
                </c:pt>
                <c:pt idx="11011">
                  <c:v>4.3864494525339683E-5</c:v>
                </c:pt>
                <c:pt idx="11012">
                  <c:v>2.1216920029860695E-6</c:v>
                </c:pt>
                <c:pt idx="11013">
                  <c:v>2.7411219981414675E-6</c:v>
                </c:pt>
                <c:pt idx="11014">
                  <c:v>1.164781874005235E-5</c:v>
                </c:pt>
                <c:pt idx="11015">
                  <c:v>1.2045457514656422E-5</c:v>
                </c:pt>
                <c:pt idx="11016">
                  <c:v>8.6345508078560033E-6</c:v>
                </c:pt>
                <c:pt idx="11017">
                  <c:v>1.0327759706512086E-5</c:v>
                </c:pt>
                <c:pt idx="11018">
                  <c:v>6.4162757457634646E-5</c:v>
                </c:pt>
                <c:pt idx="11019">
                  <c:v>2.5717771192134456E-5</c:v>
                </c:pt>
                <c:pt idx="11020">
                  <c:v>0</c:v>
                </c:pt>
                <c:pt idx="11021">
                  <c:v>0</c:v>
                </c:pt>
                <c:pt idx="11022">
                  <c:v>4.6947807168717624E-6</c:v>
                </c:pt>
                <c:pt idx="11023">
                  <c:v>4.3147616771890581E-6</c:v>
                </c:pt>
                <c:pt idx="11024">
                  <c:v>9.1742207727960667E-6</c:v>
                </c:pt>
                <c:pt idx="11025">
                  <c:v>6.0270300547288846E-6</c:v>
                </c:pt>
                <c:pt idx="11026">
                  <c:v>3.1312916544086726E-6</c:v>
                </c:pt>
                <c:pt idx="11027">
                  <c:v>2.5673906601267874E-5</c:v>
                </c:pt>
                <c:pt idx="11028">
                  <c:v>4.1759718877585082E-5</c:v>
                </c:pt>
                <c:pt idx="11029">
                  <c:v>4.8277459355846728E-5</c:v>
                </c:pt>
                <c:pt idx="11030">
                  <c:v>3.048697815281991E-5</c:v>
                </c:pt>
                <c:pt idx="11031">
                  <c:v>4.0848324612758473E-5</c:v>
                </c:pt>
                <c:pt idx="11032">
                  <c:v>3.9912648703636076E-5</c:v>
                </c:pt>
                <c:pt idx="11033">
                  <c:v>1.6800727279604726E-5</c:v>
                </c:pt>
                <c:pt idx="11034">
                  <c:v>1.8052629188928181E-5</c:v>
                </c:pt>
                <c:pt idx="11035">
                  <c:v>1.0578263366604605E-6</c:v>
                </c:pt>
                <c:pt idx="11036">
                  <c:v>9.0135203689443685E-4</c:v>
                </c:pt>
                <c:pt idx="11037">
                  <c:v>5.2291857439187534E-5</c:v>
                </c:pt>
                <c:pt idx="11038">
                  <c:v>1.0743392212718273E-5</c:v>
                </c:pt>
                <c:pt idx="11039">
                  <c:v>0</c:v>
                </c:pt>
                <c:pt idx="11040">
                  <c:v>1.5555374331899185E-7</c:v>
                </c:pt>
                <c:pt idx="11041">
                  <c:v>8.4085440138544228E-6</c:v>
                </c:pt>
                <c:pt idx="11042">
                  <c:v>1.0171184647296728E-5</c:v>
                </c:pt>
                <c:pt idx="11043">
                  <c:v>2.4795241775095484E-5</c:v>
                </c:pt>
                <c:pt idx="11044">
                  <c:v>8.0920547609804987E-7</c:v>
                </c:pt>
                <c:pt idx="11045">
                  <c:v>2.6597895090345111E-5</c:v>
                </c:pt>
                <c:pt idx="11046">
                  <c:v>7.1225313999707634E-5</c:v>
                </c:pt>
                <c:pt idx="11047">
                  <c:v>4.2601826161406387E-6</c:v>
                </c:pt>
                <c:pt idx="11048">
                  <c:v>3.1911045853563744E-5</c:v>
                </c:pt>
                <c:pt idx="11049">
                  <c:v>0</c:v>
                </c:pt>
                <c:pt idx="11050">
                  <c:v>4.579390028526493E-5</c:v>
                </c:pt>
                <c:pt idx="11051">
                  <c:v>1.662229036635738E-5</c:v>
                </c:pt>
                <c:pt idx="11052">
                  <c:v>7.3464993413655867E-4</c:v>
                </c:pt>
                <c:pt idx="11053">
                  <c:v>2.7150349319893489E-5</c:v>
                </c:pt>
                <c:pt idx="11054">
                  <c:v>7.5796201768007105E-5</c:v>
                </c:pt>
                <c:pt idx="11055">
                  <c:v>3.7992971715965748E-6</c:v>
                </c:pt>
                <c:pt idx="11056">
                  <c:v>3.6255722989853903E-5</c:v>
                </c:pt>
                <c:pt idx="11057">
                  <c:v>3.4298961139878802E-5</c:v>
                </c:pt>
                <c:pt idx="11058">
                  <c:v>1.045526222023294E-4</c:v>
                </c:pt>
                <c:pt idx="11059">
                  <c:v>1.7051472529837107E-5</c:v>
                </c:pt>
                <c:pt idx="11060">
                  <c:v>6.4811901046481085E-6</c:v>
                </c:pt>
                <c:pt idx="11061">
                  <c:v>3.2896920996603429E-5</c:v>
                </c:pt>
                <c:pt idx="11062">
                  <c:v>5.4283500678584804E-6</c:v>
                </c:pt>
                <c:pt idx="11063">
                  <c:v>0</c:v>
                </c:pt>
                <c:pt idx="11064">
                  <c:v>1.9486675224392156E-5</c:v>
                </c:pt>
                <c:pt idx="11065">
                  <c:v>7.1489645461919804E-6</c:v>
                </c:pt>
                <c:pt idx="11066">
                  <c:v>5.023699781742213E-3</c:v>
                </c:pt>
                <c:pt idx="11067">
                  <c:v>8.0023257357644035E-6</c:v>
                </c:pt>
                <c:pt idx="11068">
                  <c:v>2.6599677235992252E-5</c:v>
                </c:pt>
                <c:pt idx="11069">
                  <c:v>2.8942093716785199E-5</c:v>
                </c:pt>
                <c:pt idx="11070">
                  <c:v>1.4400931707838193E-6</c:v>
                </c:pt>
                <c:pt idx="11071">
                  <c:v>1.9089667490912681E-5</c:v>
                </c:pt>
                <c:pt idx="11072">
                  <c:v>0</c:v>
                </c:pt>
                <c:pt idx="11073">
                  <c:v>0</c:v>
                </c:pt>
                <c:pt idx="11074">
                  <c:v>6.1865039674751374E-4</c:v>
                </c:pt>
                <c:pt idx="11075">
                  <c:v>3.7159836439705321E-5</c:v>
                </c:pt>
                <c:pt idx="11076">
                  <c:v>1.2058868020503061E-5</c:v>
                </c:pt>
                <c:pt idx="11077">
                  <c:v>2.0074566907480254E-5</c:v>
                </c:pt>
                <c:pt idx="11078">
                  <c:v>0</c:v>
                </c:pt>
                <c:pt idx="11079">
                  <c:v>3.9393149613085993E-5</c:v>
                </c:pt>
                <c:pt idx="11080">
                  <c:v>1.2273340641340187E-5</c:v>
                </c:pt>
                <c:pt idx="11081">
                  <c:v>6.0035792944056536E-5</c:v>
                </c:pt>
                <c:pt idx="11082">
                  <c:v>1.4215407415858483E-5</c:v>
                </c:pt>
                <c:pt idx="11083">
                  <c:v>2.4322798409739891E-5</c:v>
                </c:pt>
                <c:pt idx="11084">
                  <c:v>1.538757675804976E-5</c:v>
                </c:pt>
                <c:pt idx="11085">
                  <c:v>3.9973673567427405E-5</c:v>
                </c:pt>
                <c:pt idx="11086">
                  <c:v>1.8771485487979886E-5</c:v>
                </c:pt>
                <c:pt idx="11087">
                  <c:v>1.99730850148322E-5</c:v>
                </c:pt>
                <c:pt idx="11088">
                  <c:v>5.1607871225194822E-6</c:v>
                </c:pt>
                <c:pt idx="11089">
                  <c:v>5.6419055353703923E-5</c:v>
                </c:pt>
                <c:pt idx="11090">
                  <c:v>3.4946393991905711E-5</c:v>
                </c:pt>
                <c:pt idx="11091">
                  <c:v>3.1180143785100844E-6</c:v>
                </c:pt>
                <c:pt idx="11092">
                  <c:v>1.2361174397461127E-5</c:v>
                </c:pt>
                <c:pt idx="11093">
                  <c:v>4.7479371322799003E-5</c:v>
                </c:pt>
                <c:pt idx="11094">
                  <c:v>8.4059003792225902E-7</c:v>
                </c:pt>
                <c:pt idx="11095">
                  <c:v>1.1416035016546888E-7</c:v>
                </c:pt>
                <c:pt idx="11096">
                  <c:v>0</c:v>
                </c:pt>
                <c:pt idx="11097">
                  <c:v>0</c:v>
                </c:pt>
                <c:pt idx="11098">
                  <c:v>4.315477606226116E-5</c:v>
                </c:pt>
                <c:pt idx="11099">
                  <c:v>1.0303987235893681E-4</c:v>
                </c:pt>
                <c:pt idx="11100">
                  <c:v>3.2402672591197946E-5</c:v>
                </c:pt>
                <c:pt idx="11101">
                  <c:v>1.0995676789688534E-5</c:v>
                </c:pt>
                <c:pt idx="11102">
                  <c:v>6.431464259888642E-6</c:v>
                </c:pt>
                <c:pt idx="11103">
                  <c:v>5.1739426765982993E-5</c:v>
                </c:pt>
                <c:pt idx="11104">
                  <c:v>1.3542423025042963E-5</c:v>
                </c:pt>
                <c:pt idx="11105">
                  <c:v>1.7480700057717432E-4</c:v>
                </c:pt>
                <c:pt idx="11106">
                  <c:v>1.0179835367862515E-7</c:v>
                </c:pt>
                <c:pt idx="11107">
                  <c:v>1.5146739279397471E-6</c:v>
                </c:pt>
                <c:pt idx="11108">
                  <c:v>1.1538497186677344E-5</c:v>
                </c:pt>
                <c:pt idx="11109">
                  <c:v>1.5550510237361388E-6</c:v>
                </c:pt>
                <c:pt idx="11110">
                  <c:v>6.1556552639170135E-5</c:v>
                </c:pt>
                <c:pt idx="11111">
                  <c:v>4.0645413361130414E-6</c:v>
                </c:pt>
                <c:pt idx="11112">
                  <c:v>7.1714661098971625E-7</c:v>
                </c:pt>
                <c:pt idx="11113">
                  <c:v>0</c:v>
                </c:pt>
                <c:pt idx="11114">
                  <c:v>1.5269753051793684E-6</c:v>
                </c:pt>
                <c:pt idx="11115">
                  <c:v>3.5702810437975678E-6</c:v>
                </c:pt>
                <c:pt idx="11116">
                  <c:v>7.9866215718313056E-6</c:v>
                </c:pt>
                <c:pt idx="11117">
                  <c:v>3.1250593564014299E-5</c:v>
                </c:pt>
                <c:pt idx="11118">
                  <c:v>3.6736357342082216E-5</c:v>
                </c:pt>
                <c:pt idx="11119">
                  <c:v>2.1019617114477242E-5</c:v>
                </c:pt>
                <c:pt idx="11120">
                  <c:v>2.1675349814057687E-5</c:v>
                </c:pt>
                <c:pt idx="11121">
                  <c:v>1.968153708737347E-4</c:v>
                </c:pt>
                <c:pt idx="11122">
                  <c:v>3.1174813416192702E-5</c:v>
                </c:pt>
                <c:pt idx="11123">
                  <c:v>3.6260447122743977E-6</c:v>
                </c:pt>
                <c:pt idx="11124">
                  <c:v>7.9176855349366885E-5</c:v>
                </c:pt>
                <c:pt idx="11125">
                  <c:v>6.0168064184129417E-5</c:v>
                </c:pt>
                <c:pt idx="11126">
                  <c:v>2.3616786247062579E-6</c:v>
                </c:pt>
                <c:pt idx="11127">
                  <c:v>8.0957838184740763E-7</c:v>
                </c:pt>
                <c:pt idx="11128">
                  <c:v>1.6621775836750288E-5</c:v>
                </c:pt>
                <c:pt idx="11129">
                  <c:v>2.0210109501762812E-5</c:v>
                </c:pt>
                <c:pt idx="11130">
                  <c:v>3.2173343039531905E-5</c:v>
                </c:pt>
                <c:pt idx="11131">
                  <c:v>3.6694219705923523E-5</c:v>
                </c:pt>
                <c:pt idx="11132">
                  <c:v>1.5048257732800548E-5</c:v>
                </c:pt>
                <c:pt idx="11133">
                  <c:v>9.4865363639622206E-6</c:v>
                </c:pt>
                <c:pt idx="11134">
                  <c:v>1.3921086457881203E-5</c:v>
                </c:pt>
                <c:pt idx="11135">
                  <c:v>2.4663844473011319E-7</c:v>
                </c:pt>
                <c:pt idx="11136">
                  <c:v>2.0650196374313319E-5</c:v>
                </c:pt>
                <c:pt idx="11137">
                  <c:v>4.9534869006505971E-7</c:v>
                </c:pt>
                <c:pt idx="11138">
                  <c:v>3.0429050132913611E-4</c:v>
                </c:pt>
                <c:pt idx="11139">
                  <c:v>9.1295486323028109E-7</c:v>
                </c:pt>
                <c:pt idx="11140">
                  <c:v>4.7998442205251105E-5</c:v>
                </c:pt>
                <c:pt idx="11141">
                  <c:v>1.4879581340425813E-4</c:v>
                </c:pt>
                <c:pt idx="11142">
                  <c:v>6.9307518694107597E-6</c:v>
                </c:pt>
                <c:pt idx="11143">
                  <c:v>5.8149995939967007E-5</c:v>
                </c:pt>
                <c:pt idx="11144">
                  <c:v>1.7594827449813407E-3</c:v>
                </c:pt>
                <c:pt idx="11145">
                  <c:v>7.9538886931630756E-6</c:v>
                </c:pt>
                <c:pt idx="11146">
                  <c:v>1.0352185636104483E-4</c:v>
                </c:pt>
                <c:pt idx="11147">
                  <c:v>1.1265539410683487E-5</c:v>
                </c:pt>
                <c:pt idx="11148">
                  <c:v>9.938349587162945E-5</c:v>
                </c:pt>
                <c:pt idx="11149">
                  <c:v>8.5288189880230124E-5</c:v>
                </c:pt>
                <c:pt idx="11150">
                  <c:v>2.858292097070989E-3</c:v>
                </c:pt>
                <c:pt idx="11151">
                  <c:v>2.240434424744102E-5</c:v>
                </c:pt>
                <c:pt idx="11152">
                  <c:v>1.8036361634021013E-4</c:v>
                </c:pt>
                <c:pt idx="11153">
                  <c:v>1.7721078621402919E-3</c:v>
                </c:pt>
                <c:pt idx="11154">
                  <c:v>0</c:v>
                </c:pt>
                <c:pt idx="11155">
                  <c:v>8.9109423020677754E-7</c:v>
                </c:pt>
                <c:pt idx="11156">
                  <c:v>5.8131336264107099E-7</c:v>
                </c:pt>
                <c:pt idx="11157">
                  <c:v>8.7185364198951378E-7</c:v>
                </c:pt>
                <c:pt idx="11158">
                  <c:v>1.2664176291296246E-7</c:v>
                </c:pt>
                <c:pt idx="11159">
                  <c:v>1.2441836132574793E-5</c:v>
                </c:pt>
                <c:pt idx="11160">
                  <c:v>2.8465899302604246E-6</c:v>
                </c:pt>
                <c:pt idx="11161">
                  <c:v>2.2048236221624626E-7</c:v>
                </c:pt>
                <c:pt idx="11162">
                  <c:v>1.2401765938899965E-5</c:v>
                </c:pt>
                <c:pt idx="11163">
                  <c:v>7.8403599070128663E-6</c:v>
                </c:pt>
                <c:pt idx="11164">
                  <c:v>3.9833556882323522E-6</c:v>
                </c:pt>
                <c:pt idx="11165">
                  <c:v>6.4338259261739534E-7</c:v>
                </c:pt>
                <c:pt idx="11166">
                  <c:v>1.4816652210552496E-5</c:v>
                </c:pt>
                <c:pt idx="11167">
                  <c:v>2.5740440858737882E-6</c:v>
                </c:pt>
                <c:pt idx="11168">
                  <c:v>8.8726075999200982E-4</c:v>
                </c:pt>
                <c:pt idx="11169">
                  <c:v>2.3499287720217588E-5</c:v>
                </c:pt>
                <c:pt idx="11170">
                  <c:v>5.5864717883827666E-5</c:v>
                </c:pt>
                <c:pt idx="11171">
                  <c:v>5.6953234634490814E-7</c:v>
                </c:pt>
                <c:pt idx="11172">
                  <c:v>4.5132705952619131E-5</c:v>
                </c:pt>
                <c:pt idx="11173">
                  <c:v>1.7555290282771741E-5</c:v>
                </c:pt>
                <c:pt idx="11174">
                  <c:v>1.2931800431423292E-6</c:v>
                </c:pt>
                <c:pt idx="11175">
                  <c:v>6.2744339763387107E-6</c:v>
                </c:pt>
                <c:pt idx="11176">
                  <c:v>4.6647127287558026E-5</c:v>
                </c:pt>
                <c:pt idx="11177">
                  <c:v>2.1412119513535649E-5</c:v>
                </c:pt>
                <c:pt idx="11178">
                  <c:v>4.9123487604692168E-5</c:v>
                </c:pt>
                <c:pt idx="11179">
                  <c:v>1.7888169799664E-5</c:v>
                </c:pt>
                <c:pt idx="11180">
                  <c:v>1.7871692813784101E-5</c:v>
                </c:pt>
                <c:pt idx="11181">
                  <c:v>2.9354959706915602E-5</c:v>
                </c:pt>
                <c:pt idx="11182">
                  <c:v>6.9814712784622469E-5</c:v>
                </c:pt>
                <c:pt idx="11183">
                  <c:v>4.3443846888968483E-5</c:v>
                </c:pt>
                <c:pt idx="11184">
                  <c:v>1.4588818726224711E-5</c:v>
                </c:pt>
                <c:pt idx="11185">
                  <c:v>6.8175251286826671E-6</c:v>
                </c:pt>
                <c:pt idx="11186">
                  <c:v>1.5468415046150038E-5</c:v>
                </c:pt>
                <c:pt idx="11187">
                  <c:v>2.9369818207224334E-5</c:v>
                </c:pt>
                <c:pt idx="11188">
                  <c:v>2.0740756819177811E-5</c:v>
                </c:pt>
                <c:pt idx="11189">
                  <c:v>7.7975550369970912E-6</c:v>
                </c:pt>
                <c:pt idx="11190">
                  <c:v>4.7373638866033584E-5</c:v>
                </c:pt>
                <c:pt idx="11191">
                  <c:v>9.9640416227372763E-6</c:v>
                </c:pt>
                <c:pt idx="11192">
                  <c:v>4.573417467574287E-5</c:v>
                </c:pt>
                <c:pt idx="11193">
                  <c:v>1.7250529358820598E-5</c:v>
                </c:pt>
                <c:pt idx="11194">
                  <c:v>3.2517416303577501E-5</c:v>
                </c:pt>
                <c:pt idx="11195">
                  <c:v>1.2239047950011018E-5</c:v>
                </c:pt>
                <c:pt idx="11196">
                  <c:v>6.0860081388268422E-5</c:v>
                </c:pt>
                <c:pt idx="11197">
                  <c:v>2.8449960949131413E-5</c:v>
                </c:pt>
                <c:pt idx="11198">
                  <c:v>2.2906065165865983E-6</c:v>
                </c:pt>
                <c:pt idx="11199">
                  <c:v>4.0723971656196384E-6</c:v>
                </c:pt>
                <c:pt idx="11200">
                  <c:v>3.4721788782836986E-3</c:v>
                </c:pt>
                <c:pt idx="11201">
                  <c:v>3.7748240869091444E-6</c:v>
                </c:pt>
                <c:pt idx="11202">
                  <c:v>2.5336590050991471E-5</c:v>
                </c:pt>
                <c:pt idx="11203">
                  <c:v>8.8122110907195097E-5</c:v>
                </c:pt>
                <c:pt idx="11204">
                  <c:v>1.6790967499826331E-4</c:v>
                </c:pt>
                <c:pt idx="11205">
                  <c:v>6.9561826158075647E-5</c:v>
                </c:pt>
                <c:pt idx="11206">
                  <c:v>7.7154924190507828E-6</c:v>
                </c:pt>
                <c:pt idx="11207">
                  <c:v>3.7826426952084445E-5</c:v>
                </c:pt>
                <c:pt idx="11208">
                  <c:v>1.3999838207316665E-5</c:v>
                </c:pt>
                <c:pt idx="11209">
                  <c:v>6.9172702900079895E-6</c:v>
                </c:pt>
                <c:pt idx="11210">
                  <c:v>2.0340517705870107E-7</c:v>
                </c:pt>
                <c:pt idx="11211">
                  <c:v>0</c:v>
                </c:pt>
                <c:pt idx="11212">
                  <c:v>1.5340295297714431E-5</c:v>
                </c:pt>
                <c:pt idx="11213">
                  <c:v>2.46693621115958E-6</c:v>
                </c:pt>
                <c:pt idx="11214">
                  <c:v>6.8991609193809522E-7</c:v>
                </c:pt>
                <c:pt idx="11215">
                  <c:v>9.2941756883338252E-7</c:v>
                </c:pt>
                <c:pt idx="11216">
                  <c:v>3.4429889046719509E-5</c:v>
                </c:pt>
                <c:pt idx="11217">
                  <c:v>5.1878092491865787E-4</c:v>
                </c:pt>
                <c:pt idx="11218">
                  <c:v>0</c:v>
                </c:pt>
                <c:pt idx="11219">
                  <c:v>4.0699670921239807E-5</c:v>
                </c:pt>
                <c:pt idx="11220">
                  <c:v>1.3950809233735838E-5</c:v>
                </c:pt>
                <c:pt idx="11221">
                  <c:v>2.983242410397025E-5</c:v>
                </c:pt>
                <c:pt idx="11222">
                  <c:v>5.8264120845413845E-5</c:v>
                </c:pt>
                <c:pt idx="11223">
                  <c:v>7.7071861951872827E-5</c:v>
                </c:pt>
                <c:pt idx="11224">
                  <c:v>1.2837028961053512E-6</c:v>
                </c:pt>
                <c:pt idx="11225">
                  <c:v>2.64103975386229E-5</c:v>
                </c:pt>
                <c:pt idx="11226">
                  <c:v>0</c:v>
                </c:pt>
                <c:pt idx="11227">
                  <c:v>0</c:v>
                </c:pt>
                <c:pt idx="11228">
                  <c:v>8.8454079631232639E-6</c:v>
                </c:pt>
                <c:pt idx="11229">
                  <c:v>2.3272786654714257E-6</c:v>
                </c:pt>
                <c:pt idx="11230">
                  <c:v>1.0733662353433124E-4</c:v>
                </c:pt>
                <c:pt idx="11231">
                  <c:v>7.3797327533821708E-7</c:v>
                </c:pt>
                <c:pt idx="11232">
                  <c:v>0</c:v>
                </c:pt>
                <c:pt idx="11233">
                  <c:v>9.9419349065967938E-6</c:v>
                </c:pt>
                <c:pt idx="11234">
                  <c:v>2.1627737718064786E-5</c:v>
                </c:pt>
                <c:pt idx="11235">
                  <c:v>5.4662284520241444E-6</c:v>
                </c:pt>
                <c:pt idx="11236">
                  <c:v>1.7695110240558353E-5</c:v>
                </c:pt>
                <c:pt idx="11237">
                  <c:v>1.4335653000617462E-5</c:v>
                </c:pt>
                <c:pt idx="11238">
                  <c:v>7.6220073661125104E-6</c:v>
                </c:pt>
                <c:pt idx="11239">
                  <c:v>0</c:v>
                </c:pt>
                <c:pt idx="11240">
                  <c:v>4.2488361976591771E-5</c:v>
                </c:pt>
                <c:pt idx="11241">
                  <c:v>2.1303706678922266E-4</c:v>
                </c:pt>
                <c:pt idx="11242">
                  <c:v>1.6986106055248909E-5</c:v>
                </c:pt>
                <c:pt idx="11243">
                  <c:v>7.6032564786089539E-5</c:v>
                </c:pt>
                <c:pt idx="11244">
                  <c:v>4.5948554760276401E-5</c:v>
                </c:pt>
                <c:pt idx="11245">
                  <c:v>3.9667510623113045E-5</c:v>
                </c:pt>
                <c:pt idx="11246">
                  <c:v>1.2991633835436487E-4</c:v>
                </c:pt>
                <c:pt idx="11247">
                  <c:v>1.2093644417020511E-5</c:v>
                </c:pt>
                <c:pt idx="11248">
                  <c:v>9.3520632877767888E-7</c:v>
                </c:pt>
                <c:pt idx="11249">
                  <c:v>0</c:v>
                </c:pt>
                <c:pt idx="11250">
                  <c:v>8.2097201332608182E-7</c:v>
                </c:pt>
                <c:pt idx="11251">
                  <c:v>8.4754598338404697E-5</c:v>
                </c:pt>
                <c:pt idx="11252">
                  <c:v>7.3456602788097941E-7</c:v>
                </c:pt>
                <c:pt idx="11253">
                  <c:v>6.1800840238452394E-6</c:v>
                </c:pt>
                <c:pt idx="11254">
                  <c:v>6.5885188153751311E-5</c:v>
                </c:pt>
                <c:pt idx="11255">
                  <c:v>1.2556837953741724E-5</c:v>
                </c:pt>
                <c:pt idx="11256">
                  <c:v>4.3720895870356328E-5</c:v>
                </c:pt>
                <c:pt idx="11257">
                  <c:v>1.0642264034006705E-5</c:v>
                </c:pt>
                <c:pt idx="11258">
                  <c:v>5.7868414868983819E-6</c:v>
                </c:pt>
                <c:pt idx="11259">
                  <c:v>0</c:v>
                </c:pt>
                <c:pt idx="11260">
                  <c:v>5.1522821335982942E-5</c:v>
                </c:pt>
                <c:pt idx="11261">
                  <c:v>1.0605815545738837E-7</c:v>
                </c:pt>
                <c:pt idx="11262">
                  <c:v>5.4600935154898814E-6</c:v>
                </c:pt>
                <c:pt idx="11263">
                  <c:v>1.0218462687458821E-5</c:v>
                </c:pt>
                <c:pt idx="11264">
                  <c:v>7.1266376936692842E-5</c:v>
                </c:pt>
                <c:pt idx="11265">
                  <c:v>6.2383064977899436E-8</c:v>
                </c:pt>
                <c:pt idx="11266">
                  <c:v>6.1056801482192818E-6</c:v>
                </c:pt>
                <c:pt idx="11267">
                  <c:v>4.4502753983305785E-5</c:v>
                </c:pt>
                <c:pt idx="11268">
                  <c:v>5.9878749372450931E-6</c:v>
                </c:pt>
                <c:pt idx="11269">
                  <c:v>5.9218906145700353E-5</c:v>
                </c:pt>
                <c:pt idx="11270">
                  <c:v>2.7136006929392476E-8</c:v>
                </c:pt>
                <c:pt idx="11271">
                  <c:v>1.3510744990848222E-4</c:v>
                </c:pt>
                <c:pt idx="11272">
                  <c:v>5.6988707393761939E-5</c:v>
                </c:pt>
                <c:pt idx="11273">
                  <c:v>1.114864211716128E-4</c:v>
                </c:pt>
                <c:pt idx="11274">
                  <c:v>1.45357783672873E-5</c:v>
                </c:pt>
                <c:pt idx="11275">
                  <c:v>3.52219594575716E-5</c:v>
                </c:pt>
                <c:pt idx="11276">
                  <c:v>5.383303337188859E-6</c:v>
                </c:pt>
                <c:pt idx="11277">
                  <c:v>0</c:v>
                </c:pt>
                <c:pt idx="11278">
                  <c:v>3.8201360991766519E-6</c:v>
                </c:pt>
                <c:pt idx="11279">
                  <c:v>2.6178865028078897E-5</c:v>
                </c:pt>
                <c:pt idx="11280">
                  <c:v>1.3483700936502213E-5</c:v>
                </c:pt>
                <c:pt idx="11281">
                  <c:v>7.4081354139189112E-6</c:v>
                </c:pt>
                <c:pt idx="11282">
                  <c:v>3.9238886850141155E-5</c:v>
                </c:pt>
                <c:pt idx="11283">
                  <c:v>9.8541344265023519E-6</c:v>
                </c:pt>
                <c:pt idx="11284">
                  <c:v>5.1739775726911329E-5</c:v>
                </c:pt>
                <c:pt idx="11285">
                  <c:v>1.5963690412055237E-5</c:v>
                </c:pt>
                <c:pt idx="11286">
                  <c:v>8.3499478883223371E-6</c:v>
                </c:pt>
                <c:pt idx="11287">
                  <c:v>3.7823278298321393E-5</c:v>
                </c:pt>
                <c:pt idx="11288">
                  <c:v>1.388498432786009E-5</c:v>
                </c:pt>
                <c:pt idx="11289">
                  <c:v>1.2841909341754799E-6</c:v>
                </c:pt>
                <c:pt idx="11290">
                  <c:v>1.5183967922289226E-7</c:v>
                </c:pt>
                <c:pt idx="11291">
                  <c:v>2.2278648223343017E-5</c:v>
                </c:pt>
                <c:pt idx="11292">
                  <c:v>4.0642801355902048E-7</c:v>
                </c:pt>
                <c:pt idx="11293">
                  <c:v>1.254054522363919E-5</c:v>
                </c:pt>
                <c:pt idx="11294">
                  <c:v>4.850451401723648E-6</c:v>
                </c:pt>
                <c:pt idx="11295">
                  <c:v>1.1734671441260537E-5</c:v>
                </c:pt>
                <c:pt idx="11296">
                  <c:v>8.8906127966035954E-8</c:v>
                </c:pt>
                <c:pt idx="11297">
                  <c:v>1.5078082511394515E-7</c:v>
                </c:pt>
                <c:pt idx="11298">
                  <c:v>9.2624078616843707E-5</c:v>
                </c:pt>
                <c:pt idx="11299">
                  <c:v>1.3119657520887781E-5</c:v>
                </c:pt>
                <c:pt idx="11300">
                  <c:v>4.0665173540134511E-5</c:v>
                </c:pt>
                <c:pt idx="11301">
                  <c:v>2.0513151330501798E-5</c:v>
                </c:pt>
                <c:pt idx="11302">
                  <c:v>5.6276361110336614E-6</c:v>
                </c:pt>
                <c:pt idx="11303">
                  <c:v>1.3837000105443643E-5</c:v>
                </c:pt>
                <c:pt idx="11304">
                  <c:v>9.49211927337173E-5</c:v>
                </c:pt>
                <c:pt idx="11305">
                  <c:v>3.6819349449379894E-4</c:v>
                </c:pt>
                <c:pt idx="11306">
                  <c:v>2.3851969336780791E-5</c:v>
                </c:pt>
                <c:pt idx="11307">
                  <c:v>3.7500939605891707E-6</c:v>
                </c:pt>
                <c:pt idx="11308">
                  <c:v>6.9643248713455184E-7</c:v>
                </c:pt>
                <c:pt idx="11309">
                  <c:v>3.3099267107341056E-5</c:v>
                </c:pt>
                <c:pt idx="11310">
                  <c:v>0</c:v>
                </c:pt>
                <c:pt idx="11311">
                  <c:v>3.2725537839366415E-4</c:v>
                </c:pt>
                <c:pt idx="11312">
                  <c:v>5.6834179643036647E-6</c:v>
                </c:pt>
                <c:pt idx="11313">
                  <c:v>2.8012700465578226E-5</c:v>
                </c:pt>
                <c:pt idx="11314">
                  <c:v>5.0571136406460089E-6</c:v>
                </c:pt>
                <c:pt idx="11315">
                  <c:v>1.3360324798660702E-5</c:v>
                </c:pt>
                <c:pt idx="11316">
                  <c:v>2.2183794355753244E-5</c:v>
                </c:pt>
                <c:pt idx="11317">
                  <c:v>3.054404729408601E-5</c:v>
                </c:pt>
                <c:pt idx="11318">
                  <c:v>5.8004659421548516E-5</c:v>
                </c:pt>
                <c:pt idx="11319">
                  <c:v>2.2537835439754788E-4</c:v>
                </c:pt>
                <c:pt idx="11320">
                  <c:v>1.9472267289731408E-4</c:v>
                </c:pt>
                <c:pt idx="11321">
                  <c:v>1.8151777553717447E-5</c:v>
                </c:pt>
                <c:pt idx="11322">
                  <c:v>6.8726309742506283E-4</c:v>
                </c:pt>
                <c:pt idx="11323">
                  <c:v>2.6816469731598106E-5</c:v>
                </c:pt>
                <c:pt idx="11324">
                  <c:v>2.3951386478350491E-5</c:v>
                </c:pt>
                <c:pt idx="11325">
                  <c:v>1.1914862089555186E-4</c:v>
                </c:pt>
                <c:pt idx="11326">
                  <c:v>1.1448432878291578E-3</c:v>
                </c:pt>
                <c:pt idx="11327">
                  <c:v>7.366473247494988E-5</c:v>
                </c:pt>
                <c:pt idx="11328">
                  <c:v>9.6799584379231325E-6</c:v>
                </c:pt>
                <c:pt idx="11329">
                  <c:v>5.4555013426425275E-7</c:v>
                </c:pt>
                <c:pt idx="11330">
                  <c:v>4.2940057154894874E-7</c:v>
                </c:pt>
                <c:pt idx="11331">
                  <c:v>1.0651777104306638E-5</c:v>
                </c:pt>
                <c:pt idx="11332">
                  <c:v>1.1790314956973141E-4</c:v>
                </c:pt>
                <c:pt idx="11333">
                  <c:v>2.1556545919871037E-5</c:v>
                </c:pt>
                <c:pt idx="11334">
                  <c:v>3.2681333617502954E-7</c:v>
                </c:pt>
                <c:pt idx="11335">
                  <c:v>1.5844518019212469E-5</c:v>
                </c:pt>
                <c:pt idx="11336">
                  <c:v>2.6050566652216696E-7</c:v>
                </c:pt>
                <c:pt idx="11337">
                  <c:v>1.4469626463309943E-5</c:v>
                </c:pt>
                <c:pt idx="11338">
                  <c:v>2.6700903962671568E-5</c:v>
                </c:pt>
                <c:pt idx="11339">
                  <c:v>2.7508868128960421E-7</c:v>
                </c:pt>
                <c:pt idx="11340">
                  <c:v>2.5765196812980182E-4</c:v>
                </c:pt>
                <c:pt idx="11341">
                  <c:v>1.2880981483239656E-5</c:v>
                </c:pt>
                <c:pt idx="11342">
                  <c:v>3.6112692980202317E-5</c:v>
                </c:pt>
                <c:pt idx="11343">
                  <c:v>6.6855879845235922E-6</c:v>
                </c:pt>
                <c:pt idx="11344">
                  <c:v>3.7473784514239899E-5</c:v>
                </c:pt>
                <c:pt idx="11345">
                  <c:v>9.4970701198209421E-5</c:v>
                </c:pt>
                <c:pt idx="11346">
                  <c:v>1.3641621653842185E-5</c:v>
                </c:pt>
                <c:pt idx="11347">
                  <c:v>2.3611453940391293E-5</c:v>
                </c:pt>
                <c:pt idx="11348">
                  <c:v>1.5629472217624055E-5</c:v>
                </c:pt>
                <c:pt idx="11349">
                  <c:v>3.0796266855091946E-5</c:v>
                </c:pt>
                <c:pt idx="11350">
                  <c:v>1.136027309031133E-4</c:v>
                </c:pt>
                <c:pt idx="11351">
                  <c:v>1.9689280236750842E-5</c:v>
                </c:pt>
                <c:pt idx="11352">
                  <c:v>4.0373802966450734E-6</c:v>
                </c:pt>
                <c:pt idx="11353">
                  <c:v>1.8009308948312401E-7</c:v>
                </c:pt>
                <c:pt idx="11354">
                  <c:v>3.4767599462954849E-5</c:v>
                </c:pt>
                <c:pt idx="11355">
                  <c:v>2.9024566071749291E-5</c:v>
                </c:pt>
                <c:pt idx="11356">
                  <c:v>1.1409163826779801E-4</c:v>
                </c:pt>
                <c:pt idx="11357">
                  <c:v>3.2254996878542028E-5</c:v>
                </c:pt>
                <c:pt idx="11358">
                  <c:v>0</c:v>
                </c:pt>
                <c:pt idx="11359">
                  <c:v>5.3979359872107096E-5</c:v>
                </c:pt>
                <c:pt idx="11360">
                  <c:v>5.9657547671643107E-7</c:v>
                </c:pt>
                <c:pt idx="11361">
                  <c:v>3.7590738701804417E-6</c:v>
                </c:pt>
                <c:pt idx="11362">
                  <c:v>8.4421363493789579E-6</c:v>
                </c:pt>
                <c:pt idx="11363">
                  <c:v>2.7396782270517586E-5</c:v>
                </c:pt>
                <c:pt idx="11364">
                  <c:v>1.2678851709979511E-5</c:v>
                </c:pt>
                <c:pt idx="11365">
                  <c:v>2.1596106720476987E-5</c:v>
                </c:pt>
                <c:pt idx="11366">
                  <c:v>2.9859682068017968E-5</c:v>
                </c:pt>
                <c:pt idx="11367">
                  <c:v>1.1502024985125518E-5</c:v>
                </c:pt>
                <c:pt idx="11368">
                  <c:v>3.9408208362101833E-7</c:v>
                </c:pt>
                <c:pt idx="11369">
                  <c:v>1.0188733017854261E-3</c:v>
                </c:pt>
                <c:pt idx="11370">
                  <c:v>3.2196173226549216E-5</c:v>
                </c:pt>
                <c:pt idx="11371">
                  <c:v>1.7665668032890345E-4</c:v>
                </c:pt>
                <c:pt idx="11372">
                  <c:v>1.4311646395471255E-5</c:v>
                </c:pt>
                <c:pt idx="11373">
                  <c:v>3.7343633205370551E-7</c:v>
                </c:pt>
                <c:pt idx="11374">
                  <c:v>4.1527471807951172E-7</c:v>
                </c:pt>
                <c:pt idx="11375">
                  <c:v>2.0784804581261255E-5</c:v>
                </c:pt>
                <c:pt idx="11376">
                  <c:v>1.2718806071376282E-5</c:v>
                </c:pt>
                <c:pt idx="11377">
                  <c:v>0</c:v>
                </c:pt>
                <c:pt idx="11378">
                  <c:v>1.7996573608835349E-5</c:v>
                </c:pt>
                <c:pt idx="11379">
                  <c:v>3.4464101511102611E-5</c:v>
                </c:pt>
                <c:pt idx="11380">
                  <c:v>2.9470062414464033E-5</c:v>
                </c:pt>
                <c:pt idx="11381">
                  <c:v>8.8610264407728006E-5</c:v>
                </c:pt>
                <c:pt idx="11382">
                  <c:v>6.4896163825948491E-5</c:v>
                </c:pt>
                <c:pt idx="11383">
                  <c:v>5.7500375364390939E-5</c:v>
                </c:pt>
                <c:pt idx="11384">
                  <c:v>3.2171759022618297E-5</c:v>
                </c:pt>
                <c:pt idx="11385">
                  <c:v>8.9354369457558436E-9</c:v>
                </c:pt>
                <c:pt idx="11386">
                  <c:v>0</c:v>
                </c:pt>
                <c:pt idx="11387">
                  <c:v>1.9965810771986914E-5</c:v>
                </c:pt>
                <c:pt idx="11388">
                  <c:v>1.6349399689701626E-5</c:v>
                </c:pt>
                <c:pt idx="11389">
                  <c:v>4.3153487916915114E-6</c:v>
                </c:pt>
                <c:pt idx="11390">
                  <c:v>2.1527934636131011E-6</c:v>
                </c:pt>
                <c:pt idx="11391">
                  <c:v>6.8401467327163998E-6</c:v>
                </c:pt>
                <c:pt idx="11392">
                  <c:v>4.1353495150103636E-6</c:v>
                </c:pt>
                <c:pt idx="11393">
                  <c:v>1.7297576257071802E-5</c:v>
                </c:pt>
                <c:pt idx="11394">
                  <c:v>3.0211265496283145E-6</c:v>
                </c:pt>
                <c:pt idx="11395">
                  <c:v>4.3711845205969384E-6</c:v>
                </c:pt>
                <c:pt idx="11396">
                  <c:v>1.8882829850000585E-3</c:v>
                </c:pt>
                <c:pt idx="11397">
                  <c:v>9.1974052859430812E-6</c:v>
                </c:pt>
                <c:pt idx="11398">
                  <c:v>1.7782244783210336E-4</c:v>
                </c:pt>
                <c:pt idx="11399">
                  <c:v>1.1505127875846001E-6</c:v>
                </c:pt>
                <c:pt idx="11400">
                  <c:v>2.5759507851966612E-3</c:v>
                </c:pt>
                <c:pt idx="11401">
                  <c:v>1.6866172852069698E-5</c:v>
                </c:pt>
                <c:pt idx="11402">
                  <c:v>2.2264077318761443E-4</c:v>
                </c:pt>
                <c:pt idx="11403">
                  <c:v>3.9404809482680299E-5</c:v>
                </c:pt>
                <c:pt idx="11404">
                  <c:v>1.9370558226222004E-6</c:v>
                </c:pt>
                <c:pt idx="11405">
                  <c:v>1.3067110052118694E-5</c:v>
                </c:pt>
                <c:pt idx="11406">
                  <c:v>2.2619404293814104E-6</c:v>
                </c:pt>
                <c:pt idx="11407">
                  <c:v>5.9597309721886148E-6</c:v>
                </c:pt>
                <c:pt idx="11408">
                  <c:v>2.6347504768752052E-5</c:v>
                </c:pt>
                <c:pt idx="11409">
                  <c:v>7.992400565602842E-6</c:v>
                </c:pt>
                <c:pt idx="11410">
                  <c:v>0</c:v>
                </c:pt>
                <c:pt idx="11411">
                  <c:v>1.4596667676863667E-5</c:v>
                </c:pt>
                <c:pt idx="11412">
                  <c:v>1.0452877326341545E-5</c:v>
                </c:pt>
                <c:pt idx="11413">
                  <c:v>3.6202277243459279E-5</c:v>
                </c:pt>
                <c:pt idx="11414">
                  <c:v>1.0425687995614603E-5</c:v>
                </c:pt>
                <c:pt idx="11415">
                  <c:v>6.7631710290411914E-7</c:v>
                </c:pt>
                <c:pt idx="11416">
                  <c:v>1.2903136594149921E-5</c:v>
                </c:pt>
                <c:pt idx="11417">
                  <c:v>1.7932913773623001E-6</c:v>
                </c:pt>
                <c:pt idx="11418">
                  <c:v>3.2920669098280481E-5</c:v>
                </c:pt>
                <c:pt idx="11419">
                  <c:v>1.8673519822975286E-5</c:v>
                </c:pt>
                <c:pt idx="11420">
                  <c:v>2.3879144284351966E-5</c:v>
                </c:pt>
                <c:pt idx="11421">
                  <c:v>0</c:v>
                </c:pt>
                <c:pt idx="11422">
                  <c:v>4.2525728341795922E-6</c:v>
                </c:pt>
                <c:pt idx="11423">
                  <c:v>7.7330701220089569E-6</c:v>
                </c:pt>
                <c:pt idx="11424">
                  <c:v>8.5377967705192013E-6</c:v>
                </c:pt>
                <c:pt idx="11425">
                  <c:v>9.3722895774408E-5</c:v>
                </c:pt>
                <c:pt idx="11426">
                  <c:v>9.4305178647269594E-6</c:v>
                </c:pt>
                <c:pt idx="11427">
                  <c:v>1.6144775106680527E-5</c:v>
                </c:pt>
                <c:pt idx="11428">
                  <c:v>2.9603454070820868E-5</c:v>
                </c:pt>
                <c:pt idx="11429">
                  <c:v>7.3645624647484425E-6</c:v>
                </c:pt>
                <c:pt idx="11430">
                  <c:v>3.1105544456808173E-6</c:v>
                </c:pt>
                <c:pt idx="11431">
                  <c:v>2.0095228142161229E-5</c:v>
                </c:pt>
                <c:pt idx="11432">
                  <c:v>1.0989679130260161E-5</c:v>
                </c:pt>
                <c:pt idx="11433">
                  <c:v>0</c:v>
                </c:pt>
                <c:pt idx="11434">
                  <c:v>1.6412939049739818E-5</c:v>
                </c:pt>
                <c:pt idx="11435">
                  <c:v>4.5615971142067328E-6</c:v>
                </c:pt>
                <c:pt idx="11436">
                  <c:v>6.0266156073045842E-6</c:v>
                </c:pt>
                <c:pt idx="11437">
                  <c:v>1.56426849312979E-5</c:v>
                </c:pt>
                <c:pt idx="11438">
                  <c:v>1.5012561501768626E-5</c:v>
                </c:pt>
                <c:pt idx="11439">
                  <c:v>2.5709833913602651E-7</c:v>
                </c:pt>
                <c:pt idx="11440">
                  <c:v>9.8480634054685506E-7</c:v>
                </c:pt>
                <c:pt idx="11441">
                  <c:v>1.8614941336252865E-5</c:v>
                </c:pt>
                <c:pt idx="11442">
                  <c:v>4.7651725226093392E-6</c:v>
                </c:pt>
                <c:pt idx="11443">
                  <c:v>1.9053516088150158E-7</c:v>
                </c:pt>
                <c:pt idx="11444">
                  <c:v>7.4357485447559666E-5</c:v>
                </c:pt>
                <c:pt idx="11445">
                  <c:v>8.5801469529126571E-5</c:v>
                </c:pt>
                <c:pt idx="11446">
                  <c:v>0</c:v>
                </c:pt>
                <c:pt idx="11447">
                  <c:v>2.0126187222619491E-5</c:v>
                </c:pt>
                <c:pt idx="11448">
                  <c:v>5.7938540887870333E-4</c:v>
                </c:pt>
                <c:pt idx="11449">
                  <c:v>1.5067234549680742E-5</c:v>
                </c:pt>
                <c:pt idx="11450">
                  <c:v>1.4122742408876137E-3</c:v>
                </c:pt>
                <c:pt idx="11451">
                  <c:v>2.2221963331284477E-7</c:v>
                </c:pt>
                <c:pt idx="11452">
                  <c:v>9.7512174327370513E-6</c:v>
                </c:pt>
                <c:pt idx="11453">
                  <c:v>1.8402049876188912E-3</c:v>
                </c:pt>
                <c:pt idx="11454">
                  <c:v>8.9675489698630019E-5</c:v>
                </c:pt>
                <c:pt idx="11455">
                  <c:v>8.4183289634099026E-6</c:v>
                </c:pt>
                <c:pt idx="11456">
                  <c:v>2.9125751314558608E-5</c:v>
                </c:pt>
                <c:pt idx="11457">
                  <c:v>5.5185781991704349E-5</c:v>
                </c:pt>
                <c:pt idx="11458">
                  <c:v>3.5073806818967434E-6</c:v>
                </c:pt>
                <c:pt idx="11459">
                  <c:v>3.4911224680947416E-5</c:v>
                </c:pt>
                <c:pt idx="11460">
                  <c:v>1.3374115170922105E-4</c:v>
                </c:pt>
                <c:pt idx="11461">
                  <c:v>1.5898507589220492E-7</c:v>
                </c:pt>
                <c:pt idx="11462">
                  <c:v>1.8559631177115725E-6</c:v>
                </c:pt>
                <c:pt idx="11463">
                  <c:v>2.0208248390398551E-5</c:v>
                </c:pt>
                <c:pt idx="11464">
                  <c:v>5.0348406664262011E-7</c:v>
                </c:pt>
                <c:pt idx="11465">
                  <c:v>4.1480517669298794E-5</c:v>
                </c:pt>
                <c:pt idx="11466">
                  <c:v>3.7744374446599456E-5</c:v>
                </c:pt>
                <c:pt idx="11467">
                  <c:v>1.4677443003236784E-5</c:v>
                </c:pt>
                <c:pt idx="11468">
                  <c:v>9.2401582569828463E-7</c:v>
                </c:pt>
                <c:pt idx="11469">
                  <c:v>0</c:v>
                </c:pt>
                <c:pt idx="11470">
                  <c:v>3.3208722827221034E-3</c:v>
                </c:pt>
                <c:pt idx="11471">
                  <c:v>3.3540941054677239E-5</c:v>
                </c:pt>
                <c:pt idx="11472">
                  <c:v>2.1649845659098417E-5</c:v>
                </c:pt>
                <c:pt idx="11473">
                  <c:v>2.8628053270717991E-5</c:v>
                </c:pt>
                <c:pt idx="11474">
                  <c:v>1.0016404104972921E-5</c:v>
                </c:pt>
                <c:pt idx="11475">
                  <c:v>0</c:v>
                </c:pt>
                <c:pt idx="11476">
                  <c:v>2.9413181164998192E-5</c:v>
                </c:pt>
                <c:pt idx="11477">
                  <c:v>4.6332793545728543E-7</c:v>
                </c:pt>
                <c:pt idx="11478">
                  <c:v>1.01602268306102E-3</c:v>
                </c:pt>
                <c:pt idx="11479">
                  <c:v>2.8320369380619692E-5</c:v>
                </c:pt>
                <c:pt idx="11480">
                  <c:v>2.7957795308805652E-3</c:v>
                </c:pt>
                <c:pt idx="11481">
                  <c:v>5.41295218223426E-4</c:v>
                </c:pt>
                <c:pt idx="11482">
                  <c:v>2.8057345628103312E-5</c:v>
                </c:pt>
                <c:pt idx="11483">
                  <c:v>2.6969004077806739E-5</c:v>
                </c:pt>
                <c:pt idx="11484">
                  <c:v>6.7626428450859053E-5</c:v>
                </c:pt>
                <c:pt idx="11485">
                  <c:v>1.1764137942905306E-5</c:v>
                </c:pt>
                <c:pt idx="11486">
                  <c:v>2.2571471329287761E-5</c:v>
                </c:pt>
                <c:pt idx="11487">
                  <c:v>4.7788577410181977E-6</c:v>
                </c:pt>
                <c:pt idx="11488">
                  <c:v>2.5064441926910409E-4</c:v>
                </c:pt>
                <c:pt idx="11489">
                  <c:v>2.4719332461035991E-5</c:v>
                </c:pt>
                <c:pt idx="11490">
                  <c:v>1.6428457842194447E-6</c:v>
                </c:pt>
                <c:pt idx="11491">
                  <c:v>4.3375868427429947E-5</c:v>
                </c:pt>
                <c:pt idx="11492">
                  <c:v>0</c:v>
                </c:pt>
                <c:pt idx="11493">
                  <c:v>2.8921843661503352E-8</c:v>
                </c:pt>
                <c:pt idx="11494">
                  <c:v>2.6674850147966391E-5</c:v>
                </c:pt>
                <c:pt idx="11495">
                  <c:v>1.1902002011746708E-7</c:v>
                </c:pt>
                <c:pt idx="11496">
                  <c:v>0</c:v>
                </c:pt>
                <c:pt idx="11497">
                  <c:v>1.2649358612328294E-6</c:v>
                </c:pt>
                <c:pt idx="11498">
                  <c:v>6.2744339763387107E-6</c:v>
                </c:pt>
                <c:pt idx="11499">
                  <c:v>1.2324523083163709E-5</c:v>
                </c:pt>
                <c:pt idx="11500">
                  <c:v>2.5343903591657573E-6</c:v>
                </c:pt>
                <c:pt idx="11501">
                  <c:v>8.6079369025577234E-6</c:v>
                </c:pt>
                <c:pt idx="11502">
                  <c:v>2.0113460764037E-5</c:v>
                </c:pt>
                <c:pt idx="11503">
                  <c:v>0</c:v>
                </c:pt>
                <c:pt idx="11504">
                  <c:v>4.9066498459924294E-7</c:v>
                </c:pt>
                <c:pt idx="11505">
                  <c:v>0</c:v>
                </c:pt>
                <c:pt idx="11506">
                  <c:v>5.0676492940640451E-7</c:v>
                </c:pt>
                <c:pt idx="11507">
                  <c:v>8.1711652744760296E-4</c:v>
                </c:pt>
                <c:pt idx="11508">
                  <c:v>2.375166284292845E-5</c:v>
                </c:pt>
                <c:pt idx="11509">
                  <c:v>2.7696802290358452E-7</c:v>
                </c:pt>
                <c:pt idx="11510">
                  <c:v>0</c:v>
                </c:pt>
                <c:pt idx="11511">
                  <c:v>1.3915129414723655E-6</c:v>
                </c:pt>
                <c:pt idx="11512">
                  <c:v>1.0502938093676626E-5</c:v>
                </c:pt>
                <c:pt idx="11513">
                  <c:v>2.3520810609930601E-5</c:v>
                </c:pt>
                <c:pt idx="11514">
                  <c:v>4.2775845829991913E-5</c:v>
                </c:pt>
                <c:pt idx="11515">
                  <c:v>0</c:v>
                </c:pt>
                <c:pt idx="11516">
                  <c:v>3.098423322577749E-5</c:v>
                </c:pt>
                <c:pt idx="11517">
                  <c:v>7.8471290423861637E-5</c:v>
                </c:pt>
                <c:pt idx="11518">
                  <c:v>1.1740676759253297E-4</c:v>
                </c:pt>
                <c:pt idx="11519">
                  <c:v>1.5492294605698846E-4</c:v>
                </c:pt>
                <c:pt idx="11520">
                  <c:v>0</c:v>
                </c:pt>
                <c:pt idx="11521">
                  <c:v>4.2959887240114223E-5</c:v>
                </c:pt>
                <c:pt idx="11522">
                  <c:v>3.0742137897639628E-5</c:v>
                </c:pt>
                <c:pt idx="11523">
                  <c:v>0</c:v>
                </c:pt>
                <c:pt idx="11524">
                  <c:v>5.9041542574876195E-5</c:v>
                </c:pt>
                <c:pt idx="11525">
                  <c:v>2.360477109316575E-7</c:v>
                </c:pt>
                <c:pt idx="11526">
                  <c:v>2.0898558674900994E-5</c:v>
                </c:pt>
                <c:pt idx="11527">
                  <c:v>2.2314064294097878E-5</c:v>
                </c:pt>
                <c:pt idx="11528">
                  <c:v>3.7882728743097692E-3</c:v>
                </c:pt>
                <c:pt idx="11529">
                  <c:v>3.2175551073422426E-7</c:v>
                </c:pt>
                <c:pt idx="11530">
                  <c:v>0</c:v>
                </c:pt>
                <c:pt idx="11531">
                  <c:v>2.7765918172212448E-5</c:v>
                </c:pt>
                <c:pt idx="11532">
                  <c:v>2.8015748508572349E-5</c:v>
                </c:pt>
                <c:pt idx="11533">
                  <c:v>9.5842067027215788E-8</c:v>
                </c:pt>
                <c:pt idx="11534">
                  <c:v>2.0784945445530079E-5</c:v>
                </c:pt>
                <c:pt idx="11535">
                  <c:v>1.7131313172315553E-5</c:v>
                </c:pt>
                <c:pt idx="11536">
                  <c:v>9.8281683278817674E-6</c:v>
                </c:pt>
                <c:pt idx="11537">
                  <c:v>0</c:v>
                </c:pt>
                <c:pt idx="11538">
                  <c:v>7.2536429998325464E-5</c:v>
                </c:pt>
                <c:pt idx="11539">
                  <c:v>4.3969053536493501E-7</c:v>
                </c:pt>
                <c:pt idx="11540">
                  <c:v>3.6265317402066086E-6</c:v>
                </c:pt>
                <c:pt idx="11541">
                  <c:v>1.5734688148709889E-5</c:v>
                </c:pt>
                <c:pt idx="11542">
                  <c:v>1.1428102706839249E-7</c:v>
                </c:pt>
                <c:pt idx="11543">
                  <c:v>0</c:v>
                </c:pt>
                <c:pt idx="11544">
                  <c:v>1.2794065278899277E-7</c:v>
                </c:pt>
                <c:pt idx="11545">
                  <c:v>0</c:v>
                </c:pt>
                <c:pt idx="11546">
                  <c:v>0</c:v>
                </c:pt>
                <c:pt idx="11547">
                  <c:v>1.6614777194292708E-5</c:v>
                </c:pt>
                <c:pt idx="11548">
                  <c:v>7.6670293882382025E-6</c:v>
                </c:pt>
                <c:pt idx="11549">
                  <c:v>1.0188544872838803E-4</c:v>
                </c:pt>
                <c:pt idx="11550">
                  <c:v>0</c:v>
                </c:pt>
                <c:pt idx="11551">
                  <c:v>8.7257803077217419E-5</c:v>
                </c:pt>
                <c:pt idx="11552">
                  <c:v>3.3291096721334443E-5</c:v>
                </c:pt>
                <c:pt idx="11553">
                  <c:v>0</c:v>
                </c:pt>
                <c:pt idx="11554">
                  <c:v>1.2529654596468757E-5</c:v>
                </c:pt>
                <c:pt idx="11555">
                  <c:v>1.0293625273579601E-5</c:v>
                </c:pt>
                <c:pt idx="11556">
                  <c:v>0</c:v>
                </c:pt>
                <c:pt idx="11557">
                  <c:v>2.8562708482615417E-7</c:v>
                </c:pt>
                <c:pt idx="11558">
                  <c:v>2.3063435009429234E-5</c:v>
                </c:pt>
                <c:pt idx="11559">
                  <c:v>3.7588963789406288E-5</c:v>
                </c:pt>
                <c:pt idx="11560">
                  <c:v>2.1973547074532461E-7</c:v>
                </c:pt>
                <c:pt idx="11561">
                  <c:v>4.315607677962908E-5</c:v>
                </c:pt>
                <c:pt idx="11562">
                  <c:v>0</c:v>
                </c:pt>
                <c:pt idx="11563">
                  <c:v>0</c:v>
                </c:pt>
                <c:pt idx="11564">
                  <c:v>3.8944250374284888E-5</c:v>
                </c:pt>
                <c:pt idx="11565">
                  <c:v>7.2649308228149874E-5</c:v>
                </c:pt>
                <c:pt idx="11566">
                  <c:v>3.9669340710522813E-5</c:v>
                </c:pt>
                <c:pt idx="11567">
                  <c:v>8.0595432716173477E-5</c:v>
                </c:pt>
                <c:pt idx="11568">
                  <c:v>4.7318217593653761E-6</c:v>
                </c:pt>
                <c:pt idx="11569">
                  <c:v>2.1635492504155038E-6</c:v>
                </c:pt>
                <c:pt idx="11570">
                  <c:v>2.2928918686468657E-7</c:v>
                </c:pt>
                <c:pt idx="11571">
                  <c:v>6.0410627207468933E-6</c:v>
                </c:pt>
                <c:pt idx="11572">
                  <c:v>0</c:v>
                </c:pt>
                <c:pt idx="11573">
                  <c:v>6.489186811866747E-8</c:v>
                </c:pt>
                <c:pt idx="11574">
                  <c:v>0</c:v>
                </c:pt>
                <c:pt idx="11575">
                  <c:v>1.9944580003128056E-5</c:v>
                </c:pt>
                <c:pt idx="11576">
                  <c:v>2.3258693174349675E-6</c:v>
                </c:pt>
                <c:pt idx="11577">
                  <c:v>6.7703345607517592E-5</c:v>
                </c:pt>
                <c:pt idx="11578">
                  <c:v>0</c:v>
                </c:pt>
                <c:pt idx="11579">
                  <c:v>9.6438808683070094E-6</c:v>
                </c:pt>
                <c:pt idx="11580">
                  <c:v>2.2014000466636119E-5</c:v>
                </c:pt>
                <c:pt idx="11581">
                  <c:v>1.5925198828606646E-5</c:v>
                </c:pt>
                <c:pt idx="11582">
                  <c:v>7.2309540091038273E-5</c:v>
                </c:pt>
                <c:pt idx="11583">
                  <c:v>2.7010539005055088E-5</c:v>
                </c:pt>
                <c:pt idx="11584">
                  <c:v>9.3106077545115722E-4</c:v>
                </c:pt>
                <c:pt idx="11585">
                  <c:v>1.5394781289668785E-7</c:v>
                </c:pt>
                <c:pt idx="11586">
                  <c:v>0</c:v>
                </c:pt>
                <c:pt idx="11587">
                  <c:v>2.6632489539854853E-5</c:v>
                </c:pt>
                <c:pt idx="11588">
                  <c:v>5.4356908629066831E-6</c:v>
                </c:pt>
                <c:pt idx="11589">
                  <c:v>2.9484504983645246E-7</c:v>
                </c:pt>
                <c:pt idx="11590">
                  <c:v>2.1365583321481996E-7</c:v>
                </c:pt>
                <c:pt idx="11591">
                  <c:v>4.1421992784781874E-7</c:v>
                </c:pt>
                <c:pt idx="11592">
                  <c:v>1.1706162275884578E-5</c:v>
                </c:pt>
                <c:pt idx="11593">
                  <c:v>5.4463401313198952E-7</c:v>
                </c:pt>
                <c:pt idx="11594">
                  <c:v>1.7538661099922714E-5</c:v>
                </c:pt>
                <c:pt idx="11595">
                  <c:v>1.0627842188235581E-5</c:v>
                </c:pt>
                <c:pt idx="11596">
                  <c:v>8.2182343590557746E-5</c:v>
                </c:pt>
                <c:pt idx="11597">
                  <c:v>2.3520848585166747E-6</c:v>
                </c:pt>
                <c:pt idx="11598">
                  <c:v>0</c:v>
                </c:pt>
                <c:pt idx="11599">
                  <c:v>1.007003146494096E-4</c:v>
                </c:pt>
                <c:pt idx="11600">
                  <c:v>3.6014009537739858E-5</c:v>
                </c:pt>
                <c:pt idx="11601">
                  <c:v>1.6359068672380602E-4</c:v>
                </c:pt>
                <c:pt idx="11602">
                  <c:v>5.4854741238747179E-6</c:v>
                </c:pt>
                <c:pt idx="11603">
                  <c:v>6.3022942413037833E-5</c:v>
                </c:pt>
                <c:pt idx="11604">
                  <c:v>1.6572792785656595E-7</c:v>
                </c:pt>
                <c:pt idx="11605">
                  <c:v>3.0473563447516137E-5</c:v>
                </c:pt>
                <c:pt idx="11606">
                  <c:v>1.9225225537646622E-7</c:v>
                </c:pt>
                <c:pt idx="11607">
                  <c:v>4.6209976332883314E-6</c:v>
                </c:pt>
                <c:pt idx="11608">
                  <c:v>4.2098851871767644E-7</c:v>
                </c:pt>
                <c:pt idx="11609">
                  <c:v>9.6516999840392671E-5</c:v>
                </c:pt>
                <c:pt idx="11610">
                  <c:v>4.9021232264089333E-6</c:v>
                </c:pt>
                <c:pt idx="11611">
                  <c:v>5.4404116539904134E-5</c:v>
                </c:pt>
                <c:pt idx="11612">
                  <c:v>3.5223761175115124E-5</c:v>
                </c:pt>
                <c:pt idx="11613">
                  <c:v>6.0438053926708984E-5</c:v>
                </c:pt>
                <c:pt idx="11614">
                  <c:v>5.7428872035431389E-7</c:v>
                </c:pt>
                <c:pt idx="11615">
                  <c:v>4.6653505073624229E-6</c:v>
                </c:pt>
                <c:pt idx="11616">
                  <c:v>3.1486631954457185E-5</c:v>
                </c:pt>
                <c:pt idx="11617">
                  <c:v>6.7264434872632789E-5</c:v>
                </c:pt>
                <c:pt idx="11618">
                  <c:v>7.8051177659084494E-5</c:v>
                </c:pt>
                <c:pt idx="11619">
                  <c:v>2.8028480046181224E-6</c:v>
                </c:pt>
                <c:pt idx="11620">
                  <c:v>3.0190172745048416E-5</c:v>
                </c:pt>
                <c:pt idx="11621">
                  <c:v>2.2844984651148791E-5</c:v>
                </c:pt>
                <c:pt idx="11622">
                  <c:v>0</c:v>
                </c:pt>
                <c:pt idx="11623">
                  <c:v>1.733961167932476E-5</c:v>
                </c:pt>
                <c:pt idx="11624">
                  <c:v>7.8149736126626018E-6</c:v>
                </c:pt>
                <c:pt idx="11625">
                  <c:v>3.2592527218698602E-4</c:v>
                </c:pt>
                <c:pt idx="11626">
                  <c:v>7.7977224239762737E-7</c:v>
                </c:pt>
                <c:pt idx="11627">
                  <c:v>3.2609134499442927E-5</c:v>
                </c:pt>
                <c:pt idx="11628">
                  <c:v>2.7457053188714026E-4</c:v>
                </c:pt>
                <c:pt idx="11629">
                  <c:v>1.4703769111658622E-4</c:v>
                </c:pt>
                <c:pt idx="11630">
                  <c:v>3.0774740075584278E-5</c:v>
                </c:pt>
                <c:pt idx="11631">
                  <c:v>1.6498359255930357E-5</c:v>
                </c:pt>
                <c:pt idx="11632">
                  <c:v>1.1382878785905726E-4</c:v>
                </c:pt>
                <c:pt idx="11633">
                  <c:v>3.6339445918218279E-6</c:v>
                </c:pt>
                <c:pt idx="11634">
                  <c:v>0</c:v>
                </c:pt>
                <c:pt idx="11635">
                  <c:v>6.6653033000783389E-3</c:v>
                </c:pt>
                <c:pt idx="11636">
                  <c:v>2.3151538114303812E-4</c:v>
                </c:pt>
                <c:pt idx="11637">
                  <c:v>3.2219736636620386E-5</c:v>
                </c:pt>
                <c:pt idx="11638">
                  <c:v>0</c:v>
                </c:pt>
                <c:pt idx="11639">
                  <c:v>2.5165713675668696E-5</c:v>
                </c:pt>
                <c:pt idx="11640">
                  <c:v>5.1420868092932101E-4</c:v>
                </c:pt>
                <c:pt idx="11641">
                  <c:v>1.1868346982771342E-6</c:v>
                </c:pt>
                <c:pt idx="11642">
                  <c:v>0</c:v>
                </c:pt>
                <c:pt idx="11643">
                  <c:v>1.1298616044033001E-4</c:v>
                </c:pt>
                <c:pt idx="11644">
                  <c:v>1.7692146675930167E-3</c:v>
                </c:pt>
                <c:pt idx="11645">
                  <c:v>2.2748967044978857E-5</c:v>
                </c:pt>
                <c:pt idx="11646">
                  <c:v>9.65414088870017E-5</c:v>
                </c:pt>
                <c:pt idx="11647">
                  <c:v>4.6595206471116649E-5</c:v>
                </c:pt>
                <c:pt idx="11648">
                  <c:v>2.744109613692498E-5</c:v>
                </c:pt>
                <c:pt idx="11649">
                  <c:v>8.7880830071708301E-5</c:v>
                </c:pt>
                <c:pt idx="11650">
                  <c:v>1.0781311825283053E-5</c:v>
                </c:pt>
                <c:pt idx="11651">
                  <c:v>1.5417240430351591E-5</c:v>
                </c:pt>
                <c:pt idx="11652">
                  <c:v>4.9959415573219324E-6</c:v>
                </c:pt>
                <c:pt idx="11653">
                  <c:v>1.6202215227600257E-4</c:v>
                </c:pt>
                <c:pt idx="11654">
                  <c:v>2.1327385275956442E-3</c:v>
                </c:pt>
                <c:pt idx="11655">
                  <c:v>3.590198475938545E-7</c:v>
                </c:pt>
                <c:pt idx="11656">
                  <c:v>4.0484228663253384E-6</c:v>
                </c:pt>
                <c:pt idx="11657">
                  <c:v>1.5533024655996074E-7</c:v>
                </c:pt>
                <c:pt idx="11658">
                  <c:v>9.1333037581867224E-7</c:v>
                </c:pt>
                <c:pt idx="11659">
                  <c:v>1.1827727762643213E-5</c:v>
                </c:pt>
                <c:pt idx="11660">
                  <c:v>2.3003825567440558E-5</c:v>
                </c:pt>
                <c:pt idx="11661">
                  <c:v>5.7618620850151091E-5</c:v>
                </c:pt>
                <c:pt idx="11662">
                  <c:v>1.1145345526463797E-7</c:v>
                </c:pt>
                <c:pt idx="11663">
                  <c:v>2.0814436806983282E-5</c:v>
                </c:pt>
                <c:pt idx="11664">
                  <c:v>8.180726318897773E-6</c:v>
                </c:pt>
                <c:pt idx="11665">
                  <c:v>3.2973226249956722E-5</c:v>
                </c:pt>
                <c:pt idx="11666">
                  <c:v>7.5006835064777555E-6</c:v>
                </c:pt>
                <c:pt idx="11667">
                  <c:v>6.5547606067117651E-6</c:v>
                </c:pt>
                <c:pt idx="11668">
                  <c:v>1.2680960903143872E-4</c:v>
                </c:pt>
                <c:pt idx="11669">
                  <c:v>4.784423764631921E-6</c:v>
                </c:pt>
                <c:pt idx="11670">
                  <c:v>7.7863054527218247E-6</c:v>
                </c:pt>
                <c:pt idx="11671">
                  <c:v>0</c:v>
                </c:pt>
                <c:pt idx="11672">
                  <c:v>3.5471293462671926E-6</c:v>
                </c:pt>
                <c:pt idx="11673">
                  <c:v>1.9148969982969546E-5</c:v>
                </c:pt>
                <c:pt idx="11674">
                  <c:v>1.1349494610182513E-4</c:v>
                </c:pt>
                <c:pt idx="11675">
                  <c:v>7.3892886600518686E-5</c:v>
                </c:pt>
                <c:pt idx="11676">
                  <c:v>0</c:v>
                </c:pt>
                <c:pt idx="11677">
                  <c:v>2.7918819264487272E-3</c:v>
                </c:pt>
                <c:pt idx="11678">
                  <c:v>1.3629895331503589E-5</c:v>
                </c:pt>
                <c:pt idx="11679">
                  <c:v>1.5822270989391969E-5</c:v>
                </c:pt>
                <c:pt idx="11680">
                  <c:v>8.3970490801375545E-5</c:v>
                </c:pt>
                <c:pt idx="11681">
                  <c:v>5.5584782194010485E-5</c:v>
                </c:pt>
                <c:pt idx="11682">
                  <c:v>6.6111592549961028E-7</c:v>
                </c:pt>
                <c:pt idx="11683">
                  <c:v>1.5147614387657248E-5</c:v>
                </c:pt>
                <c:pt idx="11684">
                  <c:v>1.2191413717824263E-5</c:v>
                </c:pt>
                <c:pt idx="11685">
                  <c:v>3.3306570444488076E-5</c:v>
                </c:pt>
                <c:pt idx="11686">
                  <c:v>2.0506468477374893E-3</c:v>
                </c:pt>
                <c:pt idx="11687">
                  <c:v>2.4560363340858762E-5</c:v>
                </c:pt>
                <c:pt idx="11688">
                  <c:v>5.9976520690349808E-5</c:v>
                </c:pt>
                <c:pt idx="11689">
                  <c:v>3.817528884628245E-5</c:v>
                </c:pt>
                <c:pt idx="11690">
                  <c:v>2.1382820356822681E-5</c:v>
                </c:pt>
                <c:pt idx="11691">
                  <c:v>2.5020473082243506E-5</c:v>
                </c:pt>
                <c:pt idx="11692">
                  <c:v>2.5354952481932817E-6</c:v>
                </c:pt>
                <c:pt idx="11693">
                  <c:v>5.8366263581616921E-6</c:v>
                </c:pt>
                <c:pt idx="11694">
                  <c:v>4.8951838402334028E-5</c:v>
                </c:pt>
                <c:pt idx="11695">
                  <c:v>1.6106013862593109E-5</c:v>
                </c:pt>
                <c:pt idx="11696">
                  <c:v>0</c:v>
                </c:pt>
                <c:pt idx="11697">
                  <c:v>1.0599005059480347E-6</c:v>
                </c:pt>
                <c:pt idx="11698">
                  <c:v>2.1945760226318279E-5</c:v>
                </c:pt>
                <c:pt idx="11699">
                  <c:v>2.0864660424452332E-6</c:v>
                </c:pt>
                <c:pt idx="11700">
                  <c:v>2.7079140651008834E-5</c:v>
                </c:pt>
                <c:pt idx="11701">
                  <c:v>2.1220327326112965E-5</c:v>
                </c:pt>
                <c:pt idx="11702">
                  <c:v>6.2896207663524928E-5</c:v>
                </c:pt>
                <c:pt idx="11703">
                  <c:v>2.9684839350040842E-5</c:v>
                </c:pt>
                <c:pt idx="11704">
                  <c:v>2.3013599786910606E-5</c:v>
                </c:pt>
                <c:pt idx="11705">
                  <c:v>4.9690242353389742E-6</c:v>
                </c:pt>
                <c:pt idx="11706">
                  <c:v>4.1128066109475553E-6</c:v>
                </c:pt>
                <c:pt idx="11707">
                  <c:v>4.6941333147503104E-7</c:v>
                </c:pt>
                <c:pt idx="11708">
                  <c:v>7.5881843710673714E-5</c:v>
                </c:pt>
                <c:pt idx="11709">
                  <c:v>1.0986225568511196E-5</c:v>
                </c:pt>
                <c:pt idx="11710">
                  <c:v>9.6243003555700026E-5</c:v>
                </c:pt>
                <c:pt idx="11711">
                  <c:v>2.0966759099480973E-4</c:v>
                </c:pt>
                <c:pt idx="11712">
                  <c:v>1.7392189769417566E-5</c:v>
                </c:pt>
                <c:pt idx="11713">
                  <c:v>5.1621982405093589E-6</c:v>
                </c:pt>
                <c:pt idx="11714">
                  <c:v>2.7389666279962068E-5</c:v>
                </c:pt>
                <c:pt idx="11715">
                  <c:v>7.9027669303142982E-8</c:v>
                </c:pt>
                <c:pt idx="11716">
                  <c:v>3.2764061152884982E-5</c:v>
                </c:pt>
                <c:pt idx="11717">
                  <c:v>1.4688838533518869E-6</c:v>
                </c:pt>
                <c:pt idx="11718">
                  <c:v>7.5690060085487855E-6</c:v>
                </c:pt>
                <c:pt idx="11719">
                  <c:v>1.1911610907733103E-4</c:v>
                </c:pt>
                <c:pt idx="11720">
                  <c:v>0</c:v>
                </c:pt>
                <c:pt idx="11721">
                  <c:v>5.7433116932654598E-6</c:v>
                </c:pt>
                <c:pt idx="11722">
                  <c:v>3.4630164824241893E-5</c:v>
                </c:pt>
                <c:pt idx="11723">
                  <c:v>2.921887881262146E-7</c:v>
                </c:pt>
                <c:pt idx="11724">
                  <c:v>3.1028077511586328E-6</c:v>
                </c:pt>
                <c:pt idx="11725">
                  <c:v>1.4424987373634181E-5</c:v>
                </c:pt>
                <c:pt idx="11726">
                  <c:v>0</c:v>
                </c:pt>
                <c:pt idx="11727">
                  <c:v>1.0694019324310301E-5</c:v>
                </c:pt>
                <c:pt idx="11728">
                  <c:v>4.1519628214115372E-5</c:v>
                </c:pt>
                <c:pt idx="11729">
                  <c:v>0</c:v>
                </c:pt>
                <c:pt idx="11730">
                  <c:v>6.8891003291142547E-5</c:v>
                </c:pt>
                <c:pt idx="11731">
                  <c:v>6.066770572766517E-6</c:v>
                </c:pt>
                <c:pt idx="11732">
                  <c:v>1.6259265281218635E-5</c:v>
                </c:pt>
                <c:pt idx="11733">
                  <c:v>1.8843898679534932E-5</c:v>
                </c:pt>
                <c:pt idx="11734">
                  <c:v>3.0353613457739436E-5</c:v>
                </c:pt>
                <c:pt idx="11735">
                  <c:v>6.814571479750973E-6</c:v>
                </c:pt>
                <c:pt idx="11736">
                  <c:v>2.1303414589165491E-5</c:v>
                </c:pt>
                <c:pt idx="11737">
                  <c:v>4.826332661013365E-7</c:v>
                </c:pt>
                <c:pt idx="11738">
                  <c:v>0</c:v>
                </c:pt>
                <c:pt idx="11739">
                  <c:v>5.2507820381397817E-6</c:v>
                </c:pt>
                <c:pt idx="11740">
                  <c:v>8.322544388506536E-8</c:v>
                </c:pt>
                <c:pt idx="11741">
                  <c:v>1.3901766186629256E-5</c:v>
                </c:pt>
                <c:pt idx="11742">
                  <c:v>6.8967157957208447E-6</c:v>
                </c:pt>
                <c:pt idx="11743">
                  <c:v>7.0201202342012713E-8</c:v>
                </c:pt>
                <c:pt idx="11744">
                  <c:v>1.8616217370461023E-5</c:v>
                </c:pt>
                <c:pt idx="11745">
                  <c:v>0</c:v>
                </c:pt>
                <c:pt idx="11746">
                  <c:v>1.4097707499156847E-3</c:v>
                </c:pt>
                <c:pt idx="11747">
                  <c:v>4.9024071322642023E-5</c:v>
                </c:pt>
                <c:pt idx="11748">
                  <c:v>6.6282995699667587E-6</c:v>
                </c:pt>
                <c:pt idx="11749">
                  <c:v>8.6921129282698049E-5</c:v>
                </c:pt>
                <c:pt idx="11750">
                  <c:v>1.0322061393572236E-3</c:v>
                </c:pt>
                <c:pt idx="11751">
                  <c:v>1.5823561599925714E-5</c:v>
                </c:pt>
                <c:pt idx="11752">
                  <c:v>0</c:v>
                </c:pt>
                <c:pt idx="11753">
                  <c:v>0</c:v>
                </c:pt>
                <c:pt idx="11754">
                  <c:v>1.2582463586690783E-5</c:v>
                </c:pt>
                <c:pt idx="11755">
                  <c:v>1.0224006883075695E-4</c:v>
                </c:pt>
                <c:pt idx="11756">
                  <c:v>2.2265481342808227E-4</c:v>
                </c:pt>
                <c:pt idx="11757">
                  <c:v>2.0242791144464252E-5</c:v>
                </c:pt>
                <c:pt idx="11758">
                  <c:v>9.3871821956511731E-6</c:v>
                </c:pt>
                <c:pt idx="11759">
                  <c:v>0</c:v>
                </c:pt>
                <c:pt idx="11760">
                  <c:v>1.9108156775089517E-5</c:v>
                </c:pt>
                <c:pt idx="11761">
                  <c:v>6.5605123624578083E-5</c:v>
                </c:pt>
                <c:pt idx="11762">
                  <c:v>0</c:v>
                </c:pt>
                <c:pt idx="11763">
                  <c:v>2.4028355068199426E-5</c:v>
                </c:pt>
                <c:pt idx="11764">
                  <c:v>2.6782204617630618E-5</c:v>
                </c:pt>
                <c:pt idx="11765">
                  <c:v>1.0539485168928861E-5</c:v>
                </c:pt>
                <c:pt idx="11766">
                  <c:v>2.413849386898174E-4</c:v>
                </c:pt>
                <c:pt idx="11767">
                  <c:v>0</c:v>
                </c:pt>
                <c:pt idx="11768">
                  <c:v>7.0138382474144897E-6</c:v>
                </c:pt>
                <c:pt idx="11769">
                  <c:v>0</c:v>
                </c:pt>
                <c:pt idx="11770">
                  <c:v>9.1081559958039427E-6</c:v>
                </c:pt>
                <c:pt idx="11771">
                  <c:v>1.5741182654789294E-3</c:v>
                </c:pt>
                <c:pt idx="11772">
                  <c:v>7.0164524515234984E-5</c:v>
                </c:pt>
                <c:pt idx="11773">
                  <c:v>2.5885457426956261E-5</c:v>
                </c:pt>
                <c:pt idx="11774">
                  <c:v>4.6349346883900991E-7</c:v>
                </c:pt>
                <c:pt idx="11775">
                  <c:v>8.7919122819632641E-6</c:v>
                </c:pt>
                <c:pt idx="11776">
                  <c:v>1.427338574590532E-4</c:v>
                </c:pt>
                <c:pt idx="11777">
                  <c:v>4.4709836935651996E-5</c:v>
                </c:pt>
                <c:pt idx="11778">
                  <c:v>3.7303578992650293E-3</c:v>
                </c:pt>
                <c:pt idx="11779">
                  <c:v>1.8934493784224174E-5</c:v>
                </c:pt>
                <c:pt idx="11780">
                  <c:v>2.9308783055121746E-4</c:v>
                </c:pt>
                <c:pt idx="11781">
                  <c:v>3.0802782450151682E-5</c:v>
                </c:pt>
                <c:pt idx="11782">
                  <c:v>9.1999447964936397E-5</c:v>
                </c:pt>
                <c:pt idx="11783">
                  <c:v>7.6679418558134917E-5</c:v>
                </c:pt>
                <c:pt idx="11784">
                  <c:v>1.8503416909608181E-5</c:v>
                </c:pt>
                <c:pt idx="11785">
                  <c:v>2.572089464161514E-3</c:v>
                </c:pt>
                <c:pt idx="11786">
                  <c:v>6.7198079609282936E-6</c:v>
                </c:pt>
                <c:pt idx="11787">
                  <c:v>1.7582502971898487E-5</c:v>
                </c:pt>
                <c:pt idx="11788">
                  <c:v>1.2962811943249315E-7</c:v>
                </c:pt>
                <c:pt idx="11789">
                  <c:v>2.1216824920841276E-5</c:v>
                </c:pt>
                <c:pt idx="11790">
                  <c:v>5.3179814924839524E-5</c:v>
                </c:pt>
                <c:pt idx="11791">
                  <c:v>1.7481909440457733E-4</c:v>
                </c:pt>
                <c:pt idx="11792">
                  <c:v>4.0054859474340452E-5</c:v>
                </c:pt>
                <c:pt idx="11793">
                  <c:v>2.908070603860101E-5</c:v>
                </c:pt>
                <c:pt idx="11794">
                  <c:v>4.5318940502047853E-5</c:v>
                </c:pt>
                <c:pt idx="11795">
                  <c:v>9.5483883535843768E-6</c:v>
                </c:pt>
                <c:pt idx="11796">
                  <c:v>8.070499126386295E-6</c:v>
                </c:pt>
                <c:pt idx="11797">
                  <c:v>1.2734858413914874E-6</c:v>
                </c:pt>
                <c:pt idx="11798">
                  <c:v>1.5993281357939101E-5</c:v>
                </c:pt>
                <c:pt idx="11799">
                  <c:v>1.55131818320876E-5</c:v>
                </c:pt>
                <c:pt idx="11800">
                  <c:v>1.8702548168247544E-5</c:v>
                </c:pt>
                <c:pt idx="11801">
                  <c:v>0</c:v>
                </c:pt>
                <c:pt idx="11802">
                  <c:v>2.1124913532343456E-4</c:v>
                </c:pt>
                <c:pt idx="11803">
                  <c:v>1.3496860375368209E-5</c:v>
                </c:pt>
                <c:pt idx="11804">
                  <c:v>5.0629312275470076E-5</c:v>
                </c:pt>
                <c:pt idx="11805">
                  <c:v>3.7023921783116249E-7</c:v>
                </c:pt>
                <c:pt idx="11806">
                  <c:v>1.1099574086930157E-7</c:v>
                </c:pt>
                <c:pt idx="11807">
                  <c:v>1.2284816337344964E-4</c:v>
                </c:pt>
                <c:pt idx="11808">
                  <c:v>4.3571419787237632E-5</c:v>
                </c:pt>
                <c:pt idx="11809">
                  <c:v>0</c:v>
                </c:pt>
                <c:pt idx="11810">
                  <c:v>3.4515049327990081E-5</c:v>
                </c:pt>
                <c:pt idx="11811">
                  <c:v>3.2982002029456743E-6</c:v>
                </c:pt>
                <c:pt idx="11812">
                  <c:v>3.3680095942316357E-5</c:v>
                </c:pt>
                <c:pt idx="11813">
                  <c:v>0</c:v>
                </c:pt>
                <c:pt idx="11814">
                  <c:v>1.4229547081459601E-5</c:v>
                </c:pt>
                <c:pt idx="11815">
                  <c:v>2.5385217473045833E-5</c:v>
                </c:pt>
                <c:pt idx="11816">
                  <c:v>1.7735567665567477E-6</c:v>
                </c:pt>
                <c:pt idx="11817">
                  <c:v>1.4550451091076614E-7</c:v>
                </c:pt>
                <c:pt idx="11818">
                  <c:v>7.2707968719845233E-5</c:v>
                </c:pt>
                <c:pt idx="11819">
                  <c:v>1.7025173481369987E-6</c:v>
                </c:pt>
                <c:pt idx="11820">
                  <c:v>1.3739857634476928E-5</c:v>
                </c:pt>
                <c:pt idx="11821">
                  <c:v>1.1344860971073361E-5</c:v>
                </c:pt>
                <c:pt idx="11822">
                  <c:v>1.7276525660096936E-4</c:v>
                </c:pt>
                <c:pt idx="11823">
                  <c:v>0</c:v>
                </c:pt>
                <c:pt idx="11824">
                  <c:v>5.4654203765753933E-6</c:v>
                </c:pt>
                <c:pt idx="11825">
                  <c:v>3.1234699782319771E-5</c:v>
                </c:pt>
                <c:pt idx="11826">
                  <c:v>1.8347176657505155E-5</c:v>
                </c:pt>
                <c:pt idx="11827">
                  <c:v>3.6281764258030627E-5</c:v>
                </c:pt>
                <c:pt idx="11828">
                  <c:v>1.4986262188238907E-5</c:v>
                </c:pt>
                <c:pt idx="11829">
                  <c:v>2.5221928381007996E-5</c:v>
                </c:pt>
                <c:pt idx="11830">
                  <c:v>2.7313684142690942E-5</c:v>
                </c:pt>
                <c:pt idx="11831">
                  <c:v>8.2586062003177395E-6</c:v>
                </c:pt>
                <c:pt idx="11832">
                  <c:v>1.7432590096222844E-5</c:v>
                </c:pt>
                <c:pt idx="11833">
                  <c:v>1.9369896967149685E-5</c:v>
                </c:pt>
                <c:pt idx="11834">
                  <c:v>9.8094924735770301E-6</c:v>
                </c:pt>
                <c:pt idx="11835">
                  <c:v>0</c:v>
                </c:pt>
                <c:pt idx="11836">
                  <c:v>2.2041814404857726E-6</c:v>
                </c:pt>
                <c:pt idx="11837">
                  <c:v>0</c:v>
                </c:pt>
                <c:pt idx="11838">
                  <c:v>5.9378101237791232E-4</c:v>
                </c:pt>
                <c:pt idx="11839">
                  <c:v>1.4750429004574553E-5</c:v>
                </c:pt>
                <c:pt idx="11840">
                  <c:v>7.3644313083582513E-7</c:v>
                </c:pt>
                <c:pt idx="11841">
                  <c:v>0</c:v>
                </c:pt>
                <c:pt idx="11842">
                  <c:v>0</c:v>
                </c:pt>
                <c:pt idx="11843">
                  <c:v>2.88624881722398E-5</c:v>
                </c:pt>
                <c:pt idx="11844">
                  <c:v>2.5370118478458993E-5</c:v>
                </c:pt>
                <c:pt idx="11845">
                  <c:v>6.4880921009366079E-5</c:v>
                </c:pt>
                <c:pt idx="11846">
                  <c:v>3.1044095869065348E-5</c:v>
                </c:pt>
                <c:pt idx="11847">
                  <c:v>1.1364904895050572E-5</c:v>
                </c:pt>
                <c:pt idx="11848">
                  <c:v>8.6378771258506437E-6</c:v>
                </c:pt>
                <c:pt idx="11849">
                  <c:v>3.7402690818855989E-5</c:v>
                </c:pt>
                <c:pt idx="11850">
                  <c:v>3.3277563697687042E-3</c:v>
                </c:pt>
                <c:pt idx="11851">
                  <c:v>9.2439035440586247E-6</c:v>
                </c:pt>
                <c:pt idx="11852">
                  <c:v>3.5207344624611099E-5</c:v>
                </c:pt>
                <c:pt idx="11853">
                  <c:v>1.6262822572169068E-5</c:v>
                </c:pt>
                <c:pt idx="11854">
                  <c:v>1.088507203841836E-5</c:v>
                </c:pt>
                <c:pt idx="11855">
                  <c:v>9.6947665004296396E-6</c:v>
                </c:pt>
                <c:pt idx="11856">
                  <c:v>5.6160961873610117E-7</c:v>
                </c:pt>
                <c:pt idx="11857">
                  <c:v>3.3094493620986282E-5</c:v>
                </c:pt>
                <c:pt idx="11858">
                  <c:v>2.1275392837513626E-5</c:v>
                </c:pt>
                <c:pt idx="11859">
                  <c:v>2.6181160935839185E-5</c:v>
                </c:pt>
                <c:pt idx="11860">
                  <c:v>1.6452151512421744E-5</c:v>
                </c:pt>
                <c:pt idx="11861">
                  <c:v>6.7822068515622711E-6</c:v>
                </c:pt>
                <c:pt idx="11862">
                  <c:v>7.2411153119021817E-7</c:v>
                </c:pt>
                <c:pt idx="11863">
                  <c:v>2.0603278171225911E-5</c:v>
                </c:pt>
                <c:pt idx="11864">
                  <c:v>1.3092440062681701E-5</c:v>
                </c:pt>
                <c:pt idx="11865">
                  <c:v>1.0943184707471596E-5</c:v>
                </c:pt>
                <c:pt idx="11866">
                  <c:v>8.4986837599327505E-5</c:v>
                </c:pt>
                <c:pt idx="11867">
                  <c:v>5.9089714010344264E-6</c:v>
                </c:pt>
                <c:pt idx="11868">
                  <c:v>4.5652534007540975E-5</c:v>
                </c:pt>
                <c:pt idx="11869">
                  <c:v>1.0429608556310444E-6</c:v>
                </c:pt>
                <c:pt idx="11870">
                  <c:v>3.0731734466879013E-5</c:v>
                </c:pt>
                <c:pt idx="11871">
                  <c:v>0</c:v>
                </c:pt>
                <c:pt idx="11872">
                  <c:v>1.7723139202540379E-6</c:v>
                </c:pt>
                <c:pt idx="11873">
                  <c:v>2.8389135361414367E-5</c:v>
                </c:pt>
                <c:pt idx="11874">
                  <c:v>7.2019767613364923E-5</c:v>
                </c:pt>
                <c:pt idx="11875">
                  <c:v>1.2813879357998865E-5</c:v>
                </c:pt>
                <c:pt idx="11876">
                  <c:v>0</c:v>
                </c:pt>
                <c:pt idx="11877">
                  <c:v>7.5544651657892395E-5</c:v>
                </c:pt>
                <c:pt idx="11878">
                  <c:v>1.1501782934514584E-4</c:v>
                </c:pt>
                <c:pt idx="11879">
                  <c:v>6.6597444521580801E-7</c:v>
                </c:pt>
                <c:pt idx="11880">
                  <c:v>1.6229726497329235E-5</c:v>
                </c:pt>
                <c:pt idx="11881">
                  <c:v>5.4704327085884233E-5</c:v>
                </c:pt>
                <c:pt idx="11882">
                  <c:v>6.8648289661293389E-5</c:v>
                </c:pt>
                <c:pt idx="11883">
                  <c:v>4.9801810828559776E-6</c:v>
                </c:pt>
                <c:pt idx="11884">
                  <c:v>5.3448232138433917E-5</c:v>
                </c:pt>
                <c:pt idx="11885">
                  <c:v>1.1181950337751663E-4</c:v>
                </c:pt>
                <c:pt idx="11886">
                  <c:v>6.8818633291818897E-6</c:v>
                </c:pt>
                <c:pt idx="11887">
                  <c:v>3.0936049844378594E-5</c:v>
                </c:pt>
                <c:pt idx="11888">
                  <c:v>1.3642433655131116E-5</c:v>
                </c:pt>
                <c:pt idx="11889">
                  <c:v>1.7479938436704864E-5</c:v>
                </c:pt>
                <c:pt idx="11890">
                  <c:v>1.4058605990031474E-4</c:v>
                </c:pt>
                <c:pt idx="11891">
                  <c:v>4.8713529972979136E-5</c:v>
                </c:pt>
                <c:pt idx="11892">
                  <c:v>8.4555191200770763E-7</c:v>
                </c:pt>
                <c:pt idx="11893">
                  <c:v>3.0534019964766429E-5</c:v>
                </c:pt>
                <c:pt idx="11894">
                  <c:v>2.6061611713789435E-5</c:v>
                </c:pt>
                <c:pt idx="11895">
                  <c:v>8.3927384799937904E-6</c:v>
                </c:pt>
                <c:pt idx="11896">
                  <c:v>0</c:v>
                </c:pt>
                <c:pt idx="11897">
                  <c:v>3.6899769710071078E-5</c:v>
                </c:pt>
                <c:pt idx="11898">
                  <c:v>2.4101728181481691E-5</c:v>
                </c:pt>
                <c:pt idx="11899">
                  <c:v>3.4556756118456542E-5</c:v>
                </c:pt>
                <c:pt idx="11900">
                  <c:v>1.6953097972393146E-5</c:v>
                </c:pt>
                <c:pt idx="11901">
                  <c:v>1.0508733955474364E-5</c:v>
                </c:pt>
                <c:pt idx="11902">
                  <c:v>0</c:v>
                </c:pt>
                <c:pt idx="11903">
                  <c:v>4.0221787389288834E-6</c:v>
                </c:pt>
                <c:pt idx="11904">
                  <c:v>4.8479754083721644E-7</c:v>
                </c:pt>
                <c:pt idx="11905">
                  <c:v>5.8450983267925527E-7</c:v>
                </c:pt>
                <c:pt idx="11906">
                  <c:v>1.8548467149353606E-5</c:v>
                </c:pt>
                <c:pt idx="11907">
                  <c:v>0</c:v>
                </c:pt>
                <c:pt idx="11908">
                  <c:v>1.1024114568658795E-5</c:v>
                </c:pt>
                <c:pt idx="11909">
                  <c:v>3.2468117952408317E-7</c:v>
                </c:pt>
                <c:pt idx="11910">
                  <c:v>3.9263702507401866E-3</c:v>
                </c:pt>
                <c:pt idx="11911">
                  <c:v>4.7945180091322927E-5</c:v>
                </c:pt>
                <c:pt idx="11912">
                  <c:v>9.2489416773792048E-6</c:v>
                </c:pt>
                <c:pt idx="11913">
                  <c:v>6.835593503512858E-5</c:v>
                </c:pt>
                <c:pt idx="11914">
                  <c:v>0</c:v>
                </c:pt>
                <c:pt idx="11915">
                  <c:v>0</c:v>
                </c:pt>
                <c:pt idx="11916">
                  <c:v>5.4125707234781942E-5</c:v>
                </c:pt>
                <c:pt idx="11917">
                  <c:v>1.1069268082597151E-5</c:v>
                </c:pt>
                <c:pt idx="11918">
                  <c:v>1.583005771690015E-4</c:v>
                </c:pt>
                <c:pt idx="11919">
                  <c:v>8.1470342717967291E-5</c:v>
                </c:pt>
                <c:pt idx="11920">
                  <c:v>1.7391855111248679E-5</c:v>
                </c:pt>
                <c:pt idx="11921">
                  <c:v>7.2253304946388907E-6</c:v>
                </c:pt>
                <c:pt idx="11922">
                  <c:v>1.8989616575374159E-5</c:v>
                </c:pt>
                <c:pt idx="11923">
                  <c:v>1.1775744991260275E-5</c:v>
                </c:pt>
                <c:pt idx="11924">
                  <c:v>8.3104851915354053E-5</c:v>
                </c:pt>
                <c:pt idx="11925">
                  <c:v>1.45357783672873E-5</c:v>
                </c:pt>
                <c:pt idx="11926">
                  <c:v>2.16057050477782E-5</c:v>
                </c:pt>
                <c:pt idx="11927">
                  <c:v>9.5174202902364029E-6</c:v>
                </c:pt>
                <c:pt idx="11928">
                  <c:v>2.1047432530052278E-4</c:v>
                </c:pt>
                <c:pt idx="11929">
                  <c:v>7.1256750801532118E-6</c:v>
                </c:pt>
                <c:pt idx="11930">
                  <c:v>5.8507056389136539E-6</c:v>
                </c:pt>
                <c:pt idx="11931">
                  <c:v>3.7782657427914766E-5</c:v>
                </c:pt>
                <c:pt idx="11932">
                  <c:v>8.6604128437624942E-5</c:v>
                </c:pt>
                <c:pt idx="11933">
                  <c:v>2.7004731646080453E-5</c:v>
                </c:pt>
                <c:pt idx="11934">
                  <c:v>2.2915204642763117E-5</c:v>
                </c:pt>
                <c:pt idx="11935">
                  <c:v>3.7576211340801448E-5</c:v>
                </c:pt>
                <c:pt idx="11936">
                  <c:v>3.5916595163258086E-5</c:v>
                </c:pt>
                <c:pt idx="11937">
                  <c:v>1.121600765948463E-5</c:v>
                </c:pt>
                <c:pt idx="11938">
                  <c:v>1.9248019422614836E-6</c:v>
                </c:pt>
                <c:pt idx="11939">
                  <c:v>0</c:v>
                </c:pt>
                <c:pt idx="11940">
                  <c:v>1.9548630701180392E-5</c:v>
                </c:pt>
                <c:pt idx="11941">
                  <c:v>1.3018044376501293E-5</c:v>
                </c:pt>
                <c:pt idx="11942">
                  <c:v>3.8583641931012291E-6</c:v>
                </c:pt>
                <c:pt idx="11943">
                  <c:v>1.8568410123955554E-5</c:v>
                </c:pt>
                <c:pt idx="11944">
                  <c:v>1.8465715812430963E-5</c:v>
                </c:pt>
                <c:pt idx="11945">
                  <c:v>8.3586026771044351E-6</c:v>
                </c:pt>
                <c:pt idx="11946">
                  <c:v>0</c:v>
                </c:pt>
                <c:pt idx="11947">
                  <c:v>2.3800920142424459E-5</c:v>
                </c:pt>
                <c:pt idx="11948">
                  <c:v>1.9023982699009173E-5</c:v>
                </c:pt>
                <c:pt idx="11949">
                  <c:v>3.0780527180728546E-6</c:v>
                </c:pt>
                <c:pt idx="11950">
                  <c:v>1.2856210414539047E-5</c:v>
                </c:pt>
                <c:pt idx="11951">
                  <c:v>2.7255024914632815E-5</c:v>
                </c:pt>
                <c:pt idx="11952">
                  <c:v>3.1362056008429945E-5</c:v>
                </c:pt>
                <c:pt idx="11953">
                  <c:v>1.1920742238640587E-5</c:v>
                </c:pt>
                <c:pt idx="11954">
                  <c:v>4.3477902449583328E-5</c:v>
                </c:pt>
                <c:pt idx="11955">
                  <c:v>4.5475885966172727E-5</c:v>
                </c:pt>
                <c:pt idx="11956">
                  <c:v>2.3852996405573086E-5</c:v>
                </c:pt>
                <c:pt idx="11957">
                  <c:v>4.2737662519161434E-4</c:v>
                </c:pt>
                <c:pt idx="11958">
                  <c:v>4.9377361819342579E-5</c:v>
                </c:pt>
                <c:pt idx="11959">
                  <c:v>6.9524124916436428E-5</c:v>
                </c:pt>
                <c:pt idx="11960">
                  <c:v>5.3993541046282442E-6</c:v>
                </c:pt>
                <c:pt idx="11961">
                  <c:v>5.8755354134075731E-6</c:v>
                </c:pt>
                <c:pt idx="11962">
                  <c:v>1.0265645686026221E-4</c:v>
                </c:pt>
                <c:pt idx="11963">
                  <c:v>4.0629059966626872E-5</c:v>
                </c:pt>
                <c:pt idx="11964">
                  <c:v>1.1571833193117433E-7</c:v>
                </c:pt>
                <c:pt idx="11965">
                  <c:v>3.0950803684611029E-5</c:v>
                </c:pt>
                <c:pt idx="11966">
                  <c:v>1.6813351802657612E-7</c:v>
                </c:pt>
                <c:pt idx="11967">
                  <c:v>1.6251011139676683E-6</c:v>
                </c:pt>
                <c:pt idx="11968">
                  <c:v>2.5906324706878202E-5</c:v>
                </c:pt>
                <c:pt idx="11969">
                  <c:v>2.606842389548626E-5</c:v>
                </c:pt>
                <c:pt idx="11970">
                  <c:v>9.7068329164264615E-7</c:v>
                </c:pt>
                <c:pt idx="11971">
                  <c:v>7.0534115260335333E-5</c:v>
                </c:pt>
                <c:pt idx="11972">
                  <c:v>2.8391175440883893E-5</c:v>
                </c:pt>
                <c:pt idx="11973">
                  <c:v>1.9563693942617442E-5</c:v>
                </c:pt>
                <c:pt idx="11974">
                  <c:v>1.5036140696342006E-7</c:v>
                </c:pt>
                <c:pt idx="11975">
                  <c:v>4.1757200747918812E-6</c:v>
                </c:pt>
                <c:pt idx="11976">
                  <c:v>2.1960103900862418E-5</c:v>
                </c:pt>
                <c:pt idx="11977">
                  <c:v>3.4339439946659518E-5</c:v>
                </c:pt>
                <c:pt idx="11978">
                  <c:v>3.9193903905752096E-7</c:v>
                </c:pt>
                <c:pt idx="11979">
                  <c:v>7.9622640299533227E-7</c:v>
                </c:pt>
                <c:pt idx="11980">
                  <c:v>2.272860659762884E-5</c:v>
                </c:pt>
                <c:pt idx="11981">
                  <c:v>3.3244538872232632E-5</c:v>
                </c:pt>
                <c:pt idx="11982">
                  <c:v>2.0951521629205256E-7</c:v>
                </c:pt>
                <c:pt idx="11983">
                  <c:v>0</c:v>
                </c:pt>
                <c:pt idx="11984">
                  <c:v>2.5514125084876901E-6</c:v>
                </c:pt>
                <c:pt idx="11985">
                  <c:v>9.6177995074856536E-5</c:v>
                </c:pt>
                <c:pt idx="11986">
                  <c:v>6.9241113831593182E-4</c:v>
                </c:pt>
                <c:pt idx="11987">
                  <c:v>2.0778603474436258E-6</c:v>
                </c:pt>
                <c:pt idx="11988">
                  <c:v>5.8693339034079154E-5</c:v>
                </c:pt>
                <c:pt idx="11989">
                  <c:v>6.5702119760977438E-6</c:v>
                </c:pt>
                <c:pt idx="11990">
                  <c:v>3.8903991204079856E-4</c:v>
                </c:pt>
                <c:pt idx="11991">
                  <c:v>5.258988575821198E-4</c:v>
                </c:pt>
                <c:pt idx="11992">
                  <c:v>5.8819288142926925E-7</c:v>
                </c:pt>
                <c:pt idx="11993">
                  <c:v>4.944048091769804E-7</c:v>
                </c:pt>
                <c:pt idx="11994">
                  <c:v>3.9522525469043294E-4</c:v>
                </c:pt>
                <c:pt idx="11995">
                  <c:v>1.7771353287111293E-5</c:v>
                </c:pt>
                <c:pt idx="11996">
                  <c:v>5.3452642507490677E-6</c:v>
                </c:pt>
                <c:pt idx="11997">
                  <c:v>3.0803358454114809E-5</c:v>
                </c:pt>
                <c:pt idx="11998">
                  <c:v>5.0518622246121393E-7</c:v>
                </c:pt>
                <c:pt idx="11999">
                  <c:v>7.2647850168510784E-5</c:v>
                </c:pt>
                <c:pt idx="12000">
                  <c:v>1.4704289961404861E-5</c:v>
                </c:pt>
                <c:pt idx="12001">
                  <c:v>4.0089944971904324E-5</c:v>
                </c:pt>
                <c:pt idx="12002">
                  <c:v>0</c:v>
                </c:pt>
                <c:pt idx="12003">
                  <c:v>2.1654362763001608E-4</c:v>
                </c:pt>
                <c:pt idx="12004">
                  <c:v>0</c:v>
                </c:pt>
                <c:pt idx="12005">
                  <c:v>9.7224815672734748E-5</c:v>
                </c:pt>
                <c:pt idx="12006">
                  <c:v>1.8305028892321088E-4</c:v>
                </c:pt>
                <c:pt idx="12007">
                  <c:v>1.522673966291536E-5</c:v>
                </c:pt>
                <c:pt idx="12008">
                  <c:v>6.1356328948183688E-7</c:v>
                </c:pt>
                <c:pt idx="12009">
                  <c:v>1.268150751984743E-5</c:v>
                </c:pt>
                <c:pt idx="12010">
                  <c:v>3.8398175956209611E-3</c:v>
                </c:pt>
                <c:pt idx="12011">
                  <c:v>9.9135481685680223E-6</c:v>
                </c:pt>
                <c:pt idx="12012">
                  <c:v>0</c:v>
                </c:pt>
                <c:pt idx="12013">
                  <c:v>7.9735483125535164E-6</c:v>
                </c:pt>
                <c:pt idx="12014">
                  <c:v>4.9175947666854877E-5</c:v>
                </c:pt>
                <c:pt idx="12015">
                  <c:v>3.9130739855961685E-5</c:v>
                </c:pt>
                <c:pt idx="12016">
                  <c:v>2.1752724402447351E-5</c:v>
                </c:pt>
                <c:pt idx="12017">
                  <c:v>1.240026174645939E-5</c:v>
                </c:pt>
                <c:pt idx="12018">
                  <c:v>3.9392253621874321E-5</c:v>
                </c:pt>
                <c:pt idx="12019">
                  <c:v>4.4186685943529598E-5</c:v>
                </c:pt>
                <c:pt idx="12020">
                  <c:v>3.9702679991142855E-5</c:v>
                </c:pt>
                <c:pt idx="12021">
                  <c:v>1.942924162379709E-6</c:v>
                </c:pt>
                <c:pt idx="12022">
                  <c:v>2.1849836519105762E-4</c:v>
                </c:pt>
                <c:pt idx="12023">
                  <c:v>9.5205771447890765E-5</c:v>
                </c:pt>
                <c:pt idx="12024">
                  <c:v>4.5903164812784681E-5</c:v>
                </c:pt>
                <c:pt idx="12025">
                  <c:v>1.1946813251453973E-5</c:v>
                </c:pt>
                <c:pt idx="12026">
                  <c:v>1.4664928324294445E-5</c:v>
                </c:pt>
                <c:pt idx="12027">
                  <c:v>2.2275261530766291E-5</c:v>
                </c:pt>
                <c:pt idx="12028">
                  <c:v>2.0079053573091752E-5</c:v>
                </c:pt>
                <c:pt idx="12029">
                  <c:v>0</c:v>
                </c:pt>
                <c:pt idx="12030">
                  <c:v>5.4489012521064724E-5</c:v>
                </c:pt>
                <c:pt idx="12031">
                  <c:v>3.346302949229229E-5</c:v>
                </c:pt>
                <c:pt idx="12032">
                  <c:v>0</c:v>
                </c:pt>
                <c:pt idx="12033">
                  <c:v>0</c:v>
                </c:pt>
                <c:pt idx="12034">
                  <c:v>2.9669244989808422E-5</c:v>
                </c:pt>
                <c:pt idx="12035">
                  <c:v>5.0814716169086157E-5</c:v>
                </c:pt>
                <c:pt idx="12036">
                  <c:v>2.0625090926556245E-5</c:v>
                </c:pt>
                <c:pt idx="12037">
                  <c:v>0</c:v>
                </c:pt>
                <c:pt idx="12038">
                  <c:v>1.2360070515517071E-4</c:v>
                </c:pt>
                <c:pt idx="12039">
                  <c:v>3.5084596263909929E-5</c:v>
                </c:pt>
                <c:pt idx="12040">
                  <c:v>5.4512243280535542E-6</c:v>
                </c:pt>
                <c:pt idx="12041">
                  <c:v>1.1553724599189269E-5</c:v>
                </c:pt>
                <c:pt idx="12042">
                  <c:v>0</c:v>
                </c:pt>
                <c:pt idx="12043">
                  <c:v>2.9104971677960264E-3</c:v>
                </c:pt>
                <c:pt idx="12044">
                  <c:v>7.7570465571935714E-6</c:v>
                </c:pt>
                <c:pt idx="12045">
                  <c:v>1.3477579146260556E-5</c:v>
                </c:pt>
                <c:pt idx="12046">
                  <c:v>4.5874053015572532E-7</c:v>
                </c:pt>
                <c:pt idx="12047">
                  <c:v>4.2502409247301409E-6</c:v>
                </c:pt>
                <c:pt idx="12048">
                  <c:v>4.1635557036277507E-5</c:v>
                </c:pt>
                <c:pt idx="12049">
                  <c:v>3.8285707534404488E-5</c:v>
                </c:pt>
                <c:pt idx="12050">
                  <c:v>1.5549734744776481E-5</c:v>
                </c:pt>
                <c:pt idx="12051">
                  <c:v>3.4069172310058652E-5</c:v>
                </c:pt>
                <c:pt idx="12052">
                  <c:v>4.8517600320731486E-6</c:v>
                </c:pt>
                <c:pt idx="12053">
                  <c:v>3.2161876806072921E-7</c:v>
                </c:pt>
                <c:pt idx="12054">
                  <c:v>1.9976007182691152E-5</c:v>
                </c:pt>
                <c:pt idx="12055">
                  <c:v>7.8204464414568487E-5</c:v>
                </c:pt>
                <c:pt idx="12056">
                  <c:v>0</c:v>
                </c:pt>
                <c:pt idx="12057">
                  <c:v>7.0340468393794163E-5</c:v>
                </c:pt>
                <c:pt idx="12058">
                  <c:v>5.7547571788800535E-6</c:v>
                </c:pt>
                <c:pt idx="12059">
                  <c:v>3.7937720708853524E-5</c:v>
                </c:pt>
                <c:pt idx="12060">
                  <c:v>1.4412688369088687E-3</c:v>
                </c:pt>
                <c:pt idx="12061">
                  <c:v>2.3018343783061171E-5</c:v>
                </c:pt>
                <c:pt idx="12062">
                  <c:v>1.4038593684551769E-5</c:v>
                </c:pt>
                <c:pt idx="12063">
                  <c:v>1.5688988505835634E-5</c:v>
                </c:pt>
                <c:pt idx="12064">
                  <c:v>4.5901916070150373E-5</c:v>
                </c:pt>
                <c:pt idx="12065">
                  <c:v>4.0796170417622505E-5</c:v>
                </c:pt>
                <c:pt idx="12066">
                  <c:v>1.8360314458680239E-5</c:v>
                </c:pt>
                <c:pt idx="12067">
                  <c:v>4.2109059989677307E-7</c:v>
                </c:pt>
                <c:pt idx="12068">
                  <c:v>8.8633159776597372E-6</c:v>
                </c:pt>
                <c:pt idx="12069">
                  <c:v>2.3556073229552281E-5</c:v>
                </c:pt>
                <c:pt idx="12070">
                  <c:v>5.7648283987560824E-5</c:v>
                </c:pt>
                <c:pt idx="12071">
                  <c:v>2.3086890874768096E-5</c:v>
                </c:pt>
                <c:pt idx="12072">
                  <c:v>1.6419735256738126E-5</c:v>
                </c:pt>
                <c:pt idx="12073">
                  <c:v>1.807835005310328E-5</c:v>
                </c:pt>
                <c:pt idx="12074">
                  <c:v>2.1073165450654712E-5</c:v>
                </c:pt>
                <c:pt idx="12075">
                  <c:v>1.9960802836924645E-5</c:v>
                </c:pt>
                <c:pt idx="12076">
                  <c:v>1.0733307684755304E-4</c:v>
                </c:pt>
                <c:pt idx="12077">
                  <c:v>2.6353161611109589E-5</c:v>
                </c:pt>
                <c:pt idx="12078">
                  <c:v>5.0925606004018692E-5</c:v>
                </c:pt>
                <c:pt idx="12079">
                  <c:v>1.007262951310311E-5</c:v>
                </c:pt>
                <c:pt idx="12080">
                  <c:v>1.4068622508421009E-5</c:v>
                </c:pt>
                <c:pt idx="12081">
                  <c:v>3.2462843219378861E-4</c:v>
                </c:pt>
                <c:pt idx="12082">
                  <c:v>4.1620732091125702E-5</c:v>
                </c:pt>
                <c:pt idx="12083">
                  <c:v>2.1610626160625626E-5</c:v>
                </c:pt>
                <c:pt idx="12084">
                  <c:v>2.3377487291534245E-5</c:v>
                </c:pt>
                <c:pt idx="12085">
                  <c:v>4.5416091342745688E-4</c:v>
                </c:pt>
                <c:pt idx="12086">
                  <c:v>2.4544870988696054E-5</c:v>
                </c:pt>
                <c:pt idx="12087">
                  <c:v>5.6590835902765976E-5</c:v>
                </c:pt>
                <c:pt idx="12088">
                  <c:v>2.760948936783224E-5</c:v>
                </c:pt>
                <c:pt idx="12089">
                  <c:v>2.7027462901674857E-5</c:v>
                </c:pt>
                <c:pt idx="12090">
                  <c:v>4.8337577881726089E-5</c:v>
                </c:pt>
                <c:pt idx="12091">
                  <c:v>3.1985163173654669E-7</c:v>
                </c:pt>
                <c:pt idx="12092">
                  <c:v>1.5807239527399955E-4</c:v>
                </c:pt>
                <c:pt idx="12093">
                  <c:v>2.8113160416299852E-5</c:v>
                </c:pt>
                <c:pt idx="12094">
                  <c:v>9.7824628642293257E-4</c:v>
                </c:pt>
                <c:pt idx="12095">
                  <c:v>1.2273675001016569E-5</c:v>
                </c:pt>
                <c:pt idx="12096">
                  <c:v>4.1147982038108112E-4</c:v>
                </c:pt>
                <c:pt idx="12097">
                  <c:v>8.4386034314757444E-5</c:v>
                </c:pt>
                <c:pt idx="12098">
                  <c:v>9.8406648769897958E-5</c:v>
                </c:pt>
                <c:pt idx="12099">
                  <c:v>3.7682016146067084E-5</c:v>
                </c:pt>
                <c:pt idx="12100">
                  <c:v>6.9231500631969376E-6</c:v>
                </c:pt>
                <c:pt idx="12101">
                  <c:v>3.5338869488750231E-5</c:v>
                </c:pt>
                <c:pt idx="12102">
                  <c:v>9.9391315186804551E-6</c:v>
                </c:pt>
                <c:pt idx="12103">
                  <c:v>2.7632555354697348E-5</c:v>
                </c:pt>
                <c:pt idx="12104">
                  <c:v>0</c:v>
                </c:pt>
                <c:pt idx="12105">
                  <c:v>2.7708329984630495E-5</c:v>
                </c:pt>
                <c:pt idx="12106">
                  <c:v>2.3824873166924897E-5</c:v>
                </c:pt>
                <c:pt idx="12107">
                  <c:v>4.6542725975318871E-5</c:v>
                </c:pt>
                <c:pt idx="12108">
                  <c:v>1.9908053897578129E-5</c:v>
                </c:pt>
                <c:pt idx="12109">
                  <c:v>3.831488972493999E-5</c:v>
                </c:pt>
                <c:pt idx="12110">
                  <c:v>2.0790356078211414E-7</c:v>
                </c:pt>
                <c:pt idx="12111">
                  <c:v>4.2943769961257172E-5</c:v>
                </c:pt>
                <c:pt idx="12112">
                  <c:v>1.2428324448961453E-5</c:v>
                </c:pt>
                <c:pt idx="12113">
                  <c:v>1.4713705944812179E-5</c:v>
                </c:pt>
                <c:pt idx="12114">
                  <c:v>6.4506785517483008E-6</c:v>
                </c:pt>
                <c:pt idx="12115">
                  <c:v>3.4244261228399609E-5</c:v>
                </c:pt>
                <c:pt idx="12116">
                  <c:v>8.3233539168597875E-6</c:v>
                </c:pt>
                <c:pt idx="12117">
                  <c:v>4.2967369071643939E-6</c:v>
                </c:pt>
                <c:pt idx="12118">
                  <c:v>3.238801462075822E-5</c:v>
                </c:pt>
                <c:pt idx="12119">
                  <c:v>1.5426649077817106E-5</c:v>
                </c:pt>
                <c:pt idx="12120">
                  <c:v>2.313161239332528E-6</c:v>
                </c:pt>
                <c:pt idx="12121">
                  <c:v>1.1787758150279804E-5</c:v>
                </c:pt>
                <c:pt idx="12122">
                  <c:v>2.3669370904586585E-5</c:v>
                </c:pt>
                <c:pt idx="12123">
                  <c:v>2.1857502684503297E-5</c:v>
                </c:pt>
                <c:pt idx="12124">
                  <c:v>1.1488755042274068E-4</c:v>
                </c:pt>
                <c:pt idx="12125">
                  <c:v>9.6452511625474562E-5</c:v>
                </c:pt>
                <c:pt idx="12126">
                  <c:v>1.6699167867065877E-5</c:v>
                </c:pt>
                <c:pt idx="12127">
                  <c:v>1.2926177909496662E-5</c:v>
                </c:pt>
                <c:pt idx="12128">
                  <c:v>6.9248804223839513E-5</c:v>
                </c:pt>
                <c:pt idx="12129">
                  <c:v>4.8479754083721644E-7</c:v>
                </c:pt>
                <c:pt idx="12130">
                  <c:v>0</c:v>
                </c:pt>
                <c:pt idx="12131">
                  <c:v>5.0329848618731722E-5</c:v>
                </c:pt>
                <c:pt idx="12132">
                  <c:v>4.9728579049285872E-5</c:v>
                </c:pt>
                <c:pt idx="12133">
                  <c:v>2.4095806450230147E-7</c:v>
                </c:pt>
                <c:pt idx="12134">
                  <c:v>1.8653612805356941E-5</c:v>
                </c:pt>
                <c:pt idx="12135">
                  <c:v>7.7413506829918081E-5</c:v>
                </c:pt>
                <c:pt idx="12136">
                  <c:v>1.6810666655538851E-5</c:v>
                </c:pt>
                <c:pt idx="12137">
                  <c:v>3.3033565768713753E-5</c:v>
                </c:pt>
                <c:pt idx="12138">
                  <c:v>3.4632093413785221E-5</c:v>
                </c:pt>
                <c:pt idx="12139">
                  <c:v>2.2765788836434992E-5</c:v>
                </c:pt>
                <c:pt idx="12140">
                  <c:v>5.7143778706398014E-5</c:v>
                </c:pt>
                <c:pt idx="12141">
                  <c:v>0</c:v>
                </c:pt>
                <c:pt idx="12142">
                  <c:v>8.4949624922509207E-6</c:v>
                </c:pt>
                <c:pt idx="12143">
                  <c:v>4.2313053466418689E-7</c:v>
                </c:pt>
                <c:pt idx="12144">
                  <c:v>0</c:v>
                </c:pt>
                <c:pt idx="12145">
                  <c:v>2.4048605818536806E-5</c:v>
                </c:pt>
                <c:pt idx="12146">
                  <c:v>3.1881829882986843E-5</c:v>
                </c:pt>
                <c:pt idx="12147">
                  <c:v>6.2156932361115484E-5</c:v>
                </c:pt>
                <c:pt idx="12148">
                  <c:v>8.046282012679184E-6</c:v>
                </c:pt>
                <c:pt idx="12149">
                  <c:v>3.9420543451711148E-5</c:v>
                </c:pt>
                <c:pt idx="12150">
                  <c:v>2.4900197801708612E-5</c:v>
                </c:pt>
                <c:pt idx="12151">
                  <c:v>1.8251212707593911E-5</c:v>
                </c:pt>
                <c:pt idx="12152">
                  <c:v>6.9695865769498398E-7</c:v>
                </c:pt>
                <c:pt idx="12153">
                  <c:v>0</c:v>
                </c:pt>
                <c:pt idx="12154">
                  <c:v>0</c:v>
                </c:pt>
                <c:pt idx="12155">
                  <c:v>0</c:v>
                </c:pt>
                <c:pt idx="12156">
                  <c:v>2.9433634547165549E-5</c:v>
                </c:pt>
                <c:pt idx="12157">
                  <c:v>6.7639114665296756E-6</c:v>
                </c:pt>
                <c:pt idx="12158">
                  <c:v>3.1736049000578222E-5</c:v>
                </c:pt>
                <c:pt idx="12159">
                  <c:v>1.057399773492308E-6</c:v>
                </c:pt>
                <c:pt idx="12160">
                  <c:v>4.922547602759289E-5</c:v>
                </c:pt>
                <c:pt idx="12161">
                  <c:v>4.922899787659245E-5</c:v>
                </c:pt>
                <c:pt idx="12162">
                  <c:v>6.3202682477762735E-6</c:v>
                </c:pt>
                <c:pt idx="12163">
                  <c:v>3.7335358488477287E-5</c:v>
                </c:pt>
                <c:pt idx="12164">
                  <c:v>9.314163566923824E-6</c:v>
                </c:pt>
                <c:pt idx="12165">
                  <c:v>7.4489333551912881E-5</c:v>
                </c:pt>
                <c:pt idx="12166">
                  <c:v>2.0245290563052294E-5</c:v>
                </c:pt>
                <c:pt idx="12167">
                  <c:v>5.4153386506087989E-6</c:v>
                </c:pt>
                <c:pt idx="12168">
                  <c:v>2.6646794410102016E-6</c:v>
                </c:pt>
                <c:pt idx="12169">
                  <c:v>1.9517335938979803E-5</c:v>
                </c:pt>
                <c:pt idx="12170">
                  <c:v>3.434028964162281E-6</c:v>
                </c:pt>
                <c:pt idx="12171">
                  <c:v>1.5397004091023488E-6</c:v>
                </c:pt>
                <c:pt idx="12172">
                  <c:v>9.3487454826192247E-6</c:v>
                </c:pt>
                <c:pt idx="12173">
                  <c:v>5.4854348718597122E-6</c:v>
                </c:pt>
                <c:pt idx="12174">
                  <c:v>8.9469094923951718E-7</c:v>
                </c:pt>
                <c:pt idx="12175">
                  <c:v>2.9593479823039648E-5</c:v>
                </c:pt>
                <c:pt idx="12176">
                  <c:v>2.6304100147472659E-7</c:v>
                </c:pt>
                <c:pt idx="12177">
                  <c:v>2.8166260495846405E-5</c:v>
                </c:pt>
                <c:pt idx="12178">
                  <c:v>5.4996457986627978E-5</c:v>
                </c:pt>
                <c:pt idx="12179">
                  <c:v>4.7844359859986065E-4</c:v>
                </c:pt>
                <c:pt idx="12180">
                  <c:v>2.1612762005554791E-5</c:v>
                </c:pt>
                <c:pt idx="12181">
                  <c:v>3.4845164798520543E-5</c:v>
                </c:pt>
                <c:pt idx="12182">
                  <c:v>3.007228138712926E-7</c:v>
                </c:pt>
                <c:pt idx="12183">
                  <c:v>1.7623172859494337E-7</c:v>
                </c:pt>
                <c:pt idx="12184">
                  <c:v>5.0201400819321936E-5</c:v>
                </c:pt>
                <c:pt idx="12185">
                  <c:v>2.5147134551130896E-5</c:v>
                </c:pt>
                <c:pt idx="12186">
                  <c:v>1.5113374716309016E-5</c:v>
                </c:pt>
                <c:pt idx="12187">
                  <c:v>1.3091590206133289E-5</c:v>
                </c:pt>
                <c:pt idx="12188">
                  <c:v>3.5923104272792884E-4</c:v>
                </c:pt>
                <c:pt idx="12189">
                  <c:v>1.9284898446779414E-5</c:v>
                </c:pt>
                <c:pt idx="12190">
                  <c:v>2.5166840753409993E-5</c:v>
                </c:pt>
                <c:pt idx="12191">
                  <c:v>1.6994673254024071E-3</c:v>
                </c:pt>
                <c:pt idx="12192">
                  <c:v>2.9172499639902847E-5</c:v>
                </c:pt>
                <c:pt idx="12193">
                  <c:v>8.065787358091477E-6</c:v>
                </c:pt>
                <c:pt idx="12194">
                  <c:v>2.629130632458643E-6</c:v>
                </c:pt>
                <c:pt idx="12195">
                  <c:v>5.0813138063399827E-5</c:v>
                </c:pt>
                <c:pt idx="12196">
                  <c:v>9.2559804457790722E-6</c:v>
                </c:pt>
                <c:pt idx="12197">
                  <c:v>2.1160069107777641E-5</c:v>
                </c:pt>
                <c:pt idx="12198">
                  <c:v>0</c:v>
                </c:pt>
                <c:pt idx="12199">
                  <c:v>7.1941473464055703E-5</c:v>
                </c:pt>
                <c:pt idx="12200">
                  <c:v>4.0921738198213532E-5</c:v>
                </c:pt>
                <c:pt idx="12201">
                  <c:v>3.2594396605671075E-5</c:v>
                </c:pt>
                <c:pt idx="12202">
                  <c:v>7.7732332606441758E-5</c:v>
                </c:pt>
                <c:pt idx="12203">
                  <c:v>7.6357307778158331E-6</c:v>
                </c:pt>
                <c:pt idx="12204">
                  <c:v>1.4792323218383896E-5</c:v>
                </c:pt>
                <c:pt idx="12205">
                  <c:v>3.1870534288680157E-5</c:v>
                </c:pt>
                <c:pt idx="12206">
                  <c:v>3.209709737538489E-5</c:v>
                </c:pt>
                <c:pt idx="12207">
                  <c:v>2.7865048675649725E-5</c:v>
                </c:pt>
                <c:pt idx="12208">
                  <c:v>2.9827582468180243E-5</c:v>
                </c:pt>
                <c:pt idx="12209">
                  <c:v>4.9615190153117019E-5</c:v>
                </c:pt>
                <c:pt idx="12210">
                  <c:v>3.5546718489115256E-4</c:v>
                </c:pt>
                <c:pt idx="12211">
                  <c:v>2.0131016883412201E-5</c:v>
                </c:pt>
                <c:pt idx="12212">
                  <c:v>1.2796137881988817E-7</c:v>
                </c:pt>
                <c:pt idx="12213">
                  <c:v>1.6992692179672744E-7</c:v>
                </c:pt>
                <c:pt idx="12214">
                  <c:v>9.2950128300540069E-6</c:v>
                </c:pt>
                <c:pt idx="12215">
                  <c:v>2.9403199213748501E-7</c:v>
                </c:pt>
                <c:pt idx="12216">
                  <c:v>2.3608326028571434E-6</c:v>
                </c:pt>
                <c:pt idx="12217">
                  <c:v>1.3734575956669216E-5</c:v>
                </c:pt>
                <c:pt idx="12218">
                  <c:v>7.8780557403189809E-5</c:v>
                </c:pt>
                <c:pt idx="12219">
                  <c:v>2.2803187237601141E-5</c:v>
                </c:pt>
                <c:pt idx="12220">
                  <c:v>6.4737970311230743E-4</c:v>
                </c:pt>
                <c:pt idx="12221">
                  <c:v>9.3240176413895182E-6</c:v>
                </c:pt>
                <c:pt idx="12222">
                  <c:v>5.9309449265307523E-5</c:v>
                </c:pt>
                <c:pt idx="12223">
                  <c:v>3.5882734131881818E-5</c:v>
                </c:pt>
                <c:pt idx="12224">
                  <c:v>2.1684679051970198E-4</c:v>
                </c:pt>
                <c:pt idx="12225">
                  <c:v>2.0856841620584752E-5</c:v>
                </c:pt>
                <c:pt idx="12226">
                  <c:v>3.222115998462854E-5</c:v>
                </c:pt>
                <c:pt idx="12227">
                  <c:v>1.7806251737658168E-6</c:v>
                </c:pt>
                <c:pt idx="12228">
                  <c:v>4.6562163810806146E-5</c:v>
                </c:pt>
                <c:pt idx="12229">
                  <c:v>0</c:v>
                </c:pt>
                <c:pt idx="12230">
                  <c:v>2.2329437652917409E-5</c:v>
                </c:pt>
                <c:pt idx="12231">
                  <c:v>1.1489935919552604E-5</c:v>
                </c:pt>
                <c:pt idx="12232">
                  <c:v>1.1100934954251081E-5</c:v>
                </c:pt>
                <c:pt idx="12233">
                  <c:v>1.213327672622173E-5</c:v>
                </c:pt>
                <c:pt idx="12234">
                  <c:v>4.1649283188838313E-5</c:v>
                </c:pt>
                <c:pt idx="12235">
                  <c:v>6.5945011146415526E-6</c:v>
                </c:pt>
                <c:pt idx="12236">
                  <c:v>1.1065491464349903E-7</c:v>
                </c:pt>
                <c:pt idx="12237">
                  <c:v>3.287233176337079E-6</c:v>
                </c:pt>
                <c:pt idx="12238">
                  <c:v>2.0133897280230898E-6</c:v>
                </c:pt>
                <c:pt idx="12239">
                  <c:v>8.5761723625465112E-6</c:v>
                </c:pt>
                <c:pt idx="12240">
                  <c:v>3.5525366539851456E-6</c:v>
                </c:pt>
                <c:pt idx="12241">
                  <c:v>3.5286938270174411E-4</c:v>
                </c:pt>
                <c:pt idx="12242">
                  <c:v>2.2630435344656065E-5</c:v>
                </c:pt>
                <c:pt idx="12243">
                  <c:v>4.5694363660982827E-6</c:v>
                </c:pt>
                <c:pt idx="12244">
                  <c:v>6.4487437339868353E-4</c:v>
                </c:pt>
                <c:pt idx="12245">
                  <c:v>1.2012205734077636E-5</c:v>
                </c:pt>
                <c:pt idx="12246">
                  <c:v>2.3927206968121686E-4</c:v>
                </c:pt>
                <c:pt idx="12247">
                  <c:v>2.1030217275436772E-7</c:v>
                </c:pt>
                <c:pt idx="12248">
                  <c:v>1.9141779543108557E-4</c:v>
                </c:pt>
                <c:pt idx="12249">
                  <c:v>1.140361391532458E-5</c:v>
                </c:pt>
                <c:pt idx="12250">
                  <c:v>4.5895101838818662E-5</c:v>
                </c:pt>
                <c:pt idx="12251">
                  <c:v>3.3836415574145286E-5</c:v>
                </c:pt>
                <c:pt idx="12252">
                  <c:v>6.7227974948703948E-5</c:v>
                </c:pt>
                <c:pt idx="12253">
                  <c:v>5.7031307153090034E-5</c:v>
                </c:pt>
                <c:pt idx="12254">
                  <c:v>9.152481755339922E-6</c:v>
                </c:pt>
                <c:pt idx="12255">
                  <c:v>1.1420054747186596E-6</c:v>
                </c:pt>
                <c:pt idx="12256">
                  <c:v>1.36396357811247E-5</c:v>
                </c:pt>
                <c:pt idx="12257">
                  <c:v>1.2173227258663167E-5</c:v>
                </c:pt>
                <c:pt idx="12258">
                  <c:v>2.5546968123396983E-5</c:v>
                </c:pt>
                <c:pt idx="12259">
                  <c:v>3.7815217547892166E-5</c:v>
                </c:pt>
                <c:pt idx="12260">
                  <c:v>1.3496860375368225E-7</c:v>
                </c:pt>
                <c:pt idx="12261">
                  <c:v>5.5566329978772403E-6</c:v>
                </c:pt>
                <c:pt idx="12262">
                  <c:v>7.6507018932064803E-3</c:v>
                </c:pt>
                <c:pt idx="12263">
                  <c:v>1.1627119510958297E-5</c:v>
                </c:pt>
                <c:pt idx="12264">
                  <c:v>6.0897321474659735E-5</c:v>
                </c:pt>
                <c:pt idx="12265">
                  <c:v>7.6605222774726539E-5</c:v>
                </c:pt>
                <c:pt idx="12266">
                  <c:v>4.5352644811702661E-6</c:v>
                </c:pt>
                <c:pt idx="12267">
                  <c:v>5.1914404931939025E-5</c:v>
                </c:pt>
                <c:pt idx="12268">
                  <c:v>6.2090841433183705E-5</c:v>
                </c:pt>
                <c:pt idx="12269">
                  <c:v>4.5929759503054768E-5</c:v>
                </c:pt>
                <c:pt idx="12270">
                  <c:v>2.5907153558600217E-5</c:v>
                </c:pt>
                <c:pt idx="12271">
                  <c:v>1.5265624393205759E-5</c:v>
                </c:pt>
                <c:pt idx="12272">
                  <c:v>9.0385181877742711E-6</c:v>
                </c:pt>
                <c:pt idx="12273">
                  <c:v>1.1081875449433886E-6</c:v>
                </c:pt>
                <c:pt idx="12274">
                  <c:v>4.7347431821236089E-5</c:v>
                </c:pt>
                <c:pt idx="12275">
                  <c:v>5.9537652232817325E-5</c:v>
                </c:pt>
                <c:pt idx="12276">
                  <c:v>1.6732629744642567E-5</c:v>
                </c:pt>
                <c:pt idx="12277">
                  <c:v>1.3724934827704414E-5</c:v>
                </c:pt>
                <c:pt idx="12278">
                  <c:v>1.1410521010367251E-5</c:v>
                </c:pt>
                <c:pt idx="12279">
                  <c:v>2.6994542727616788E-5</c:v>
                </c:pt>
                <c:pt idx="12280">
                  <c:v>9.7574876664041339E-6</c:v>
                </c:pt>
                <c:pt idx="12281">
                  <c:v>6.6847351342895221E-6</c:v>
                </c:pt>
                <c:pt idx="12282">
                  <c:v>3.8485190896919584E-5</c:v>
                </c:pt>
                <c:pt idx="12283">
                  <c:v>3.0963756816726362E-5</c:v>
                </c:pt>
                <c:pt idx="12284">
                  <c:v>2.3309233901328756E-4</c:v>
                </c:pt>
                <c:pt idx="12285">
                  <c:v>2.4750255389108098E-4</c:v>
                </c:pt>
                <c:pt idx="12286">
                  <c:v>2.1948902713645293E-5</c:v>
                </c:pt>
                <c:pt idx="12287">
                  <c:v>2.0290986028776943E-5</c:v>
                </c:pt>
                <c:pt idx="12288">
                  <c:v>1.8075805692891322E-5</c:v>
                </c:pt>
                <c:pt idx="12289">
                  <c:v>5.1049043972626083E-5</c:v>
                </c:pt>
                <c:pt idx="12290">
                  <c:v>4.3060703606058112E-5</c:v>
                </c:pt>
                <c:pt idx="12291">
                  <c:v>2.2380417813922875E-6</c:v>
                </c:pt>
                <c:pt idx="12292">
                  <c:v>8.5363966986478211E-5</c:v>
                </c:pt>
                <c:pt idx="12293">
                  <c:v>5.4616400191419847E-6</c:v>
                </c:pt>
                <c:pt idx="12294">
                  <c:v>1.6539193715950235E-5</c:v>
                </c:pt>
                <c:pt idx="12295">
                  <c:v>1.6261389130421139E-5</c:v>
                </c:pt>
                <c:pt idx="12296">
                  <c:v>2.8896234846372606E-5</c:v>
                </c:pt>
                <c:pt idx="12297">
                  <c:v>1.0099008011242061E-4</c:v>
                </c:pt>
                <c:pt idx="12298">
                  <c:v>1.7945003846840196E-5</c:v>
                </c:pt>
                <c:pt idx="12299">
                  <c:v>2.0403084739499601E-5</c:v>
                </c:pt>
                <c:pt idx="12300">
                  <c:v>2.4059741485020422E-5</c:v>
                </c:pt>
                <c:pt idx="12301">
                  <c:v>1.1003296378935845E-4</c:v>
                </c:pt>
                <c:pt idx="12302">
                  <c:v>0</c:v>
                </c:pt>
                <c:pt idx="12303">
                  <c:v>1.3592147687495992E-6</c:v>
                </c:pt>
                <c:pt idx="12304">
                  <c:v>2.8556188160068898E-4</c:v>
                </c:pt>
                <c:pt idx="12305">
                  <c:v>4.5719164733034924E-3</c:v>
                </c:pt>
                <c:pt idx="12306">
                  <c:v>1.7493503496229684E-7</c:v>
                </c:pt>
                <c:pt idx="12307">
                  <c:v>1.6107002154356761E-5</c:v>
                </c:pt>
                <c:pt idx="12308">
                  <c:v>0</c:v>
                </c:pt>
                <c:pt idx="12309">
                  <c:v>2.6085130816116622E-5</c:v>
                </c:pt>
                <c:pt idx="12310">
                  <c:v>1.1203093430746033E-6</c:v>
                </c:pt>
                <c:pt idx="12311">
                  <c:v>9.9638557264383493E-5</c:v>
                </c:pt>
                <c:pt idx="12312">
                  <c:v>7.7121467417710154E-6</c:v>
                </c:pt>
                <c:pt idx="12313">
                  <c:v>9.5414752536387797E-5</c:v>
                </c:pt>
                <c:pt idx="12314">
                  <c:v>7.6228232396741448E-5</c:v>
                </c:pt>
                <c:pt idx="12315">
                  <c:v>1.2760507074889064E-4</c:v>
                </c:pt>
                <c:pt idx="12316">
                  <c:v>1.2963922248340839E-5</c:v>
                </c:pt>
                <c:pt idx="12317">
                  <c:v>4.2920304593678793E-5</c:v>
                </c:pt>
                <c:pt idx="12318">
                  <c:v>7.7608073774425208E-6</c:v>
                </c:pt>
                <c:pt idx="12319">
                  <c:v>2.5976731238567642E-6</c:v>
                </c:pt>
                <c:pt idx="12320">
                  <c:v>0</c:v>
                </c:pt>
                <c:pt idx="12321">
                  <c:v>1.8045032846617372E-4</c:v>
                </c:pt>
                <c:pt idx="12322">
                  <c:v>7.5758797527422084E-6</c:v>
                </c:pt>
                <c:pt idx="12323">
                  <c:v>0</c:v>
                </c:pt>
                <c:pt idx="12324">
                  <c:v>2.6437906751587036E-6</c:v>
                </c:pt>
                <c:pt idx="12325">
                  <c:v>2.5625623539554743E-5</c:v>
                </c:pt>
                <c:pt idx="12326">
                  <c:v>2.4645102949855475E-6</c:v>
                </c:pt>
                <c:pt idx="12327">
                  <c:v>8.0246487790539766E-6</c:v>
                </c:pt>
                <c:pt idx="12328">
                  <c:v>8.2538200524084345E-5</c:v>
                </c:pt>
                <c:pt idx="12329">
                  <c:v>1.5165710646230394E-6</c:v>
                </c:pt>
                <c:pt idx="12330">
                  <c:v>6.3975812700362263E-6</c:v>
                </c:pt>
                <c:pt idx="12331">
                  <c:v>3.1570901322909026E-5</c:v>
                </c:pt>
                <c:pt idx="12332">
                  <c:v>9.5854206613500258E-7</c:v>
                </c:pt>
                <c:pt idx="12333">
                  <c:v>0</c:v>
                </c:pt>
                <c:pt idx="12334">
                  <c:v>1.420674332011104E-5</c:v>
                </c:pt>
                <c:pt idx="12335">
                  <c:v>4.8220527662216732E-5</c:v>
                </c:pt>
                <c:pt idx="12336">
                  <c:v>3.7677628517666689E-5</c:v>
                </c:pt>
                <c:pt idx="12337">
                  <c:v>1.9014295508715945E-4</c:v>
                </c:pt>
                <c:pt idx="12338">
                  <c:v>1.1443658847379477E-5</c:v>
                </c:pt>
                <c:pt idx="12339">
                  <c:v>5.7822706128883904E-5</c:v>
                </c:pt>
                <c:pt idx="12340">
                  <c:v>2.167296553436189E-5</c:v>
                </c:pt>
                <c:pt idx="12341">
                  <c:v>3.3430969330256617E-6</c:v>
                </c:pt>
                <c:pt idx="12342">
                  <c:v>2.9564545788715919E-5</c:v>
                </c:pt>
                <c:pt idx="12343">
                  <c:v>1.7632311892071143E-5</c:v>
                </c:pt>
                <c:pt idx="12344">
                  <c:v>5.3181234100273854E-6</c:v>
                </c:pt>
                <c:pt idx="12345">
                  <c:v>1.7369899728093846E-5</c:v>
                </c:pt>
                <c:pt idx="12346">
                  <c:v>4.205612463636799E-5</c:v>
                </c:pt>
                <c:pt idx="12347">
                  <c:v>2.7571148210885456E-4</c:v>
                </c:pt>
                <c:pt idx="12348">
                  <c:v>9.9911948167328871E-5</c:v>
                </c:pt>
                <c:pt idx="12349">
                  <c:v>7.9615782190980195E-6</c:v>
                </c:pt>
                <c:pt idx="12350">
                  <c:v>1.1957217495964761E-5</c:v>
                </c:pt>
                <c:pt idx="12351">
                  <c:v>3.9045309642060124E-5</c:v>
                </c:pt>
                <c:pt idx="12352">
                  <c:v>2.4611503195351404E-4</c:v>
                </c:pt>
                <c:pt idx="12353">
                  <c:v>4.1697348095150397E-6</c:v>
                </c:pt>
                <c:pt idx="12354">
                  <c:v>3.4263469611964069E-5</c:v>
                </c:pt>
                <c:pt idx="12355">
                  <c:v>7.8830100129884936E-5</c:v>
                </c:pt>
                <c:pt idx="12356">
                  <c:v>1.0012959793656681E-4</c:v>
                </c:pt>
                <c:pt idx="12357">
                  <c:v>3.8778738718359296E-6</c:v>
                </c:pt>
                <c:pt idx="12358">
                  <c:v>4.2449622076485403E-5</c:v>
                </c:pt>
                <c:pt idx="12359">
                  <c:v>3.9587895064171467E-5</c:v>
                </c:pt>
                <c:pt idx="12360">
                  <c:v>1.5462672458645905E-6</c:v>
                </c:pt>
                <c:pt idx="12361">
                  <c:v>4.1533214757984335E-5</c:v>
                </c:pt>
                <c:pt idx="12362">
                  <c:v>2.471957351589843E-6</c:v>
                </c:pt>
                <c:pt idx="12363">
                  <c:v>1.0086050295668792E-6</c:v>
                </c:pt>
                <c:pt idx="12364">
                  <c:v>2.2791125458496489E-5</c:v>
                </c:pt>
                <c:pt idx="12365">
                  <c:v>3.6157141005585103E-7</c:v>
                </c:pt>
                <c:pt idx="12366">
                  <c:v>6.2866500411040653E-5</c:v>
                </c:pt>
                <c:pt idx="12367">
                  <c:v>1.3334650746158234E-4</c:v>
                </c:pt>
                <c:pt idx="12368">
                  <c:v>6.6562507832747267E-5</c:v>
                </c:pt>
                <c:pt idx="12369">
                  <c:v>1.219460365194864E-5</c:v>
                </c:pt>
                <c:pt idx="12370">
                  <c:v>2.6544165765881468E-5</c:v>
                </c:pt>
                <c:pt idx="12371">
                  <c:v>4.4146291794536522E-3</c:v>
                </c:pt>
                <c:pt idx="12372">
                  <c:v>1.985666482159545E-4</c:v>
                </c:pt>
                <c:pt idx="12373">
                  <c:v>7.9006786682022363E-5</c:v>
                </c:pt>
                <c:pt idx="12374">
                  <c:v>1.8079625159311902E-5</c:v>
                </c:pt>
                <c:pt idx="12375">
                  <c:v>1.0510176656367066E-6</c:v>
                </c:pt>
                <c:pt idx="12376">
                  <c:v>6.7723987500748621E-6</c:v>
                </c:pt>
                <c:pt idx="12377">
                  <c:v>5.2703484643868189E-5</c:v>
                </c:pt>
                <c:pt idx="12378">
                  <c:v>4.8632411878857162E-7</c:v>
                </c:pt>
                <c:pt idx="12379">
                  <c:v>8.0133440072586221E-6</c:v>
                </c:pt>
                <c:pt idx="12380">
                  <c:v>1.0261683290418182E-6</c:v>
                </c:pt>
                <c:pt idx="12381">
                  <c:v>3.9050053283903677E-5</c:v>
                </c:pt>
                <c:pt idx="12382">
                  <c:v>1.469968227119331E-4</c:v>
                </c:pt>
                <c:pt idx="12383">
                  <c:v>3.9191894049999315E-5</c:v>
                </c:pt>
                <c:pt idx="12384">
                  <c:v>2.0672019456262941E-4</c:v>
                </c:pt>
                <c:pt idx="12385">
                  <c:v>3.4469105153526123E-5</c:v>
                </c:pt>
                <c:pt idx="12386">
                  <c:v>1.409573876405927E-5</c:v>
                </c:pt>
                <c:pt idx="12387">
                  <c:v>4.6707777402243421E-6</c:v>
                </c:pt>
                <c:pt idx="12388">
                  <c:v>9.2205727587848547E-6</c:v>
                </c:pt>
                <c:pt idx="12389">
                  <c:v>1.7188518073433537E-5</c:v>
                </c:pt>
                <c:pt idx="12390">
                  <c:v>6.6099773400835325E-6</c:v>
                </c:pt>
                <c:pt idx="12391">
                  <c:v>3.1043322152732517E-4</c:v>
                </c:pt>
                <c:pt idx="12392">
                  <c:v>4.8180916788591423E-5</c:v>
                </c:pt>
                <c:pt idx="12393">
                  <c:v>3.0965238953574456E-5</c:v>
                </c:pt>
                <c:pt idx="12394">
                  <c:v>7.5264446955374245E-7</c:v>
                </c:pt>
                <c:pt idx="12395">
                  <c:v>4.5088728515266904E-5</c:v>
                </c:pt>
                <c:pt idx="12396">
                  <c:v>2.5011266312225132E-4</c:v>
                </c:pt>
                <c:pt idx="12397">
                  <c:v>9.186620897799905E-6</c:v>
                </c:pt>
                <c:pt idx="12398">
                  <c:v>4.4539099411205124E-4</c:v>
                </c:pt>
                <c:pt idx="12399">
                  <c:v>3.6288027822420111E-5</c:v>
                </c:pt>
                <c:pt idx="12400">
                  <c:v>1.778103844199043E-5</c:v>
                </c:pt>
                <c:pt idx="12401">
                  <c:v>1.8747692544443056E-5</c:v>
                </c:pt>
                <c:pt idx="12402">
                  <c:v>1.4285314812630663E-4</c:v>
                </c:pt>
                <c:pt idx="12403">
                  <c:v>1.5039128800613885E-5</c:v>
                </c:pt>
                <c:pt idx="12404">
                  <c:v>6.5429411731415348E-6</c:v>
                </c:pt>
                <c:pt idx="12405">
                  <c:v>9.2401582569828463E-7</c:v>
                </c:pt>
                <c:pt idx="12406">
                  <c:v>1.0541588997403007E-6</c:v>
                </c:pt>
                <c:pt idx="12407">
                  <c:v>2.4724253019618941E-5</c:v>
                </c:pt>
                <c:pt idx="12408">
                  <c:v>1.6302279210533994E-5</c:v>
                </c:pt>
                <c:pt idx="12409">
                  <c:v>1.1837547549813592E-4</c:v>
                </c:pt>
                <c:pt idx="12410">
                  <c:v>1.1927791076775681E-5</c:v>
                </c:pt>
                <c:pt idx="12411">
                  <c:v>3.2766414293195457E-5</c:v>
                </c:pt>
                <c:pt idx="12412">
                  <c:v>3.1272867105823688E-5</c:v>
                </c:pt>
                <c:pt idx="12413">
                  <c:v>6.3506038616765423E-5</c:v>
                </c:pt>
                <c:pt idx="12414">
                  <c:v>6.7745436552688304E-4</c:v>
                </c:pt>
                <c:pt idx="12415">
                  <c:v>9.0354814609924044E-6</c:v>
                </c:pt>
                <c:pt idx="12416">
                  <c:v>6.8330099708813205E-5</c:v>
                </c:pt>
                <c:pt idx="12417">
                  <c:v>0</c:v>
                </c:pt>
                <c:pt idx="12418">
                  <c:v>9.5736514441721094E-6</c:v>
                </c:pt>
                <c:pt idx="12419">
                  <c:v>5.9871674299364138E-5</c:v>
                </c:pt>
                <c:pt idx="12420">
                  <c:v>3.4585182462543299E-5</c:v>
                </c:pt>
                <c:pt idx="12421">
                  <c:v>5.0420706079441903E-6</c:v>
                </c:pt>
                <c:pt idx="12422">
                  <c:v>4.8978927828405972E-7</c:v>
                </c:pt>
                <c:pt idx="12423">
                  <c:v>1.9983836599565589E-5</c:v>
                </c:pt>
                <c:pt idx="12424">
                  <c:v>5.3678910574561424E-6</c:v>
                </c:pt>
                <c:pt idx="12425">
                  <c:v>1.6740552941284969E-5</c:v>
                </c:pt>
                <c:pt idx="12426">
                  <c:v>0</c:v>
                </c:pt>
                <c:pt idx="12427">
                  <c:v>2.7739961923687368E-5</c:v>
                </c:pt>
                <c:pt idx="12428">
                  <c:v>6.7316937934986111E-6</c:v>
                </c:pt>
                <c:pt idx="12429">
                  <c:v>1.6045989106745749E-7</c:v>
                </c:pt>
                <c:pt idx="12430">
                  <c:v>4.4759687384886996E-5</c:v>
                </c:pt>
                <c:pt idx="12431">
                  <c:v>1.6549149418082647E-5</c:v>
                </c:pt>
                <c:pt idx="12432">
                  <c:v>3.8074409659404691E-3</c:v>
                </c:pt>
                <c:pt idx="12433">
                  <c:v>3.8259643008501475E-6</c:v>
                </c:pt>
                <c:pt idx="12434">
                  <c:v>1.0585756303155984E-4</c:v>
                </c:pt>
                <c:pt idx="12435">
                  <c:v>3.6596067139625091E-6</c:v>
                </c:pt>
                <c:pt idx="12436">
                  <c:v>8.1441690279788087E-6</c:v>
                </c:pt>
                <c:pt idx="12437">
                  <c:v>3.5281530941342296E-6</c:v>
                </c:pt>
                <c:pt idx="12438">
                  <c:v>4.0714130586800898E-5</c:v>
                </c:pt>
                <c:pt idx="12439">
                  <c:v>1.3547167487416793E-3</c:v>
                </c:pt>
                <c:pt idx="12440">
                  <c:v>1.7940210669099327E-5</c:v>
                </c:pt>
                <c:pt idx="12441">
                  <c:v>1.4444853601096243E-4</c:v>
                </c:pt>
                <c:pt idx="12442">
                  <c:v>0</c:v>
                </c:pt>
                <c:pt idx="12443">
                  <c:v>2.7579043777219368E-7</c:v>
                </c:pt>
                <c:pt idx="12444">
                  <c:v>1.3771955618687776E-6</c:v>
                </c:pt>
                <c:pt idx="12445">
                  <c:v>2.9709577540772303E-5</c:v>
                </c:pt>
                <c:pt idx="12446">
                  <c:v>4.6465552266489555E-5</c:v>
                </c:pt>
                <c:pt idx="12447">
                  <c:v>1.7652345343985169E-5</c:v>
                </c:pt>
                <c:pt idx="12448">
                  <c:v>0</c:v>
                </c:pt>
                <c:pt idx="12449">
                  <c:v>1.3144870294611076E-5</c:v>
                </c:pt>
                <c:pt idx="12450">
                  <c:v>5.3967787287814944E-5</c:v>
                </c:pt>
                <c:pt idx="12451">
                  <c:v>8.7825975734513728E-5</c:v>
                </c:pt>
                <c:pt idx="12452">
                  <c:v>9.4917875666596433E-6</c:v>
                </c:pt>
                <c:pt idx="12453">
                  <c:v>9.038476615360279E-6</c:v>
                </c:pt>
                <c:pt idx="12454">
                  <c:v>3.5945385259948952E-5</c:v>
                </c:pt>
                <c:pt idx="12455">
                  <c:v>2.8946248300373887E-6</c:v>
                </c:pt>
                <c:pt idx="12456">
                  <c:v>7.1325061730788655E-7</c:v>
                </c:pt>
                <c:pt idx="12457">
                  <c:v>1.3686453990234194E-5</c:v>
                </c:pt>
                <c:pt idx="12458">
                  <c:v>5.8621686514510638E-5</c:v>
                </c:pt>
                <c:pt idx="12459">
                  <c:v>4.0456977183948525E-5</c:v>
                </c:pt>
                <c:pt idx="12460">
                  <c:v>4.2965332174230895E-6</c:v>
                </c:pt>
                <c:pt idx="12461">
                  <c:v>1.2558215085626639E-5</c:v>
                </c:pt>
                <c:pt idx="12462">
                  <c:v>1.6627229456835787E-5</c:v>
                </c:pt>
                <c:pt idx="12463">
                  <c:v>7.5255232564793375E-6</c:v>
                </c:pt>
                <c:pt idx="12464">
                  <c:v>5.0306591532314589E-6</c:v>
                </c:pt>
                <c:pt idx="12465">
                  <c:v>0</c:v>
                </c:pt>
                <c:pt idx="12466">
                  <c:v>0</c:v>
                </c:pt>
                <c:pt idx="12467">
                  <c:v>1.7907447250939111E-4</c:v>
                </c:pt>
                <c:pt idx="12468">
                  <c:v>2.9326593809951182E-5</c:v>
                </c:pt>
                <c:pt idx="12469">
                  <c:v>8.3808843295983236E-5</c:v>
                </c:pt>
                <c:pt idx="12470">
                  <c:v>9.1012502855910265E-7</c:v>
                </c:pt>
                <c:pt idx="12471">
                  <c:v>6.0797234472838722E-5</c:v>
                </c:pt>
                <c:pt idx="12472">
                  <c:v>6.6329520092828513E-5</c:v>
                </c:pt>
                <c:pt idx="12473">
                  <c:v>4.3454629756651457E-5</c:v>
                </c:pt>
                <c:pt idx="12474">
                  <c:v>4.5099461337717395E-6</c:v>
                </c:pt>
                <c:pt idx="12475">
                  <c:v>2.039197799767085E-5</c:v>
                </c:pt>
                <c:pt idx="12476">
                  <c:v>1.7672812276780679E-4</c:v>
                </c:pt>
                <c:pt idx="12477">
                  <c:v>4.1354050379630193E-5</c:v>
                </c:pt>
                <c:pt idx="12478">
                  <c:v>1.465991987822284E-5</c:v>
                </c:pt>
                <c:pt idx="12479">
                  <c:v>9.7491919752469748E-5</c:v>
                </c:pt>
                <c:pt idx="12480">
                  <c:v>1.9575966120371899E-6</c:v>
                </c:pt>
                <c:pt idx="12481">
                  <c:v>4.691072382615549E-5</c:v>
                </c:pt>
                <c:pt idx="12482">
                  <c:v>1.8675406227644749E-6</c:v>
                </c:pt>
                <c:pt idx="12483">
                  <c:v>4.220293491478199E-7</c:v>
                </c:pt>
                <c:pt idx="12484">
                  <c:v>1.5260318231719306E-5</c:v>
                </c:pt>
                <c:pt idx="12485">
                  <c:v>3.2601126781982782E-5</c:v>
                </c:pt>
                <c:pt idx="12486">
                  <c:v>6.2336817236152974E-7</c:v>
                </c:pt>
                <c:pt idx="12487">
                  <c:v>1.1019181680908284E-5</c:v>
                </c:pt>
                <c:pt idx="12488">
                  <c:v>6.7862704926034288E-5</c:v>
                </c:pt>
                <c:pt idx="12489">
                  <c:v>1.862198108512425E-5</c:v>
                </c:pt>
                <c:pt idx="12490">
                  <c:v>4.6939234348283528E-5</c:v>
                </c:pt>
                <c:pt idx="12491">
                  <c:v>2.7051189648348348E-5</c:v>
                </c:pt>
                <c:pt idx="12492">
                  <c:v>1.0763150707539919E-4</c:v>
                </c:pt>
                <c:pt idx="12493">
                  <c:v>1.4324521706026843E-4</c:v>
                </c:pt>
                <c:pt idx="12494">
                  <c:v>6.2596544289718541E-6</c:v>
                </c:pt>
                <c:pt idx="12495">
                  <c:v>8.7252909956643602E-5</c:v>
                </c:pt>
                <c:pt idx="12496">
                  <c:v>7.7641806599071589E-5</c:v>
                </c:pt>
                <c:pt idx="12497">
                  <c:v>1.2299186758441249E-7</c:v>
                </c:pt>
                <c:pt idx="12498">
                  <c:v>2.2552990625486911E-5</c:v>
                </c:pt>
                <c:pt idx="12499">
                  <c:v>4.2001298670188821E-5</c:v>
                </c:pt>
                <c:pt idx="12500">
                  <c:v>2.3968345163678892E-6</c:v>
                </c:pt>
                <c:pt idx="12501">
                  <c:v>2.5991425534969091E-4</c:v>
                </c:pt>
                <c:pt idx="12502">
                  <c:v>1.4573785922576495E-5</c:v>
                </c:pt>
                <c:pt idx="12503">
                  <c:v>1.2609466892788824E-5</c:v>
                </c:pt>
                <c:pt idx="12504">
                  <c:v>1.7203000519618051E-5</c:v>
                </c:pt>
                <c:pt idx="12505">
                  <c:v>1.599319610704284E-5</c:v>
                </c:pt>
                <c:pt idx="12506">
                  <c:v>2.0526389996379649E-5</c:v>
                </c:pt>
                <c:pt idx="12507">
                  <c:v>2.2952971006949949E-5</c:v>
                </c:pt>
                <c:pt idx="12508">
                  <c:v>6.8292005144760488E-7</c:v>
                </c:pt>
                <c:pt idx="12509">
                  <c:v>3.7936729745623613E-5</c:v>
                </c:pt>
                <c:pt idx="12510">
                  <c:v>7.4660448357486927E-5</c:v>
                </c:pt>
                <c:pt idx="12511">
                  <c:v>2.9613682944068616E-5</c:v>
                </c:pt>
                <c:pt idx="12512">
                  <c:v>1.9551566147804998E-5</c:v>
                </c:pt>
                <c:pt idx="12513">
                  <c:v>4.4678489765917304E-5</c:v>
                </c:pt>
                <c:pt idx="12514">
                  <c:v>6.6757017387158314E-6</c:v>
                </c:pt>
                <c:pt idx="12515">
                  <c:v>1.0376165689770848E-4</c:v>
                </c:pt>
                <c:pt idx="12516">
                  <c:v>4.9384406427172828E-5</c:v>
                </c:pt>
                <c:pt idx="12517">
                  <c:v>2.2841517422220033E-5</c:v>
                </c:pt>
                <c:pt idx="12518">
                  <c:v>9.1720802692132949E-6</c:v>
                </c:pt>
                <c:pt idx="12519">
                  <c:v>1.6088670545085992E-5</c:v>
                </c:pt>
                <c:pt idx="12520">
                  <c:v>1.2130137627680127E-5</c:v>
                </c:pt>
                <c:pt idx="12521">
                  <c:v>2.173637228071208E-5</c:v>
                </c:pt>
                <c:pt idx="12522">
                  <c:v>1.8063968907567035E-5</c:v>
                </c:pt>
                <c:pt idx="12523">
                  <c:v>4.9273143905360963E-5</c:v>
                </c:pt>
                <c:pt idx="12524">
                  <c:v>2.0145424581996512E-5</c:v>
                </c:pt>
                <c:pt idx="12525">
                  <c:v>1.8064867538070355E-5</c:v>
                </c:pt>
                <c:pt idx="12526">
                  <c:v>2.4752231684680211E-3</c:v>
                </c:pt>
                <c:pt idx="12527">
                  <c:v>7.7401616640702113E-6</c:v>
                </c:pt>
                <c:pt idx="12528">
                  <c:v>1.1903792324925307E-5</c:v>
                </c:pt>
                <c:pt idx="12529">
                  <c:v>1.9735208164498307E-5</c:v>
                </c:pt>
                <c:pt idx="12530">
                  <c:v>0</c:v>
                </c:pt>
                <c:pt idx="12531">
                  <c:v>3.5903624174787514E-6</c:v>
                </c:pt>
                <c:pt idx="12532">
                  <c:v>2.6350246291421817E-5</c:v>
                </c:pt>
                <c:pt idx="12533">
                  <c:v>0</c:v>
                </c:pt>
                <c:pt idx="12534">
                  <c:v>1.0002698559313842E-3</c:v>
                </c:pt>
                <c:pt idx="12535">
                  <c:v>1.0923016094977407E-4</c:v>
                </c:pt>
                <c:pt idx="12536">
                  <c:v>8.7185364198951378E-7</c:v>
                </c:pt>
                <c:pt idx="12537">
                  <c:v>8.32027159833087E-6</c:v>
                </c:pt>
                <c:pt idx="12538">
                  <c:v>1.3302174932825708E-5</c:v>
                </c:pt>
                <c:pt idx="12539">
                  <c:v>2.0091074466582245E-5</c:v>
                </c:pt>
                <c:pt idx="12540">
                  <c:v>0</c:v>
                </c:pt>
                <c:pt idx="12541">
                  <c:v>8.3008666369581966E-5</c:v>
                </c:pt>
                <c:pt idx="12542">
                  <c:v>2.9668561917516674E-4</c:v>
                </c:pt>
                <c:pt idx="12543">
                  <c:v>4.6775774394731383E-5</c:v>
                </c:pt>
                <c:pt idx="12544">
                  <c:v>0</c:v>
                </c:pt>
                <c:pt idx="12545">
                  <c:v>2.7069001185034016E-5</c:v>
                </c:pt>
                <c:pt idx="12546">
                  <c:v>8.2842798166053318E-7</c:v>
                </c:pt>
                <c:pt idx="12547">
                  <c:v>5.0004556709851691E-7</c:v>
                </c:pt>
                <c:pt idx="12548">
                  <c:v>1.3184128244719429E-7</c:v>
                </c:pt>
                <c:pt idx="12549">
                  <c:v>5.8998807344737487E-6</c:v>
                </c:pt>
                <c:pt idx="12550">
                  <c:v>0</c:v>
                </c:pt>
                <c:pt idx="12551">
                  <c:v>2.9868624770044892E-6</c:v>
                </c:pt>
                <c:pt idx="12552">
                  <c:v>4.4026636400918519E-6</c:v>
                </c:pt>
                <c:pt idx="12553">
                  <c:v>2.0566484795470037E-5</c:v>
                </c:pt>
                <c:pt idx="12554">
                  <c:v>6.1276625655649523E-5</c:v>
                </c:pt>
                <c:pt idx="12555">
                  <c:v>8.8037246440016222E-6</c:v>
                </c:pt>
                <c:pt idx="12556">
                  <c:v>1.752185601405171E-7</c:v>
                </c:pt>
                <c:pt idx="12557">
                  <c:v>8.831369245522034E-6</c:v>
                </c:pt>
                <c:pt idx="12558">
                  <c:v>1.9584678670198427E-5</c:v>
                </c:pt>
                <c:pt idx="12559">
                  <c:v>2.0585142717107121E-5</c:v>
                </c:pt>
                <c:pt idx="12560">
                  <c:v>1.4596066921728236E-4</c:v>
                </c:pt>
                <c:pt idx="12561">
                  <c:v>7.8305659063331907E-5</c:v>
                </c:pt>
                <c:pt idx="12562">
                  <c:v>3.3827184012244115E-5</c:v>
                </c:pt>
                <c:pt idx="12563">
                  <c:v>2.2832036407070325E-5</c:v>
                </c:pt>
                <c:pt idx="12564">
                  <c:v>2.4742562955293208E-6</c:v>
                </c:pt>
                <c:pt idx="12565">
                  <c:v>1.1391975933266536E-7</c:v>
                </c:pt>
                <c:pt idx="12566">
                  <c:v>2.1188385596772683E-5</c:v>
                </c:pt>
                <c:pt idx="12567">
                  <c:v>3.2230804591888842E-4</c:v>
                </c:pt>
                <c:pt idx="12568">
                  <c:v>1.9161235808379555E-5</c:v>
                </c:pt>
                <c:pt idx="12569">
                  <c:v>4.1620732091125801E-7</c:v>
                </c:pt>
                <c:pt idx="12570">
                  <c:v>6.1453505033417033E-5</c:v>
                </c:pt>
                <c:pt idx="12571">
                  <c:v>6.8576189894900438E-5</c:v>
                </c:pt>
                <c:pt idx="12572">
                  <c:v>1.0011614054578813E-5</c:v>
                </c:pt>
                <c:pt idx="12573">
                  <c:v>1.0214564292579702E-5</c:v>
                </c:pt>
                <c:pt idx="12574">
                  <c:v>1.5813784710278499E-5</c:v>
                </c:pt>
                <c:pt idx="12575">
                  <c:v>8.6119571169665228E-6</c:v>
                </c:pt>
                <c:pt idx="12576">
                  <c:v>4.6793330349044319E-4</c:v>
                </c:pt>
                <c:pt idx="12577">
                  <c:v>5.8598978213917206E-6</c:v>
                </c:pt>
                <c:pt idx="12578">
                  <c:v>1.4030117728338721E-5</c:v>
                </c:pt>
                <c:pt idx="12579">
                  <c:v>2.7768381979715296E-6</c:v>
                </c:pt>
                <c:pt idx="12580">
                  <c:v>2.6448558844849528E-5</c:v>
                </c:pt>
                <c:pt idx="12581">
                  <c:v>4.5080289335360584E-5</c:v>
                </c:pt>
                <c:pt idx="12582">
                  <c:v>3.1937476868903539E-5</c:v>
                </c:pt>
                <c:pt idx="12583">
                  <c:v>4.8455886174102323E-5</c:v>
                </c:pt>
                <c:pt idx="12584">
                  <c:v>3.6534372977338898E-4</c:v>
                </c:pt>
                <c:pt idx="12585">
                  <c:v>3.3470542293095806E-7</c:v>
                </c:pt>
                <c:pt idx="12586">
                  <c:v>0</c:v>
                </c:pt>
                <c:pt idx="12587">
                  <c:v>1.792866527474279E-7</c:v>
                </c:pt>
                <c:pt idx="12588">
                  <c:v>5.5786228691949117E-5</c:v>
                </c:pt>
                <c:pt idx="12589">
                  <c:v>3.6357656108266347E-5</c:v>
                </c:pt>
                <c:pt idx="12590">
                  <c:v>6.0663608100361412E-6</c:v>
                </c:pt>
                <c:pt idx="12591">
                  <c:v>4.8312064174663746E-5</c:v>
                </c:pt>
                <c:pt idx="12592">
                  <c:v>5.6022763111493174E-6</c:v>
                </c:pt>
                <c:pt idx="12593">
                  <c:v>1.9227241666167398E-5</c:v>
                </c:pt>
                <c:pt idx="12594">
                  <c:v>8.3158377893713696E-6</c:v>
                </c:pt>
                <c:pt idx="12595">
                  <c:v>3.770555144659036E-6</c:v>
                </c:pt>
                <c:pt idx="12596">
                  <c:v>5.4549934281402401E-5</c:v>
                </c:pt>
                <c:pt idx="12597">
                  <c:v>9.4205842672307892E-5</c:v>
                </c:pt>
                <c:pt idx="12598">
                  <c:v>1.4959263078061328E-5</c:v>
                </c:pt>
                <c:pt idx="12599">
                  <c:v>0</c:v>
                </c:pt>
                <c:pt idx="12600">
                  <c:v>3.9705425994467952E-5</c:v>
                </c:pt>
                <c:pt idx="12601">
                  <c:v>3.9491731038472567E-5</c:v>
                </c:pt>
                <c:pt idx="12602">
                  <c:v>4.8835577802080977E-5</c:v>
                </c:pt>
                <c:pt idx="12603">
                  <c:v>1.7832168353103175E-5</c:v>
                </c:pt>
                <c:pt idx="12604">
                  <c:v>4.3745683246220698E-5</c:v>
                </c:pt>
                <c:pt idx="12605">
                  <c:v>4.3609382394589465E-5</c:v>
                </c:pt>
                <c:pt idx="12606">
                  <c:v>2.5880486782714577E-5</c:v>
                </c:pt>
                <c:pt idx="12607">
                  <c:v>1.1885730502303561E-5</c:v>
                </c:pt>
                <c:pt idx="12608">
                  <c:v>1.1898207063105921E-4</c:v>
                </c:pt>
                <c:pt idx="12609">
                  <c:v>2.3487124310720603E-5</c:v>
                </c:pt>
                <c:pt idx="12610">
                  <c:v>1.1921302555549443E-5</c:v>
                </c:pt>
                <c:pt idx="12611">
                  <c:v>3.5794963440608661E-5</c:v>
                </c:pt>
                <c:pt idx="12612">
                  <c:v>4.6986970495729174E-4</c:v>
                </c:pt>
                <c:pt idx="12613">
                  <c:v>9.2204564270106138E-6</c:v>
                </c:pt>
                <c:pt idx="12614">
                  <c:v>3.9569747010507515E-5</c:v>
                </c:pt>
                <c:pt idx="12615">
                  <c:v>1.7208002767227696E-5</c:v>
                </c:pt>
                <c:pt idx="12616">
                  <c:v>2.2525805783513324E-5</c:v>
                </c:pt>
                <c:pt idx="12617">
                  <c:v>3.0419701386123231E-5</c:v>
                </c:pt>
                <c:pt idx="12618">
                  <c:v>3.8303173668798894E-5</c:v>
                </c:pt>
                <c:pt idx="12619">
                  <c:v>0</c:v>
                </c:pt>
                <c:pt idx="12620">
                  <c:v>2.4591799681822208E-5</c:v>
                </c:pt>
                <c:pt idx="12621">
                  <c:v>0</c:v>
                </c:pt>
                <c:pt idx="12622">
                  <c:v>7.0593792365520995E-5</c:v>
                </c:pt>
                <c:pt idx="12623">
                  <c:v>0</c:v>
                </c:pt>
                <c:pt idx="12624">
                  <c:v>1.2837091528658973E-3</c:v>
                </c:pt>
                <c:pt idx="12625">
                  <c:v>1.0286180055783046E-3</c:v>
                </c:pt>
                <c:pt idx="12626">
                  <c:v>1.7013387939041813E-5</c:v>
                </c:pt>
                <c:pt idx="12627">
                  <c:v>3.5246987374514148E-5</c:v>
                </c:pt>
                <c:pt idx="12628">
                  <c:v>3.9098281579920023E-5</c:v>
                </c:pt>
                <c:pt idx="12629">
                  <c:v>5.652444018015228E-5</c:v>
                </c:pt>
                <c:pt idx="12630">
                  <c:v>7.008560323983477E-5</c:v>
                </c:pt>
                <c:pt idx="12631">
                  <c:v>1.0511242597204354E-5</c:v>
                </c:pt>
                <c:pt idx="12632">
                  <c:v>4.1596161043159344E-5</c:v>
                </c:pt>
                <c:pt idx="12633">
                  <c:v>3.8369923352017822E-5</c:v>
                </c:pt>
                <c:pt idx="12634">
                  <c:v>4.1370400224247927E-5</c:v>
                </c:pt>
                <c:pt idx="12635">
                  <c:v>3.9900762892236445E-5</c:v>
                </c:pt>
                <c:pt idx="12636">
                  <c:v>6.140175239600602E-6</c:v>
                </c:pt>
                <c:pt idx="12637">
                  <c:v>4.8898170816498145E-5</c:v>
                </c:pt>
                <c:pt idx="12638">
                  <c:v>1.1368727623322886E-5</c:v>
                </c:pt>
                <c:pt idx="12639">
                  <c:v>6.0531590956163955E-7</c:v>
                </c:pt>
                <c:pt idx="12640">
                  <c:v>1.1756081944438457E-4</c:v>
                </c:pt>
                <c:pt idx="12641">
                  <c:v>1.0219297153440094E-4</c:v>
                </c:pt>
                <c:pt idx="12642">
                  <c:v>1.2774857114013012E-5</c:v>
                </c:pt>
                <c:pt idx="12643">
                  <c:v>1.2292194611335891E-7</c:v>
                </c:pt>
                <c:pt idx="12644">
                  <c:v>1.8388675086475492E-5</c:v>
                </c:pt>
                <c:pt idx="12645">
                  <c:v>8.6249266994725273E-6</c:v>
                </c:pt>
                <c:pt idx="12646">
                  <c:v>8.2862610573454559E-6</c:v>
                </c:pt>
                <c:pt idx="12647">
                  <c:v>5.1369910744701675E-5</c:v>
                </c:pt>
                <c:pt idx="12648">
                  <c:v>1.2162731734503768E-5</c:v>
                </c:pt>
                <c:pt idx="12649">
                  <c:v>9.6100905339910344E-5</c:v>
                </c:pt>
                <c:pt idx="12650">
                  <c:v>2.4797034703318676E-5</c:v>
                </c:pt>
                <c:pt idx="12651">
                  <c:v>1.2932073614426869E-5</c:v>
                </c:pt>
                <c:pt idx="12652">
                  <c:v>1.805497736526503E-7</c:v>
                </c:pt>
                <c:pt idx="12653">
                  <c:v>1.9941483375311346E-5</c:v>
                </c:pt>
                <c:pt idx="12654">
                  <c:v>7.999358730858459E-7</c:v>
                </c:pt>
                <c:pt idx="12655">
                  <c:v>6.3037814347929724E-7</c:v>
                </c:pt>
                <c:pt idx="12656">
                  <c:v>4.4743034738845689E-4</c:v>
                </c:pt>
                <c:pt idx="12657">
                  <c:v>4.1586398948734384E-5</c:v>
                </c:pt>
                <c:pt idx="12658">
                  <c:v>2.3556045648248639E-5</c:v>
                </c:pt>
                <c:pt idx="12659">
                  <c:v>4.6102109983140583E-5</c:v>
                </c:pt>
                <c:pt idx="12660">
                  <c:v>4.5289262159563111E-6</c:v>
                </c:pt>
                <c:pt idx="12661">
                  <c:v>5.4503680508170488E-5</c:v>
                </c:pt>
                <c:pt idx="12662">
                  <c:v>5.2345019282602812E-5</c:v>
                </c:pt>
                <c:pt idx="12663">
                  <c:v>9.7773767602957866E-7</c:v>
                </c:pt>
                <c:pt idx="12664">
                  <c:v>4.7049077732267383E-5</c:v>
                </c:pt>
                <c:pt idx="12665">
                  <c:v>3.3439114068009659E-5</c:v>
                </c:pt>
                <c:pt idx="12666">
                  <c:v>2.5176266812518989E-5</c:v>
                </c:pt>
                <c:pt idx="12667">
                  <c:v>1.080874609969974E-5</c:v>
                </c:pt>
                <c:pt idx="12668">
                  <c:v>6.8322817229573321E-5</c:v>
                </c:pt>
                <c:pt idx="12669">
                  <c:v>9.0628545619065682E-6</c:v>
                </c:pt>
                <c:pt idx="12670">
                  <c:v>0</c:v>
                </c:pt>
                <c:pt idx="12671">
                  <c:v>0</c:v>
                </c:pt>
                <c:pt idx="12672">
                  <c:v>4.4599773765139912E-6</c:v>
                </c:pt>
                <c:pt idx="12673">
                  <c:v>1.7437632521362987E-5</c:v>
                </c:pt>
                <c:pt idx="12674">
                  <c:v>1.8514274962805114E-5</c:v>
                </c:pt>
                <c:pt idx="12675">
                  <c:v>1.0896068751464781E-4</c:v>
                </c:pt>
                <c:pt idx="12676">
                  <c:v>1.1319859582257662E-5</c:v>
                </c:pt>
                <c:pt idx="12677">
                  <c:v>1.9805219353712316E-5</c:v>
                </c:pt>
                <c:pt idx="12678">
                  <c:v>2.972724240118358E-5</c:v>
                </c:pt>
                <c:pt idx="12679">
                  <c:v>6.7861162263945491E-6</c:v>
                </c:pt>
                <c:pt idx="12680">
                  <c:v>1.2232660953282227E-4</c:v>
                </c:pt>
                <c:pt idx="12681">
                  <c:v>0</c:v>
                </c:pt>
                <c:pt idx="12682">
                  <c:v>6.3954774451289009E-6</c:v>
                </c:pt>
                <c:pt idx="12683">
                  <c:v>1.5205323714022467E-7</c:v>
                </c:pt>
                <c:pt idx="12684">
                  <c:v>7.0261221450526587E-5</c:v>
                </c:pt>
                <c:pt idx="12685">
                  <c:v>1.3873065494763419E-5</c:v>
                </c:pt>
                <c:pt idx="12686">
                  <c:v>1.5450119050691949E-5</c:v>
                </c:pt>
                <c:pt idx="12687">
                  <c:v>8.1744455696317747E-4</c:v>
                </c:pt>
                <c:pt idx="12688">
                  <c:v>3.585338016561164E-4</c:v>
                </c:pt>
                <c:pt idx="12689">
                  <c:v>8.2320613703679521E-5</c:v>
                </c:pt>
                <c:pt idx="12690">
                  <c:v>0</c:v>
                </c:pt>
                <c:pt idx="12691">
                  <c:v>0</c:v>
                </c:pt>
                <c:pt idx="12692">
                  <c:v>3.3846546543533872E-6</c:v>
                </c:pt>
                <c:pt idx="12693">
                  <c:v>2.1752485232736161E-7</c:v>
                </c:pt>
                <c:pt idx="12694">
                  <c:v>7.1016442111145708E-6</c:v>
                </c:pt>
                <c:pt idx="12695">
                  <c:v>0</c:v>
                </c:pt>
                <c:pt idx="12696">
                  <c:v>3.5534763666653243E-3</c:v>
                </c:pt>
                <c:pt idx="12697">
                  <c:v>1.2943400916359144E-5</c:v>
                </c:pt>
                <c:pt idx="12698">
                  <c:v>2.7512986187333621E-6</c:v>
                </c:pt>
                <c:pt idx="12699">
                  <c:v>2.1621970321339829E-4</c:v>
                </c:pt>
                <c:pt idx="12700">
                  <c:v>3.4150223882982545E-6</c:v>
                </c:pt>
                <c:pt idx="12701">
                  <c:v>2.2098477055030801E-5</c:v>
                </c:pt>
                <c:pt idx="12702">
                  <c:v>3.3802860211092241E-4</c:v>
                </c:pt>
                <c:pt idx="12703">
                  <c:v>3.4077344810655457E-5</c:v>
                </c:pt>
                <c:pt idx="12704">
                  <c:v>1.1730804727310363E-5</c:v>
                </c:pt>
                <c:pt idx="12705">
                  <c:v>1.4024784430119517E-5</c:v>
                </c:pt>
                <c:pt idx="12706">
                  <c:v>3.7602756570736796E-4</c:v>
                </c:pt>
                <c:pt idx="12707">
                  <c:v>3.8291564913825095E-7</c:v>
                </c:pt>
                <c:pt idx="12708">
                  <c:v>1.0641425654996128E-3</c:v>
                </c:pt>
                <c:pt idx="12709">
                  <c:v>1.2424454789885344E-5</c:v>
                </c:pt>
                <c:pt idx="12710">
                  <c:v>2.0269424459049172E-5</c:v>
                </c:pt>
                <c:pt idx="12711">
                  <c:v>4.0177297171191306E-5</c:v>
                </c:pt>
                <c:pt idx="12712">
                  <c:v>1.9674154994040993E-5</c:v>
                </c:pt>
                <c:pt idx="12713">
                  <c:v>5.5552669339462598E-5</c:v>
                </c:pt>
                <c:pt idx="12714">
                  <c:v>3.697543333803521E-4</c:v>
                </c:pt>
                <c:pt idx="12715">
                  <c:v>4.5994259250941699E-5</c:v>
                </c:pt>
                <c:pt idx="12716">
                  <c:v>5.1182441823461577E-5</c:v>
                </c:pt>
                <c:pt idx="12717">
                  <c:v>2.9896373177877563E-5</c:v>
                </c:pt>
                <c:pt idx="12718">
                  <c:v>8.7703701552366764E-6</c:v>
                </c:pt>
                <c:pt idx="12719">
                  <c:v>2.2365043425375221E-5</c:v>
                </c:pt>
                <c:pt idx="12720">
                  <c:v>9.8442914132146847E-6</c:v>
                </c:pt>
                <c:pt idx="12721">
                  <c:v>3.1653785380339908E-5</c:v>
                </c:pt>
                <c:pt idx="12722">
                  <c:v>8.9991994339278503E-5</c:v>
                </c:pt>
                <c:pt idx="12723">
                  <c:v>2.1339744551921121E-5</c:v>
                </c:pt>
                <c:pt idx="12724">
                  <c:v>1.2557175989206704E-3</c:v>
                </c:pt>
                <c:pt idx="12725">
                  <c:v>9.4632517277891895E-6</c:v>
                </c:pt>
                <c:pt idx="12726">
                  <c:v>3.8953722217864328E-3</c:v>
                </c:pt>
                <c:pt idx="12727">
                  <c:v>1.0587028782576962E-5</c:v>
                </c:pt>
                <c:pt idx="12728">
                  <c:v>3.6439476781982409E-4</c:v>
                </c:pt>
                <c:pt idx="12729">
                  <c:v>1.9346501029293426E-5</c:v>
                </c:pt>
                <c:pt idx="12730">
                  <c:v>1.0954221451353725E-6</c:v>
                </c:pt>
                <c:pt idx="12731">
                  <c:v>1.8628159046077449E-6</c:v>
                </c:pt>
                <c:pt idx="12732">
                  <c:v>1.8779894049271938E-6</c:v>
                </c:pt>
                <c:pt idx="12733">
                  <c:v>1.7282294595573381E-5</c:v>
                </c:pt>
                <c:pt idx="12734">
                  <c:v>3.8817631561185495E-5</c:v>
                </c:pt>
                <c:pt idx="12735">
                  <c:v>0</c:v>
                </c:pt>
                <c:pt idx="12736">
                  <c:v>8.204332927428049E-6</c:v>
                </c:pt>
                <c:pt idx="12737">
                  <c:v>1.009698413938484E-6</c:v>
                </c:pt>
                <c:pt idx="12738">
                  <c:v>1.5334730724354527E-7</c:v>
                </c:pt>
                <c:pt idx="12739">
                  <c:v>4.8676715361321503E-5</c:v>
                </c:pt>
                <c:pt idx="12740">
                  <c:v>2.2439219120331845E-3</c:v>
                </c:pt>
                <c:pt idx="12741">
                  <c:v>2.4153684802947804E-6</c:v>
                </c:pt>
                <c:pt idx="12742">
                  <c:v>1.9946106416324712E-5</c:v>
                </c:pt>
                <c:pt idx="12743">
                  <c:v>3.6824401563334079E-6</c:v>
                </c:pt>
                <c:pt idx="12744">
                  <c:v>2.5912893330862231E-5</c:v>
                </c:pt>
                <c:pt idx="12745">
                  <c:v>3.3887926227653666E-5</c:v>
                </c:pt>
                <c:pt idx="12746">
                  <c:v>3.6569280706473042E-5</c:v>
                </c:pt>
                <c:pt idx="12747">
                  <c:v>4.0906433531675855E-7</c:v>
                </c:pt>
                <c:pt idx="12748">
                  <c:v>3.5069781130953681E-5</c:v>
                </c:pt>
                <c:pt idx="12749">
                  <c:v>4.7545151272343833E-5</c:v>
                </c:pt>
                <c:pt idx="12750">
                  <c:v>1.3302107020842545E-5</c:v>
                </c:pt>
                <c:pt idx="12751">
                  <c:v>7.4494774742325464E-5</c:v>
                </c:pt>
                <c:pt idx="12752">
                  <c:v>1.4076668344362461E-3</c:v>
                </c:pt>
                <c:pt idx="12753">
                  <c:v>6.564786615646486E-5</c:v>
                </c:pt>
                <c:pt idx="12754">
                  <c:v>1.5299687149185917E-5</c:v>
                </c:pt>
                <c:pt idx="12755">
                  <c:v>1.2099883277155109E-5</c:v>
                </c:pt>
                <c:pt idx="12756">
                  <c:v>5.3177672556818214E-8</c:v>
                </c:pt>
                <c:pt idx="12757">
                  <c:v>6.6750114633626738E-5</c:v>
                </c:pt>
                <c:pt idx="12758">
                  <c:v>5.3229859703867572E-4</c:v>
                </c:pt>
                <c:pt idx="12759">
                  <c:v>1.7204973000554625E-5</c:v>
                </c:pt>
                <c:pt idx="12760">
                  <c:v>2.3783663462298686E-5</c:v>
                </c:pt>
                <c:pt idx="12761">
                  <c:v>5.5963767485008991E-6</c:v>
                </c:pt>
                <c:pt idx="12762">
                  <c:v>1.043537691490646E-4</c:v>
                </c:pt>
                <c:pt idx="12763">
                  <c:v>0</c:v>
                </c:pt>
                <c:pt idx="12764">
                  <c:v>2.3653918408319174E-5</c:v>
                </c:pt>
                <c:pt idx="12765">
                  <c:v>1.3023055096277354E-5</c:v>
                </c:pt>
                <c:pt idx="12766">
                  <c:v>2.4158626057362831E-7</c:v>
                </c:pt>
                <c:pt idx="12767">
                  <c:v>2.00388974247821E-7</c:v>
                </c:pt>
                <c:pt idx="12768">
                  <c:v>1.33468952600864E-7</c:v>
                </c:pt>
                <c:pt idx="12769">
                  <c:v>8.0412286319032467E-6</c:v>
                </c:pt>
                <c:pt idx="12770">
                  <c:v>4.2181978115456164E-5</c:v>
                </c:pt>
                <c:pt idx="12771">
                  <c:v>7.5164961461370684E-5</c:v>
                </c:pt>
                <c:pt idx="12772">
                  <c:v>2.5444913409154345E-6</c:v>
                </c:pt>
                <c:pt idx="12773">
                  <c:v>6.985391724208759E-6</c:v>
                </c:pt>
                <c:pt idx="12774">
                  <c:v>9.78369697798187E-7</c:v>
                </c:pt>
                <c:pt idx="12775">
                  <c:v>1.9437283869852368E-5</c:v>
                </c:pt>
                <c:pt idx="12776">
                  <c:v>4.3866300048400835E-5</c:v>
                </c:pt>
                <c:pt idx="12777">
                  <c:v>1.1850259722044203E-4</c:v>
                </c:pt>
                <c:pt idx="12778">
                  <c:v>1.1130072565271463E-4</c:v>
                </c:pt>
                <c:pt idx="12779">
                  <c:v>1.9956237825918268E-4</c:v>
                </c:pt>
                <c:pt idx="12780">
                  <c:v>7.6735924606574331E-5</c:v>
                </c:pt>
                <c:pt idx="12781">
                  <c:v>6.1623512000658683E-5</c:v>
                </c:pt>
                <c:pt idx="12782">
                  <c:v>1.9301758890002767E-5</c:v>
                </c:pt>
                <c:pt idx="12783">
                  <c:v>1.9948388694514366E-5</c:v>
                </c:pt>
                <c:pt idx="12784">
                  <c:v>0</c:v>
                </c:pt>
                <c:pt idx="12785">
                  <c:v>3.4846897377188241E-4</c:v>
                </c:pt>
                <c:pt idx="12786">
                  <c:v>1.3158106938973246E-6</c:v>
                </c:pt>
                <c:pt idx="12787">
                  <c:v>1.2565126596405755E-5</c:v>
                </c:pt>
                <c:pt idx="12788">
                  <c:v>2.3957528362731708E-5</c:v>
                </c:pt>
                <c:pt idx="12789">
                  <c:v>4.2979131565680577E-4</c:v>
                </c:pt>
                <c:pt idx="12790">
                  <c:v>5.9226847716633157E-6</c:v>
                </c:pt>
                <c:pt idx="12791">
                  <c:v>1.8198042352748599E-4</c:v>
                </c:pt>
                <c:pt idx="12792">
                  <c:v>1.8649008832592135E-4</c:v>
                </c:pt>
                <c:pt idx="12793">
                  <c:v>3.6227792890308569E-5</c:v>
                </c:pt>
                <c:pt idx="12794">
                  <c:v>2.6433998535564754E-4</c:v>
                </c:pt>
                <c:pt idx="12795">
                  <c:v>6.1381972224534484E-4</c:v>
                </c:pt>
                <c:pt idx="12796">
                  <c:v>3.219664979543768E-5</c:v>
                </c:pt>
                <c:pt idx="12797">
                  <c:v>4.5567643245811643E-5</c:v>
                </c:pt>
                <c:pt idx="12798">
                  <c:v>5.2311218519370697E-7</c:v>
                </c:pt>
                <c:pt idx="12799">
                  <c:v>9.2322674300509748E-8</c:v>
                </c:pt>
                <c:pt idx="12800">
                  <c:v>2.8598273185586402E-5</c:v>
                </c:pt>
                <c:pt idx="12801">
                  <c:v>1.7793532920378193E-5</c:v>
                </c:pt>
                <c:pt idx="12802">
                  <c:v>5.8312386652281407E-5</c:v>
                </c:pt>
                <c:pt idx="12803">
                  <c:v>3.9186811467684423E-5</c:v>
                </c:pt>
                <c:pt idx="12804">
                  <c:v>7.9497659887980621E-6</c:v>
                </c:pt>
                <c:pt idx="12805">
                  <c:v>2.271473315968721E-5</c:v>
                </c:pt>
                <c:pt idx="12806">
                  <c:v>4.1508554738363782E-5</c:v>
                </c:pt>
                <c:pt idx="12807">
                  <c:v>0</c:v>
                </c:pt>
                <c:pt idx="12808">
                  <c:v>1.3057809785977468E-4</c:v>
                </c:pt>
                <c:pt idx="12809">
                  <c:v>0</c:v>
                </c:pt>
                <c:pt idx="12810">
                  <c:v>0</c:v>
                </c:pt>
                <c:pt idx="12811">
                  <c:v>4.8198686335776977E-7</c:v>
                </c:pt>
                <c:pt idx="12812">
                  <c:v>0</c:v>
                </c:pt>
                <c:pt idx="12813">
                  <c:v>2.9158554892517983E-5</c:v>
                </c:pt>
                <c:pt idx="12814">
                  <c:v>7.670085250563985E-8</c:v>
                </c:pt>
                <c:pt idx="12815">
                  <c:v>4.6235659806638803E-5</c:v>
                </c:pt>
                <c:pt idx="12816">
                  <c:v>3.3714090937640051E-7</c:v>
                </c:pt>
                <c:pt idx="12817">
                  <c:v>9.9072805187563816E-5</c:v>
                </c:pt>
                <c:pt idx="12818">
                  <c:v>2.4750255734301511E-5</c:v>
                </c:pt>
                <c:pt idx="12819">
                  <c:v>0</c:v>
                </c:pt>
                <c:pt idx="12820">
                  <c:v>3.1250587553027242E-5</c:v>
                </c:pt>
                <c:pt idx="12821">
                  <c:v>1.5905513445912614E-4</c:v>
                </c:pt>
                <c:pt idx="12822">
                  <c:v>5.6822242823999005E-5</c:v>
                </c:pt>
                <c:pt idx="12823">
                  <c:v>3.5100601171006274E-7</c:v>
                </c:pt>
                <c:pt idx="12824">
                  <c:v>0</c:v>
                </c:pt>
                <c:pt idx="12825">
                  <c:v>9.0786224782975024E-5</c:v>
                </c:pt>
                <c:pt idx="12826">
                  <c:v>5.0449222129275923E-4</c:v>
                </c:pt>
                <c:pt idx="12827">
                  <c:v>4.3592682099298193E-7</c:v>
                </c:pt>
                <c:pt idx="12828">
                  <c:v>3.2212323131791952E-4</c:v>
                </c:pt>
                <c:pt idx="12829">
                  <c:v>2.833842954075931E-4</c:v>
                </c:pt>
                <c:pt idx="12830">
                  <c:v>6.1835949441391494E-7</c:v>
                </c:pt>
                <c:pt idx="12831">
                  <c:v>4.4884544139218275E-5</c:v>
                </c:pt>
                <c:pt idx="12832">
                  <c:v>9.7878942915009988E-4</c:v>
                </c:pt>
                <c:pt idx="12833">
                  <c:v>1.4024491844614417E-5</c:v>
                </c:pt>
                <c:pt idx="12834">
                  <c:v>3.9252112510532652E-5</c:v>
                </c:pt>
                <c:pt idx="12835">
                  <c:v>2.9754133375642497E-3</c:v>
                </c:pt>
                <c:pt idx="12836">
                  <c:v>3.5289590290231809E-3</c:v>
                </c:pt>
                <c:pt idx="12837">
                  <c:v>5.8170093458030106E-5</c:v>
                </c:pt>
                <c:pt idx="12838">
                  <c:v>1.8728710043899651E-5</c:v>
                </c:pt>
                <c:pt idx="12839">
                  <c:v>1.3127244062203981E-5</c:v>
                </c:pt>
                <c:pt idx="12840">
                  <c:v>2.6421639751810351E-4</c:v>
                </c:pt>
                <c:pt idx="12841">
                  <c:v>1.5104511307274179E-6</c:v>
                </c:pt>
                <c:pt idx="12842">
                  <c:v>3.1744921769831002E-5</c:v>
                </c:pt>
                <c:pt idx="12843">
                  <c:v>2.071498978109767E-5</c:v>
                </c:pt>
                <c:pt idx="12844">
                  <c:v>1.9079586197371106E-5</c:v>
                </c:pt>
                <c:pt idx="12845">
                  <c:v>1.033994329925922E-6</c:v>
                </c:pt>
                <c:pt idx="12846">
                  <c:v>2.1746234518588831E-4</c:v>
                </c:pt>
                <c:pt idx="12847">
                  <c:v>1.5650434952816251E-4</c:v>
                </c:pt>
                <c:pt idx="12848">
                  <c:v>3.4398589147586034E-5</c:v>
                </c:pt>
                <c:pt idx="12849">
                  <c:v>0</c:v>
                </c:pt>
                <c:pt idx="12850">
                  <c:v>0</c:v>
                </c:pt>
                <c:pt idx="12851">
                  <c:v>3.3679081497414144E-7</c:v>
                </c:pt>
                <c:pt idx="12852">
                  <c:v>1.2866071349390708E-4</c:v>
                </c:pt>
                <c:pt idx="12853">
                  <c:v>0</c:v>
                </c:pt>
                <c:pt idx="12854">
                  <c:v>1.4880650526983663E-3</c:v>
                </c:pt>
                <c:pt idx="12855">
                  <c:v>0</c:v>
                </c:pt>
                <c:pt idx="12856">
                  <c:v>6.2854564887616071E-7</c:v>
                </c:pt>
                <c:pt idx="12857">
                  <c:v>6.6717666608668389E-5</c:v>
                </c:pt>
                <c:pt idx="12858">
                  <c:v>1.1457294056144679E-4</c:v>
                </c:pt>
                <c:pt idx="12859">
                  <c:v>1.0569163339640697E-5</c:v>
                </c:pt>
                <c:pt idx="12860">
                  <c:v>1.150104804326586E-7</c:v>
                </c:pt>
                <c:pt idx="12861">
                  <c:v>6.9140021376377529E-6</c:v>
                </c:pt>
                <c:pt idx="12862">
                  <c:v>2.7137743066933872E-5</c:v>
                </c:pt>
                <c:pt idx="12863">
                  <c:v>2.8598790547920173E-5</c:v>
                </c:pt>
                <c:pt idx="12864">
                  <c:v>1.5463642513379805E-5</c:v>
                </c:pt>
                <c:pt idx="12865">
                  <c:v>1.5855200243226173E-3</c:v>
                </c:pt>
                <c:pt idx="12866">
                  <c:v>1.7890491224477323E-3</c:v>
                </c:pt>
                <c:pt idx="12867">
                  <c:v>3.945647518643459E-5</c:v>
                </c:pt>
                <c:pt idx="12868">
                  <c:v>1.851735895224118E-6</c:v>
                </c:pt>
                <c:pt idx="12869">
                  <c:v>2.088674627282142E-6</c:v>
                </c:pt>
                <c:pt idx="12870">
                  <c:v>2.9015932317379107E-5</c:v>
                </c:pt>
                <c:pt idx="12871">
                  <c:v>6.5006444620501429E-7</c:v>
                </c:pt>
                <c:pt idx="12872">
                  <c:v>4.2158158383005159E-6</c:v>
                </c:pt>
                <c:pt idx="12873">
                  <c:v>9.5426073367396093E-5</c:v>
                </c:pt>
                <c:pt idx="12874">
                  <c:v>6.9723088378578537E-6</c:v>
                </c:pt>
                <c:pt idx="12875">
                  <c:v>0</c:v>
                </c:pt>
                <c:pt idx="12876">
                  <c:v>4.4760962423332761E-6</c:v>
                </c:pt>
                <c:pt idx="12877">
                  <c:v>2.2122784676259091E-5</c:v>
                </c:pt>
                <c:pt idx="12878">
                  <c:v>0</c:v>
                </c:pt>
                <c:pt idx="12879">
                  <c:v>3.5623370762688923E-5</c:v>
                </c:pt>
                <c:pt idx="12880">
                  <c:v>2.1308860533902852E-6</c:v>
                </c:pt>
                <c:pt idx="12881">
                  <c:v>7.5028919095637188E-7</c:v>
                </c:pt>
                <c:pt idx="12882">
                  <c:v>1.0976468790229635E-6</c:v>
                </c:pt>
                <c:pt idx="12883">
                  <c:v>2.8064186898371556E-5</c:v>
                </c:pt>
                <c:pt idx="12884">
                  <c:v>7.0758335445439389E-6</c:v>
                </c:pt>
                <c:pt idx="12885">
                  <c:v>2.8798076334865191E-5</c:v>
                </c:pt>
                <c:pt idx="12886">
                  <c:v>5.7927383659010141E-6</c:v>
                </c:pt>
                <c:pt idx="12887">
                  <c:v>1.0213393016110281E-4</c:v>
                </c:pt>
                <c:pt idx="12888">
                  <c:v>1.4378130992657896E-6</c:v>
                </c:pt>
                <c:pt idx="12889">
                  <c:v>1.1059831366414217E-6</c:v>
                </c:pt>
                <c:pt idx="12890">
                  <c:v>1.4623144414204752E-5</c:v>
                </c:pt>
                <c:pt idx="12891">
                  <c:v>2.7879334477549456E-4</c:v>
                </c:pt>
                <c:pt idx="12892">
                  <c:v>1.3992093626088284E-5</c:v>
                </c:pt>
                <c:pt idx="12893">
                  <c:v>5.1931055395056273E-5</c:v>
                </c:pt>
                <c:pt idx="12894">
                  <c:v>5.133943542303044E-5</c:v>
                </c:pt>
                <c:pt idx="12895">
                  <c:v>6.8733091496574186E-5</c:v>
                </c:pt>
                <c:pt idx="12896">
                  <c:v>0</c:v>
                </c:pt>
                <c:pt idx="12897">
                  <c:v>0</c:v>
                </c:pt>
                <c:pt idx="12898">
                  <c:v>2.5609847608168239E-4</c:v>
                </c:pt>
                <c:pt idx="12899">
                  <c:v>2.9839773985059126E-5</c:v>
                </c:pt>
                <c:pt idx="12900">
                  <c:v>0</c:v>
                </c:pt>
                <c:pt idx="12901">
                  <c:v>8.9486829289841865E-6</c:v>
                </c:pt>
                <c:pt idx="12902">
                  <c:v>4.9754234971616008E-5</c:v>
                </c:pt>
                <c:pt idx="12903">
                  <c:v>5.2857122931749518E-6</c:v>
                </c:pt>
                <c:pt idx="12904">
                  <c:v>9.6460083114598193E-6</c:v>
                </c:pt>
                <c:pt idx="12905">
                  <c:v>5.014075915287182E-4</c:v>
                </c:pt>
                <c:pt idx="12906">
                  <c:v>2.6134699839329389E-5</c:v>
                </c:pt>
                <c:pt idx="12907">
                  <c:v>1.1802227198463666E-5</c:v>
                </c:pt>
                <c:pt idx="12908">
                  <c:v>9.0935608774082427E-6</c:v>
                </c:pt>
                <c:pt idx="12909">
                  <c:v>7.5986924547084413E-5</c:v>
                </c:pt>
                <c:pt idx="12910">
                  <c:v>4.4526298025823557E-5</c:v>
                </c:pt>
                <c:pt idx="12911">
                  <c:v>2.9275395019222346E-6</c:v>
                </c:pt>
                <c:pt idx="12912">
                  <c:v>9.0214447259531739E-7</c:v>
                </c:pt>
                <c:pt idx="12913">
                  <c:v>3.0504283773087993E-5</c:v>
                </c:pt>
                <c:pt idx="12914">
                  <c:v>2.8541000824168563E-5</c:v>
                </c:pt>
                <c:pt idx="12915">
                  <c:v>6.8339930084573917E-5</c:v>
                </c:pt>
                <c:pt idx="12916">
                  <c:v>0</c:v>
                </c:pt>
                <c:pt idx="12917">
                  <c:v>8.3408194117928097E-5</c:v>
                </c:pt>
                <c:pt idx="12918">
                  <c:v>6.4069551745580405E-4</c:v>
                </c:pt>
                <c:pt idx="12919">
                  <c:v>1.0640733425856259E-7</c:v>
                </c:pt>
                <c:pt idx="12920">
                  <c:v>2.6530297615219202E-6</c:v>
                </c:pt>
                <c:pt idx="12921">
                  <c:v>8.3816530578455464E-5</c:v>
                </c:pt>
                <c:pt idx="12922">
                  <c:v>8.9105858727622808E-6</c:v>
                </c:pt>
                <c:pt idx="12923">
                  <c:v>0</c:v>
                </c:pt>
                <c:pt idx="12924">
                  <c:v>4.6503768311376893E-6</c:v>
                </c:pt>
                <c:pt idx="12925">
                  <c:v>1.0846814261980818E-5</c:v>
                </c:pt>
                <c:pt idx="12926">
                  <c:v>5.7968166511937502E-4</c:v>
                </c:pt>
                <c:pt idx="12927">
                  <c:v>5.5037742636137932E-7</c:v>
                </c:pt>
                <c:pt idx="12928">
                  <c:v>1.7963586210981447E-5</c:v>
                </c:pt>
                <c:pt idx="12929">
                  <c:v>1.1852348280408518E-6</c:v>
                </c:pt>
                <c:pt idx="12930">
                  <c:v>1.5174448782865647E-4</c:v>
                </c:pt>
                <c:pt idx="12931">
                  <c:v>5.4908342307866023E-5</c:v>
                </c:pt>
                <c:pt idx="12932">
                  <c:v>2.9875790373748262E-5</c:v>
                </c:pt>
                <c:pt idx="12933">
                  <c:v>8.6719132304484034E-7</c:v>
                </c:pt>
                <c:pt idx="12934">
                  <c:v>4.6459278855649553E-5</c:v>
                </c:pt>
                <c:pt idx="12935">
                  <c:v>2.1544700156668211E-5</c:v>
                </c:pt>
                <c:pt idx="12936">
                  <c:v>1.0694037948056101E-5</c:v>
                </c:pt>
                <c:pt idx="12937">
                  <c:v>9.5548666488572794E-6</c:v>
                </c:pt>
                <c:pt idx="12938">
                  <c:v>5.8681756613239584E-6</c:v>
                </c:pt>
                <c:pt idx="12939">
                  <c:v>1.8605882160774054E-4</c:v>
                </c:pt>
                <c:pt idx="12940">
                  <c:v>2.7109745504709539E-6</c:v>
                </c:pt>
                <c:pt idx="12941">
                  <c:v>3.5541211996568335E-5</c:v>
                </c:pt>
                <c:pt idx="12942">
                  <c:v>4.5648072458845624E-7</c:v>
                </c:pt>
                <c:pt idx="12943">
                  <c:v>1.6274851057837929E-5</c:v>
                </c:pt>
                <c:pt idx="12944">
                  <c:v>6.5250839175606702E-6</c:v>
                </c:pt>
                <c:pt idx="12945">
                  <c:v>1.8760901550316155E-5</c:v>
                </c:pt>
                <c:pt idx="12946">
                  <c:v>3.9762293099353874E-6</c:v>
                </c:pt>
                <c:pt idx="12947">
                  <c:v>3.4723746608032064E-5</c:v>
                </c:pt>
                <c:pt idx="12948">
                  <c:v>6.0887711269286255E-5</c:v>
                </c:pt>
                <c:pt idx="12949">
                  <c:v>3.7378406140614107E-5</c:v>
                </c:pt>
                <c:pt idx="12950">
                  <c:v>1.1923880691915339E-5</c:v>
                </c:pt>
                <c:pt idx="12951">
                  <c:v>2.2978897408935618E-5</c:v>
                </c:pt>
                <c:pt idx="12952">
                  <c:v>8.9231598506541883E-6</c:v>
                </c:pt>
                <c:pt idx="12953">
                  <c:v>6.176685709365589E-6</c:v>
                </c:pt>
                <c:pt idx="12954">
                  <c:v>1.3167982371464231E-4</c:v>
                </c:pt>
                <c:pt idx="12955">
                  <c:v>1.0244079775059838E-5</c:v>
                </c:pt>
                <c:pt idx="12956">
                  <c:v>1.757648845332001E-5</c:v>
                </c:pt>
                <c:pt idx="12957">
                  <c:v>1.7609516259380928E-5</c:v>
                </c:pt>
                <c:pt idx="12958">
                  <c:v>1.3339967751616821E-5</c:v>
                </c:pt>
                <c:pt idx="12959">
                  <c:v>6.2231301134948934E-6</c:v>
                </c:pt>
                <c:pt idx="12960">
                  <c:v>0</c:v>
                </c:pt>
                <c:pt idx="12961">
                  <c:v>1.2480974738334317E-5</c:v>
                </c:pt>
                <c:pt idx="12962">
                  <c:v>2.0865855690062292E-5</c:v>
                </c:pt>
                <c:pt idx="12963">
                  <c:v>0</c:v>
                </c:pt>
                <c:pt idx="12964">
                  <c:v>4.1561098612952681E-5</c:v>
                </c:pt>
                <c:pt idx="12965">
                  <c:v>1.282193152600906E-4</c:v>
                </c:pt>
                <c:pt idx="12966">
                  <c:v>1.0839065641606648E-5</c:v>
                </c:pt>
                <c:pt idx="12967">
                  <c:v>0</c:v>
                </c:pt>
                <c:pt idx="12968">
                  <c:v>5.0995213022028138E-7</c:v>
                </c:pt>
                <c:pt idx="12969">
                  <c:v>5.1438537855537416E-5</c:v>
                </c:pt>
                <c:pt idx="12970">
                  <c:v>1.7143959247367355E-5</c:v>
                </c:pt>
                <c:pt idx="12971">
                  <c:v>3.3357314808015077E-5</c:v>
                </c:pt>
                <c:pt idx="12972">
                  <c:v>1.3842233233353194E-5</c:v>
                </c:pt>
                <c:pt idx="12973">
                  <c:v>6.7151225281570831E-5</c:v>
                </c:pt>
                <c:pt idx="12974">
                  <c:v>1.3803755021428163E-5</c:v>
                </c:pt>
                <c:pt idx="12975">
                  <c:v>1.2401108647439733E-3</c:v>
                </c:pt>
                <c:pt idx="12976">
                  <c:v>5.8636566731038E-5</c:v>
                </c:pt>
                <c:pt idx="12977">
                  <c:v>5.6992693510053535E-5</c:v>
                </c:pt>
                <c:pt idx="12978">
                  <c:v>4.5579933477479273E-5</c:v>
                </c:pt>
                <c:pt idx="12979">
                  <c:v>3.5692936222125788E-5</c:v>
                </c:pt>
                <c:pt idx="12980">
                  <c:v>2.054639759355111E-5</c:v>
                </c:pt>
                <c:pt idx="12981">
                  <c:v>2.021875527734101E-5</c:v>
                </c:pt>
                <c:pt idx="12982">
                  <c:v>3.3267277684249813E-5</c:v>
                </c:pt>
                <c:pt idx="12983">
                  <c:v>1.0893169567558165E-4</c:v>
                </c:pt>
                <c:pt idx="12984">
                  <c:v>1.4799432115906773E-7</c:v>
                </c:pt>
                <c:pt idx="12985">
                  <c:v>6.7749931612466547E-6</c:v>
                </c:pt>
                <c:pt idx="12986">
                  <c:v>4.1994390053516787E-5</c:v>
                </c:pt>
                <c:pt idx="12987">
                  <c:v>1.5191440256274289E-4</c:v>
                </c:pt>
                <c:pt idx="12988">
                  <c:v>6.7222723583686662E-5</c:v>
                </c:pt>
                <c:pt idx="12989">
                  <c:v>5.7860576167133547E-5</c:v>
                </c:pt>
                <c:pt idx="12990">
                  <c:v>5.9008636889175968E-6</c:v>
                </c:pt>
                <c:pt idx="12991">
                  <c:v>2.2063235021566162E-7</c:v>
                </c:pt>
                <c:pt idx="12992">
                  <c:v>5.1833945059231491E-6</c:v>
                </c:pt>
                <c:pt idx="12993">
                  <c:v>1.4979336650577681E-5</c:v>
                </c:pt>
                <c:pt idx="12994">
                  <c:v>2.5209472123535235E-5</c:v>
                </c:pt>
                <c:pt idx="12995">
                  <c:v>0</c:v>
                </c:pt>
                <c:pt idx="12996">
                  <c:v>3.5217431213333487E-6</c:v>
                </c:pt>
                <c:pt idx="12997">
                  <c:v>1.4277840527620119E-3</c:v>
                </c:pt>
                <c:pt idx="12998">
                  <c:v>6.7639114665296756E-6</c:v>
                </c:pt>
                <c:pt idx="12999">
                  <c:v>4.6269841380584447E-5</c:v>
                </c:pt>
                <c:pt idx="13000">
                  <c:v>1.0570022522962041E-3</c:v>
                </c:pt>
                <c:pt idx="13001">
                  <c:v>2.45704208197043E-6</c:v>
                </c:pt>
                <c:pt idx="13002">
                  <c:v>1.2273425461713024E-4</c:v>
                </c:pt>
                <c:pt idx="13003">
                  <c:v>1.3708430594056031E-4</c:v>
                </c:pt>
                <c:pt idx="13004">
                  <c:v>1.6571982312055533E-3</c:v>
                </c:pt>
                <c:pt idx="13005">
                  <c:v>0</c:v>
                </c:pt>
                <c:pt idx="13006">
                  <c:v>0</c:v>
                </c:pt>
                <c:pt idx="13007">
                  <c:v>3.1621028805214679E-4</c:v>
                </c:pt>
                <c:pt idx="13008">
                  <c:v>5.5278539303558532E-5</c:v>
                </c:pt>
                <c:pt idx="13009">
                  <c:v>0</c:v>
                </c:pt>
                <c:pt idx="13010">
                  <c:v>2.7795173304612988E-5</c:v>
                </c:pt>
                <c:pt idx="13011">
                  <c:v>6.0027679959300229E-8</c:v>
                </c:pt>
                <c:pt idx="13012">
                  <c:v>5.7967748850777286E-7</c:v>
                </c:pt>
                <c:pt idx="13013">
                  <c:v>2.1610314689828766E-4</c:v>
                </c:pt>
                <c:pt idx="13014">
                  <c:v>2.2653892654631858E-5</c:v>
                </c:pt>
                <c:pt idx="13015">
                  <c:v>0</c:v>
                </c:pt>
                <c:pt idx="13016">
                  <c:v>8.3547025971174558E-7</c:v>
                </c:pt>
                <c:pt idx="13017">
                  <c:v>2.1244293983849199E-5</c:v>
                </c:pt>
                <c:pt idx="13018">
                  <c:v>3.118276291247114E-4</c:v>
                </c:pt>
                <c:pt idx="13019">
                  <c:v>3.3572005674538696E-5</c:v>
                </c:pt>
                <c:pt idx="13020">
                  <c:v>3.5654120886212486E-5</c:v>
                </c:pt>
                <c:pt idx="13021">
                  <c:v>3.3298951709350202E-5</c:v>
                </c:pt>
                <c:pt idx="13022">
                  <c:v>3.0494095487247242E-5</c:v>
                </c:pt>
                <c:pt idx="13023">
                  <c:v>1.5333762622667345E-5</c:v>
                </c:pt>
                <c:pt idx="13024">
                  <c:v>1.8819696788540621E-5</c:v>
                </c:pt>
                <c:pt idx="13025">
                  <c:v>6.2891644775529669E-4</c:v>
                </c:pt>
                <c:pt idx="13026">
                  <c:v>6.8423956713100901E-7</c:v>
                </c:pt>
                <c:pt idx="13027">
                  <c:v>0</c:v>
                </c:pt>
                <c:pt idx="13028">
                  <c:v>3.7153998817406525E-5</c:v>
                </c:pt>
                <c:pt idx="13029">
                  <c:v>2.34980550353632E-5</c:v>
                </c:pt>
                <c:pt idx="13030">
                  <c:v>9.9544810546309739E-5</c:v>
                </c:pt>
                <c:pt idx="13031">
                  <c:v>5.5475586909031634E-7</c:v>
                </c:pt>
                <c:pt idx="13032">
                  <c:v>4.0950701366173923E-7</c:v>
                </c:pt>
                <c:pt idx="13033">
                  <c:v>0</c:v>
                </c:pt>
                <c:pt idx="13034">
                  <c:v>2.4816630900121084E-6</c:v>
                </c:pt>
                <c:pt idx="13035">
                  <c:v>6.2628523025763877E-5</c:v>
                </c:pt>
                <c:pt idx="13036">
                  <c:v>2.1719366584048598E-5</c:v>
                </c:pt>
                <c:pt idx="13037">
                  <c:v>1.8941560777372127E-5</c:v>
                </c:pt>
                <c:pt idx="13038">
                  <c:v>1.0673384042353887E-5</c:v>
                </c:pt>
                <c:pt idx="13039">
                  <c:v>8.9762231698420526E-5</c:v>
                </c:pt>
                <c:pt idx="13040">
                  <c:v>5.9064462918245189E-5</c:v>
                </c:pt>
                <c:pt idx="13041">
                  <c:v>2.4126420450516111E-5</c:v>
                </c:pt>
                <c:pt idx="13042">
                  <c:v>3.1188317297515047E-4</c:v>
                </c:pt>
                <c:pt idx="13043">
                  <c:v>2.4868639050282238E-5</c:v>
                </c:pt>
                <c:pt idx="13044">
                  <c:v>6.6844261298412024E-5</c:v>
                </c:pt>
                <c:pt idx="13045">
                  <c:v>2.5141558395920044E-4</c:v>
                </c:pt>
                <c:pt idx="13046">
                  <c:v>1.9011713447946161E-6</c:v>
                </c:pt>
                <c:pt idx="13047">
                  <c:v>0</c:v>
                </c:pt>
                <c:pt idx="13048">
                  <c:v>6.3611233418888813E-6</c:v>
                </c:pt>
                <c:pt idx="13049">
                  <c:v>3.1528071261513203E-4</c:v>
                </c:pt>
                <c:pt idx="13050">
                  <c:v>1.5512451113544005E-4</c:v>
                </c:pt>
                <c:pt idx="13051">
                  <c:v>4.5967827984473771E-5</c:v>
                </c:pt>
                <c:pt idx="13052">
                  <c:v>2.3894573985379305E-5</c:v>
                </c:pt>
                <c:pt idx="13053">
                  <c:v>9.0602183330310728E-5</c:v>
                </c:pt>
                <c:pt idx="13054">
                  <c:v>2.7098775468697785E-6</c:v>
                </c:pt>
                <c:pt idx="13055">
                  <c:v>1.1076189702850886E-5</c:v>
                </c:pt>
                <c:pt idx="13056">
                  <c:v>4.319786292222942E-6</c:v>
                </c:pt>
                <c:pt idx="13057">
                  <c:v>5.4275558153567326E-4</c:v>
                </c:pt>
                <c:pt idx="13058">
                  <c:v>1.9290450966822506E-5</c:v>
                </c:pt>
                <c:pt idx="13059">
                  <c:v>5.1649671493598579E-5</c:v>
                </c:pt>
                <c:pt idx="13060">
                  <c:v>1.266508951773585E-3</c:v>
                </c:pt>
                <c:pt idx="13061">
                  <c:v>5.7828216959989135E-8</c:v>
                </c:pt>
                <c:pt idx="13062">
                  <c:v>1.9086232437376959E-5</c:v>
                </c:pt>
                <c:pt idx="13063">
                  <c:v>2.4377711636804746E-5</c:v>
                </c:pt>
                <c:pt idx="13064">
                  <c:v>2.5417676710039039E-5</c:v>
                </c:pt>
                <c:pt idx="13065">
                  <c:v>2.6256211217969881E-7</c:v>
                </c:pt>
                <c:pt idx="13066">
                  <c:v>8.0649149472321734E-5</c:v>
                </c:pt>
                <c:pt idx="13067">
                  <c:v>2.0295967135175099E-6</c:v>
                </c:pt>
                <c:pt idx="13068">
                  <c:v>1.8958394267261746E-5</c:v>
                </c:pt>
                <c:pt idx="13069">
                  <c:v>1.2987720501283293E-5</c:v>
                </c:pt>
                <c:pt idx="13070">
                  <c:v>1.2849312709205729E-4</c:v>
                </c:pt>
                <c:pt idx="13071">
                  <c:v>4.2419486669787357E-5</c:v>
                </c:pt>
                <c:pt idx="13072">
                  <c:v>1.9297763439257253E-6</c:v>
                </c:pt>
                <c:pt idx="13073">
                  <c:v>3.7302646854196233E-7</c:v>
                </c:pt>
                <c:pt idx="13074">
                  <c:v>2.0979724516172057E-5</c:v>
                </c:pt>
                <c:pt idx="13075">
                  <c:v>8.0036570793211556E-5</c:v>
                </c:pt>
                <c:pt idx="13076">
                  <c:v>2.1905954547973749E-5</c:v>
                </c:pt>
                <c:pt idx="13077">
                  <c:v>4.7627947261538431E-5</c:v>
                </c:pt>
                <c:pt idx="13078">
                  <c:v>2.4536623817201356E-5</c:v>
                </c:pt>
                <c:pt idx="13079">
                  <c:v>1.5128396887912684E-6</c:v>
                </c:pt>
                <c:pt idx="13080">
                  <c:v>5.5275127288433424E-5</c:v>
                </c:pt>
                <c:pt idx="13081">
                  <c:v>2.727130504261386E-5</c:v>
                </c:pt>
                <c:pt idx="13082">
                  <c:v>2.5189660009634469E-5</c:v>
                </c:pt>
                <c:pt idx="13083">
                  <c:v>7.998178830228402E-6</c:v>
                </c:pt>
                <c:pt idx="13084">
                  <c:v>3.9763576835123448E-5</c:v>
                </c:pt>
                <c:pt idx="13085">
                  <c:v>1.0353676377732843E-5</c:v>
                </c:pt>
                <c:pt idx="13086">
                  <c:v>8.3983641784865275E-6</c:v>
                </c:pt>
                <c:pt idx="13087">
                  <c:v>6.4894249064047685E-5</c:v>
                </c:pt>
                <c:pt idx="13088">
                  <c:v>2.968419868388233E-7</c:v>
                </c:pt>
                <c:pt idx="13089">
                  <c:v>1.8062311810890388E-4</c:v>
                </c:pt>
                <c:pt idx="13090">
                  <c:v>7.4641264368644034E-5</c:v>
                </c:pt>
                <c:pt idx="13091">
                  <c:v>0</c:v>
                </c:pt>
                <c:pt idx="13092">
                  <c:v>3.4371179913205631E-5</c:v>
                </c:pt>
                <c:pt idx="13093">
                  <c:v>4.568313041124394E-5</c:v>
                </c:pt>
                <c:pt idx="13094">
                  <c:v>1.630541637578186E-6</c:v>
                </c:pt>
                <c:pt idx="13095">
                  <c:v>8.7662988368041099E-5</c:v>
                </c:pt>
                <c:pt idx="13096">
                  <c:v>9.138968248852814E-6</c:v>
                </c:pt>
                <c:pt idx="13097">
                  <c:v>1.1166208899186719E-6</c:v>
                </c:pt>
                <c:pt idx="13098">
                  <c:v>1.2678162939263837E-4</c:v>
                </c:pt>
                <c:pt idx="13099">
                  <c:v>1.6003098194618766E-5</c:v>
                </c:pt>
                <c:pt idx="13100">
                  <c:v>6.4272477372785491E-5</c:v>
                </c:pt>
                <c:pt idx="13101">
                  <c:v>2.9298062766043203E-7</c:v>
                </c:pt>
                <c:pt idx="13102">
                  <c:v>3.1144566019879274E-5</c:v>
                </c:pt>
                <c:pt idx="13103">
                  <c:v>4.6895540026040845E-7</c:v>
                </c:pt>
                <c:pt idx="13104">
                  <c:v>1.5330326563432533E-4</c:v>
                </c:pt>
                <c:pt idx="13105">
                  <c:v>2.0350869952307576E-5</c:v>
                </c:pt>
                <c:pt idx="13106">
                  <c:v>7.4204227607554955E-6</c:v>
                </c:pt>
                <c:pt idx="13107">
                  <c:v>2.1131586740016396E-4</c:v>
                </c:pt>
                <c:pt idx="13108">
                  <c:v>1.3163830776463075E-5</c:v>
                </c:pt>
                <c:pt idx="13109">
                  <c:v>8.9221475426073603E-6</c:v>
                </c:pt>
                <c:pt idx="13110">
                  <c:v>3.4321998667193875E-5</c:v>
                </c:pt>
                <c:pt idx="13111">
                  <c:v>1.5058735681887643E-4</c:v>
                </c:pt>
                <c:pt idx="13112">
                  <c:v>2.1275164151688402E-5</c:v>
                </c:pt>
                <c:pt idx="13113">
                  <c:v>2.9396745965583105E-5</c:v>
                </c:pt>
                <c:pt idx="13114">
                  <c:v>1.7581501119877338E-5</c:v>
                </c:pt>
                <c:pt idx="13115">
                  <c:v>2.2113378737733968E-5</c:v>
                </c:pt>
                <c:pt idx="13116">
                  <c:v>3.7087427652384058E-7</c:v>
                </c:pt>
                <c:pt idx="13117">
                  <c:v>6.3117714650830052E-4</c:v>
                </c:pt>
                <c:pt idx="13118">
                  <c:v>2.6159444955426537E-6</c:v>
                </c:pt>
                <c:pt idx="13119">
                  <c:v>6.1440750313283924E-5</c:v>
                </c:pt>
                <c:pt idx="13120">
                  <c:v>1.3749940401179403E-5</c:v>
                </c:pt>
                <c:pt idx="13121">
                  <c:v>4.1487155554070788E-5</c:v>
                </c:pt>
                <c:pt idx="13122">
                  <c:v>7.2911295269634488E-5</c:v>
                </c:pt>
                <c:pt idx="13123">
                  <c:v>1.7974890990029441E-5</c:v>
                </c:pt>
                <c:pt idx="13124">
                  <c:v>1.2692454953825203E-5</c:v>
                </c:pt>
                <c:pt idx="13125">
                  <c:v>3.9683401168380483E-5</c:v>
                </c:pt>
                <c:pt idx="13126">
                  <c:v>3.1199487376430014E-6</c:v>
                </c:pt>
                <c:pt idx="13127">
                  <c:v>6.3238389725968409E-5</c:v>
                </c:pt>
                <c:pt idx="13128">
                  <c:v>3.3285052834575035E-7</c:v>
                </c:pt>
                <c:pt idx="13129">
                  <c:v>2.4484397464536982E-5</c:v>
                </c:pt>
                <c:pt idx="13130">
                  <c:v>1.3915925656778023E-5</c:v>
                </c:pt>
                <c:pt idx="13131">
                  <c:v>3.654684621411786E-5</c:v>
                </c:pt>
                <c:pt idx="13132">
                  <c:v>1.4746364696143887E-5</c:v>
                </c:pt>
                <c:pt idx="13133">
                  <c:v>4.4624782984073753E-6</c:v>
                </c:pt>
                <c:pt idx="13134">
                  <c:v>4.2111227741542615E-5</c:v>
                </c:pt>
                <c:pt idx="13135">
                  <c:v>0</c:v>
                </c:pt>
                <c:pt idx="13136">
                  <c:v>6.0642836184281516E-6</c:v>
                </c:pt>
                <c:pt idx="13137">
                  <c:v>1.6696786268318941E-5</c:v>
                </c:pt>
                <c:pt idx="13138">
                  <c:v>5.8925458261258417E-5</c:v>
                </c:pt>
                <c:pt idx="13139">
                  <c:v>2.142862930505364E-5</c:v>
                </c:pt>
                <c:pt idx="13140">
                  <c:v>1.1062403420220353E-6</c:v>
                </c:pt>
                <c:pt idx="13141">
                  <c:v>2.0216516029290605E-5</c:v>
                </c:pt>
                <c:pt idx="13142">
                  <c:v>2.0528135370918591E-5</c:v>
                </c:pt>
                <c:pt idx="13143">
                  <c:v>1.1620252763867845E-6</c:v>
                </c:pt>
                <c:pt idx="13144">
                  <c:v>1.155042153562628E-4</c:v>
                </c:pt>
                <c:pt idx="13145">
                  <c:v>4.1776320345330865E-6</c:v>
                </c:pt>
                <c:pt idx="13146">
                  <c:v>2.3169763220074992E-4</c:v>
                </c:pt>
                <c:pt idx="13147">
                  <c:v>4.2853291599058846E-3</c:v>
                </c:pt>
                <c:pt idx="13148">
                  <c:v>7.4189791089132872E-5</c:v>
                </c:pt>
                <c:pt idx="13149">
                  <c:v>0</c:v>
                </c:pt>
                <c:pt idx="13150">
                  <c:v>1.8661492412169352E-5</c:v>
                </c:pt>
                <c:pt idx="13151">
                  <c:v>4.8953740809298708E-6</c:v>
                </c:pt>
                <c:pt idx="13152">
                  <c:v>6.6215772583040786E-6</c:v>
                </c:pt>
                <c:pt idx="13153">
                  <c:v>1.9788321387224632E-4</c:v>
                </c:pt>
                <c:pt idx="13154">
                  <c:v>1.2281964647524611E-5</c:v>
                </c:pt>
                <c:pt idx="13155">
                  <c:v>0</c:v>
                </c:pt>
                <c:pt idx="13156">
                  <c:v>1.9557499708737327E-5</c:v>
                </c:pt>
                <c:pt idx="13157">
                  <c:v>1.0593611388876689E-4</c:v>
                </c:pt>
                <c:pt idx="13158">
                  <c:v>2.9369421045379619E-5</c:v>
                </c:pt>
                <c:pt idx="13159">
                  <c:v>1.2027320725692109E-5</c:v>
                </c:pt>
                <c:pt idx="13160">
                  <c:v>2.9478863095971439E-7</c:v>
                </c:pt>
                <c:pt idx="13161">
                  <c:v>1.2486775795614588E-5</c:v>
                </c:pt>
                <c:pt idx="13162">
                  <c:v>7.0792947499454895E-5</c:v>
                </c:pt>
                <c:pt idx="13163">
                  <c:v>1.8995453016897832E-5</c:v>
                </c:pt>
                <c:pt idx="13164">
                  <c:v>1.8215375186886077E-4</c:v>
                </c:pt>
                <c:pt idx="13165">
                  <c:v>1.9630962727206166E-5</c:v>
                </c:pt>
                <c:pt idx="13166">
                  <c:v>5.5907275285707402E-5</c:v>
                </c:pt>
                <c:pt idx="13167">
                  <c:v>0</c:v>
                </c:pt>
                <c:pt idx="13168">
                  <c:v>1.8169722959109064E-7</c:v>
                </c:pt>
                <c:pt idx="13169">
                  <c:v>0</c:v>
                </c:pt>
                <c:pt idx="13170">
                  <c:v>3.013515027364444E-6</c:v>
                </c:pt>
                <c:pt idx="13171">
                  <c:v>1.2973182192803831E-6</c:v>
                </c:pt>
                <c:pt idx="13172">
                  <c:v>6.7309773509918229E-6</c:v>
                </c:pt>
                <c:pt idx="13173">
                  <c:v>9.6122483723713204E-6</c:v>
                </c:pt>
                <c:pt idx="13174">
                  <c:v>4.0289385691937547E-6</c:v>
                </c:pt>
                <c:pt idx="13175">
                  <c:v>5.3645418789687748E-5</c:v>
                </c:pt>
                <c:pt idx="13176">
                  <c:v>5.1599347262428792E-5</c:v>
                </c:pt>
                <c:pt idx="13177">
                  <c:v>3.027765541010594E-4</c:v>
                </c:pt>
                <c:pt idx="13178">
                  <c:v>3.0072281392684097E-7</c:v>
                </c:pt>
                <c:pt idx="13179">
                  <c:v>5.5797402000496643E-6</c:v>
                </c:pt>
                <c:pt idx="13180">
                  <c:v>1.7225916396941477E-7</c:v>
                </c:pt>
                <c:pt idx="13181">
                  <c:v>3.4489801846684812E-7</c:v>
                </c:pt>
                <c:pt idx="13182">
                  <c:v>3.0811979532512577E-5</c:v>
                </c:pt>
                <c:pt idx="13183">
                  <c:v>1.1192859179743561E-6</c:v>
                </c:pt>
                <c:pt idx="13184">
                  <c:v>6.0704868181403483E-7</c:v>
                </c:pt>
                <c:pt idx="13185">
                  <c:v>1.8815578893201399E-5</c:v>
                </c:pt>
                <c:pt idx="13186">
                  <c:v>0</c:v>
                </c:pt>
                <c:pt idx="13187">
                  <c:v>4.1796930570261295E-5</c:v>
                </c:pt>
                <c:pt idx="13188">
                  <c:v>4.5682740410483982E-5</c:v>
                </c:pt>
                <c:pt idx="13189">
                  <c:v>2.1009898006263807E-5</c:v>
                </c:pt>
                <c:pt idx="13190">
                  <c:v>7.2575924792640491E-6</c:v>
                </c:pt>
                <c:pt idx="13191">
                  <c:v>5.8042584264252463E-6</c:v>
                </c:pt>
                <c:pt idx="13192">
                  <c:v>6.1547714169604109E-5</c:v>
                </c:pt>
                <c:pt idx="13193">
                  <c:v>3.3167926582415629E-5</c:v>
                </c:pt>
                <c:pt idx="13194">
                  <c:v>1.3523602693679444E-5</c:v>
                </c:pt>
                <c:pt idx="13195">
                  <c:v>2.0073628973867516E-4</c:v>
                </c:pt>
                <c:pt idx="13196">
                  <c:v>3.3649339652118128E-4</c:v>
                </c:pt>
                <c:pt idx="13197">
                  <c:v>1.4858618004824658E-4</c:v>
                </c:pt>
                <c:pt idx="13198">
                  <c:v>8.8554144660778069E-7</c:v>
                </c:pt>
                <c:pt idx="13199">
                  <c:v>1.542441327550596E-5</c:v>
                </c:pt>
                <c:pt idx="13200">
                  <c:v>6.7445805150088422E-5</c:v>
                </c:pt>
                <c:pt idx="13201">
                  <c:v>3.8292616302208051E-5</c:v>
                </c:pt>
                <c:pt idx="13202">
                  <c:v>9.2416486050888005E-5</c:v>
                </c:pt>
                <c:pt idx="13203">
                  <c:v>3.0510776558805104E-7</c:v>
                </c:pt>
                <c:pt idx="13204">
                  <c:v>5.2984954983805989E-5</c:v>
                </c:pt>
                <c:pt idx="13205">
                  <c:v>2.3433168598477398E-4</c:v>
                </c:pt>
                <c:pt idx="13206">
                  <c:v>7.7017218399835717E-6</c:v>
                </c:pt>
                <c:pt idx="13207">
                  <c:v>4.756833470666894E-6</c:v>
                </c:pt>
                <c:pt idx="13208">
                  <c:v>4.2687156776238231E-5</c:v>
                </c:pt>
                <c:pt idx="13209">
                  <c:v>2.8904504536718532E-5</c:v>
                </c:pt>
                <c:pt idx="13210">
                  <c:v>1.7061813022578087E-6</c:v>
                </c:pt>
                <c:pt idx="13211">
                  <c:v>3.5073187063753518E-6</c:v>
                </c:pt>
                <c:pt idx="13212">
                  <c:v>4.8510830849159927E-5</c:v>
                </c:pt>
                <c:pt idx="13213">
                  <c:v>0</c:v>
                </c:pt>
                <c:pt idx="13214">
                  <c:v>0</c:v>
                </c:pt>
                <c:pt idx="13215">
                  <c:v>1.1874504839077271E-4</c:v>
                </c:pt>
                <c:pt idx="13216">
                  <c:v>0</c:v>
                </c:pt>
                <c:pt idx="13217">
                  <c:v>3.319122281583249E-5</c:v>
                </c:pt>
                <c:pt idx="13218">
                  <c:v>1.2445078012783184E-5</c:v>
                </c:pt>
                <c:pt idx="13219">
                  <c:v>5.2334187221245435E-5</c:v>
                </c:pt>
                <c:pt idx="13220">
                  <c:v>2.6514137361779863E-5</c:v>
                </c:pt>
                <c:pt idx="13221">
                  <c:v>1.0619026378907123E-4</c:v>
                </c:pt>
                <c:pt idx="13222">
                  <c:v>2.3645698200162638E-7</c:v>
                </c:pt>
                <c:pt idx="13223">
                  <c:v>2.2354032194371921E-5</c:v>
                </c:pt>
                <c:pt idx="13224">
                  <c:v>0</c:v>
                </c:pt>
                <c:pt idx="13225">
                  <c:v>6.1609185620587815E-5</c:v>
                </c:pt>
                <c:pt idx="13226">
                  <c:v>2.5272432843124476E-5</c:v>
                </c:pt>
                <c:pt idx="13227">
                  <c:v>1.4453188717473197E-7</c:v>
                </c:pt>
                <c:pt idx="13228">
                  <c:v>2.9137117590612654E-5</c:v>
                </c:pt>
                <c:pt idx="13229">
                  <c:v>2.0042282991926844E-5</c:v>
                </c:pt>
                <c:pt idx="13230">
                  <c:v>0</c:v>
                </c:pt>
                <c:pt idx="13231">
                  <c:v>1.1209546825579341E-6</c:v>
                </c:pt>
                <c:pt idx="13232">
                  <c:v>7.8826133436374706E-6</c:v>
                </c:pt>
                <c:pt idx="13233">
                  <c:v>1.2857465007734245E-6</c:v>
                </c:pt>
                <c:pt idx="13234">
                  <c:v>2.2992865710895124E-5</c:v>
                </c:pt>
                <c:pt idx="13235">
                  <c:v>3.3355126630016064E-6</c:v>
                </c:pt>
                <c:pt idx="13236">
                  <c:v>9.1867016227304598E-6</c:v>
                </c:pt>
                <c:pt idx="13237">
                  <c:v>0</c:v>
                </c:pt>
                <c:pt idx="13238">
                  <c:v>5.1876592972468322E-4</c:v>
                </c:pt>
                <c:pt idx="13239">
                  <c:v>2.4784234848263702E-5</c:v>
                </c:pt>
                <c:pt idx="13240">
                  <c:v>2.2353540745746047E-5</c:v>
                </c:pt>
                <c:pt idx="13241">
                  <c:v>1.1803901588400073E-6</c:v>
                </c:pt>
                <c:pt idx="13242">
                  <c:v>1.6066019154384284E-5</c:v>
                </c:pt>
                <c:pt idx="13243">
                  <c:v>1.4430417829340521E-5</c:v>
                </c:pt>
                <c:pt idx="13244">
                  <c:v>6.0822525551697108E-6</c:v>
                </c:pt>
                <c:pt idx="13245">
                  <c:v>2.0439317961314272E-5</c:v>
                </c:pt>
                <c:pt idx="13246">
                  <c:v>1.0280384661986769E-5</c:v>
                </c:pt>
                <c:pt idx="13247">
                  <c:v>2.5070565948474485E-5</c:v>
                </c:pt>
                <c:pt idx="13248">
                  <c:v>1.2680225264284257E-5</c:v>
                </c:pt>
                <c:pt idx="13249">
                  <c:v>2.5287979130148305E-5</c:v>
                </c:pt>
                <c:pt idx="13250">
                  <c:v>2.0715626705617442E-5</c:v>
                </c:pt>
                <c:pt idx="13251">
                  <c:v>4.4006723856187182E-7</c:v>
                </c:pt>
                <c:pt idx="13252">
                  <c:v>4.4748150781630316E-6</c:v>
                </c:pt>
                <c:pt idx="13253">
                  <c:v>5.9273958416044349E-5</c:v>
                </c:pt>
                <c:pt idx="13254">
                  <c:v>4.8767281882189671E-5</c:v>
                </c:pt>
                <c:pt idx="13255">
                  <c:v>1.9815958879186189E-5</c:v>
                </c:pt>
                <c:pt idx="13256">
                  <c:v>2.0387962089600888E-5</c:v>
                </c:pt>
                <c:pt idx="13257">
                  <c:v>0</c:v>
                </c:pt>
                <c:pt idx="13258">
                  <c:v>6.2173064843413288E-5</c:v>
                </c:pt>
                <c:pt idx="13259">
                  <c:v>1.5219653338464881E-5</c:v>
                </c:pt>
                <c:pt idx="13260">
                  <c:v>2.2614240157984503E-5</c:v>
                </c:pt>
                <c:pt idx="13261">
                  <c:v>1.3063192811140341E-5</c:v>
                </c:pt>
                <c:pt idx="13262">
                  <c:v>2.1110865164720394E-6</c:v>
                </c:pt>
                <c:pt idx="13263">
                  <c:v>5.1231835213004062E-5</c:v>
                </c:pt>
                <c:pt idx="13264">
                  <c:v>5.4383416236996189E-5</c:v>
                </c:pt>
                <c:pt idx="13265">
                  <c:v>3.6466205780519394E-5</c:v>
                </c:pt>
                <c:pt idx="13266">
                  <c:v>2.2080566706788412E-6</c:v>
                </c:pt>
                <c:pt idx="13267">
                  <c:v>4.7921613495859004E-5</c:v>
                </c:pt>
                <c:pt idx="13268">
                  <c:v>1.5925244412945657E-5</c:v>
                </c:pt>
                <c:pt idx="13269">
                  <c:v>3.4536747375336419E-5</c:v>
                </c:pt>
                <c:pt idx="13270">
                  <c:v>2.1271106705577798E-5</c:v>
                </c:pt>
                <c:pt idx="13271">
                  <c:v>7.1551792403707927E-6</c:v>
                </c:pt>
                <c:pt idx="13272">
                  <c:v>9.3439802598703393E-8</c:v>
                </c:pt>
                <c:pt idx="13273">
                  <c:v>4.0449720297044954E-6</c:v>
                </c:pt>
                <c:pt idx="13274">
                  <c:v>1.6709405194234792E-7</c:v>
                </c:pt>
                <c:pt idx="13275">
                  <c:v>3.2517646155379684E-5</c:v>
                </c:pt>
                <c:pt idx="13276">
                  <c:v>2.7798505725526029E-7</c:v>
                </c:pt>
                <c:pt idx="13277">
                  <c:v>3.3064727962726104E-6</c:v>
                </c:pt>
                <c:pt idx="13278">
                  <c:v>4.7265462350237925E-5</c:v>
                </c:pt>
                <c:pt idx="13279">
                  <c:v>2.8265847468282648E-5</c:v>
                </c:pt>
                <c:pt idx="13280">
                  <c:v>3.2140766693883565E-5</c:v>
                </c:pt>
                <c:pt idx="13281">
                  <c:v>8.9932763409168226E-6</c:v>
                </c:pt>
                <c:pt idx="13282">
                  <c:v>7.8267172129961202E-6</c:v>
                </c:pt>
                <c:pt idx="13283">
                  <c:v>1.8377407365734294E-6</c:v>
                </c:pt>
                <c:pt idx="13284">
                  <c:v>2.5675439364084852E-5</c:v>
                </c:pt>
                <c:pt idx="13285">
                  <c:v>3.3042979723050713E-5</c:v>
                </c:pt>
                <c:pt idx="13286">
                  <c:v>6.9672464075513525E-5</c:v>
                </c:pt>
                <c:pt idx="13287">
                  <c:v>1.7510750612352731E-4</c:v>
                </c:pt>
                <c:pt idx="13288">
                  <c:v>2.1761548768249891E-5</c:v>
                </c:pt>
                <c:pt idx="13289">
                  <c:v>7.3366856560443873E-5</c:v>
                </c:pt>
                <c:pt idx="13290">
                  <c:v>1.1374896458171293E-4</c:v>
                </c:pt>
                <c:pt idx="13291">
                  <c:v>8.2475581188624027E-5</c:v>
                </c:pt>
                <c:pt idx="13292">
                  <c:v>4.195465404482865E-5</c:v>
                </c:pt>
                <c:pt idx="13293">
                  <c:v>4.2456095570242246E-5</c:v>
                </c:pt>
                <c:pt idx="13294">
                  <c:v>2.5030911608124037E-4</c:v>
                </c:pt>
                <c:pt idx="13295">
                  <c:v>1.8592488389619559E-5</c:v>
                </c:pt>
                <c:pt idx="13296">
                  <c:v>2.2884935877492933E-4</c:v>
                </c:pt>
                <c:pt idx="13297">
                  <c:v>5.2022219679825408E-5</c:v>
                </c:pt>
                <c:pt idx="13298">
                  <c:v>1.7952445332078478E-5</c:v>
                </c:pt>
                <c:pt idx="13299">
                  <c:v>4.0754729612457598E-5</c:v>
                </c:pt>
                <c:pt idx="13300">
                  <c:v>7.1167791761194034E-5</c:v>
                </c:pt>
                <c:pt idx="13301">
                  <c:v>5.1704711637986754E-6</c:v>
                </c:pt>
                <c:pt idx="13302">
                  <c:v>2.6269400416620092E-4</c:v>
                </c:pt>
                <c:pt idx="13303">
                  <c:v>0</c:v>
                </c:pt>
                <c:pt idx="13304">
                  <c:v>7.3181501467225537E-6</c:v>
                </c:pt>
                <c:pt idx="13305">
                  <c:v>5.1751591806501231E-5</c:v>
                </c:pt>
                <c:pt idx="13306">
                  <c:v>0</c:v>
                </c:pt>
                <c:pt idx="13307">
                  <c:v>0</c:v>
                </c:pt>
                <c:pt idx="13308">
                  <c:v>1.6320459285908147E-5</c:v>
                </c:pt>
                <c:pt idx="13309">
                  <c:v>1.8120685354531993E-5</c:v>
                </c:pt>
                <c:pt idx="13310">
                  <c:v>9.6545091931484487E-6</c:v>
                </c:pt>
                <c:pt idx="13311">
                  <c:v>1.4485156627643887E-5</c:v>
                </c:pt>
                <c:pt idx="13312">
                  <c:v>5.7076837200372532E-6</c:v>
                </c:pt>
                <c:pt idx="13313">
                  <c:v>7.1604716665240784E-5</c:v>
                </c:pt>
                <c:pt idx="13314">
                  <c:v>2.7113268725061218E-5</c:v>
                </c:pt>
                <c:pt idx="13315">
                  <c:v>3.1488764638283172E-5</c:v>
                </c:pt>
                <c:pt idx="13316">
                  <c:v>2.887865899083059E-5</c:v>
                </c:pt>
                <c:pt idx="13317">
                  <c:v>7.7826386807957053E-5</c:v>
                </c:pt>
                <c:pt idx="13318">
                  <c:v>4.3201516894501799E-5</c:v>
                </c:pt>
                <c:pt idx="13319">
                  <c:v>2.8042358966729107E-5</c:v>
                </c:pt>
                <c:pt idx="13320">
                  <c:v>3.9259404106497842E-6</c:v>
                </c:pt>
                <c:pt idx="13321">
                  <c:v>1.8422119226643872E-5</c:v>
                </c:pt>
                <c:pt idx="13322">
                  <c:v>0</c:v>
                </c:pt>
                <c:pt idx="13323">
                  <c:v>0</c:v>
                </c:pt>
                <c:pt idx="13324">
                  <c:v>1.6799489097536431E-5</c:v>
                </c:pt>
                <c:pt idx="13325">
                  <c:v>1.9549701918028838E-6</c:v>
                </c:pt>
                <c:pt idx="13326">
                  <c:v>1.0032465813539293E-5</c:v>
                </c:pt>
                <c:pt idx="13327">
                  <c:v>6.9055263623867676E-7</c:v>
                </c:pt>
                <c:pt idx="13328">
                  <c:v>5.6118090910347874E-5</c:v>
                </c:pt>
                <c:pt idx="13329">
                  <c:v>5.740346103010605E-7</c:v>
                </c:pt>
                <c:pt idx="13330">
                  <c:v>1.0420226660886699E-6</c:v>
                </c:pt>
                <c:pt idx="13331">
                  <c:v>3.7162581561976952E-4</c:v>
                </c:pt>
                <c:pt idx="13332">
                  <c:v>4.1208368813701492E-5</c:v>
                </c:pt>
                <c:pt idx="13333">
                  <c:v>9.9393781533740348E-7</c:v>
                </c:pt>
                <c:pt idx="13334">
                  <c:v>2.8587709949516492E-5</c:v>
                </c:pt>
                <c:pt idx="13335">
                  <c:v>8.391197537525894E-6</c:v>
                </c:pt>
                <c:pt idx="13336">
                  <c:v>2.5868271490541969E-5</c:v>
                </c:pt>
                <c:pt idx="13337">
                  <c:v>6.1309391680844922E-5</c:v>
                </c:pt>
                <c:pt idx="13338">
                  <c:v>3.0419115111171677E-4</c:v>
                </c:pt>
                <c:pt idx="13339">
                  <c:v>4.5633585831323151E-5</c:v>
                </c:pt>
                <c:pt idx="13340">
                  <c:v>1.039784315347689E-4</c:v>
                </c:pt>
                <c:pt idx="13341">
                  <c:v>9.1091550041971679E-6</c:v>
                </c:pt>
                <c:pt idx="13342">
                  <c:v>2.8068062409855817E-5</c:v>
                </c:pt>
                <c:pt idx="13343">
                  <c:v>1.0444267413051202E-4</c:v>
                </c:pt>
                <c:pt idx="13344">
                  <c:v>2.5962437729028734E-5</c:v>
                </c:pt>
                <c:pt idx="13345">
                  <c:v>7.6971415383410413E-5</c:v>
                </c:pt>
                <c:pt idx="13346">
                  <c:v>2.3538140557694936E-5</c:v>
                </c:pt>
                <c:pt idx="13347">
                  <c:v>2.2640806619204157E-6</c:v>
                </c:pt>
                <c:pt idx="13348">
                  <c:v>9.1065782799041245E-6</c:v>
                </c:pt>
                <c:pt idx="13349">
                  <c:v>3.9452773884458497E-5</c:v>
                </c:pt>
                <c:pt idx="13350">
                  <c:v>1.2644427088502858E-6</c:v>
                </c:pt>
                <c:pt idx="13351">
                  <c:v>1.4486986606461635E-6</c:v>
                </c:pt>
                <c:pt idx="13352">
                  <c:v>1.7254736910260158E-6</c:v>
                </c:pt>
                <c:pt idx="13353">
                  <c:v>3.1473400586092436E-5</c:v>
                </c:pt>
                <c:pt idx="13354">
                  <c:v>5.0019040788346839E-4</c:v>
                </c:pt>
                <c:pt idx="13355">
                  <c:v>1.6841800901583636E-5</c:v>
                </c:pt>
                <c:pt idx="13356">
                  <c:v>6.9458073056471406E-5</c:v>
                </c:pt>
                <c:pt idx="13357">
                  <c:v>3.8420126992729159E-6</c:v>
                </c:pt>
                <c:pt idx="13358">
                  <c:v>0</c:v>
                </c:pt>
                <c:pt idx="13359">
                  <c:v>3.2601472037272047E-4</c:v>
                </c:pt>
                <c:pt idx="13360">
                  <c:v>1.8821584464963384E-5</c:v>
                </c:pt>
                <c:pt idx="13361">
                  <c:v>8.8359013332398721E-6</c:v>
                </c:pt>
                <c:pt idx="13362">
                  <c:v>2.7676378156172741E-5</c:v>
                </c:pt>
                <c:pt idx="13363">
                  <c:v>2.9268081587824016E-5</c:v>
                </c:pt>
                <c:pt idx="13364">
                  <c:v>1.4597411216448726E-5</c:v>
                </c:pt>
                <c:pt idx="13365">
                  <c:v>5.6908343800589991E-5</c:v>
                </c:pt>
                <c:pt idx="13366">
                  <c:v>3.305944808666346E-5</c:v>
                </c:pt>
                <c:pt idx="13367">
                  <c:v>4.3003123153022908E-7</c:v>
                </c:pt>
                <c:pt idx="13368">
                  <c:v>5.1630041090593424E-5</c:v>
                </c:pt>
                <c:pt idx="13369">
                  <c:v>2.4676045965500492E-5</c:v>
                </c:pt>
                <c:pt idx="13370">
                  <c:v>0</c:v>
                </c:pt>
                <c:pt idx="13371">
                  <c:v>2.1559927364894157E-5</c:v>
                </c:pt>
                <c:pt idx="13372">
                  <c:v>2.043119514422259E-5</c:v>
                </c:pt>
                <c:pt idx="13373">
                  <c:v>2.1324478417520458E-5</c:v>
                </c:pt>
                <c:pt idx="13374">
                  <c:v>5.4501660727344377E-5</c:v>
                </c:pt>
                <c:pt idx="13375">
                  <c:v>1.0834234591122945E-5</c:v>
                </c:pt>
                <c:pt idx="13376">
                  <c:v>1.816298927549242E-5</c:v>
                </c:pt>
                <c:pt idx="13377">
                  <c:v>4.6313889917190766E-6</c:v>
                </c:pt>
                <c:pt idx="13378">
                  <c:v>1.4360354301682343E-5</c:v>
                </c:pt>
                <c:pt idx="13379">
                  <c:v>2.2636632615749197E-4</c:v>
                </c:pt>
                <c:pt idx="13380">
                  <c:v>2.8137033415841209E-5</c:v>
                </c:pt>
                <c:pt idx="13381">
                  <c:v>3.6407173677320449E-5</c:v>
                </c:pt>
                <c:pt idx="13382">
                  <c:v>1.0083741299595084E-5</c:v>
                </c:pt>
                <c:pt idx="13383">
                  <c:v>1.5627792130665946E-5</c:v>
                </c:pt>
                <c:pt idx="13384">
                  <c:v>1.6632284862569103E-5</c:v>
                </c:pt>
                <c:pt idx="13385">
                  <c:v>1.8401127206981769E-4</c:v>
                </c:pt>
                <c:pt idx="13386">
                  <c:v>0</c:v>
                </c:pt>
                <c:pt idx="13387">
                  <c:v>0</c:v>
                </c:pt>
                <c:pt idx="13388">
                  <c:v>4.1595139100859165E-5</c:v>
                </c:pt>
                <c:pt idx="13389">
                  <c:v>4.6710929642837166E-6</c:v>
                </c:pt>
                <c:pt idx="13390">
                  <c:v>8.5982022981438236E-5</c:v>
                </c:pt>
                <c:pt idx="13391">
                  <c:v>2.2827013453761292E-5</c:v>
                </c:pt>
                <c:pt idx="13392">
                  <c:v>3.0434739155851546E-6</c:v>
                </c:pt>
                <c:pt idx="13393">
                  <c:v>6.3736709179654034E-7</c:v>
                </c:pt>
                <c:pt idx="13394">
                  <c:v>6.5955750726512938E-5</c:v>
                </c:pt>
                <c:pt idx="13395">
                  <c:v>0</c:v>
                </c:pt>
                <c:pt idx="13396">
                  <c:v>3.0527798375979423E-4</c:v>
                </c:pt>
                <c:pt idx="13397">
                  <c:v>0</c:v>
                </c:pt>
                <c:pt idx="13398">
                  <c:v>1.6128721537082971E-6</c:v>
                </c:pt>
                <c:pt idx="13399">
                  <c:v>2.7914164653638252E-6</c:v>
                </c:pt>
                <c:pt idx="13400">
                  <c:v>3.0725957824437292E-5</c:v>
                </c:pt>
                <c:pt idx="13401">
                  <c:v>6.6080103681848484E-5</c:v>
                </c:pt>
                <c:pt idx="13402">
                  <c:v>1.2670616288934123E-5</c:v>
                </c:pt>
                <c:pt idx="13403">
                  <c:v>1.961884500546643E-4</c:v>
                </c:pt>
                <c:pt idx="13404">
                  <c:v>1.717807659381061E-5</c:v>
                </c:pt>
                <c:pt idx="13405">
                  <c:v>8.956187599699874E-6</c:v>
                </c:pt>
                <c:pt idx="13406">
                  <c:v>5.9538758855863479E-6</c:v>
                </c:pt>
                <c:pt idx="13407">
                  <c:v>4.3290312601244505E-5</c:v>
                </c:pt>
                <c:pt idx="13408">
                  <c:v>1.4337210587110798E-4</c:v>
                </c:pt>
                <c:pt idx="13409">
                  <c:v>3.2531109692288277E-5</c:v>
                </c:pt>
                <c:pt idx="13410">
                  <c:v>1.3562394138803021E-5</c:v>
                </c:pt>
                <c:pt idx="13411">
                  <c:v>1.4826161886206067E-5</c:v>
                </c:pt>
                <c:pt idx="13412">
                  <c:v>4.8059567305593983E-5</c:v>
                </c:pt>
                <c:pt idx="13413">
                  <c:v>1.9035732582697402E-5</c:v>
                </c:pt>
                <c:pt idx="13414">
                  <c:v>2.9668077093217702E-5</c:v>
                </c:pt>
                <c:pt idx="13415">
                  <c:v>1.2444625027979121E-5</c:v>
                </c:pt>
                <c:pt idx="13416">
                  <c:v>1.5000241910429463E-5</c:v>
                </c:pt>
                <c:pt idx="13417">
                  <c:v>0</c:v>
                </c:pt>
                <c:pt idx="13418">
                  <c:v>5.1449201174880324E-5</c:v>
                </c:pt>
                <c:pt idx="13419">
                  <c:v>0</c:v>
                </c:pt>
                <c:pt idx="13420">
                  <c:v>4.9070033510245458E-5</c:v>
                </c:pt>
                <c:pt idx="13421">
                  <c:v>1.5773522095827613E-5</c:v>
                </c:pt>
                <c:pt idx="13422">
                  <c:v>7.8251512558428934E-6</c:v>
                </c:pt>
                <c:pt idx="13423">
                  <c:v>1.3328611841921801E-5</c:v>
                </c:pt>
                <c:pt idx="13424">
                  <c:v>0</c:v>
                </c:pt>
                <c:pt idx="13425">
                  <c:v>3.6473046822329468E-6</c:v>
                </c:pt>
                <c:pt idx="13426">
                  <c:v>3.0092432921452406E-6</c:v>
                </c:pt>
                <c:pt idx="13427">
                  <c:v>0</c:v>
                </c:pt>
                <c:pt idx="13428">
                  <c:v>1.9877960572957638E-5</c:v>
                </c:pt>
                <c:pt idx="13429">
                  <c:v>2.0631651069980812E-7</c:v>
                </c:pt>
                <c:pt idx="13430">
                  <c:v>9.3763964966782118E-8</c:v>
                </c:pt>
                <c:pt idx="13431">
                  <c:v>0</c:v>
                </c:pt>
                <c:pt idx="13432">
                  <c:v>3.9248018412533738E-4</c:v>
                </c:pt>
                <c:pt idx="13433">
                  <c:v>0</c:v>
                </c:pt>
                <c:pt idx="13434">
                  <c:v>0</c:v>
                </c:pt>
                <c:pt idx="13435">
                  <c:v>9.2034037241390764E-5</c:v>
                </c:pt>
                <c:pt idx="13436">
                  <c:v>2.7200329163620799E-5</c:v>
                </c:pt>
                <c:pt idx="13437">
                  <c:v>3.1525034488734291E-5</c:v>
                </c:pt>
                <c:pt idx="13438">
                  <c:v>3.2505100465506799E-5</c:v>
                </c:pt>
                <c:pt idx="13439">
                  <c:v>4.9994817006411161E-6</c:v>
                </c:pt>
                <c:pt idx="13440">
                  <c:v>8.3388889915451922E-6</c:v>
                </c:pt>
                <c:pt idx="13441">
                  <c:v>2.0096292597603503E-6</c:v>
                </c:pt>
                <c:pt idx="13442">
                  <c:v>2.1182499379849152E-4</c:v>
                </c:pt>
                <c:pt idx="13443">
                  <c:v>4.5879420113883202E-5</c:v>
                </c:pt>
                <c:pt idx="13444">
                  <c:v>2.9555838463444438E-5</c:v>
                </c:pt>
                <c:pt idx="13445">
                  <c:v>1.8389321222267606E-5</c:v>
                </c:pt>
                <c:pt idx="13446">
                  <c:v>2.7281109581669756E-5</c:v>
                </c:pt>
                <c:pt idx="13447">
                  <c:v>2.8727882643925402E-4</c:v>
                </c:pt>
                <c:pt idx="13448">
                  <c:v>4.2858216692447771E-7</c:v>
                </c:pt>
                <c:pt idx="13449">
                  <c:v>3.4495577650821911E-5</c:v>
                </c:pt>
                <c:pt idx="13450">
                  <c:v>6.1539453991505828E-5</c:v>
                </c:pt>
                <c:pt idx="13451">
                  <c:v>0</c:v>
                </c:pt>
                <c:pt idx="13452">
                  <c:v>3.1905750918744063E-5</c:v>
                </c:pt>
                <c:pt idx="13453">
                  <c:v>8.9430076523950767E-5</c:v>
                </c:pt>
                <c:pt idx="13454">
                  <c:v>1.3461648489338033E-6</c:v>
                </c:pt>
                <c:pt idx="13455">
                  <c:v>6.443006055438711E-6</c:v>
                </c:pt>
                <c:pt idx="13456">
                  <c:v>1.7949197280454722E-5</c:v>
                </c:pt>
                <c:pt idx="13457">
                  <c:v>7.6724004562928681E-8</c:v>
                </c:pt>
                <c:pt idx="13458">
                  <c:v>5.280578789503517E-6</c:v>
                </c:pt>
                <c:pt idx="13459">
                  <c:v>2.4539899853544072E-6</c:v>
                </c:pt>
                <c:pt idx="13460">
                  <c:v>6.8999329701390939E-5</c:v>
                </c:pt>
                <c:pt idx="13461">
                  <c:v>3.8540694363137151E-7</c:v>
                </c:pt>
                <c:pt idx="13462">
                  <c:v>3.8028822934437574E-4</c:v>
                </c:pt>
                <c:pt idx="13463">
                  <c:v>2.4062881302327009E-5</c:v>
                </c:pt>
                <c:pt idx="13464">
                  <c:v>9.3853834811098247E-4</c:v>
                </c:pt>
                <c:pt idx="13465">
                  <c:v>8.0593432732380601E-5</c:v>
                </c:pt>
                <c:pt idx="13466">
                  <c:v>1.723490387932884E-6</c:v>
                </c:pt>
                <c:pt idx="13467">
                  <c:v>3.15705407113581E-6</c:v>
                </c:pt>
                <c:pt idx="13468">
                  <c:v>8.5183107214243926E-5</c:v>
                </c:pt>
                <c:pt idx="13469">
                  <c:v>1.0438192568922673E-4</c:v>
                </c:pt>
                <c:pt idx="13470">
                  <c:v>4.0094685356496848E-5</c:v>
                </c:pt>
                <c:pt idx="13471">
                  <c:v>2.0964862684946019E-5</c:v>
                </c:pt>
                <c:pt idx="13472">
                  <c:v>0</c:v>
                </c:pt>
                <c:pt idx="13473">
                  <c:v>2.3041594635367192E-4</c:v>
                </c:pt>
                <c:pt idx="13474">
                  <c:v>0</c:v>
                </c:pt>
                <c:pt idx="13475">
                  <c:v>1.2803535349424068E-6</c:v>
                </c:pt>
                <c:pt idx="13476">
                  <c:v>1.5755248950485417E-5</c:v>
                </c:pt>
                <c:pt idx="13477">
                  <c:v>3.4080163378644251E-5</c:v>
                </c:pt>
                <c:pt idx="13478">
                  <c:v>2.6813713195071135E-5</c:v>
                </c:pt>
                <c:pt idx="13479">
                  <c:v>5.2148722725023571E-7</c:v>
                </c:pt>
                <c:pt idx="13480">
                  <c:v>1.8260366763959967E-5</c:v>
                </c:pt>
                <c:pt idx="13481">
                  <c:v>7.9827949498617809E-6</c:v>
                </c:pt>
                <c:pt idx="13482">
                  <c:v>2.0014093328622986E-5</c:v>
                </c:pt>
                <c:pt idx="13483">
                  <c:v>2.3190060099496207E-5</c:v>
                </c:pt>
                <c:pt idx="13484">
                  <c:v>3.3033565768713753E-5</c:v>
                </c:pt>
                <c:pt idx="13485">
                  <c:v>1.6355428719337224E-5</c:v>
                </c:pt>
                <c:pt idx="13486">
                  <c:v>2.3453583509717749E-4</c:v>
                </c:pt>
                <c:pt idx="13487">
                  <c:v>5.0140968357705814E-5</c:v>
                </c:pt>
                <c:pt idx="13488">
                  <c:v>6.9255479856932574E-6</c:v>
                </c:pt>
                <c:pt idx="13489">
                  <c:v>2.1527569486967504E-5</c:v>
                </c:pt>
                <c:pt idx="13490">
                  <c:v>2.3686989958771178E-5</c:v>
                </c:pt>
                <c:pt idx="13491">
                  <c:v>4.2573491950545402E-6</c:v>
                </c:pt>
                <c:pt idx="13492">
                  <c:v>2.086249366069405E-4</c:v>
                </c:pt>
                <c:pt idx="13493">
                  <c:v>1.2492119216754927E-4</c:v>
                </c:pt>
                <c:pt idx="13494">
                  <c:v>1.2833360205501759E-5</c:v>
                </c:pt>
                <c:pt idx="13495">
                  <c:v>1.6845853773318549E-5</c:v>
                </c:pt>
                <c:pt idx="13496">
                  <c:v>9.7078234095811537E-7</c:v>
                </c:pt>
                <c:pt idx="13497">
                  <c:v>0</c:v>
                </c:pt>
                <c:pt idx="13498">
                  <c:v>1.2161371181469403E-5</c:v>
                </c:pt>
                <c:pt idx="13499">
                  <c:v>3.1838634308255694E-6</c:v>
                </c:pt>
                <c:pt idx="13500">
                  <c:v>6.8237070047316459E-6</c:v>
                </c:pt>
                <c:pt idx="13501">
                  <c:v>3.7530690718582429E-5</c:v>
                </c:pt>
                <c:pt idx="13502">
                  <c:v>2.0810366045562858E-7</c:v>
                </c:pt>
                <c:pt idx="13503">
                  <c:v>7.6619313682990396E-8</c:v>
                </c:pt>
                <c:pt idx="13504">
                  <c:v>2.8658561903637025E-6</c:v>
                </c:pt>
                <c:pt idx="13505">
                  <c:v>5.6015482072476222E-7</c:v>
                </c:pt>
                <c:pt idx="13506">
                  <c:v>7.6429728954895416E-8</c:v>
                </c:pt>
                <c:pt idx="13507">
                  <c:v>1.1813859479841514E-4</c:v>
                </c:pt>
                <c:pt idx="13508">
                  <c:v>3.9693052211246273E-5</c:v>
                </c:pt>
                <c:pt idx="13509">
                  <c:v>1.6441173782701872E-6</c:v>
                </c:pt>
                <c:pt idx="13510">
                  <c:v>1.8897998473898901E-4</c:v>
                </c:pt>
                <c:pt idx="13511">
                  <c:v>2.3102203008375311E-5</c:v>
                </c:pt>
                <c:pt idx="13512">
                  <c:v>3.3453461455878351E-5</c:v>
                </c:pt>
                <c:pt idx="13513">
                  <c:v>1.8330473035868406E-5</c:v>
                </c:pt>
                <c:pt idx="13514">
                  <c:v>4.2553877760083622E-5</c:v>
                </c:pt>
                <c:pt idx="13515">
                  <c:v>3.6157141005585103E-7</c:v>
                </c:pt>
                <c:pt idx="13516">
                  <c:v>1.6588881196435076E-5</c:v>
                </c:pt>
                <c:pt idx="13517">
                  <c:v>2.6072440851363251E-5</c:v>
                </c:pt>
                <c:pt idx="13518">
                  <c:v>3.5104438596852116E-5</c:v>
                </c:pt>
                <c:pt idx="13519">
                  <c:v>1.2363261301909641E-5</c:v>
                </c:pt>
                <c:pt idx="13520">
                  <c:v>2.0082079630319305E-5</c:v>
                </c:pt>
                <c:pt idx="13521">
                  <c:v>4.6557214826663142E-6</c:v>
                </c:pt>
                <c:pt idx="13522">
                  <c:v>7.479297909897459E-6</c:v>
                </c:pt>
                <c:pt idx="13523">
                  <c:v>0</c:v>
                </c:pt>
                <c:pt idx="13524">
                  <c:v>6.9177190868881239E-5</c:v>
                </c:pt>
                <c:pt idx="13525">
                  <c:v>4.0824339201958325E-5</c:v>
                </c:pt>
              </c:numCache>
            </c:numRef>
          </c:xVal>
          <c:yVal>
            <c:numRef>
              <c:f>Sheet1!$C$2:$C$13530</c:f>
              <c:numCache>
                <c:formatCode>General</c:formatCode>
                <c:ptCount val="13529"/>
                <c:pt idx="0">
                  <c:v>2.6096683638219197E-5</c:v>
                </c:pt>
                <c:pt idx="1">
                  <c:v>1.5275864365201184E-7</c:v>
                </c:pt>
                <c:pt idx="2">
                  <c:v>4.0366869663580334E-6</c:v>
                </c:pt>
                <c:pt idx="3">
                  <c:v>5.5350087294307207E-6</c:v>
                </c:pt>
                <c:pt idx="4">
                  <c:v>1.5290465853901936E-6</c:v>
                </c:pt>
                <c:pt idx="5">
                  <c:v>1.8311934390950557E-5</c:v>
                </c:pt>
                <c:pt idx="6">
                  <c:v>4.550501155812252E-5</c:v>
                </c:pt>
                <c:pt idx="7">
                  <c:v>6.7191703477899022E-5</c:v>
                </c:pt>
                <c:pt idx="8">
                  <c:v>2.7418033650698649E-6</c:v>
                </c:pt>
                <c:pt idx="9">
                  <c:v>2.9780937927735899E-6</c:v>
                </c:pt>
                <c:pt idx="10">
                  <c:v>2.5637440856929954E-7</c:v>
                </c:pt>
                <c:pt idx="11">
                  <c:v>5.9504550028016016E-6</c:v>
                </c:pt>
                <c:pt idx="12">
                  <c:v>1.0414925733607815E-5</c:v>
                </c:pt>
                <c:pt idx="13">
                  <c:v>2.8307959780426756E-7</c:v>
                </c:pt>
                <c:pt idx="14">
                  <c:v>7.634255169562724E-6</c:v>
                </c:pt>
                <c:pt idx="15">
                  <c:v>1.2607065430778625E-5</c:v>
                </c:pt>
                <c:pt idx="16">
                  <c:v>8.2572749817640173E-6</c:v>
                </c:pt>
                <c:pt idx="17">
                  <c:v>0</c:v>
                </c:pt>
                <c:pt idx="18">
                  <c:v>3.461593283643282E-5</c:v>
                </c:pt>
                <c:pt idx="19">
                  <c:v>0</c:v>
                </c:pt>
                <c:pt idx="20">
                  <c:v>5.6925241923044661E-5</c:v>
                </c:pt>
                <c:pt idx="21">
                  <c:v>2.0832485495103883E-5</c:v>
                </c:pt>
                <c:pt idx="22">
                  <c:v>0</c:v>
                </c:pt>
                <c:pt idx="23">
                  <c:v>1.0859489242232525E-6</c:v>
                </c:pt>
                <c:pt idx="24">
                  <c:v>1.8256188191832106E-5</c:v>
                </c:pt>
                <c:pt idx="25">
                  <c:v>2.2153859537234251E-5</c:v>
                </c:pt>
                <c:pt idx="26">
                  <c:v>6.535873052110584E-6</c:v>
                </c:pt>
                <c:pt idx="27">
                  <c:v>2.3080992757140411E-6</c:v>
                </c:pt>
                <c:pt idx="28">
                  <c:v>5.4433780676588936E-7</c:v>
                </c:pt>
                <c:pt idx="29">
                  <c:v>2.2031086313941064E-5</c:v>
                </c:pt>
                <c:pt idx="30">
                  <c:v>1.3780443935732176E-5</c:v>
                </c:pt>
                <c:pt idx="31">
                  <c:v>5.9994483045413443E-4</c:v>
                </c:pt>
                <c:pt idx="32">
                  <c:v>8.8476905596229548E-6</c:v>
                </c:pt>
                <c:pt idx="33">
                  <c:v>5.6938179297353531E-6</c:v>
                </c:pt>
                <c:pt idx="34">
                  <c:v>2.563739810493649E-6</c:v>
                </c:pt>
                <c:pt idx="35">
                  <c:v>8.503673732658061E-7</c:v>
                </c:pt>
                <c:pt idx="36">
                  <c:v>1.109711543276247E-5</c:v>
                </c:pt>
                <c:pt idx="37">
                  <c:v>2.6684289985191398E-5</c:v>
                </c:pt>
                <c:pt idx="38">
                  <c:v>1.905164190986734E-5</c:v>
                </c:pt>
                <c:pt idx="39">
                  <c:v>6.4993563729207879E-5</c:v>
                </c:pt>
                <c:pt idx="40">
                  <c:v>6.7218994213387932E-6</c:v>
                </c:pt>
                <c:pt idx="41">
                  <c:v>7.6355678668302095E-6</c:v>
                </c:pt>
                <c:pt idx="42">
                  <c:v>3.1400583409526756E-6</c:v>
                </c:pt>
                <c:pt idx="43">
                  <c:v>6.894159036731432E-8</c:v>
                </c:pt>
                <c:pt idx="44">
                  <c:v>3.0634486308257162E-3</c:v>
                </c:pt>
                <c:pt idx="45">
                  <c:v>1.5314690617162266E-5</c:v>
                </c:pt>
                <c:pt idx="46">
                  <c:v>4.5537733015146744E-5</c:v>
                </c:pt>
                <c:pt idx="47">
                  <c:v>3.3077865279918214E-5</c:v>
                </c:pt>
                <c:pt idx="48">
                  <c:v>6.7786437256400333E-3</c:v>
                </c:pt>
                <c:pt idx="49">
                  <c:v>3.7868945363129857E-5</c:v>
                </c:pt>
                <c:pt idx="50">
                  <c:v>4.2607911392218211E-7</c:v>
                </c:pt>
                <c:pt idx="51">
                  <c:v>4.9054941422770437E-5</c:v>
                </c:pt>
                <c:pt idx="52">
                  <c:v>1.6818821425468627E-5</c:v>
                </c:pt>
                <c:pt idx="53">
                  <c:v>1.2486918237147372E-4</c:v>
                </c:pt>
                <c:pt idx="54">
                  <c:v>4.4516982795975514E-5</c:v>
                </c:pt>
                <c:pt idx="55">
                  <c:v>1.2124883937932301E-5</c:v>
                </c:pt>
                <c:pt idx="56">
                  <c:v>2.5417467507246302E-5</c:v>
                </c:pt>
                <c:pt idx="57">
                  <c:v>0</c:v>
                </c:pt>
                <c:pt idx="58">
                  <c:v>2.760708257227966E-5</c:v>
                </c:pt>
                <c:pt idx="59">
                  <c:v>2.7348845781600829E-5</c:v>
                </c:pt>
                <c:pt idx="60">
                  <c:v>3.4605706643767879E-5</c:v>
                </c:pt>
                <c:pt idx="61">
                  <c:v>1.7820936969688081E-5</c:v>
                </c:pt>
                <c:pt idx="62">
                  <c:v>2.9733457066996128E-6</c:v>
                </c:pt>
                <c:pt idx="63">
                  <c:v>5.2528156383472262E-5</c:v>
                </c:pt>
                <c:pt idx="64">
                  <c:v>2.0187362370125705E-7</c:v>
                </c:pt>
                <c:pt idx="65">
                  <c:v>3.0835172460754105E-5</c:v>
                </c:pt>
                <c:pt idx="66">
                  <c:v>9.7821120040853791E-6</c:v>
                </c:pt>
                <c:pt idx="67">
                  <c:v>4.9971995375229117E-7</c:v>
                </c:pt>
                <c:pt idx="68">
                  <c:v>0</c:v>
                </c:pt>
                <c:pt idx="69">
                  <c:v>1.1144439816954535E-6</c:v>
                </c:pt>
                <c:pt idx="70">
                  <c:v>2.2134128477956618E-5</c:v>
                </c:pt>
                <c:pt idx="71">
                  <c:v>6.082982994618509E-5</c:v>
                </c:pt>
                <c:pt idx="72">
                  <c:v>1.8395829207332392E-5</c:v>
                </c:pt>
                <c:pt idx="73">
                  <c:v>0</c:v>
                </c:pt>
                <c:pt idx="74">
                  <c:v>0</c:v>
                </c:pt>
                <c:pt idx="75">
                  <c:v>3.0533305749933198E-5</c:v>
                </c:pt>
                <c:pt idx="76">
                  <c:v>0</c:v>
                </c:pt>
                <c:pt idx="77">
                  <c:v>9.9852565778372949E-6</c:v>
                </c:pt>
                <c:pt idx="78">
                  <c:v>2.1467927842281015E-4</c:v>
                </c:pt>
                <c:pt idx="79">
                  <c:v>4.2845761049117579E-5</c:v>
                </c:pt>
                <c:pt idx="80">
                  <c:v>1.4743224212483333E-6</c:v>
                </c:pt>
                <c:pt idx="81">
                  <c:v>3.6693120930421177E-5</c:v>
                </c:pt>
                <c:pt idx="82">
                  <c:v>1.3342861470261683E-5</c:v>
                </c:pt>
                <c:pt idx="83">
                  <c:v>2.0647299509001609E-5</c:v>
                </c:pt>
                <c:pt idx="84">
                  <c:v>0</c:v>
                </c:pt>
                <c:pt idx="85">
                  <c:v>3.4183737249255752E-5</c:v>
                </c:pt>
                <c:pt idx="86">
                  <c:v>1.1973161578680085E-5</c:v>
                </c:pt>
                <c:pt idx="87">
                  <c:v>3.4462972124968343E-5</c:v>
                </c:pt>
                <c:pt idx="88">
                  <c:v>4.1542790612410822E-5</c:v>
                </c:pt>
                <c:pt idx="89">
                  <c:v>1.4298023077459132E-4</c:v>
                </c:pt>
                <c:pt idx="90">
                  <c:v>3.4845335728230124E-5</c:v>
                </c:pt>
                <c:pt idx="91">
                  <c:v>4.0717941614525585E-5</c:v>
                </c:pt>
                <c:pt idx="92">
                  <c:v>1.1687601103859008E-5</c:v>
                </c:pt>
                <c:pt idx="93">
                  <c:v>0</c:v>
                </c:pt>
                <c:pt idx="94">
                  <c:v>1.1223512227460808E-4</c:v>
                </c:pt>
                <c:pt idx="95">
                  <c:v>1.8819470693776135E-5</c:v>
                </c:pt>
                <c:pt idx="96">
                  <c:v>2.7638522917227994E-5</c:v>
                </c:pt>
                <c:pt idx="97">
                  <c:v>1.7833713613336141E-5</c:v>
                </c:pt>
                <c:pt idx="98">
                  <c:v>2.4467526801791637E-4</c:v>
                </c:pt>
                <c:pt idx="99">
                  <c:v>6.5593181656529114E-6</c:v>
                </c:pt>
                <c:pt idx="100">
                  <c:v>4.8883247389882478E-6</c:v>
                </c:pt>
                <c:pt idx="101">
                  <c:v>2.2384398344063679E-5</c:v>
                </c:pt>
                <c:pt idx="102">
                  <c:v>7.6918323670895265E-7</c:v>
                </c:pt>
                <c:pt idx="103">
                  <c:v>3.2303793982078607E-6</c:v>
                </c:pt>
                <c:pt idx="104">
                  <c:v>0</c:v>
                </c:pt>
                <c:pt idx="105">
                  <c:v>1.806890351180713E-5</c:v>
                </c:pt>
                <c:pt idx="106">
                  <c:v>0</c:v>
                </c:pt>
                <c:pt idx="107">
                  <c:v>5.0665165732157228E-6</c:v>
                </c:pt>
                <c:pt idx="108">
                  <c:v>1.2250413987612091E-5</c:v>
                </c:pt>
                <c:pt idx="109">
                  <c:v>0</c:v>
                </c:pt>
                <c:pt idx="110">
                  <c:v>1.1008387852520525E-5</c:v>
                </c:pt>
                <c:pt idx="111">
                  <c:v>9.161614692003018E-6</c:v>
                </c:pt>
                <c:pt idx="112">
                  <c:v>2.1547009848254652E-4</c:v>
                </c:pt>
                <c:pt idx="113">
                  <c:v>5.6487819041817839E-6</c:v>
                </c:pt>
                <c:pt idx="114">
                  <c:v>1.8754356630426567E-6</c:v>
                </c:pt>
                <c:pt idx="115">
                  <c:v>1.4271164240297707E-4</c:v>
                </c:pt>
                <c:pt idx="116">
                  <c:v>4.9122815103743204E-6</c:v>
                </c:pt>
                <c:pt idx="117">
                  <c:v>8.0450845596201974E-7</c:v>
                </c:pt>
                <c:pt idx="118">
                  <c:v>3.2779418089817323E-5</c:v>
                </c:pt>
                <c:pt idx="119">
                  <c:v>2.8076371085819484E-6</c:v>
                </c:pt>
                <c:pt idx="120">
                  <c:v>2.4647666815269017E-5</c:v>
                </c:pt>
                <c:pt idx="121">
                  <c:v>9.5666074987177114E-5</c:v>
                </c:pt>
                <c:pt idx="122">
                  <c:v>2.8473578891552722E-5</c:v>
                </c:pt>
                <c:pt idx="123">
                  <c:v>3.7126906677466941E-5</c:v>
                </c:pt>
                <c:pt idx="124">
                  <c:v>3.5891049036624979E-5</c:v>
                </c:pt>
                <c:pt idx="125">
                  <c:v>2.2580928247616387E-4</c:v>
                </c:pt>
                <c:pt idx="126">
                  <c:v>8.6796461215498732E-6</c:v>
                </c:pt>
                <c:pt idx="127">
                  <c:v>0</c:v>
                </c:pt>
                <c:pt idx="128">
                  <c:v>1.6430283608542365E-5</c:v>
                </c:pt>
                <c:pt idx="129">
                  <c:v>6.4214556320401088E-5</c:v>
                </c:pt>
                <c:pt idx="130">
                  <c:v>1.7833386073362475E-5</c:v>
                </c:pt>
                <c:pt idx="131">
                  <c:v>4.4044537590465762E-6</c:v>
                </c:pt>
                <c:pt idx="132">
                  <c:v>1.1500792782105331E-5</c:v>
                </c:pt>
                <c:pt idx="133">
                  <c:v>1.8138404849862722E-5</c:v>
                </c:pt>
                <c:pt idx="134">
                  <c:v>0</c:v>
                </c:pt>
                <c:pt idx="135">
                  <c:v>4.0672326176084829E-6</c:v>
                </c:pt>
                <c:pt idx="136">
                  <c:v>4.9248276315390583E-6</c:v>
                </c:pt>
                <c:pt idx="137">
                  <c:v>0</c:v>
                </c:pt>
                <c:pt idx="138">
                  <c:v>2.2256223926754826E-5</c:v>
                </c:pt>
                <c:pt idx="139">
                  <c:v>4.5871913387392434E-6</c:v>
                </c:pt>
                <c:pt idx="140">
                  <c:v>4.2092472863245048E-7</c:v>
                </c:pt>
                <c:pt idx="141">
                  <c:v>0</c:v>
                </c:pt>
                <c:pt idx="142">
                  <c:v>1.4766042884757901E-5</c:v>
                </c:pt>
                <c:pt idx="143">
                  <c:v>4.1302219819055929E-7</c:v>
                </c:pt>
                <c:pt idx="144">
                  <c:v>3.8141592124577078E-5</c:v>
                </c:pt>
                <c:pt idx="145">
                  <c:v>9.9100296006054886E-6</c:v>
                </c:pt>
                <c:pt idx="146">
                  <c:v>1.1739109064458008E-5</c:v>
                </c:pt>
                <c:pt idx="147">
                  <c:v>1.9177891523409327E-4</c:v>
                </c:pt>
                <c:pt idx="148">
                  <c:v>9.1570246850641892E-6</c:v>
                </c:pt>
                <c:pt idx="149">
                  <c:v>1.5624080384808227E-5</c:v>
                </c:pt>
                <c:pt idx="150">
                  <c:v>1.4756812151521179E-5</c:v>
                </c:pt>
                <c:pt idx="151">
                  <c:v>1.2648552024468102E-5</c:v>
                </c:pt>
                <c:pt idx="152">
                  <c:v>2.2955693817068829E-7</c:v>
                </c:pt>
                <c:pt idx="153">
                  <c:v>2.4216045094989696E-5</c:v>
                </c:pt>
                <c:pt idx="154">
                  <c:v>1.7308021866639495E-5</c:v>
                </c:pt>
                <c:pt idx="155">
                  <c:v>0</c:v>
                </c:pt>
                <c:pt idx="156">
                  <c:v>5.2693433003051043E-5</c:v>
                </c:pt>
                <c:pt idx="157">
                  <c:v>2.3438411078782791E-5</c:v>
                </c:pt>
                <c:pt idx="158">
                  <c:v>2.6068432467176719E-4</c:v>
                </c:pt>
                <c:pt idx="159">
                  <c:v>3.0779012000110837E-5</c:v>
                </c:pt>
                <c:pt idx="160">
                  <c:v>2.3091023559347378E-5</c:v>
                </c:pt>
                <c:pt idx="161">
                  <c:v>1.4281733032553107E-5</c:v>
                </c:pt>
                <c:pt idx="162">
                  <c:v>4.1446422542182832E-5</c:v>
                </c:pt>
                <c:pt idx="163">
                  <c:v>1.1726770473353597E-5</c:v>
                </c:pt>
                <c:pt idx="164">
                  <c:v>4.1505179552358084E-6</c:v>
                </c:pt>
                <c:pt idx="165">
                  <c:v>9.2274154766440946E-6</c:v>
                </c:pt>
                <c:pt idx="166">
                  <c:v>1.136075733403155E-5</c:v>
                </c:pt>
                <c:pt idx="167">
                  <c:v>3.3296391404771483E-5</c:v>
                </c:pt>
                <c:pt idx="168">
                  <c:v>3.6811003346702196E-4</c:v>
                </c:pt>
                <c:pt idx="169">
                  <c:v>2.8199353434930681E-5</c:v>
                </c:pt>
                <c:pt idx="170">
                  <c:v>1.2128986460822207E-5</c:v>
                </c:pt>
                <c:pt idx="171">
                  <c:v>7.288246361313555E-5</c:v>
                </c:pt>
                <c:pt idx="172">
                  <c:v>3.8618401711146378E-5</c:v>
                </c:pt>
                <c:pt idx="173">
                  <c:v>8.7434359088965092E-6</c:v>
                </c:pt>
                <c:pt idx="174">
                  <c:v>1.7601147570646481E-5</c:v>
                </c:pt>
                <c:pt idx="175">
                  <c:v>2.3672940432681263E-5</c:v>
                </c:pt>
                <c:pt idx="176">
                  <c:v>1.4438544127678033E-4</c:v>
                </c:pt>
                <c:pt idx="177">
                  <c:v>2.3448397829915253E-7</c:v>
                </c:pt>
                <c:pt idx="178">
                  <c:v>6.8057813633648942E-5</c:v>
                </c:pt>
                <c:pt idx="179">
                  <c:v>2.0705262179432596E-5</c:v>
                </c:pt>
                <c:pt idx="180">
                  <c:v>1.77336591823004E-5</c:v>
                </c:pt>
                <c:pt idx="181">
                  <c:v>1.363748022908098E-4</c:v>
                </c:pt>
                <c:pt idx="182">
                  <c:v>3.3360206780955496E-5</c:v>
                </c:pt>
                <c:pt idx="183">
                  <c:v>9.3484576391188232E-6</c:v>
                </c:pt>
                <c:pt idx="184">
                  <c:v>2.3847495974618394E-5</c:v>
                </c:pt>
                <c:pt idx="185">
                  <c:v>3.8388444981483612E-5</c:v>
                </c:pt>
                <c:pt idx="186">
                  <c:v>1.6026430832451819E-5</c:v>
                </c:pt>
                <c:pt idx="187">
                  <c:v>7.8362716871522586E-5</c:v>
                </c:pt>
                <c:pt idx="188">
                  <c:v>4.5191204769968814E-6</c:v>
                </c:pt>
                <c:pt idx="189">
                  <c:v>7.6052114811762024E-6</c:v>
                </c:pt>
                <c:pt idx="190">
                  <c:v>2.1218901222028651E-5</c:v>
                </c:pt>
                <c:pt idx="191">
                  <c:v>2.0315053477995606E-5</c:v>
                </c:pt>
                <c:pt idx="192">
                  <c:v>8.4132078466180622E-6</c:v>
                </c:pt>
                <c:pt idx="193">
                  <c:v>1.8521591853461962E-5</c:v>
                </c:pt>
                <c:pt idx="194">
                  <c:v>1.6262263794801667E-6</c:v>
                </c:pt>
                <c:pt idx="195">
                  <c:v>1.7198091827367426E-6</c:v>
                </c:pt>
                <c:pt idx="196">
                  <c:v>0</c:v>
                </c:pt>
                <c:pt idx="197">
                  <c:v>8.6675771208922508E-6</c:v>
                </c:pt>
                <c:pt idx="198">
                  <c:v>1.3634283011894506E-4</c:v>
                </c:pt>
                <c:pt idx="199">
                  <c:v>9.895264469321281E-6</c:v>
                </c:pt>
                <c:pt idx="200">
                  <c:v>1.5045380802797841E-6</c:v>
                </c:pt>
                <c:pt idx="201">
                  <c:v>2.055695383337834E-5</c:v>
                </c:pt>
                <c:pt idx="202">
                  <c:v>2.9376720233266796E-5</c:v>
                </c:pt>
                <c:pt idx="203">
                  <c:v>3.5891647085436933E-6</c:v>
                </c:pt>
                <c:pt idx="204">
                  <c:v>1.2724468969402217E-5</c:v>
                </c:pt>
                <c:pt idx="205">
                  <c:v>0</c:v>
                </c:pt>
                <c:pt idx="206">
                  <c:v>7.4639213712526711E-6</c:v>
                </c:pt>
                <c:pt idx="207">
                  <c:v>2.7047487861788199E-5</c:v>
                </c:pt>
                <c:pt idx="208">
                  <c:v>8.4702116319994228E-6</c:v>
                </c:pt>
                <c:pt idx="209">
                  <c:v>1.4123744053878301E-5</c:v>
                </c:pt>
                <c:pt idx="210">
                  <c:v>1.0562459837856132E-5</c:v>
                </c:pt>
                <c:pt idx="211">
                  <c:v>1.4162813476546511E-5</c:v>
                </c:pt>
                <c:pt idx="212">
                  <c:v>7.0541775637353552E-6</c:v>
                </c:pt>
                <c:pt idx="213">
                  <c:v>1.6854152835806242E-6</c:v>
                </c:pt>
                <c:pt idx="214">
                  <c:v>4.3370903977447429E-5</c:v>
                </c:pt>
                <c:pt idx="215">
                  <c:v>2.6592086592488871E-6</c:v>
                </c:pt>
                <c:pt idx="216">
                  <c:v>2.1805186342487706E-4</c:v>
                </c:pt>
                <c:pt idx="217">
                  <c:v>1.7607691001965265E-6</c:v>
                </c:pt>
                <c:pt idx="218">
                  <c:v>4.6634463301274012E-7</c:v>
                </c:pt>
                <c:pt idx="219">
                  <c:v>5.5704365878047478E-5</c:v>
                </c:pt>
                <c:pt idx="220">
                  <c:v>1.0065436098291809E-5</c:v>
                </c:pt>
                <c:pt idx="221">
                  <c:v>6.1259881790373038E-7</c:v>
                </c:pt>
                <c:pt idx="222">
                  <c:v>4.032766342660593E-5</c:v>
                </c:pt>
                <c:pt idx="223">
                  <c:v>1.1364535480509526E-4</c:v>
                </c:pt>
                <c:pt idx="224">
                  <c:v>3.8926048754945237E-5</c:v>
                </c:pt>
                <c:pt idx="225">
                  <c:v>3.0993349866360932E-5</c:v>
                </c:pt>
                <c:pt idx="226">
                  <c:v>2.38058635289344E-5</c:v>
                </c:pt>
                <c:pt idx="227">
                  <c:v>0</c:v>
                </c:pt>
                <c:pt idx="228">
                  <c:v>1.2804371201650643E-3</c:v>
                </c:pt>
                <c:pt idx="229">
                  <c:v>6.2593259094229214E-7</c:v>
                </c:pt>
                <c:pt idx="230">
                  <c:v>6.8685314268641507E-7</c:v>
                </c:pt>
                <c:pt idx="231">
                  <c:v>6.7465628253254538E-6</c:v>
                </c:pt>
                <c:pt idx="232">
                  <c:v>4.6047121374155172E-7</c:v>
                </c:pt>
                <c:pt idx="233">
                  <c:v>4.4399567640606279E-5</c:v>
                </c:pt>
                <c:pt idx="234">
                  <c:v>1.2125265385397702E-7</c:v>
                </c:pt>
                <c:pt idx="235">
                  <c:v>4.0187470552849802E-3</c:v>
                </c:pt>
                <c:pt idx="236">
                  <c:v>2.0396074018438074E-4</c:v>
                </c:pt>
                <c:pt idx="237">
                  <c:v>1.6255512781792322E-5</c:v>
                </c:pt>
                <c:pt idx="238">
                  <c:v>2.8914554096640903E-5</c:v>
                </c:pt>
                <c:pt idx="239">
                  <c:v>6.4986326664517917E-6</c:v>
                </c:pt>
                <c:pt idx="240">
                  <c:v>5.1825980971539838E-5</c:v>
                </c:pt>
                <c:pt idx="241">
                  <c:v>4.9634726581954622E-5</c:v>
                </c:pt>
                <c:pt idx="242">
                  <c:v>3.9841806987019858E-5</c:v>
                </c:pt>
                <c:pt idx="243">
                  <c:v>0</c:v>
                </c:pt>
                <c:pt idx="244">
                  <c:v>1.9562419441775658E-5</c:v>
                </c:pt>
                <c:pt idx="245">
                  <c:v>1.330089614909288E-3</c:v>
                </c:pt>
                <c:pt idx="246">
                  <c:v>1.8397166190546425E-5</c:v>
                </c:pt>
                <c:pt idx="247">
                  <c:v>6.5818402727157087E-6</c:v>
                </c:pt>
                <c:pt idx="248">
                  <c:v>3.5582433777086788E-6</c:v>
                </c:pt>
                <c:pt idx="249">
                  <c:v>3.6833365771433362E-5</c:v>
                </c:pt>
                <c:pt idx="250">
                  <c:v>2.0577468338437608E-5</c:v>
                </c:pt>
                <c:pt idx="251">
                  <c:v>1.4023674186790133E-5</c:v>
                </c:pt>
                <c:pt idx="252">
                  <c:v>2.6658902786086669E-5</c:v>
                </c:pt>
                <c:pt idx="253">
                  <c:v>2.0501150510317452E-5</c:v>
                </c:pt>
                <c:pt idx="254">
                  <c:v>3.5802581820482201E-5</c:v>
                </c:pt>
                <c:pt idx="255">
                  <c:v>2.7308554566127991E-5</c:v>
                </c:pt>
                <c:pt idx="256">
                  <c:v>1.427267163721915E-5</c:v>
                </c:pt>
                <c:pt idx="257">
                  <c:v>7.920698750438072E-6</c:v>
                </c:pt>
                <c:pt idx="258">
                  <c:v>1.0993720143889391E-5</c:v>
                </c:pt>
                <c:pt idx="259">
                  <c:v>7.1605871172995315E-7</c:v>
                </c:pt>
                <c:pt idx="260">
                  <c:v>1.8636338146558821E-5</c:v>
                </c:pt>
                <c:pt idx="261">
                  <c:v>1.2355027440566941E-4</c:v>
                </c:pt>
                <c:pt idx="262">
                  <c:v>3.6814451094446698E-5</c:v>
                </c:pt>
                <c:pt idx="263">
                  <c:v>9.8041469192209489E-7</c:v>
                </c:pt>
                <c:pt idx="264">
                  <c:v>4.0633636129422191E-5</c:v>
                </c:pt>
                <c:pt idx="265">
                  <c:v>1.3905251765593236E-5</c:v>
                </c:pt>
                <c:pt idx="266">
                  <c:v>9.8495777157873132E-6</c:v>
                </c:pt>
                <c:pt idx="267">
                  <c:v>2.1697885093903136E-5</c:v>
                </c:pt>
                <c:pt idx="268">
                  <c:v>1.5873215442495883E-5</c:v>
                </c:pt>
                <c:pt idx="269">
                  <c:v>0</c:v>
                </c:pt>
                <c:pt idx="270">
                  <c:v>1.308272803732729E-6</c:v>
                </c:pt>
                <c:pt idx="271">
                  <c:v>2.0945245809572939E-5</c:v>
                </c:pt>
                <c:pt idx="272">
                  <c:v>2.3263699013348382E-5</c:v>
                </c:pt>
                <c:pt idx="273">
                  <c:v>3.57783967097289E-7</c:v>
                </c:pt>
                <c:pt idx="274">
                  <c:v>7.0869951110719324E-6</c:v>
                </c:pt>
                <c:pt idx="275">
                  <c:v>1.3654781144271661E-4</c:v>
                </c:pt>
                <c:pt idx="276">
                  <c:v>7.4170684804197596E-6</c:v>
                </c:pt>
                <c:pt idx="277">
                  <c:v>1.3947038019359745E-6</c:v>
                </c:pt>
                <c:pt idx="278">
                  <c:v>4.1770945065155441E-5</c:v>
                </c:pt>
                <c:pt idx="279">
                  <c:v>1.6979040829379721E-5</c:v>
                </c:pt>
                <c:pt idx="280">
                  <c:v>4.2209267220705424E-5</c:v>
                </c:pt>
                <c:pt idx="281">
                  <c:v>1.2936819825779501E-5</c:v>
                </c:pt>
                <c:pt idx="282">
                  <c:v>1.3154707898152901E-5</c:v>
                </c:pt>
                <c:pt idx="283">
                  <c:v>2.4217904006707052E-5</c:v>
                </c:pt>
                <c:pt idx="284">
                  <c:v>1.2511614254659141E-4</c:v>
                </c:pt>
                <c:pt idx="285">
                  <c:v>4.3203728775826714E-5</c:v>
                </c:pt>
                <c:pt idx="286">
                  <c:v>4.7832528962847244E-5</c:v>
                </c:pt>
                <c:pt idx="287">
                  <c:v>1.10344633202909E-4</c:v>
                </c:pt>
                <c:pt idx="288">
                  <c:v>3.6471721341561248E-5</c:v>
                </c:pt>
                <c:pt idx="289">
                  <c:v>2.0794404134099132E-5</c:v>
                </c:pt>
                <c:pt idx="290">
                  <c:v>1.4522407195111304E-5</c:v>
                </c:pt>
                <c:pt idx="291">
                  <c:v>2.7144780502688458E-4</c:v>
                </c:pt>
                <c:pt idx="292">
                  <c:v>1.6715330633745831E-5</c:v>
                </c:pt>
                <c:pt idx="293">
                  <c:v>2.0419738076691591E-6</c:v>
                </c:pt>
                <c:pt idx="294">
                  <c:v>2.5889080317645325E-5</c:v>
                </c:pt>
                <c:pt idx="295">
                  <c:v>2.021159106444079E-6</c:v>
                </c:pt>
                <c:pt idx="296">
                  <c:v>1.9419504600784518E-5</c:v>
                </c:pt>
                <c:pt idx="297">
                  <c:v>1.8604625782618646E-5</c:v>
                </c:pt>
                <c:pt idx="298">
                  <c:v>1.3495423005472909E-6</c:v>
                </c:pt>
                <c:pt idx="299">
                  <c:v>1.1643576541332566E-6</c:v>
                </c:pt>
                <c:pt idx="300">
                  <c:v>4.4371058484555503E-7</c:v>
                </c:pt>
                <c:pt idx="301">
                  <c:v>4.345354403312752E-5</c:v>
                </c:pt>
                <c:pt idx="302">
                  <c:v>0</c:v>
                </c:pt>
                <c:pt idx="303">
                  <c:v>9.6835520027301552E-6</c:v>
                </c:pt>
                <c:pt idx="304">
                  <c:v>1.389787937860346E-6</c:v>
                </c:pt>
                <c:pt idx="305">
                  <c:v>1.2326706325742125E-5</c:v>
                </c:pt>
                <c:pt idx="306">
                  <c:v>2.2872726923383453E-6</c:v>
                </c:pt>
                <c:pt idx="307">
                  <c:v>9.9207314373045121E-5</c:v>
                </c:pt>
                <c:pt idx="308">
                  <c:v>7.4805125774391132E-5</c:v>
                </c:pt>
                <c:pt idx="309">
                  <c:v>3.2470849122884289E-5</c:v>
                </c:pt>
                <c:pt idx="310">
                  <c:v>1.9996313368815624E-5</c:v>
                </c:pt>
                <c:pt idx="311">
                  <c:v>8.6990190380399747E-6</c:v>
                </c:pt>
                <c:pt idx="312">
                  <c:v>3.8200803385554663E-5</c:v>
                </c:pt>
                <c:pt idx="313">
                  <c:v>3.9725909948983639E-5</c:v>
                </c:pt>
                <c:pt idx="314">
                  <c:v>6.468854572021995E-5</c:v>
                </c:pt>
                <c:pt idx="315">
                  <c:v>1.2899087165731021E-5</c:v>
                </c:pt>
                <c:pt idx="316">
                  <c:v>1.0280225133039987E-5</c:v>
                </c:pt>
                <c:pt idx="317">
                  <c:v>1.3522192991238565E-3</c:v>
                </c:pt>
                <c:pt idx="318">
                  <c:v>2.8352011225068552E-5</c:v>
                </c:pt>
                <c:pt idx="319">
                  <c:v>3.8156785166839842E-5</c:v>
                </c:pt>
                <c:pt idx="320">
                  <c:v>6.2316387806030572E-6</c:v>
                </c:pt>
                <c:pt idx="321">
                  <c:v>2.0642280006341416E-5</c:v>
                </c:pt>
                <c:pt idx="322">
                  <c:v>2.9162437718686812E-6</c:v>
                </c:pt>
                <c:pt idx="323">
                  <c:v>2.1221850264850896E-4</c:v>
                </c:pt>
                <c:pt idx="324">
                  <c:v>2.3771581136691771E-5</c:v>
                </c:pt>
                <c:pt idx="325">
                  <c:v>3.7174630776983615E-6</c:v>
                </c:pt>
                <c:pt idx="326">
                  <c:v>2.4112286541915987E-5</c:v>
                </c:pt>
                <c:pt idx="327">
                  <c:v>1.8623774632316729E-6</c:v>
                </c:pt>
                <c:pt idx="328">
                  <c:v>7.1968313488067405E-6</c:v>
                </c:pt>
                <c:pt idx="329">
                  <c:v>1.8891419672624441E-5</c:v>
                </c:pt>
                <c:pt idx="330">
                  <c:v>5.120445672095258E-6</c:v>
                </c:pt>
                <c:pt idx="331">
                  <c:v>4.4666541081273835E-6</c:v>
                </c:pt>
                <c:pt idx="332">
                  <c:v>9.1288533086625835E-6</c:v>
                </c:pt>
                <c:pt idx="333">
                  <c:v>5.0235898568076713E-5</c:v>
                </c:pt>
                <c:pt idx="334">
                  <c:v>8.5867372334900977E-7</c:v>
                </c:pt>
                <c:pt idx="335">
                  <c:v>1.3607351721821124E-6</c:v>
                </c:pt>
                <c:pt idx="336">
                  <c:v>1.3631560530964602E-4</c:v>
                </c:pt>
                <c:pt idx="337">
                  <c:v>2.0421405164359385E-5</c:v>
                </c:pt>
                <c:pt idx="338">
                  <c:v>1.4128022635776841E-5</c:v>
                </c:pt>
                <c:pt idx="339">
                  <c:v>5.4581380479960714E-5</c:v>
                </c:pt>
                <c:pt idx="340">
                  <c:v>1.4963782823375381E-5</c:v>
                </c:pt>
                <c:pt idx="341">
                  <c:v>5.1364305723554144E-5</c:v>
                </c:pt>
                <c:pt idx="342">
                  <c:v>2.3351501524051686E-5</c:v>
                </c:pt>
                <c:pt idx="343">
                  <c:v>8.431040038291283E-5</c:v>
                </c:pt>
                <c:pt idx="344">
                  <c:v>4.5938067327558411E-4</c:v>
                </c:pt>
                <c:pt idx="345">
                  <c:v>4.3398210020996044E-5</c:v>
                </c:pt>
                <c:pt idx="346">
                  <c:v>1.0094609437596793E-4</c:v>
                </c:pt>
                <c:pt idx="347">
                  <c:v>0</c:v>
                </c:pt>
                <c:pt idx="348">
                  <c:v>9.7725326636873287E-5</c:v>
                </c:pt>
                <c:pt idx="349">
                  <c:v>0</c:v>
                </c:pt>
                <c:pt idx="350">
                  <c:v>8.665468544459261E-6</c:v>
                </c:pt>
                <c:pt idx="351">
                  <c:v>0</c:v>
                </c:pt>
                <c:pt idx="352">
                  <c:v>1.1326223979319761E-4</c:v>
                </c:pt>
                <c:pt idx="353">
                  <c:v>0</c:v>
                </c:pt>
                <c:pt idx="354">
                  <c:v>5.4179580615347445E-6</c:v>
                </c:pt>
                <c:pt idx="355">
                  <c:v>1.0113952907159378E-4</c:v>
                </c:pt>
                <c:pt idx="356">
                  <c:v>0</c:v>
                </c:pt>
                <c:pt idx="357">
                  <c:v>1.4212826203596835E-6</c:v>
                </c:pt>
                <c:pt idx="358">
                  <c:v>7.3884504180633555E-6</c:v>
                </c:pt>
                <c:pt idx="359">
                  <c:v>6.3937964264007124E-5</c:v>
                </c:pt>
                <c:pt idx="360">
                  <c:v>1.3932408350835961E-6</c:v>
                </c:pt>
                <c:pt idx="361">
                  <c:v>2.0742555274831546E-5</c:v>
                </c:pt>
                <c:pt idx="362">
                  <c:v>5.8480177046596082E-8</c:v>
                </c:pt>
                <c:pt idx="363">
                  <c:v>7.565294802720065E-6</c:v>
                </c:pt>
                <c:pt idx="364">
                  <c:v>1.1062385446118689E-5</c:v>
                </c:pt>
                <c:pt idx="365">
                  <c:v>6.0688807261436545E-6</c:v>
                </c:pt>
                <c:pt idx="366">
                  <c:v>8.7265668629891036E-5</c:v>
                </c:pt>
                <c:pt idx="367">
                  <c:v>5.034678863813936E-5</c:v>
                </c:pt>
                <c:pt idx="368">
                  <c:v>7.8574605407726941E-6</c:v>
                </c:pt>
                <c:pt idx="369">
                  <c:v>4.5432160503624099E-5</c:v>
                </c:pt>
                <c:pt idx="370">
                  <c:v>1.4106665321541861E-6</c:v>
                </c:pt>
                <c:pt idx="371">
                  <c:v>5.7733870674528966E-5</c:v>
                </c:pt>
                <c:pt idx="372">
                  <c:v>5.009946156287241E-6</c:v>
                </c:pt>
                <c:pt idx="373">
                  <c:v>0</c:v>
                </c:pt>
                <c:pt idx="374">
                  <c:v>2.4289799603582881E-5</c:v>
                </c:pt>
                <c:pt idx="375">
                  <c:v>6.3016407557521024E-5</c:v>
                </c:pt>
                <c:pt idx="376">
                  <c:v>9.1549731096644027E-5</c:v>
                </c:pt>
                <c:pt idx="377">
                  <c:v>2.1005681726957495E-5</c:v>
                </c:pt>
                <c:pt idx="378">
                  <c:v>2.7017743735018357E-5</c:v>
                </c:pt>
                <c:pt idx="379">
                  <c:v>1.6182246389093697E-6</c:v>
                </c:pt>
                <c:pt idx="380">
                  <c:v>3.9126192945296441E-6</c:v>
                </c:pt>
                <c:pt idx="381">
                  <c:v>9.3050318849924608E-6</c:v>
                </c:pt>
                <c:pt idx="382">
                  <c:v>1.3243521393516069E-4</c:v>
                </c:pt>
                <c:pt idx="383">
                  <c:v>2.0873217944730234E-5</c:v>
                </c:pt>
                <c:pt idx="384">
                  <c:v>0</c:v>
                </c:pt>
                <c:pt idx="385">
                  <c:v>7.7934041791578461E-6</c:v>
                </c:pt>
                <c:pt idx="386">
                  <c:v>2.0208674671127014E-5</c:v>
                </c:pt>
                <c:pt idx="387">
                  <c:v>2.4343340242070907E-5</c:v>
                </c:pt>
                <c:pt idx="388">
                  <c:v>2.7779573694722288E-5</c:v>
                </c:pt>
                <c:pt idx="389">
                  <c:v>9.5634245787123638E-6</c:v>
                </c:pt>
                <c:pt idx="390">
                  <c:v>7.0471553984510004E-6</c:v>
                </c:pt>
                <c:pt idx="391">
                  <c:v>5.9136615681389834E-5</c:v>
                </c:pt>
                <c:pt idx="392">
                  <c:v>5.6110855515361613E-5</c:v>
                </c:pt>
                <c:pt idx="393">
                  <c:v>1.4364310799369983E-7</c:v>
                </c:pt>
                <c:pt idx="394">
                  <c:v>2.5502501171545396E-5</c:v>
                </c:pt>
                <c:pt idx="395">
                  <c:v>1.1030272904139287E-5</c:v>
                </c:pt>
                <c:pt idx="396">
                  <c:v>1.7503937241138148E-4</c:v>
                </c:pt>
                <c:pt idx="397">
                  <c:v>2.9887822263311727E-6</c:v>
                </c:pt>
                <c:pt idx="398">
                  <c:v>5.0571337324457464E-5</c:v>
                </c:pt>
                <c:pt idx="399">
                  <c:v>4.3210312937373133E-5</c:v>
                </c:pt>
                <c:pt idx="400">
                  <c:v>1.7321831439158847E-5</c:v>
                </c:pt>
                <c:pt idx="401">
                  <c:v>2.928086078862006E-6</c:v>
                </c:pt>
                <c:pt idx="402">
                  <c:v>4.1635587329137114E-6</c:v>
                </c:pt>
                <c:pt idx="403">
                  <c:v>4.0600567374413562E-5</c:v>
                </c:pt>
                <c:pt idx="404">
                  <c:v>2.1124950181057956E-5</c:v>
                </c:pt>
                <c:pt idx="405">
                  <c:v>2.4978848800773879E-5</c:v>
                </c:pt>
                <c:pt idx="406">
                  <c:v>9.4480914638195131E-6</c:v>
                </c:pt>
                <c:pt idx="407">
                  <c:v>1.2346198598353883E-6</c:v>
                </c:pt>
                <c:pt idx="408">
                  <c:v>1.0056000936503586E-4</c:v>
                </c:pt>
                <c:pt idx="409">
                  <c:v>1.9157572239225208E-6</c:v>
                </c:pt>
                <c:pt idx="410">
                  <c:v>4.4392656258764492E-5</c:v>
                </c:pt>
                <c:pt idx="411">
                  <c:v>4.3097451393730443E-4</c:v>
                </c:pt>
                <c:pt idx="412">
                  <c:v>2.0032077646528099E-6</c:v>
                </c:pt>
                <c:pt idx="413">
                  <c:v>7.9103130318684542E-6</c:v>
                </c:pt>
                <c:pt idx="414">
                  <c:v>4.7986392308164986E-6</c:v>
                </c:pt>
                <c:pt idx="415">
                  <c:v>4.5870131430450913E-5</c:v>
                </c:pt>
                <c:pt idx="416">
                  <c:v>3.2785684861625505E-5</c:v>
                </c:pt>
                <c:pt idx="417">
                  <c:v>3.5890486393912906E-4</c:v>
                </c:pt>
                <c:pt idx="418">
                  <c:v>9.487957581940855E-5</c:v>
                </c:pt>
                <c:pt idx="419">
                  <c:v>2.4371546347459618E-5</c:v>
                </c:pt>
                <c:pt idx="420">
                  <c:v>4.245512084195878E-5</c:v>
                </c:pt>
                <c:pt idx="421">
                  <c:v>1.5167095461846661E-5</c:v>
                </c:pt>
                <c:pt idx="422">
                  <c:v>1.009976171589722E-5</c:v>
                </c:pt>
                <c:pt idx="423">
                  <c:v>1.9911678410336415E-5</c:v>
                </c:pt>
                <c:pt idx="424">
                  <c:v>4.2100068085890272E-6</c:v>
                </c:pt>
                <c:pt idx="425">
                  <c:v>1.9827885968944667E-5</c:v>
                </c:pt>
                <c:pt idx="426">
                  <c:v>1.8804578844791447E-5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4.8385582823634549E-7</c:v>
                </c:pt>
                <c:pt idx="431">
                  <c:v>2.1877472955890873E-4</c:v>
                </c:pt>
                <c:pt idx="432">
                  <c:v>2.8472309913784273E-5</c:v>
                </c:pt>
                <c:pt idx="433">
                  <c:v>1.8747181536832621E-7</c:v>
                </c:pt>
                <c:pt idx="434">
                  <c:v>5.6264481719059433E-5</c:v>
                </c:pt>
                <c:pt idx="435">
                  <c:v>3.3528598953415404E-5</c:v>
                </c:pt>
                <c:pt idx="436">
                  <c:v>5.9508658191774109E-6</c:v>
                </c:pt>
                <c:pt idx="437">
                  <c:v>1.2522352434650917E-6</c:v>
                </c:pt>
                <c:pt idx="438">
                  <c:v>2.8294011333812521E-4</c:v>
                </c:pt>
                <c:pt idx="439">
                  <c:v>0</c:v>
                </c:pt>
                <c:pt idx="440">
                  <c:v>0</c:v>
                </c:pt>
                <c:pt idx="441">
                  <c:v>2.1083032443444207E-5</c:v>
                </c:pt>
                <c:pt idx="442">
                  <c:v>4.0539613882239104E-6</c:v>
                </c:pt>
                <c:pt idx="443">
                  <c:v>9.1158172329878134E-5</c:v>
                </c:pt>
                <c:pt idx="444">
                  <c:v>7.2195435281821786E-5</c:v>
                </c:pt>
                <c:pt idx="445">
                  <c:v>2.0972773085740578E-7</c:v>
                </c:pt>
                <c:pt idx="446">
                  <c:v>1.2174429954627195E-6</c:v>
                </c:pt>
                <c:pt idx="447">
                  <c:v>1.7761073822901811E-6</c:v>
                </c:pt>
                <c:pt idx="448">
                  <c:v>1.7548595501665651E-5</c:v>
                </c:pt>
                <c:pt idx="449">
                  <c:v>0</c:v>
                </c:pt>
                <c:pt idx="450">
                  <c:v>2.5765746646640692E-5</c:v>
                </c:pt>
                <c:pt idx="451">
                  <c:v>6.3427068863936544E-7</c:v>
                </c:pt>
                <c:pt idx="452">
                  <c:v>3.5831098787047359E-5</c:v>
                </c:pt>
                <c:pt idx="453">
                  <c:v>1.0051790229396601E-6</c:v>
                </c:pt>
                <c:pt idx="454">
                  <c:v>2.4393096070603175E-5</c:v>
                </c:pt>
                <c:pt idx="455">
                  <c:v>6.4626317834085847E-5</c:v>
                </c:pt>
                <c:pt idx="456">
                  <c:v>3.5486700108243066E-5</c:v>
                </c:pt>
                <c:pt idx="457">
                  <c:v>9.8107444280231041E-5</c:v>
                </c:pt>
                <c:pt idx="458">
                  <c:v>1.1437343083826972E-5</c:v>
                </c:pt>
                <c:pt idx="459">
                  <c:v>6.5801896259243265E-6</c:v>
                </c:pt>
                <c:pt idx="460">
                  <c:v>8.3230259462499485E-7</c:v>
                </c:pt>
                <c:pt idx="461">
                  <c:v>4.7721107065584872E-5</c:v>
                </c:pt>
                <c:pt idx="462">
                  <c:v>2.8242979217549052E-5</c:v>
                </c:pt>
                <c:pt idx="463">
                  <c:v>8.1901428413792967E-6</c:v>
                </c:pt>
                <c:pt idx="464">
                  <c:v>5.1018171249139035E-6</c:v>
                </c:pt>
                <c:pt idx="465">
                  <c:v>1.3817135454607341E-5</c:v>
                </c:pt>
                <c:pt idx="466">
                  <c:v>6.5667637179857397E-8</c:v>
                </c:pt>
                <c:pt idx="467">
                  <c:v>1.3325681438188609E-4</c:v>
                </c:pt>
                <c:pt idx="468">
                  <c:v>2.4521779941840236E-5</c:v>
                </c:pt>
                <c:pt idx="469">
                  <c:v>5.3065645486005434E-5</c:v>
                </c:pt>
                <c:pt idx="470">
                  <c:v>3.604710522767758E-5</c:v>
                </c:pt>
                <c:pt idx="471">
                  <c:v>3.6876376594563074E-5</c:v>
                </c:pt>
                <c:pt idx="472">
                  <c:v>1.8476156712554203E-4</c:v>
                </c:pt>
                <c:pt idx="473">
                  <c:v>3.4898509613645605E-5</c:v>
                </c:pt>
                <c:pt idx="474">
                  <c:v>5.021728079506241E-5</c:v>
                </c:pt>
                <c:pt idx="475">
                  <c:v>9.4146371108838761E-6</c:v>
                </c:pt>
                <c:pt idx="476">
                  <c:v>8.3870043275153367E-5</c:v>
                </c:pt>
                <c:pt idx="477">
                  <c:v>4.8934578295895068E-4</c:v>
                </c:pt>
                <c:pt idx="478">
                  <c:v>7.198028255349949E-5</c:v>
                </c:pt>
                <c:pt idx="479">
                  <c:v>0</c:v>
                </c:pt>
                <c:pt idx="480">
                  <c:v>3.3212037566354791E-3</c:v>
                </c:pt>
                <c:pt idx="481">
                  <c:v>2.5379519643192637E-5</c:v>
                </c:pt>
                <c:pt idx="482">
                  <c:v>8.5089538416673213E-6</c:v>
                </c:pt>
                <c:pt idx="483">
                  <c:v>3.0031904245746275E-5</c:v>
                </c:pt>
                <c:pt idx="484">
                  <c:v>1.4069119554370503E-5</c:v>
                </c:pt>
                <c:pt idx="485">
                  <c:v>3.6954956201545256E-5</c:v>
                </c:pt>
                <c:pt idx="486">
                  <c:v>5.5720838090908854E-6</c:v>
                </c:pt>
                <c:pt idx="487">
                  <c:v>1.1317164390743314E-5</c:v>
                </c:pt>
                <c:pt idx="488">
                  <c:v>2.0110042353659717E-6</c:v>
                </c:pt>
                <c:pt idx="489">
                  <c:v>1.6056478011568221E-3</c:v>
                </c:pt>
                <c:pt idx="490">
                  <c:v>1.4231221117356409E-5</c:v>
                </c:pt>
                <c:pt idx="491">
                  <c:v>4.2650454947073969E-6</c:v>
                </c:pt>
                <c:pt idx="492">
                  <c:v>2.3390148438819715E-6</c:v>
                </c:pt>
                <c:pt idx="493">
                  <c:v>3.7200845654255432E-5</c:v>
                </c:pt>
                <c:pt idx="494">
                  <c:v>6.828416796667781E-5</c:v>
                </c:pt>
                <c:pt idx="495">
                  <c:v>2.6612383249589848E-5</c:v>
                </c:pt>
                <c:pt idx="496">
                  <c:v>9.6249341947061384E-5</c:v>
                </c:pt>
                <c:pt idx="497">
                  <c:v>1.006608325568615E-5</c:v>
                </c:pt>
                <c:pt idx="498">
                  <c:v>0</c:v>
                </c:pt>
                <c:pt idx="499">
                  <c:v>5.5147406192066364E-5</c:v>
                </c:pt>
                <c:pt idx="500">
                  <c:v>2.3590923025360811E-5</c:v>
                </c:pt>
                <c:pt idx="501">
                  <c:v>9.8009859860036569E-5</c:v>
                </c:pt>
                <c:pt idx="502">
                  <c:v>8.9587199342538625E-6</c:v>
                </c:pt>
                <c:pt idx="503">
                  <c:v>1.2491408696483134E-4</c:v>
                </c:pt>
                <c:pt idx="504">
                  <c:v>3.5417246113058428E-4</c:v>
                </c:pt>
                <c:pt idx="505">
                  <c:v>1.0823554384969488E-4</c:v>
                </c:pt>
                <c:pt idx="506">
                  <c:v>5.6557217712336515E-5</c:v>
                </c:pt>
                <c:pt idx="507">
                  <c:v>8.2801592338075567E-6</c:v>
                </c:pt>
                <c:pt idx="508">
                  <c:v>1.943244654895295E-4</c:v>
                </c:pt>
                <c:pt idx="509">
                  <c:v>6.3900311791869024E-6</c:v>
                </c:pt>
                <c:pt idx="510">
                  <c:v>1.7656095671544029E-5</c:v>
                </c:pt>
                <c:pt idx="511">
                  <c:v>0</c:v>
                </c:pt>
                <c:pt idx="512">
                  <c:v>4.1339860470453975E-5</c:v>
                </c:pt>
                <c:pt idx="513">
                  <c:v>2.2473378835402735E-5</c:v>
                </c:pt>
                <c:pt idx="514">
                  <c:v>6.1746956036375606E-6</c:v>
                </c:pt>
                <c:pt idx="515">
                  <c:v>1.1643002261939758E-6</c:v>
                </c:pt>
                <c:pt idx="516">
                  <c:v>1.7129192327223969E-5</c:v>
                </c:pt>
                <c:pt idx="517">
                  <c:v>0</c:v>
                </c:pt>
                <c:pt idx="518">
                  <c:v>2.2600044008727697E-4</c:v>
                </c:pt>
                <c:pt idx="519">
                  <c:v>8.2398461069624272E-6</c:v>
                </c:pt>
                <c:pt idx="520">
                  <c:v>2.2918112328022416E-5</c:v>
                </c:pt>
                <c:pt idx="521">
                  <c:v>1.0938760932138013E-6</c:v>
                </c:pt>
                <c:pt idx="522">
                  <c:v>5.4193787707860449E-6</c:v>
                </c:pt>
                <c:pt idx="523">
                  <c:v>4.0528769620835434E-5</c:v>
                </c:pt>
                <c:pt idx="524">
                  <c:v>3.8524706368576816E-6</c:v>
                </c:pt>
                <c:pt idx="525">
                  <c:v>1.5909790133437346E-5</c:v>
                </c:pt>
                <c:pt idx="526">
                  <c:v>2.8211873381251138E-5</c:v>
                </c:pt>
                <c:pt idx="527">
                  <c:v>1.1534371569295098E-6</c:v>
                </c:pt>
                <c:pt idx="528">
                  <c:v>1.014570242014137E-6</c:v>
                </c:pt>
                <c:pt idx="529">
                  <c:v>6.4254926730656634E-6</c:v>
                </c:pt>
                <c:pt idx="530">
                  <c:v>2.2672923288967771E-5</c:v>
                </c:pt>
                <c:pt idx="531">
                  <c:v>4.2445596270949819E-7</c:v>
                </c:pt>
                <c:pt idx="532">
                  <c:v>1.4731445194093921E-5</c:v>
                </c:pt>
                <c:pt idx="533">
                  <c:v>8.5799933133422409E-6</c:v>
                </c:pt>
                <c:pt idx="534">
                  <c:v>1.6128163967777918E-6</c:v>
                </c:pt>
                <c:pt idx="535">
                  <c:v>6.3972272419585903E-5</c:v>
                </c:pt>
                <c:pt idx="536">
                  <c:v>8.4164294960244105E-6</c:v>
                </c:pt>
                <c:pt idx="537">
                  <c:v>1.1158263644780939E-5</c:v>
                </c:pt>
                <c:pt idx="538">
                  <c:v>3.5558496640502758E-5</c:v>
                </c:pt>
                <c:pt idx="539">
                  <c:v>5.1985380517231945E-7</c:v>
                </c:pt>
                <c:pt idx="540">
                  <c:v>4.4388294457560715E-6</c:v>
                </c:pt>
                <c:pt idx="541">
                  <c:v>1.2448988486539165E-5</c:v>
                </c:pt>
                <c:pt idx="542">
                  <c:v>4.8476924099684003E-5</c:v>
                </c:pt>
                <c:pt idx="543">
                  <c:v>1.4571184119928216E-7</c:v>
                </c:pt>
                <c:pt idx="544">
                  <c:v>6.7002424242411051E-5</c:v>
                </c:pt>
                <c:pt idx="545">
                  <c:v>1.8538695867820337E-6</c:v>
                </c:pt>
                <c:pt idx="546">
                  <c:v>1.2541402728769908E-5</c:v>
                </c:pt>
                <c:pt idx="547">
                  <c:v>3.4480290917845493E-5</c:v>
                </c:pt>
                <c:pt idx="548">
                  <c:v>2.043829259447919E-5</c:v>
                </c:pt>
                <c:pt idx="549">
                  <c:v>4.6143749528143815E-6</c:v>
                </c:pt>
                <c:pt idx="550">
                  <c:v>3.5024185793911095E-5</c:v>
                </c:pt>
                <c:pt idx="551">
                  <c:v>2.748741352483011E-4</c:v>
                </c:pt>
                <c:pt idx="552">
                  <c:v>1.2078102870063079E-5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1.1542202002810567E-4</c:v>
                </c:pt>
                <c:pt idx="558">
                  <c:v>0</c:v>
                </c:pt>
                <c:pt idx="559">
                  <c:v>4.8022136986931728E-5</c:v>
                </c:pt>
                <c:pt idx="560">
                  <c:v>3.3089709702292012E-5</c:v>
                </c:pt>
                <c:pt idx="561">
                  <c:v>1.3438065766938549E-5</c:v>
                </c:pt>
                <c:pt idx="562">
                  <c:v>4.4774682547459045E-5</c:v>
                </c:pt>
                <c:pt idx="563">
                  <c:v>3.8999300725351715E-5</c:v>
                </c:pt>
                <c:pt idx="564">
                  <c:v>4.6554621315772141E-7</c:v>
                </c:pt>
                <c:pt idx="565">
                  <c:v>0</c:v>
                </c:pt>
                <c:pt idx="566">
                  <c:v>1.5256715304749625E-7</c:v>
                </c:pt>
                <c:pt idx="567">
                  <c:v>9.0889929063576766E-6</c:v>
                </c:pt>
                <c:pt idx="568">
                  <c:v>3.2132379317171302E-7</c:v>
                </c:pt>
                <c:pt idx="569">
                  <c:v>5.991446817033655E-6</c:v>
                </c:pt>
                <c:pt idx="570">
                  <c:v>1.8841183279010798E-5</c:v>
                </c:pt>
                <c:pt idx="571">
                  <c:v>5.7792888437017551E-6</c:v>
                </c:pt>
                <c:pt idx="572">
                  <c:v>2.0503758671007602E-5</c:v>
                </c:pt>
                <c:pt idx="573">
                  <c:v>2.4043810431375407E-5</c:v>
                </c:pt>
                <c:pt idx="574">
                  <c:v>2.3168080930877867E-5</c:v>
                </c:pt>
                <c:pt idx="575">
                  <c:v>0</c:v>
                </c:pt>
                <c:pt idx="576">
                  <c:v>0</c:v>
                </c:pt>
                <c:pt idx="577">
                  <c:v>1.4437613178489144E-5</c:v>
                </c:pt>
                <c:pt idx="578">
                  <c:v>0</c:v>
                </c:pt>
                <c:pt idx="579">
                  <c:v>3.2660268258876642E-7</c:v>
                </c:pt>
                <c:pt idx="580">
                  <c:v>6.8275953497470398E-4</c:v>
                </c:pt>
                <c:pt idx="581">
                  <c:v>2.3332135114974425E-5</c:v>
                </c:pt>
                <c:pt idx="582">
                  <c:v>5.0743646063863424E-5</c:v>
                </c:pt>
                <c:pt idx="583">
                  <c:v>4.3359321832252426E-5</c:v>
                </c:pt>
                <c:pt idx="584">
                  <c:v>2.0550824001750772E-5</c:v>
                </c:pt>
                <c:pt idx="585">
                  <c:v>4.2994241437080055E-7</c:v>
                </c:pt>
                <c:pt idx="586">
                  <c:v>3.9756490475608001E-5</c:v>
                </c:pt>
                <c:pt idx="587">
                  <c:v>2.2840556081433598E-5</c:v>
                </c:pt>
                <c:pt idx="588">
                  <c:v>2.1575392839170521E-6</c:v>
                </c:pt>
                <c:pt idx="589">
                  <c:v>2.5001770709271746E-5</c:v>
                </c:pt>
                <c:pt idx="590">
                  <c:v>2.1044372115119941E-5</c:v>
                </c:pt>
                <c:pt idx="591">
                  <c:v>8.4050550057795095E-6</c:v>
                </c:pt>
                <c:pt idx="592">
                  <c:v>1.2457521503427332E-5</c:v>
                </c:pt>
                <c:pt idx="593">
                  <c:v>9.094956933794395E-5</c:v>
                </c:pt>
                <c:pt idx="594">
                  <c:v>1.6357689842618284E-3</c:v>
                </c:pt>
                <c:pt idx="595">
                  <c:v>9.2152474224872744E-5</c:v>
                </c:pt>
                <c:pt idx="596">
                  <c:v>4.0955474386037434E-5</c:v>
                </c:pt>
                <c:pt idx="597">
                  <c:v>1.713034992247398E-6</c:v>
                </c:pt>
                <c:pt idx="598">
                  <c:v>4.1097001284134511E-5</c:v>
                </c:pt>
                <c:pt idx="599">
                  <c:v>4.8007382269723134E-6</c:v>
                </c:pt>
                <c:pt idx="600">
                  <c:v>0</c:v>
                </c:pt>
                <c:pt idx="601">
                  <c:v>2.541571285654189E-7</c:v>
                </c:pt>
                <c:pt idx="602">
                  <c:v>6.3495823912581404E-6</c:v>
                </c:pt>
                <c:pt idx="603">
                  <c:v>8.7624211747311488E-6</c:v>
                </c:pt>
                <c:pt idx="604">
                  <c:v>2.0187369144934206E-5</c:v>
                </c:pt>
                <c:pt idx="605">
                  <c:v>5.9346223205151531E-6</c:v>
                </c:pt>
                <c:pt idx="606">
                  <c:v>3.567459444851603E-5</c:v>
                </c:pt>
                <c:pt idx="607">
                  <c:v>0</c:v>
                </c:pt>
                <c:pt idx="608">
                  <c:v>1.2854396445419821E-4</c:v>
                </c:pt>
                <c:pt idx="609">
                  <c:v>0</c:v>
                </c:pt>
                <c:pt idx="610">
                  <c:v>0</c:v>
                </c:pt>
                <c:pt idx="611">
                  <c:v>1.9905877402780869E-5</c:v>
                </c:pt>
                <c:pt idx="612">
                  <c:v>8.591647473070964E-5</c:v>
                </c:pt>
                <c:pt idx="613">
                  <c:v>1.0617681280594451E-7</c:v>
                </c:pt>
                <c:pt idx="614">
                  <c:v>3.7039867328293606E-5</c:v>
                </c:pt>
                <c:pt idx="615">
                  <c:v>5.8663214984439078E-6</c:v>
                </c:pt>
                <c:pt idx="616">
                  <c:v>1.5637160022958886E-5</c:v>
                </c:pt>
                <c:pt idx="617">
                  <c:v>9.1048139721893144E-8</c:v>
                </c:pt>
                <c:pt idx="618">
                  <c:v>1.9283085330915106E-5</c:v>
                </c:pt>
                <c:pt idx="619">
                  <c:v>2.2685713823477053E-5</c:v>
                </c:pt>
                <c:pt idx="620">
                  <c:v>1.6533860880568898E-4</c:v>
                </c:pt>
                <c:pt idx="621">
                  <c:v>7.8133031287145897E-6</c:v>
                </c:pt>
                <c:pt idx="622">
                  <c:v>1.5453963087463623E-4</c:v>
                </c:pt>
                <c:pt idx="623">
                  <c:v>5.25567537567066E-6</c:v>
                </c:pt>
                <c:pt idx="624">
                  <c:v>0</c:v>
                </c:pt>
                <c:pt idx="625">
                  <c:v>2.1791100377586612E-5</c:v>
                </c:pt>
                <c:pt idx="626">
                  <c:v>1.2301419361941008E-7</c:v>
                </c:pt>
                <c:pt idx="627">
                  <c:v>0</c:v>
                </c:pt>
                <c:pt idx="628">
                  <c:v>1.5803731632606683E-5</c:v>
                </c:pt>
                <c:pt idx="629">
                  <c:v>1.4773847926802125E-5</c:v>
                </c:pt>
                <c:pt idx="630">
                  <c:v>0</c:v>
                </c:pt>
                <c:pt idx="631">
                  <c:v>2.6548146283312412E-4</c:v>
                </c:pt>
                <c:pt idx="632">
                  <c:v>3.3461610207611301E-7</c:v>
                </c:pt>
                <c:pt idx="633">
                  <c:v>1.0293151261785672E-5</c:v>
                </c:pt>
                <c:pt idx="634">
                  <c:v>1.2824060446009727E-4</c:v>
                </c:pt>
                <c:pt idx="635">
                  <c:v>0</c:v>
                </c:pt>
                <c:pt idx="636">
                  <c:v>2.2738984606269524E-5</c:v>
                </c:pt>
                <c:pt idx="637">
                  <c:v>2.3239071824008589E-5</c:v>
                </c:pt>
                <c:pt idx="638">
                  <c:v>3.7588964613216206E-4</c:v>
                </c:pt>
                <c:pt idx="639">
                  <c:v>1.7823777776138713E-5</c:v>
                </c:pt>
                <c:pt idx="640">
                  <c:v>0</c:v>
                </c:pt>
                <c:pt idx="641">
                  <c:v>4.0992274759291853E-5</c:v>
                </c:pt>
                <c:pt idx="642">
                  <c:v>8.6012745990095388E-8</c:v>
                </c:pt>
                <c:pt idx="643">
                  <c:v>9.365694076927204E-5</c:v>
                </c:pt>
                <c:pt idx="644">
                  <c:v>5.6259389840082914E-6</c:v>
                </c:pt>
                <c:pt idx="645">
                  <c:v>2.0352099917289839E-5</c:v>
                </c:pt>
                <c:pt idx="646">
                  <c:v>5.6802992843594638E-6</c:v>
                </c:pt>
                <c:pt idx="647">
                  <c:v>9.5412970788505343E-5</c:v>
                </c:pt>
                <c:pt idx="648">
                  <c:v>1.3762230502371023E-5</c:v>
                </c:pt>
                <c:pt idx="649">
                  <c:v>1.0882387001479032E-5</c:v>
                </c:pt>
                <c:pt idx="650">
                  <c:v>0</c:v>
                </c:pt>
                <c:pt idx="651">
                  <c:v>4.556676043382119E-6</c:v>
                </c:pt>
                <c:pt idx="652">
                  <c:v>4.0986828427437593E-4</c:v>
                </c:pt>
                <c:pt idx="653">
                  <c:v>3.0431674114980983E-5</c:v>
                </c:pt>
                <c:pt idx="654">
                  <c:v>2.062286069134805E-5</c:v>
                </c:pt>
                <c:pt idx="655">
                  <c:v>7.3228315738433158E-6</c:v>
                </c:pt>
                <c:pt idx="656">
                  <c:v>6.5886657138979746E-5</c:v>
                </c:pt>
                <c:pt idx="657">
                  <c:v>0</c:v>
                </c:pt>
                <c:pt idx="658">
                  <c:v>4.0253630392282424E-5</c:v>
                </c:pt>
                <c:pt idx="659">
                  <c:v>2.9892113840833639E-5</c:v>
                </c:pt>
                <c:pt idx="660">
                  <c:v>4.1214926857514509E-4</c:v>
                </c:pt>
                <c:pt idx="661">
                  <c:v>1.4375232041572992E-4</c:v>
                </c:pt>
                <c:pt idx="662">
                  <c:v>2.8595546060557096E-5</c:v>
                </c:pt>
                <c:pt idx="663">
                  <c:v>1.0340491224239444E-5</c:v>
                </c:pt>
                <c:pt idx="664">
                  <c:v>1.7230178902359892E-5</c:v>
                </c:pt>
                <c:pt idx="665">
                  <c:v>1.335757142060579E-5</c:v>
                </c:pt>
                <c:pt idx="666">
                  <c:v>3.0305366333574592E-6</c:v>
                </c:pt>
                <c:pt idx="667">
                  <c:v>0</c:v>
                </c:pt>
                <c:pt idx="668">
                  <c:v>7.773285597560358E-6</c:v>
                </c:pt>
                <c:pt idx="669">
                  <c:v>0</c:v>
                </c:pt>
                <c:pt idx="670">
                  <c:v>1.5384099115816141E-4</c:v>
                </c:pt>
                <c:pt idx="671">
                  <c:v>1.0459191725060242E-5</c:v>
                </c:pt>
                <c:pt idx="672">
                  <c:v>8.7411629738306366E-6</c:v>
                </c:pt>
                <c:pt idx="673">
                  <c:v>7.9555568415351446E-6</c:v>
                </c:pt>
                <c:pt idx="674">
                  <c:v>0</c:v>
                </c:pt>
                <c:pt idx="675">
                  <c:v>1.8023595264048587E-5</c:v>
                </c:pt>
                <c:pt idx="676">
                  <c:v>0</c:v>
                </c:pt>
                <c:pt idx="677">
                  <c:v>0</c:v>
                </c:pt>
                <c:pt idx="678">
                  <c:v>1.0822658514987493E-4</c:v>
                </c:pt>
                <c:pt idx="679">
                  <c:v>1.4311385967550138E-6</c:v>
                </c:pt>
                <c:pt idx="680">
                  <c:v>0</c:v>
                </c:pt>
                <c:pt idx="681">
                  <c:v>9.4996265094751872E-6</c:v>
                </c:pt>
                <c:pt idx="682">
                  <c:v>2.4304493436720444E-4</c:v>
                </c:pt>
                <c:pt idx="683">
                  <c:v>5.0974574868398744E-5</c:v>
                </c:pt>
                <c:pt idx="684">
                  <c:v>2.5098210252079979E-6</c:v>
                </c:pt>
                <c:pt idx="685">
                  <c:v>2.9309828566201402E-3</c:v>
                </c:pt>
                <c:pt idx="686">
                  <c:v>3.3397121751776438E-6</c:v>
                </c:pt>
                <c:pt idx="687">
                  <c:v>1.5258633928176918E-5</c:v>
                </c:pt>
                <c:pt idx="688">
                  <c:v>1.111759018878582E-5</c:v>
                </c:pt>
                <c:pt idx="689">
                  <c:v>8.8044774818594192E-6</c:v>
                </c:pt>
                <c:pt idx="690">
                  <c:v>0</c:v>
                </c:pt>
                <c:pt idx="691">
                  <c:v>5.2326144259363291E-7</c:v>
                </c:pt>
                <c:pt idx="692">
                  <c:v>8.4441390049503489E-7</c:v>
                </c:pt>
                <c:pt idx="693">
                  <c:v>0</c:v>
                </c:pt>
                <c:pt idx="694">
                  <c:v>1.2127633702540739E-4</c:v>
                </c:pt>
                <c:pt idx="695">
                  <c:v>2.5170171567676042E-5</c:v>
                </c:pt>
                <c:pt idx="696">
                  <c:v>7.4348578485097033E-7</c:v>
                </c:pt>
                <c:pt idx="697">
                  <c:v>2.0194865234980141E-6</c:v>
                </c:pt>
                <c:pt idx="698">
                  <c:v>5.315614862868813E-6</c:v>
                </c:pt>
                <c:pt idx="699">
                  <c:v>8.7103146636549145E-5</c:v>
                </c:pt>
                <c:pt idx="700">
                  <c:v>1.0334299424705201E-5</c:v>
                </c:pt>
                <c:pt idx="701">
                  <c:v>1.8324603335186013E-5</c:v>
                </c:pt>
                <c:pt idx="702">
                  <c:v>4.4140582674032464E-5</c:v>
                </c:pt>
                <c:pt idx="703">
                  <c:v>3.2300378504954524E-5</c:v>
                </c:pt>
                <c:pt idx="704">
                  <c:v>2.7714183019280032E-5</c:v>
                </c:pt>
                <c:pt idx="705">
                  <c:v>0</c:v>
                </c:pt>
                <c:pt idx="706">
                  <c:v>9.0261379362588095E-6</c:v>
                </c:pt>
                <c:pt idx="707">
                  <c:v>0</c:v>
                </c:pt>
                <c:pt idx="708">
                  <c:v>2.8805350923019728E-5</c:v>
                </c:pt>
                <c:pt idx="709">
                  <c:v>1.1468775888423825E-5</c:v>
                </c:pt>
                <c:pt idx="710">
                  <c:v>7.1785947353033942E-5</c:v>
                </c:pt>
                <c:pt idx="711">
                  <c:v>1.8863578523992277E-5</c:v>
                </c:pt>
                <c:pt idx="712">
                  <c:v>2.5557905386866166E-5</c:v>
                </c:pt>
                <c:pt idx="713">
                  <c:v>2.0914090039393476E-5</c:v>
                </c:pt>
                <c:pt idx="714">
                  <c:v>1.9362583207994822E-5</c:v>
                </c:pt>
                <c:pt idx="715">
                  <c:v>1.6961643301260937E-5</c:v>
                </c:pt>
                <c:pt idx="716">
                  <c:v>1.4816930008810306E-5</c:v>
                </c:pt>
                <c:pt idx="717">
                  <c:v>1.4516645161654606E-5</c:v>
                </c:pt>
                <c:pt idx="718">
                  <c:v>1.5142938441736899E-4</c:v>
                </c:pt>
                <c:pt idx="719">
                  <c:v>0</c:v>
                </c:pt>
                <c:pt idx="720">
                  <c:v>2.7721620024461261E-4</c:v>
                </c:pt>
                <c:pt idx="721">
                  <c:v>0</c:v>
                </c:pt>
                <c:pt idx="722">
                  <c:v>7.5887768708136994E-5</c:v>
                </c:pt>
                <c:pt idx="723">
                  <c:v>2.6996535554168611E-7</c:v>
                </c:pt>
                <c:pt idx="724">
                  <c:v>6.5804146529039552E-6</c:v>
                </c:pt>
                <c:pt idx="725">
                  <c:v>1.293131740317202E-4</c:v>
                </c:pt>
                <c:pt idx="726">
                  <c:v>5.0834498718856785E-6</c:v>
                </c:pt>
                <c:pt idx="727">
                  <c:v>7.7351850148885419E-4</c:v>
                </c:pt>
                <c:pt idx="728">
                  <c:v>1.6062686902299644E-5</c:v>
                </c:pt>
                <c:pt idx="729">
                  <c:v>3.4056679118876159E-5</c:v>
                </c:pt>
                <c:pt idx="730">
                  <c:v>1.7782022688204358E-6</c:v>
                </c:pt>
                <c:pt idx="731">
                  <c:v>4.7219767539064102E-5</c:v>
                </c:pt>
                <c:pt idx="732">
                  <c:v>1.1186354407587403E-4</c:v>
                </c:pt>
                <c:pt idx="733">
                  <c:v>1.9890990498193303E-6</c:v>
                </c:pt>
                <c:pt idx="734">
                  <c:v>1.0298282830705977E-6</c:v>
                </c:pt>
                <c:pt idx="735">
                  <c:v>8.797894294866927E-4</c:v>
                </c:pt>
                <c:pt idx="736">
                  <c:v>0</c:v>
                </c:pt>
                <c:pt idx="737">
                  <c:v>3.6094752780533642E-7</c:v>
                </c:pt>
                <c:pt idx="738">
                  <c:v>3.4283365116566372E-5</c:v>
                </c:pt>
                <c:pt idx="739">
                  <c:v>2.034953973873295E-7</c:v>
                </c:pt>
                <c:pt idx="740">
                  <c:v>1.0067013599369148E-7</c:v>
                </c:pt>
                <c:pt idx="741">
                  <c:v>2.1560982052758342E-4</c:v>
                </c:pt>
                <c:pt idx="742">
                  <c:v>5.0774551574077514E-6</c:v>
                </c:pt>
                <c:pt idx="743">
                  <c:v>1.4826903399292675E-4</c:v>
                </c:pt>
                <c:pt idx="744">
                  <c:v>3.1404368633055871E-6</c:v>
                </c:pt>
                <c:pt idx="745">
                  <c:v>2.4072812083651514E-5</c:v>
                </c:pt>
                <c:pt idx="746">
                  <c:v>4.4453947682288956E-5</c:v>
                </c:pt>
                <c:pt idx="747">
                  <c:v>1.1171501763591378E-5</c:v>
                </c:pt>
                <c:pt idx="748">
                  <c:v>2.4454598221462549E-6</c:v>
                </c:pt>
                <c:pt idx="749">
                  <c:v>3.3114898976046695E-5</c:v>
                </c:pt>
                <c:pt idx="750">
                  <c:v>0</c:v>
                </c:pt>
                <c:pt idx="751">
                  <c:v>1.9855967147609624E-5</c:v>
                </c:pt>
                <c:pt idx="752">
                  <c:v>0</c:v>
                </c:pt>
                <c:pt idx="753">
                  <c:v>2.6347220039952517E-6</c:v>
                </c:pt>
                <c:pt idx="754">
                  <c:v>2.9674032649597596E-6</c:v>
                </c:pt>
                <c:pt idx="755">
                  <c:v>9.4742985076806637E-6</c:v>
                </c:pt>
                <c:pt idx="756">
                  <c:v>8.0929064766621395E-7</c:v>
                </c:pt>
                <c:pt idx="757">
                  <c:v>7.2422670262223884E-7</c:v>
                </c:pt>
                <c:pt idx="758">
                  <c:v>2.0423061623500489E-5</c:v>
                </c:pt>
                <c:pt idx="759">
                  <c:v>9.5113582138398896E-5</c:v>
                </c:pt>
                <c:pt idx="760">
                  <c:v>3.4189884464946342E-3</c:v>
                </c:pt>
                <c:pt idx="761">
                  <c:v>6.2811266837188144E-6</c:v>
                </c:pt>
                <c:pt idx="762">
                  <c:v>1.8993463457450761E-5</c:v>
                </c:pt>
                <c:pt idx="763">
                  <c:v>2.3961092040925635E-5</c:v>
                </c:pt>
                <c:pt idx="764">
                  <c:v>7.3307203167091543E-5</c:v>
                </c:pt>
                <c:pt idx="765">
                  <c:v>0</c:v>
                </c:pt>
                <c:pt idx="766">
                  <c:v>2.4952084645799922E-5</c:v>
                </c:pt>
                <c:pt idx="767">
                  <c:v>2.6296760996882251E-6</c:v>
                </c:pt>
                <c:pt idx="768">
                  <c:v>1.7602118612719956E-5</c:v>
                </c:pt>
                <c:pt idx="769">
                  <c:v>1.3495894328259341E-4</c:v>
                </c:pt>
                <c:pt idx="770">
                  <c:v>9.4427606359923957E-6</c:v>
                </c:pt>
                <c:pt idx="771">
                  <c:v>1.5045862378524083E-7</c:v>
                </c:pt>
                <c:pt idx="772">
                  <c:v>5.0140606131311929E-6</c:v>
                </c:pt>
                <c:pt idx="773">
                  <c:v>2.3197575386048142E-5</c:v>
                </c:pt>
                <c:pt idx="774">
                  <c:v>2.2104327277813097E-5</c:v>
                </c:pt>
                <c:pt idx="775">
                  <c:v>4.7806013515873961E-6</c:v>
                </c:pt>
                <c:pt idx="776">
                  <c:v>1.5739186515044413E-5</c:v>
                </c:pt>
                <c:pt idx="777">
                  <c:v>1.1223751806654476E-4</c:v>
                </c:pt>
                <c:pt idx="778">
                  <c:v>4.6170006444483714E-5</c:v>
                </c:pt>
                <c:pt idx="779">
                  <c:v>4.8232148267423952E-7</c:v>
                </c:pt>
                <c:pt idx="780">
                  <c:v>3.3518742156270602E-5</c:v>
                </c:pt>
                <c:pt idx="781">
                  <c:v>2.241772463536332E-6</c:v>
                </c:pt>
                <c:pt idx="782">
                  <c:v>4.4438841866266305E-7</c:v>
                </c:pt>
                <c:pt idx="783">
                  <c:v>8.7979532565176745E-6</c:v>
                </c:pt>
                <c:pt idx="784">
                  <c:v>1.0415104420283341E-4</c:v>
                </c:pt>
                <c:pt idx="785">
                  <c:v>1.6399190315103639E-5</c:v>
                </c:pt>
                <c:pt idx="786">
                  <c:v>3.1451680183886192E-5</c:v>
                </c:pt>
                <c:pt idx="787">
                  <c:v>2.1026784334305077E-6</c:v>
                </c:pt>
                <c:pt idx="788">
                  <c:v>5.4158992846444045E-6</c:v>
                </c:pt>
                <c:pt idx="789">
                  <c:v>1.5869509639323202E-5</c:v>
                </c:pt>
                <c:pt idx="790">
                  <c:v>3.3208748905490273E-5</c:v>
                </c:pt>
                <c:pt idx="791">
                  <c:v>8.8863979511647962E-6</c:v>
                </c:pt>
                <c:pt idx="792">
                  <c:v>1.2044431740190074E-5</c:v>
                </c:pt>
                <c:pt idx="793">
                  <c:v>1.0720329940863839E-6</c:v>
                </c:pt>
                <c:pt idx="794">
                  <c:v>9.6412141375419266E-6</c:v>
                </c:pt>
                <c:pt idx="795">
                  <c:v>3.1623595573099575E-6</c:v>
                </c:pt>
                <c:pt idx="796">
                  <c:v>0</c:v>
                </c:pt>
                <c:pt idx="797">
                  <c:v>4.6275415716214396E-5</c:v>
                </c:pt>
                <c:pt idx="798">
                  <c:v>1.8664981503710751E-5</c:v>
                </c:pt>
                <c:pt idx="799">
                  <c:v>2.1312384150790705E-5</c:v>
                </c:pt>
                <c:pt idx="800">
                  <c:v>1.5176346914602847E-5</c:v>
                </c:pt>
                <c:pt idx="801">
                  <c:v>0</c:v>
                </c:pt>
                <c:pt idx="802">
                  <c:v>0</c:v>
                </c:pt>
                <c:pt idx="803">
                  <c:v>2.3132366517382492E-5</c:v>
                </c:pt>
                <c:pt idx="804">
                  <c:v>5.8233466280146726E-5</c:v>
                </c:pt>
                <c:pt idx="805">
                  <c:v>4.526368498537048E-6</c:v>
                </c:pt>
                <c:pt idx="806">
                  <c:v>2.5536498378056345E-6</c:v>
                </c:pt>
                <c:pt idx="807">
                  <c:v>5.5319235338383026E-6</c:v>
                </c:pt>
                <c:pt idx="808">
                  <c:v>2.9707061841317801E-5</c:v>
                </c:pt>
                <c:pt idx="809">
                  <c:v>1.980755302109453E-5</c:v>
                </c:pt>
                <c:pt idx="810">
                  <c:v>3.3263477925812204E-6</c:v>
                </c:pt>
                <c:pt idx="811">
                  <c:v>2.1146662751163297E-5</c:v>
                </c:pt>
                <c:pt idx="812">
                  <c:v>4.6460369897185594E-5</c:v>
                </c:pt>
                <c:pt idx="813">
                  <c:v>5.3758963888394734E-3</c:v>
                </c:pt>
                <c:pt idx="814">
                  <c:v>3.1975087949884423E-7</c:v>
                </c:pt>
                <c:pt idx="815">
                  <c:v>3.620575713053534E-5</c:v>
                </c:pt>
                <c:pt idx="816">
                  <c:v>0</c:v>
                </c:pt>
                <c:pt idx="817">
                  <c:v>3.3642575175560372E-5</c:v>
                </c:pt>
                <c:pt idx="818">
                  <c:v>9.2409561182519317E-6</c:v>
                </c:pt>
                <c:pt idx="819">
                  <c:v>6.0946580576878398E-5</c:v>
                </c:pt>
                <c:pt idx="820">
                  <c:v>3.8861377178619757E-6</c:v>
                </c:pt>
                <c:pt idx="821">
                  <c:v>9.8740022387021307E-5</c:v>
                </c:pt>
                <c:pt idx="822">
                  <c:v>2.2273636917448803E-5</c:v>
                </c:pt>
                <c:pt idx="823">
                  <c:v>6.780699535711839E-5</c:v>
                </c:pt>
                <c:pt idx="824">
                  <c:v>7.3596341936689634E-5</c:v>
                </c:pt>
                <c:pt idx="825">
                  <c:v>9.4086176135414068E-6</c:v>
                </c:pt>
                <c:pt idx="826">
                  <c:v>3.5802392859016213E-5</c:v>
                </c:pt>
                <c:pt idx="827">
                  <c:v>1.6712023050711447E-4</c:v>
                </c:pt>
                <c:pt idx="828">
                  <c:v>7.3421826662707922E-7</c:v>
                </c:pt>
                <c:pt idx="829">
                  <c:v>0</c:v>
                </c:pt>
                <c:pt idx="830">
                  <c:v>3.0991917585874452E-5</c:v>
                </c:pt>
                <c:pt idx="831">
                  <c:v>5.5714101829732427E-5</c:v>
                </c:pt>
                <c:pt idx="832">
                  <c:v>6.9238960751282206E-6</c:v>
                </c:pt>
                <c:pt idx="833">
                  <c:v>2.9665595972741648E-5</c:v>
                </c:pt>
                <c:pt idx="834">
                  <c:v>2.676498549674875E-4</c:v>
                </c:pt>
                <c:pt idx="835">
                  <c:v>2.9826729137856682E-7</c:v>
                </c:pt>
                <c:pt idx="836">
                  <c:v>9.1105096572188827E-6</c:v>
                </c:pt>
                <c:pt idx="837">
                  <c:v>5.2536188913667493E-3</c:v>
                </c:pt>
                <c:pt idx="838">
                  <c:v>1.1852277131607302E-5</c:v>
                </c:pt>
                <c:pt idx="839">
                  <c:v>4.7745007899529188E-6</c:v>
                </c:pt>
                <c:pt idx="840">
                  <c:v>6.4282341622981189E-6</c:v>
                </c:pt>
                <c:pt idx="841">
                  <c:v>0</c:v>
                </c:pt>
                <c:pt idx="842">
                  <c:v>1.216746203339358E-5</c:v>
                </c:pt>
                <c:pt idx="843">
                  <c:v>2.2481796068873605E-5</c:v>
                </c:pt>
                <c:pt idx="844">
                  <c:v>8.701855658465323E-6</c:v>
                </c:pt>
                <c:pt idx="845">
                  <c:v>1.677245882167124E-5</c:v>
                </c:pt>
                <c:pt idx="846">
                  <c:v>1.2194026580133729E-5</c:v>
                </c:pt>
                <c:pt idx="847">
                  <c:v>0</c:v>
                </c:pt>
                <c:pt idx="848">
                  <c:v>3.036367985606421E-5</c:v>
                </c:pt>
                <c:pt idx="849">
                  <c:v>8.3124248173929529E-6</c:v>
                </c:pt>
                <c:pt idx="850">
                  <c:v>1.0347150418735616E-5</c:v>
                </c:pt>
                <c:pt idx="851">
                  <c:v>1.1106503705089034E-5</c:v>
                </c:pt>
                <c:pt idx="852">
                  <c:v>3.1360980019939107E-5</c:v>
                </c:pt>
                <c:pt idx="853">
                  <c:v>1.1609628040464718E-6</c:v>
                </c:pt>
                <c:pt idx="854">
                  <c:v>2.4489271753428058E-5</c:v>
                </c:pt>
                <c:pt idx="855">
                  <c:v>4.2064746559829686E-5</c:v>
                </c:pt>
                <c:pt idx="856">
                  <c:v>1.1168323573202239E-5</c:v>
                </c:pt>
                <c:pt idx="857">
                  <c:v>3.8987634067111158E-5</c:v>
                </c:pt>
                <c:pt idx="858">
                  <c:v>9.2945958893910725E-5</c:v>
                </c:pt>
                <c:pt idx="859">
                  <c:v>6.0242919325680203E-7</c:v>
                </c:pt>
                <c:pt idx="860">
                  <c:v>2.1200739046954287E-5</c:v>
                </c:pt>
                <c:pt idx="861">
                  <c:v>1.3553076412736614E-5</c:v>
                </c:pt>
                <c:pt idx="862">
                  <c:v>1.9888254874343099E-6</c:v>
                </c:pt>
                <c:pt idx="863">
                  <c:v>3.1745361255386908E-5</c:v>
                </c:pt>
                <c:pt idx="864">
                  <c:v>2.8566258299589221E-5</c:v>
                </c:pt>
                <c:pt idx="865">
                  <c:v>2.4395185973017001E-5</c:v>
                </c:pt>
                <c:pt idx="866">
                  <c:v>7.7598204153754125E-6</c:v>
                </c:pt>
                <c:pt idx="867">
                  <c:v>5.2754656345358612E-6</c:v>
                </c:pt>
                <c:pt idx="868">
                  <c:v>4.4178140838970721E-7</c:v>
                </c:pt>
                <c:pt idx="869">
                  <c:v>0</c:v>
                </c:pt>
                <c:pt idx="870">
                  <c:v>6.960663421852386E-5</c:v>
                </c:pt>
                <c:pt idx="871">
                  <c:v>1.5034142609073129E-5</c:v>
                </c:pt>
                <c:pt idx="872">
                  <c:v>6.7686059228184947E-6</c:v>
                </c:pt>
                <c:pt idx="873">
                  <c:v>2.8834404012010555E-5</c:v>
                </c:pt>
                <c:pt idx="874">
                  <c:v>0</c:v>
                </c:pt>
                <c:pt idx="875">
                  <c:v>1.9002037221826476E-6</c:v>
                </c:pt>
                <c:pt idx="876">
                  <c:v>1.3342525480612239E-6</c:v>
                </c:pt>
                <c:pt idx="877">
                  <c:v>1.3790526223871102E-5</c:v>
                </c:pt>
                <c:pt idx="878">
                  <c:v>5.4923922228042604E-6</c:v>
                </c:pt>
                <c:pt idx="879">
                  <c:v>3.3796266918261148E-5</c:v>
                </c:pt>
                <c:pt idx="880">
                  <c:v>8.142188080194583E-5</c:v>
                </c:pt>
                <c:pt idx="881">
                  <c:v>0</c:v>
                </c:pt>
                <c:pt idx="882">
                  <c:v>1.2805573515772605E-5</c:v>
                </c:pt>
                <c:pt idx="883">
                  <c:v>1.8954356098425844E-5</c:v>
                </c:pt>
                <c:pt idx="884">
                  <c:v>1.9625297840311302E-5</c:v>
                </c:pt>
                <c:pt idx="885">
                  <c:v>4.4148863084894738E-6</c:v>
                </c:pt>
                <c:pt idx="886">
                  <c:v>8.7425842442498782E-4</c:v>
                </c:pt>
                <c:pt idx="887">
                  <c:v>1.3692516447190171E-4</c:v>
                </c:pt>
                <c:pt idx="888">
                  <c:v>6.9756259876597617E-6</c:v>
                </c:pt>
                <c:pt idx="889">
                  <c:v>3.986185338652583E-6</c:v>
                </c:pt>
                <c:pt idx="890">
                  <c:v>1.2641020157119177E-6</c:v>
                </c:pt>
                <c:pt idx="891">
                  <c:v>0</c:v>
                </c:pt>
                <c:pt idx="892">
                  <c:v>2.0444523506230196E-5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3.294082340813089E-5</c:v>
                </c:pt>
                <c:pt idx="897">
                  <c:v>1.7431757163206249E-6</c:v>
                </c:pt>
                <c:pt idx="898">
                  <c:v>1.7628721561204288E-5</c:v>
                </c:pt>
                <c:pt idx="899">
                  <c:v>4.3645202647557297E-5</c:v>
                </c:pt>
                <c:pt idx="900">
                  <c:v>2.7042280582968443E-5</c:v>
                </c:pt>
                <c:pt idx="901">
                  <c:v>4.3598673813967552E-5</c:v>
                </c:pt>
                <c:pt idx="902">
                  <c:v>5.8565603094190262E-5</c:v>
                </c:pt>
                <c:pt idx="903">
                  <c:v>1.1907953952418689E-5</c:v>
                </c:pt>
                <c:pt idx="904">
                  <c:v>1.2765883958109581E-5</c:v>
                </c:pt>
                <c:pt idx="905">
                  <c:v>2.4695612341290421E-7</c:v>
                </c:pt>
                <c:pt idx="906">
                  <c:v>0</c:v>
                </c:pt>
                <c:pt idx="907">
                  <c:v>8.5638917605962359E-7</c:v>
                </c:pt>
                <c:pt idx="908">
                  <c:v>3.2189936038277297E-5</c:v>
                </c:pt>
                <c:pt idx="909">
                  <c:v>7.1137373686044422E-5</c:v>
                </c:pt>
                <c:pt idx="910">
                  <c:v>5.7614938152743217E-6</c:v>
                </c:pt>
                <c:pt idx="911">
                  <c:v>6.8525025982795422E-5</c:v>
                </c:pt>
                <c:pt idx="912">
                  <c:v>1.978999627260819E-5</c:v>
                </c:pt>
                <c:pt idx="913">
                  <c:v>0</c:v>
                </c:pt>
                <c:pt idx="914">
                  <c:v>0</c:v>
                </c:pt>
                <c:pt idx="915">
                  <c:v>1.5441425867221777E-5</c:v>
                </c:pt>
                <c:pt idx="916">
                  <c:v>3.0711352711185892E-5</c:v>
                </c:pt>
                <c:pt idx="917">
                  <c:v>6.38955961229184E-5</c:v>
                </c:pt>
                <c:pt idx="918">
                  <c:v>5.5773409272185423E-4</c:v>
                </c:pt>
                <c:pt idx="919">
                  <c:v>1.4176412422012802E-5</c:v>
                </c:pt>
                <c:pt idx="920">
                  <c:v>0</c:v>
                </c:pt>
                <c:pt idx="921">
                  <c:v>3.2563736817102376E-3</c:v>
                </c:pt>
                <c:pt idx="922">
                  <c:v>1.9203061937540409E-5</c:v>
                </c:pt>
                <c:pt idx="923">
                  <c:v>3.6194326910821323E-5</c:v>
                </c:pt>
                <c:pt idx="924">
                  <c:v>3.1604509923860999E-3</c:v>
                </c:pt>
                <c:pt idx="925">
                  <c:v>2.9505273410114511E-5</c:v>
                </c:pt>
                <c:pt idx="926">
                  <c:v>5.522299787980649E-5</c:v>
                </c:pt>
                <c:pt idx="927">
                  <c:v>1.9140932119534996E-5</c:v>
                </c:pt>
                <c:pt idx="928">
                  <c:v>3.790437420517806E-6</c:v>
                </c:pt>
                <c:pt idx="929">
                  <c:v>0</c:v>
                </c:pt>
                <c:pt idx="930">
                  <c:v>1.5320487018326386E-5</c:v>
                </c:pt>
                <c:pt idx="931">
                  <c:v>6.5689019643999413E-5</c:v>
                </c:pt>
                <c:pt idx="932">
                  <c:v>0</c:v>
                </c:pt>
                <c:pt idx="933">
                  <c:v>1.0533628141497535E-6</c:v>
                </c:pt>
                <c:pt idx="934">
                  <c:v>2.7325570435354209E-5</c:v>
                </c:pt>
                <c:pt idx="935">
                  <c:v>1.047840577647958E-5</c:v>
                </c:pt>
                <c:pt idx="936">
                  <c:v>1.6026770335903942E-7</c:v>
                </c:pt>
                <c:pt idx="937">
                  <c:v>2.1873385097794266E-6</c:v>
                </c:pt>
                <c:pt idx="938">
                  <c:v>4.4371058484555503E-7</c:v>
                </c:pt>
                <c:pt idx="939">
                  <c:v>1.3623307743636894E-5</c:v>
                </c:pt>
                <c:pt idx="940">
                  <c:v>4.8080311007712539E-7</c:v>
                </c:pt>
                <c:pt idx="941">
                  <c:v>7.8409417910763193E-5</c:v>
                </c:pt>
                <c:pt idx="942">
                  <c:v>6.415949452276564E-6</c:v>
                </c:pt>
                <c:pt idx="943">
                  <c:v>5.1665961320152014E-7</c:v>
                </c:pt>
                <c:pt idx="944">
                  <c:v>1.6444276113979005E-5</c:v>
                </c:pt>
                <c:pt idx="945">
                  <c:v>3.2648444014476563E-5</c:v>
                </c:pt>
                <c:pt idx="946">
                  <c:v>4.7459087232702502E-6</c:v>
                </c:pt>
                <c:pt idx="947">
                  <c:v>5.1949150228061009E-5</c:v>
                </c:pt>
                <c:pt idx="948">
                  <c:v>1.0999265891847623E-5</c:v>
                </c:pt>
                <c:pt idx="949">
                  <c:v>2.6786394709042007E-7</c:v>
                </c:pt>
                <c:pt idx="950">
                  <c:v>7.1647760646156183E-5</c:v>
                </c:pt>
                <c:pt idx="951">
                  <c:v>7.3294603158152684E-6</c:v>
                </c:pt>
                <c:pt idx="952">
                  <c:v>0</c:v>
                </c:pt>
                <c:pt idx="953">
                  <c:v>4.5429692917436103E-6</c:v>
                </c:pt>
                <c:pt idx="954">
                  <c:v>7.1388564821755987E-7</c:v>
                </c:pt>
                <c:pt idx="955">
                  <c:v>1.6438181122950345E-4</c:v>
                </c:pt>
                <c:pt idx="956">
                  <c:v>6.6430442150410725E-5</c:v>
                </c:pt>
                <c:pt idx="957">
                  <c:v>2.4434836402494494E-6</c:v>
                </c:pt>
                <c:pt idx="958">
                  <c:v>2.7086784640267601E-6</c:v>
                </c:pt>
                <c:pt idx="959">
                  <c:v>1.9548161888491168E-6</c:v>
                </c:pt>
                <c:pt idx="960">
                  <c:v>0</c:v>
                </c:pt>
                <c:pt idx="961">
                  <c:v>4.9683011255688581E-6</c:v>
                </c:pt>
                <c:pt idx="962">
                  <c:v>1.0926715442566125E-5</c:v>
                </c:pt>
                <c:pt idx="963">
                  <c:v>2.0240980862476628E-7</c:v>
                </c:pt>
                <c:pt idx="964">
                  <c:v>5.6071459900891911E-8</c:v>
                </c:pt>
                <c:pt idx="965">
                  <c:v>2.915004939504969E-5</c:v>
                </c:pt>
                <c:pt idx="966">
                  <c:v>1.0906866417496701E-5</c:v>
                </c:pt>
                <c:pt idx="967">
                  <c:v>3.4102645242395206E-5</c:v>
                </c:pt>
                <c:pt idx="968">
                  <c:v>2.1377788476926248E-7</c:v>
                </c:pt>
                <c:pt idx="969">
                  <c:v>2.8058751744962149E-5</c:v>
                </c:pt>
                <c:pt idx="970">
                  <c:v>7.5385751170699187E-6</c:v>
                </c:pt>
                <c:pt idx="971">
                  <c:v>4.2028555342517923E-7</c:v>
                </c:pt>
                <c:pt idx="972">
                  <c:v>1.6563419339815487E-5</c:v>
                </c:pt>
                <c:pt idx="973">
                  <c:v>4.8838781060496806E-5</c:v>
                </c:pt>
                <c:pt idx="974">
                  <c:v>4.2220106895969084E-7</c:v>
                </c:pt>
                <c:pt idx="975">
                  <c:v>5.0336169464055297E-5</c:v>
                </c:pt>
                <c:pt idx="976">
                  <c:v>6.2935544447001753E-7</c:v>
                </c:pt>
                <c:pt idx="977">
                  <c:v>1.5114040132420685E-5</c:v>
                </c:pt>
                <c:pt idx="978">
                  <c:v>1.5132518380291941E-5</c:v>
                </c:pt>
                <c:pt idx="979">
                  <c:v>8.8446462336648559E-6</c:v>
                </c:pt>
                <c:pt idx="980">
                  <c:v>5.1045670202037534E-6</c:v>
                </c:pt>
                <c:pt idx="981">
                  <c:v>0</c:v>
                </c:pt>
                <c:pt idx="982">
                  <c:v>2.5219074201453115E-4</c:v>
                </c:pt>
                <c:pt idx="983">
                  <c:v>1.7948834453897465E-5</c:v>
                </c:pt>
                <c:pt idx="984">
                  <c:v>0</c:v>
                </c:pt>
                <c:pt idx="985">
                  <c:v>4.2538619512820023E-5</c:v>
                </c:pt>
                <c:pt idx="986">
                  <c:v>7.2161569306537873E-7</c:v>
                </c:pt>
                <c:pt idx="987">
                  <c:v>1.0609837831231501E-5</c:v>
                </c:pt>
                <c:pt idx="988">
                  <c:v>2.6184567070374611E-6</c:v>
                </c:pt>
                <c:pt idx="989">
                  <c:v>1.6587739119582403E-6</c:v>
                </c:pt>
                <c:pt idx="990">
                  <c:v>0</c:v>
                </c:pt>
                <c:pt idx="991">
                  <c:v>2.1284155663514459E-5</c:v>
                </c:pt>
                <c:pt idx="992">
                  <c:v>1.6068282838040843E-5</c:v>
                </c:pt>
                <c:pt idx="993">
                  <c:v>7.2095586085146523E-6</c:v>
                </c:pt>
                <c:pt idx="994">
                  <c:v>0</c:v>
                </c:pt>
                <c:pt idx="995">
                  <c:v>9.2105082820048115E-6</c:v>
                </c:pt>
                <c:pt idx="996">
                  <c:v>7.0641701953184818E-5</c:v>
                </c:pt>
                <c:pt idx="997">
                  <c:v>1.3769629887689632E-7</c:v>
                </c:pt>
                <c:pt idx="998">
                  <c:v>0</c:v>
                </c:pt>
                <c:pt idx="999">
                  <c:v>9.6683345711934305E-6</c:v>
                </c:pt>
                <c:pt idx="1000">
                  <c:v>4.8649087959550113E-5</c:v>
                </c:pt>
                <c:pt idx="1001">
                  <c:v>0</c:v>
                </c:pt>
                <c:pt idx="1002">
                  <c:v>0</c:v>
                </c:pt>
                <c:pt idx="1003">
                  <c:v>2.0005071430033559E-5</c:v>
                </c:pt>
                <c:pt idx="1004">
                  <c:v>6.6662231655173913E-6</c:v>
                </c:pt>
                <c:pt idx="1005">
                  <c:v>3.4911123452374237E-5</c:v>
                </c:pt>
                <c:pt idx="1006">
                  <c:v>5.3201540611238312E-5</c:v>
                </c:pt>
                <c:pt idx="1007">
                  <c:v>0</c:v>
                </c:pt>
                <c:pt idx="1008">
                  <c:v>0</c:v>
                </c:pt>
                <c:pt idx="1009">
                  <c:v>8.5055619282524119E-7</c:v>
                </c:pt>
                <c:pt idx="1010">
                  <c:v>3.6856205666440232E-5</c:v>
                </c:pt>
                <c:pt idx="1011">
                  <c:v>1.3959445142867408E-5</c:v>
                </c:pt>
                <c:pt idx="1012">
                  <c:v>1.0488105723045802E-6</c:v>
                </c:pt>
                <c:pt idx="1013">
                  <c:v>6.330303189836045E-6</c:v>
                </c:pt>
                <c:pt idx="1014">
                  <c:v>1.6723274042213058E-5</c:v>
                </c:pt>
                <c:pt idx="1015">
                  <c:v>6.5435880825104874E-6</c:v>
                </c:pt>
                <c:pt idx="1016">
                  <c:v>1.3461120755720759E-3</c:v>
                </c:pt>
                <c:pt idx="1017">
                  <c:v>7.2698441232148917E-6</c:v>
                </c:pt>
                <c:pt idx="1018">
                  <c:v>5.0297443863402281E-5</c:v>
                </c:pt>
                <c:pt idx="1019">
                  <c:v>1.5340297045761498E-5</c:v>
                </c:pt>
                <c:pt idx="1020">
                  <c:v>1.1527811651125158E-5</c:v>
                </c:pt>
                <c:pt idx="1021">
                  <c:v>9.7636631562999742E-6</c:v>
                </c:pt>
                <c:pt idx="1022">
                  <c:v>2.8866560216937474E-5</c:v>
                </c:pt>
                <c:pt idx="1023">
                  <c:v>4.7477325441559504E-5</c:v>
                </c:pt>
                <c:pt idx="1024">
                  <c:v>7.4994179103509131E-5</c:v>
                </c:pt>
                <c:pt idx="1025">
                  <c:v>0</c:v>
                </c:pt>
                <c:pt idx="1026">
                  <c:v>4.829787101096923E-6</c:v>
                </c:pt>
                <c:pt idx="1027">
                  <c:v>0</c:v>
                </c:pt>
                <c:pt idx="1028">
                  <c:v>9.2228670749039578E-6</c:v>
                </c:pt>
                <c:pt idx="1029">
                  <c:v>0</c:v>
                </c:pt>
                <c:pt idx="1030">
                  <c:v>4.0787152486264353E-5</c:v>
                </c:pt>
                <c:pt idx="1031">
                  <c:v>4.5470403436881941E-6</c:v>
                </c:pt>
                <c:pt idx="1032">
                  <c:v>3.9830888891042996E-5</c:v>
                </c:pt>
                <c:pt idx="1033">
                  <c:v>4.8444270987094742E-5</c:v>
                </c:pt>
                <c:pt idx="1034">
                  <c:v>5.7917471733713481E-5</c:v>
                </c:pt>
                <c:pt idx="1035">
                  <c:v>3.5692239373189676E-5</c:v>
                </c:pt>
                <c:pt idx="1036">
                  <c:v>2.9020122465537385E-5</c:v>
                </c:pt>
                <c:pt idx="1037">
                  <c:v>1.7486171028874739E-5</c:v>
                </c:pt>
                <c:pt idx="1038">
                  <c:v>1.4661907417563946E-5</c:v>
                </c:pt>
                <c:pt idx="1039">
                  <c:v>1.4530965105874005E-5</c:v>
                </c:pt>
                <c:pt idx="1040">
                  <c:v>4.1080261558057751E-5</c:v>
                </c:pt>
                <c:pt idx="1041">
                  <c:v>2.2035560160519642E-5</c:v>
                </c:pt>
                <c:pt idx="1042">
                  <c:v>2.3390365586635646E-5</c:v>
                </c:pt>
                <c:pt idx="1043">
                  <c:v>2.5367463058127368E-5</c:v>
                </c:pt>
                <c:pt idx="1044">
                  <c:v>8.1636093141108314E-8</c:v>
                </c:pt>
                <c:pt idx="1045">
                  <c:v>1.1802712597825452E-5</c:v>
                </c:pt>
                <c:pt idx="1046">
                  <c:v>1.2561582684536924E-5</c:v>
                </c:pt>
                <c:pt idx="1047">
                  <c:v>2.6059277025476623E-5</c:v>
                </c:pt>
                <c:pt idx="1048">
                  <c:v>1.9994973117115404E-5</c:v>
                </c:pt>
                <c:pt idx="1049">
                  <c:v>2.8849580459061331E-5</c:v>
                </c:pt>
                <c:pt idx="1050">
                  <c:v>8.3869496152327606E-6</c:v>
                </c:pt>
                <c:pt idx="1051">
                  <c:v>0</c:v>
                </c:pt>
                <c:pt idx="1052">
                  <c:v>4.2268840754394704E-6</c:v>
                </c:pt>
                <c:pt idx="1053">
                  <c:v>1.9869205649994635E-5</c:v>
                </c:pt>
                <c:pt idx="1054">
                  <c:v>8.681280636403492E-5</c:v>
                </c:pt>
                <c:pt idx="1055">
                  <c:v>1.6443141307836117E-5</c:v>
                </c:pt>
                <c:pt idx="1056">
                  <c:v>2.189254759793023E-5</c:v>
                </c:pt>
                <c:pt idx="1057">
                  <c:v>0</c:v>
                </c:pt>
                <c:pt idx="1058">
                  <c:v>2.2812468279796372E-6</c:v>
                </c:pt>
                <c:pt idx="1059">
                  <c:v>2.5498152757994815E-6</c:v>
                </c:pt>
                <c:pt idx="1060">
                  <c:v>6.9812723218799006E-6</c:v>
                </c:pt>
                <c:pt idx="1061">
                  <c:v>2.315417744380584E-5</c:v>
                </c:pt>
                <c:pt idx="1062">
                  <c:v>5.6573499494419791E-4</c:v>
                </c:pt>
                <c:pt idx="1063">
                  <c:v>6.2105156347763276E-6</c:v>
                </c:pt>
                <c:pt idx="1064">
                  <c:v>1.1780699014425295E-4</c:v>
                </c:pt>
                <c:pt idx="1065">
                  <c:v>2.3019070321015366E-5</c:v>
                </c:pt>
                <c:pt idx="1066">
                  <c:v>4.071071257791394E-6</c:v>
                </c:pt>
                <c:pt idx="1067">
                  <c:v>2.5016137686913122E-4</c:v>
                </c:pt>
                <c:pt idx="1068">
                  <c:v>8.0689912704031079E-7</c:v>
                </c:pt>
                <c:pt idx="1069">
                  <c:v>0</c:v>
                </c:pt>
                <c:pt idx="1070">
                  <c:v>5.5886490019496192E-5</c:v>
                </c:pt>
                <c:pt idx="1071">
                  <c:v>4.2372898707580733E-5</c:v>
                </c:pt>
                <c:pt idx="1072">
                  <c:v>1.2847206470670767E-6</c:v>
                </c:pt>
                <c:pt idx="1073">
                  <c:v>3.8603259192178461E-7</c:v>
                </c:pt>
                <c:pt idx="1074">
                  <c:v>5.8605582507605884E-6</c:v>
                </c:pt>
                <c:pt idx="1075">
                  <c:v>8.4272711987325483E-5</c:v>
                </c:pt>
                <c:pt idx="1076">
                  <c:v>6.9357896874707402E-5</c:v>
                </c:pt>
                <c:pt idx="1077">
                  <c:v>6.5599817344818176E-6</c:v>
                </c:pt>
                <c:pt idx="1078">
                  <c:v>0</c:v>
                </c:pt>
                <c:pt idx="1079">
                  <c:v>1.2685784526579281E-5</c:v>
                </c:pt>
                <c:pt idx="1080">
                  <c:v>6.6823175307189084E-6</c:v>
                </c:pt>
                <c:pt idx="1081">
                  <c:v>3.4098973019838053E-5</c:v>
                </c:pt>
                <c:pt idx="1082">
                  <c:v>3.2387328995447361E-5</c:v>
                </c:pt>
                <c:pt idx="1083">
                  <c:v>1.3443491388893761E-6</c:v>
                </c:pt>
                <c:pt idx="1084">
                  <c:v>0</c:v>
                </c:pt>
                <c:pt idx="1085">
                  <c:v>2.123280761114042E-4</c:v>
                </c:pt>
                <c:pt idx="1086">
                  <c:v>7.8665592719715421E-6</c:v>
                </c:pt>
                <c:pt idx="1087">
                  <c:v>5.4443504210330813E-6</c:v>
                </c:pt>
                <c:pt idx="1088">
                  <c:v>2.0232329533902016E-5</c:v>
                </c:pt>
                <c:pt idx="1089">
                  <c:v>1.5565806832299709E-5</c:v>
                </c:pt>
                <c:pt idx="1090">
                  <c:v>3.6394378932758656E-5</c:v>
                </c:pt>
                <c:pt idx="1091">
                  <c:v>0</c:v>
                </c:pt>
                <c:pt idx="1092">
                  <c:v>2.5457906811300626E-6</c:v>
                </c:pt>
                <c:pt idx="1093">
                  <c:v>2.8617566529550625E-5</c:v>
                </c:pt>
                <c:pt idx="1094">
                  <c:v>1.8907600403465359E-5</c:v>
                </c:pt>
                <c:pt idx="1095">
                  <c:v>1.3502144224623491E-5</c:v>
                </c:pt>
                <c:pt idx="1096">
                  <c:v>1.9666903852800591E-6</c:v>
                </c:pt>
                <c:pt idx="1097">
                  <c:v>2.1772746377068052E-3</c:v>
                </c:pt>
                <c:pt idx="1098">
                  <c:v>3.8006747217121858E-5</c:v>
                </c:pt>
                <c:pt idx="1099">
                  <c:v>3.6858933435705257E-4</c:v>
                </c:pt>
                <c:pt idx="1100">
                  <c:v>2.0873571290788542E-5</c:v>
                </c:pt>
                <c:pt idx="1101">
                  <c:v>1.2650454336857105E-5</c:v>
                </c:pt>
                <c:pt idx="1102">
                  <c:v>1.2596246768136261E-6</c:v>
                </c:pt>
                <c:pt idx="1103">
                  <c:v>0</c:v>
                </c:pt>
                <c:pt idx="1104">
                  <c:v>1.1529986989068399E-5</c:v>
                </c:pt>
                <c:pt idx="1105">
                  <c:v>1.4636726001234343E-5</c:v>
                </c:pt>
                <c:pt idx="1106">
                  <c:v>2.9447651853622452E-5</c:v>
                </c:pt>
                <c:pt idx="1107">
                  <c:v>1.4609648238624241E-5</c:v>
                </c:pt>
                <c:pt idx="1108">
                  <c:v>5.2421768999405722E-6</c:v>
                </c:pt>
                <c:pt idx="1109">
                  <c:v>5.0940703841562844E-7</c:v>
                </c:pt>
                <c:pt idx="1110">
                  <c:v>2.3021040109363227E-5</c:v>
                </c:pt>
                <c:pt idx="1111">
                  <c:v>0</c:v>
                </c:pt>
                <c:pt idx="1112">
                  <c:v>1.1184565629115589E-5</c:v>
                </c:pt>
                <c:pt idx="1113">
                  <c:v>0</c:v>
                </c:pt>
                <c:pt idx="1114">
                  <c:v>0</c:v>
                </c:pt>
                <c:pt idx="1115">
                  <c:v>4.5838229251437262E-5</c:v>
                </c:pt>
                <c:pt idx="1116">
                  <c:v>1.0782262777172705E-6</c:v>
                </c:pt>
                <c:pt idx="1117">
                  <c:v>1.0766067123147123E-5</c:v>
                </c:pt>
                <c:pt idx="1118">
                  <c:v>9.8613758307550036E-6</c:v>
                </c:pt>
                <c:pt idx="1119">
                  <c:v>3.0237006158544478E-5</c:v>
                </c:pt>
                <c:pt idx="1120">
                  <c:v>6.6021376855928486E-5</c:v>
                </c:pt>
                <c:pt idx="1121">
                  <c:v>4.8326672338028397E-8</c:v>
                </c:pt>
                <c:pt idx="1122">
                  <c:v>2.748979455320226E-4</c:v>
                </c:pt>
                <c:pt idx="1123">
                  <c:v>6.2815806641479522E-7</c:v>
                </c:pt>
                <c:pt idx="1124">
                  <c:v>0</c:v>
                </c:pt>
                <c:pt idx="1125">
                  <c:v>9.8142038566934489E-8</c:v>
                </c:pt>
                <c:pt idx="1126">
                  <c:v>2.2854574729935445E-5</c:v>
                </c:pt>
                <c:pt idx="1127">
                  <c:v>1.4619260682430834E-4</c:v>
                </c:pt>
                <c:pt idx="1128">
                  <c:v>2.8811830981937454E-7</c:v>
                </c:pt>
                <c:pt idx="1129">
                  <c:v>0</c:v>
                </c:pt>
                <c:pt idx="1130">
                  <c:v>7.8842505034617752E-5</c:v>
                </c:pt>
                <c:pt idx="1131">
                  <c:v>3.3571494690407233E-7</c:v>
                </c:pt>
                <c:pt idx="1132">
                  <c:v>2.0418420752215001E-5</c:v>
                </c:pt>
                <c:pt idx="1133">
                  <c:v>0</c:v>
                </c:pt>
                <c:pt idx="1134">
                  <c:v>2.8182766631268351E-5</c:v>
                </c:pt>
                <c:pt idx="1135">
                  <c:v>2.875541150973225E-5</c:v>
                </c:pt>
                <c:pt idx="1136">
                  <c:v>0</c:v>
                </c:pt>
                <c:pt idx="1137">
                  <c:v>1.1182205046838406E-6</c:v>
                </c:pt>
                <c:pt idx="1138">
                  <c:v>1.6640665023421324E-5</c:v>
                </c:pt>
                <c:pt idx="1139">
                  <c:v>5.2972481894774458E-5</c:v>
                </c:pt>
                <c:pt idx="1140">
                  <c:v>7.7306852426758596E-5</c:v>
                </c:pt>
                <c:pt idx="1141">
                  <c:v>2.4159830977953261E-6</c:v>
                </c:pt>
                <c:pt idx="1142">
                  <c:v>0</c:v>
                </c:pt>
                <c:pt idx="1143">
                  <c:v>0</c:v>
                </c:pt>
                <c:pt idx="1144">
                  <c:v>2.5200940440434707E-5</c:v>
                </c:pt>
                <c:pt idx="1145">
                  <c:v>4.0569574932535496E-5</c:v>
                </c:pt>
                <c:pt idx="1146">
                  <c:v>2.2250302760082896E-5</c:v>
                </c:pt>
                <c:pt idx="1147">
                  <c:v>5.1024196028767003E-7</c:v>
                </c:pt>
                <c:pt idx="1148">
                  <c:v>1.4529512478021793E-7</c:v>
                </c:pt>
                <c:pt idx="1149">
                  <c:v>7.5461361540189606E-5</c:v>
                </c:pt>
                <c:pt idx="1150">
                  <c:v>0</c:v>
                </c:pt>
                <c:pt idx="1151">
                  <c:v>1.6015077290060436E-6</c:v>
                </c:pt>
                <c:pt idx="1152">
                  <c:v>1.2029119315485349E-5</c:v>
                </c:pt>
                <c:pt idx="1153">
                  <c:v>1.9670735665572475E-6</c:v>
                </c:pt>
                <c:pt idx="1154">
                  <c:v>1.1152286384974725E-6</c:v>
                </c:pt>
                <c:pt idx="1155">
                  <c:v>1.9753862221257806E-5</c:v>
                </c:pt>
                <c:pt idx="1156">
                  <c:v>1.4058381287962498E-5</c:v>
                </c:pt>
                <c:pt idx="1157">
                  <c:v>5.8078322338605073E-4</c:v>
                </c:pt>
                <c:pt idx="1158">
                  <c:v>0</c:v>
                </c:pt>
                <c:pt idx="1159">
                  <c:v>4.0412452654159176E-5</c:v>
                </c:pt>
                <c:pt idx="1160">
                  <c:v>0</c:v>
                </c:pt>
                <c:pt idx="1161">
                  <c:v>9.0456220001498765E-5</c:v>
                </c:pt>
                <c:pt idx="1162">
                  <c:v>1.8621207806285714E-7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3.3856367136461154E-6</c:v>
                </c:pt>
                <c:pt idx="1167">
                  <c:v>9.0097292154354106E-6</c:v>
                </c:pt>
                <c:pt idx="1168">
                  <c:v>2.2840948076393042E-6</c:v>
                </c:pt>
                <c:pt idx="1169">
                  <c:v>6.5882961078788537E-5</c:v>
                </c:pt>
                <c:pt idx="1170">
                  <c:v>1.683658421151283E-6</c:v>
                </c:pt>
                <c:pt idx="1171">
                  <c:v>1.1044535209742729E-6</c:v>
                </c:pt>
                <c:pt idx="1172">
                  <c:v>3.6618305456026128E-5</c:v>
                </c:pt>
                <c:pt idx="1173">
                  <c:v>3.1772938172659623E-4</c:v>
                </c:pt>
                <c:pt idx="1174">
                  <c:v>2.240727536360544E-5</c:v>
                </c:pt>
                <c:pt idx="1175">
                  <c:v>7.1388564821755987E-7</c:v>
                </c:pt>
                <c:pt idx="1176">
                  <c:v>1.3245488831864875E-5</c:v>
                </c:pt>
                <c:pt idx="1177">
                  <c:v>6.840809901888934E-6</c:v>
                </c:pt>
                <c:pt idx="1178">
                  <c:v>2.7043507386588963E-5</c:v>
                </c:pt>
                <c:pt idx="1179">
                  <c:v>3.7537274610929567E-4</c:v>
                </c:pt>
                <c:pt idx="1180">
                  <c:v>0</c:v>
                </c:pt>
                <c:pt idx="1181">
                  <c:v>4.8334603510841679E-5</c:v>
                </c:pt>
                <c:pt idx="1182">
                  <c:v>4.5954825270762856E-6</c:v>
                </c:pt>
                <c:pt idx="1183">
                  <c:v>3.6553394791304493E-5</c:v>
                </c:pt>
                <c:pt idx="1184">
                  <c:v>3.6763720943412852E-5</c:v>
                </c:pt>
                <c:pt idx="1185">
                  <c:v>1.6384314689932212E-6</c:v>
                </c:pt>
                <c:pt idx="1186">
                  <c:v>1.1982696351160297E-5</c:v>
                </c:pt>
                <c:pt idx="1187">
                  <c:v>3.9720971380868502E-5</c:v>
                </c:pt>
                <c:pt idx="1188">
                  <c:v>1.744583888873599E-4</c:v>
                </c:pt>
                <c:pt idx="1189">
                  <c:v>1.7986921222058448E-5</c:v>
                </c:pt>
                <c:pt idx="1190">
                  <c:v>2.7682409218277981E-5</c:v>
                </c:pt>
                <c:pt idx="1191">
                  <c:v>1.4942679755969766E-5</c:v>
                </c:pt>
                <c:pt idx="1192">
                  <c:v>6.2268213771282801E-5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8.3198132455115139E-6</c:v>
                </c:pt>
                <c:pt idx="1197">
                  <c:v>1.4584834683076643E-5</c:v>
                </c:pt>
                <c:pt idx="1198">
                  <c:v>0</c:v>
                </c:pt>
                <c:pt idx="1199">
                  <c:v>0</c:v>
                </c:pt>
                <c:pt idx="1200">
                  <c:v>1.2040115733775559E-4</c:v>
                </c:pt>
                <c:pt idx="1201">
                  <c:v>0</c:v>
                </c:pt>
                <c:pt idx="1202">
                  <c:v>1.3776057234226959E-5</c:v>
                </c:pt>
                <c:pt idx="1203">
                  <c:v>0</c:v>
                </c:pt>
                <c:pt idx="1204">
                  <c:v>2.1805182248936685E-5</c:v>
                </c:pt>
                <c:pt idx="1205">
                  <c:v>3.6263304200294608E-5</c:v>
                </c:pt>
                <c:pt idx="1206">
                  <c:v>4.2650906812808468E-8</c:v>
                </c:pt>
                <c:pt idx="1207">
                  <c:v>1.1323704629578459E-5</c:v>
                </c:pt>
                <c:pt idx="1208">
                  <c:v>0</c:v>
                </c:pt>
                <c:pt idx="1209">
                  <c:v>2.5819774761675992E-5</c:v>
                </c:pt>
                <c:pt idx="1210">
                  <c:v>0</c:v>
                </c:pt>
                <c:pt idx="1211">
                  <c:v>2.9958083400600591E-5</c:v>
                </c:pt>
                <c:pt idx="1212">
                  <c:v>1.2755676391800045E-5</c:v>
                </c:pt>
                <c:pt idx="1213">
                  <c:v>0</c:v>
                </c:pt>
                <c:pt idx="1214">
                  <c:v>1.1995582193680917E-5</c:v>
                </c:pt>
                <c:pt idx="1215">
                  <c:v>0</c:v>
                </c:pt>
                <c:pt idx="1216">
                  <c:v>4.1601427690378334E-6</c:v>
                </c:pt>
                <c:pt idx="1217">
                  <c:v>0</c:v>
                </c:pt>
                <c:pt idx="1218">
                  <c:v>2.1202645370941649E-5</c:v>
                </c:pt>
                <c:pt idx="1219">
                  <c:v>6.5123050472186333E-5</c:v>
                </c:pt>
                <c:pt idx="1220">
                  <c:v>7.8768265800251033E-5</c:v>
                </c:pt>
                <c:pt idx="1221">
                  <c:v>3.8295122084032374E-6</c:v>
                </c:pt>
                <c:pt idx="1222">
                  <c:v>1.555250876473973E-7</c:v>
                </c:pt>
                <c:pt idx="1223">
                  <c:v>8.9055761110590291E-6</c:v>
                </c:pt>
                <c:pt idx="1224">
                  <c:v>1.547686117262274E-5</c:v>
                </c:pt>
                <c:pt idx="1225">
                  <c:v>3.2102150780869603E-4</c:v>
                </c:pt>
                <c:pt idx="1226">
                  <c:v>3.9409461629750378E-5</c:v>
                </c:pt>
                <c:pt idx="1227">
                  <c:v>1.2155097060986531E-5</c:v>
                </c:pt>
                <c:pt idx="1228">
                  <c:v>0</c:v>
                </c:pt>
                <c:pt idx="1229">
                  <c:v>1.98080779806046E-5</c:v>
                </c:pt>
                <c:pt idx="1230">
                  <c:v>3.1353770720407638E-6</c:v>
                </c:pt>
                <c:pt idx="1231">
                  <c:v>2.9552962826291454E-5</c:v>
                </c:pt>
                <c:pt idx="1232">
                  <c:v>3.5233075189074652E-5</c:v>
                </c:pt>
                <c:pt idx="1233">
                  <c:v>0</c:v>
                </c:pt>
                <c:pt idx="1234">
                  <c:v>4.736678197105689E-5</c:v>
                </c:pt>
                <c:pt idx="1235">
                  <c:v>0</c:v>
                </c:pt>
                <c:pt idx="1236">
                  <c:v>9.7916056019081022E-7</c:v>
                </c:pt>
                <c:pt idx="1237">
                  <c:v>1.6439314821034001E-5</c:v>
                </c:pt>
                <c:pt idx="1238">
                  <c:v>3.375277659515879E-5</c:v>
                </c:pt>
                <c:pt idx="1239">
                  <c:v>1.9552865413014541E-7</c:v>
                </c:pt>
                <c:pt idx="1240">
                  <c:v>1.749728494597416E-5</c:v>
                </c:pt>
                <c:pt idx="1241">
                  <c:v>1.9596476072263924E-5</c:v>
                </c:pt>
                <c:pt idx="1242">
                  <c:v>9.767527931941619E-8</c:v>
                </c:pt>
                <c:pt idx="1243">
                  <c:v>4.1620292541402633E-5</c:v>
                </c:pt>
                <c:pt idx="1244">
                  <c:v>2.6189345081606298E-5</c:v>
                </c:pt>
                <c:pt idx="1245">
                  <c:v>9.0763817679641225E-5</c:v>
                </c:pt>
                <c:pt idx="1246">
                  <c:v>1.9798772647399598E-5</c:v>
                </c:pt>
                <c:pt idx="1247">
                  <c:v>8.4457247413449287E-5</c:v>
                </c:pt>
                <c:pt idx="1248">
                  <c:v>2.988278183171341E-4</c:v>
                </c:pt>
                <c:pt idx="1249">
                  <c:v>3.0062048499891279E-7</c:v>
                </c:pt>
                <c:pt idx="1250">
                  <c:v>7.1473164051177489E-6</c:v>
                </c:pt>
                <c:pt idx="1251">
                  <c:v>6.3123018871636504E-6</c:v>
                </c:pt>
                <c:pt idx="1252">
                  <c:v>5.6054573502475811E-5</c:v>
                </c:pt>
                <c:pt idx="1253">
                  <c:v>5.1486703165627445E-5</c:v>
                </c:pt>
                <c:pt idx="1254">
                  <c:v>6.1121155139771553E-4</c:v>
                </c:pt>
                <c:pt idx="1255">
                  <c:v>1.6016035594630822E-4</c:v>
                </c:pt>
                <c:pt idx="1256">
                  <c:v>1.373939618147719E-4</c:v>
                </c:pt>
                <c:pt idx="1257">
                  <c:v>1.3445945477982123E-5</c:v>
                </c:pt>
                <c:pt idx="1258">
                  <c:v>2.5499600932891601E-5</c:v>
                </c:pt>
                <c:pt idx="1259">
                  <c:v>6.8839509698723734E-5</c:v>
                </c:pt>
                <c:pt idx="1260">
                  <c:v>0</c:v>
                </c:pt>
                <c:pt idx="1261">
                  <c:v>1.2983109319171072E-5</c:v>
                </c:pt>
                <c:pt idx="1262">
                  <c:v>9.8466326233053825E-5</c:v>
                </c:pt>
                <c:pt idx="1263">
                  <c:v>2.4310727114672616E-5</c:v>
                </c:pt>
                <c:pt idx="1264">
                  <c:v>1.395936243150076E-5</c:v>
                </c:pt>
                <c:pt idx="1265">
                  <c:v>4.5402987317594539E-5</c:v>
                </c:pt>
                <c:pt idx="1266">
                  <c:v>7.6499828717671211E-6</c:v>
                </c:pt>
                <c:pt idx="1267">
                  <c:v>0</c:v>
                </c:pt>
                <c:pt idx="1268">
                  <c:v>0</c:v>
                </c:pt>
                <c:pt idx="1269">
                  <c:v>1.4075651340696603E-5</c:v>
                </c:pt>
                <c:pt idx="1270">
                  <c:v>1.8011329038093068E-5</c:v>
                </c:pt>
                <c:pt idx="1271">
                  <c:v>1.6317927722614215E-5</c:v>
                </c:pt>
                <c:pt idx="1272">
                  <c:v>2.8768260124441691E-5</c:v>
                </c:pt>
                <c:pt idx="1273">
                  <c:v>0</c:v>
                </c:pt>
                <c:pt idx="1274">
                  <c:v>2.7584239014419709E-7</c:v>
                </c:pt>
                <c:pt idx="1275">
                  <c:v>1.1235246603774332E-5</c:v>
                </c:pt>
                <c:pt idx="1276">
                  <c:v>1.1863760232438865E-5</c:v>
                </c:pt>
                <c:pt idx="1277">
                  <c:v>3.6247399243174735E-5</c:v>
                </c:pt>
                <c:pt idx="1278">
                  <c:v>4.3731571296657154E-7</c:v>
                </c:pt>
                <c:pt idx="1279">
                  <c:v>9.5861744412157509E-6</c:v>
                </c:pt>
                <c:pt idx="1280">
                  <c:v>9.1171963561185266E-5</c:v>
                </c:pt>
                <c:pt idx="1281">
                  <c:v>3.1518702537160369E-5</c:v>
                </c:pt>
                <c:pt idx="1282">
                  <c:v>2.3666010832769882E-5</c:v>
                </c:pt>
                <c:pt idx="1283">
                  <c:v>2.9786146343676641E-6</c:v>
                </c:pt>
                <c:pt idx="1284">
                  <c:v>3.3543164506845223E-4</c:v>
                </c:pt>
                <c:pt idx="1285">
                  <c:v>2.4742440282140852E-5</c:v>
                </c:pt>
                <c:pt idx="1286">
                  <c:v>1.1670791113661789E-6</c:v>
                </c:pt>
                <c:pt idx="1287">
                  <c:v>9.9031518541228505E-8</c:v>
                </c:pt>
                <c:pt idx="1288">
                  <c:v>1.6437149393584914E-5</c:v>
                </c:pt>
                <c:pt idx="1289">
                  <c:v>3.0161234838409442E-5</c:v>
                </c:pt>
                <c:pt idx="1290">
                  <c:v>3.2670594556527903E-5</c:v>
                </c:pt>
                <c:pt idx="1291">
                  <c:v>0</c:v>
                </c:pt>
                <c:pt idx="1292">
                  <c:v>4.3964603724825247E-5</c:v>
                </c:pt>
                <c:pt idx="1293">
                  <c:v>6.8373387554430934E-5</c:v>
                </c:pt>
                <c:pt idx="1294">
                  <c:v>9.4802308647348041E-5</c:v>
                </c:pt>
                <c:pt idx="1295">
                  <c:v>3.8626011293855011E-5</c:v>
                </c:pt>
                <c:pt idx="1296">
                  <c:v>3.8284780004422862E-5</c:v>
                </c:pt>
                <c:pt idx="1297">
                  <c:v>0</c:v>
                </c:pt>
                <c:pt idx="1298">
                  <c:v>0</c:v>
                </c:pt>
                <c:pt idx="1299">
                  <c:v>1.9199839197357734E-5</c:v>
                </c:pt>
                <c:pt idx="1300">
                  <c:v>1.0493176327623861E-5</c:v>
                </c:pt>
                <c:pt idx="1301">
                  <c:v>4.6650767711476414E-6</c:v>
                </c:pt>
                <c:pt idx="1302">
                  <c:v>6.0183937167753574E-6</c:v>
                </c:pt>
                <c:pt idx="1303">
                  <c:v>2.8944337307452808E-5</c:v>
                </c:pt>
                <c:pt idx="1304">
                  <c:v>1.6862288833335781E-5</c:v>
                </c:pt>
                <c:pt idx="1305">
                  <c:v>5.9093894298676978E-4</c:v>
                </c:pt>
                <c:pt idx="1306">
                  <c:v>1.4917089687312882E-5</c:v>
                </c:pt>
                <c:pt idx="1307">
                  <c:v>5.0610464589602715E-5</c:v>
                </c:pt>
                <c:pt idx="1308">
                  <c:v>5.8741869490532693E-5</c:v>
                </c:pt>
                <c:pt idx="1309">
                  <c:v>7.5202596377951486E-6</c:v>
                </c:pt>
                <c:pt idx="1310">
                  <c:v>1.7206738843364237E-5</c:v>
                </c:pt>
                <c:pt idx="1311">
                  <c:v>1.8093048667892871E-5</c:v>
                </c:pt>
                <c:pt idx="1312">
                  <c:v>5.177920901304621E-5</c:v>
                </c:pt>
                <c:pt idx="1313">
                  <c:v>3.435128711562893E-5</c:v>
                </c:pt>
                <c:pt idx="1314">
                  <c:v>1.6803947941976523E-5</c:v>
                </c:pt>
                <c:pt idx="1315">
                  <c:v>9.6090371616794354E-5</c:v>
                </c:pt>
                <c:pt idx="1316">
                  <c:v>4.8674015148669454E-6</c:v>
                </c:pt>
                <c:pt idx="1317">
                  <c:v>2.7650598007950123E-5</c:v>
                </c:pt>
                <c:pt idx="1318">
                  <c:v>1.2376267264160704E-4</c:v>
                </c:pt>
                <c:pt idx="1319">
                  <c:v>3.8480240889028505E-7</c:v>
                </c:pt>
                <c:pt idx="1320">
                  <c:v>1.5278872560651505E-5</c:v>
                </c:pt>
                <c:pt idx="1321">
                  <c:v>9.6033470454191846E-5</c:v>
                </c:pt>
                <c:pt idx="1322">
                  <c:v>1.567674736652507E-6</c:v>
                </c:pt>
                <c:pt idx="1323">
                  <c:v>1.5231746067581673E-4</c:v>
                </c:pt>
                <c:pt idx="1324">
                  <c:v>1.2176416728406089E-5</c:v>
                </c:pt>
                <c:pt idx="1325">
                  <c:v>1.2986358492469985E-3</c:v>
                </c:pt>
                <c:pt idx="1326">
                  <c:v>7.7060574366858146E-6</c:v>
                </c:pt>
                <c:pt idx="1327">
                  <c:v>1.1790483873788062E-6</c:v>
                </c:pt>
                <c:pt idx="1328">
                  <c:v>1.2502554127014364E-5</c:v>
                </c:pt>
                <c:pt idx="1329">
                  <c:v>3.9116480484552451E-5</c:v>
                </c:pt>
                <c:pt idx="1330">
                  <c:v>7.5546263144708348E-8</c:v>
                </c:pt>
                <c:pt idx="1331">
                  <c:v>8.5804940215686767E-5</c:v>
                </c:pt>
                <c:pt idx="1332">
                  <c:v>1.1836479290149549E-5</c:v>
                </c:pt>
                <c:pt idx="1333">
                  <c:v>1.2699171538745903E-4</c:v>
                </c:pt>
                <c:pt idx="1334">
                  <c:v>2.9780876027065561E-5</c:v>
                </c:pt>
                <c:pt idx="1335">
                  <c:v>0</c:v>
                </c:pt>
                <c:pt idx="1336">
                  <c:v>1.6363791479722595E-5</c:v>
                </c:pt>
                <c:pt idx="1337">
                  <c:v>1.1563456239831909E-5</c:v>
                </c:pt>
                <c:pt idx="1338">
                  <c:v>3.6839856202626103E-5</c:v>
                </c:pt>
                <c:pt idx="1339">
                  <c:v>0</c:v>
                </c:pt>
                <c:pt idx="1340">
                  <c:v>2.6928372066156951E-7</c:v>
                </c:pt>
                <c:pt idx="1341">
                  <c:v>1.3660587251504608E-5</c:v>
                </c:pt>
                <c:pt idx="1342">
                  <c:v>1.9676158276316291E-5</c:v>
                </c:pt>
                <c:pt idx="1343">
                  <c:v>6.7275620460262863E-6</c:v>
                </c:pt>
                <c:pt idx="1344">
                  <c:v>0</c:v>
                </c:pt>
                <c:pt idx="1345">
                  <c:v>1.2943001575147437E-6</c:v>
                </c:pt>
                <c:pt idx="1346">
                  <c:v>2.4635167602369707E-5</c:v>
                </c:pt>
                <c:pt idx="1347">
                  <c:v>2.1742732518831633E-5</c:v>
                </c:pt>
                <c:pt idx="1348">
                  <c:v>2.6381898686800497E-5</c:v>
                </c:pt>
                <c:pt idx="1349">
                  <c:v>1.5504152842158834E-7</c:v>
                </c:pt>
                <c:pt idx="1350">
                  <c:v>2.5155247251178098E-5</c:v>
                </c:pt>
                <c:pt idx="1351">
                  <c:v>1.0114409151827281E-4</c:v>
                </c:pt>
                <c:pt idx="1352">
                  <c:v>2.0034580741211252E-5</c:v>
                </c:pt>
                <c:pt idx="1353">
                  <c:v>3.513647842311426E-4</c:v>
                </c:pt>
                <c:pt idx="1354">
                  <c:v>2.5108227677740136E-5</c:v>
                </c:pt>
                <c:pt idx="1355">
                  <c:v>0</c:v>
                </c:pt>
                <c:pt idx="1356">
                  <c:v>1.5335856317382571E-5</c:v>
                </c:pt>
                <c:pt idx="1357">
                  <c:v>3.1798819732866001E-5</c:v>
                </c:pt>
                <c:pt idx="1358">
                  <c:v>8.6267083326760747E-6</c:v>
                </c:pt>
                <c:pt idx="1359">
                  <c:v>2.1614907929683303E-5</c:v>
                </c:pt>
                <c:pt idx="1360">
                  <c:v>2.2425028922268924E-5</c:v>
                </c:pt>
                <c:pt idx="1361">
                  <c:v>3.0121459662934456E-7</c:v>
                </c:pt>
                <c:pt idx="1362">
                  <c:v>6.0114891419931489E-5</c:v>
                </c:pt>
                <c:pt idx="1363">
                  <c:v>1.0108713142018741E-4</c:v>
                </c:pt>
                <c:pt idx="1364">
                  <c:v>2.0871955481202771E-4</c:v>
                </c:pt>
                <c:pt idx="1365">
                  <c:v>3.5796269176224408E-5</c:v>
                </c:pt>
                <c:pt idx="1366">
                  <c:v>7.8970848865953396E-7</c:v>
                </c:pt>
                <c:pt idx="1367">
                  <c:v>9.6142048435830083E-5</c:v>
                </c:pt>
                <c:pt idx="1368">
                  <c:v>0</c:v>
                </c:pt>
                <c:pt idx="1369">
                  <c:v>9.9761664976400437E-6</c:v>
                </c:pt>
                <c:pt idx="1370">
                  <c:v>2.2591835352110124E-5</c:v>
                </c:pt>
                <c:pt idx="1371">
                  <c:v>7.3897715491713547E-6</c:v>
                </c:pt>
                <c:pt idx="1372">
                  <c:v>1.0524125248179628E-4</c:v>
                </c:pt>
                <c:pt idx="1373">
                  <c:v>2.568048248033254E-5</c:v>
                </c:pt>
                <c:pt idx="1374">
                  <c:v>5.0213433843470835E-5</c:v>
                </c:pt>
                <c:pt idx="1375">
                  <c:v>1.5673610589843281E-5</c:v>
                </c:pt>
                <c:pt idx="1376">
                  <c:v>6.3532959421263397E-6</c:v>
                </c:pt>
                <c:pt idx="1377">
                  <c:v>1.5318048833612967E-7</c:v>
                </c:pt>
                <c:pt idx="1378">
                  <c:v>4.6085296386859157E-5</c:v>
                </c:pt>
                <c:pt idx="1379">
                  <c:v>3.2744668775513674E-6</c:v>
                </c:pt>
                <c:pt idx="1380">
                  <c:v>2.0976436562390751E-4</c:v>
                </c:pt>
                <c:pt idx="1381">
                  <c:v>1.1932721346900862E-5</c:v>
                </c:pt>
                <c:pt idx="1382">
                  <c:v>2.1610757854401198E-5</c:v>
                </c:pt>
                <c:pt idx="1383">
                  <c:v>3.2622806944743839E-7</c:v>
                </c:pt>
                <c:pt idx="1384">
                  <c:v>3.7830971232444067E-5</c:v>
                </c:pt>
                <c:pt idx="1385">
                  <c:v>1.7752525195392068E-5</c:v>
                </c:pt>
                <c:pt idx="1386">
                  <c:v>3.4474619245662257E-5</c:v>
                </c:pt>
                <c:pt idx="1387">
                  <c:v>1.9938407722150338E-5</c:v>
                </c:pt>
                <c:pt idx="1388">
                  <c:v>1.849102234766675E-5</c:v>
                </c:pt>
                <c:pt idx="1389">
                  <c:v>1.0249804027871488E-7</c:v>
                </c:pt>
                <c:pt idx="1390">
                  <c:v>9.0556552422693908E-6</c:v>
                </c:pt>
                <c:pt idx="1391">
                  <c:v>2.0678887437760539E-7</c:v>
                </c:pt>
                <c:pt idx="1392">
                  <c:v>3.5054084954268941E-5</c:v>
                </c:pt>
                <c:pt idx="1393">
                  <c:v>2.7992219729640208E-4</c:v>
                </c:pt>
                <c:pt idx="1394">
                  <c:v>2.3299272514376511E-7</c:v>
                </c:pt>
                <c:pt idx="1395">
                  <c:v>5.4891799292093046E-6</c:v>
                </c:pt>
                <c:pt idx="1396">
                  <c:v>1.3450256308386422E-5</c:v>
                </c:pt>
                <c:pt idx="1397">
                  <c:v>4.1435773238152592E-7</c:v>
                </c:pt>
                <c:pt idx="1398">
                  <c:v>1.7251550204408152E-5</c:v>
                </c:pt>
                <c:pt idx="1399">
                  <c:v>6.8344879956132925E-5</c:v>
                </c:pt>
                <c:pt idx="1400">
                  <c:v>0</c:v>
                </c:pt>
                <c:pt idx="1401">
                  <c:v>1.8440603878996134E-5</c:v>
                </c:pt>
                <c:pt idx="1402">
                  <c:v>4.6126291818716134E-6</c:v>
                </c:pt>
                <c:pt idx="1403">
                  <c:v>4.4236943400734385E-5</c:v>
                </c:pt>
                <c:pt idx="1404">
                  <c:v>2.6442696073520097E-5</c:v>
                </c:pt>
                <c:pt idx="1405">
                  <c:v>3.2937742054949063E-5</c:v>
                </c:pt>
                <c:pt idx="1406">
                  <c:v>1.8699192508472374E-5</c:v>
                </c:pt>
                <c:pt idx="1407">
                  <c:v>0</c:v>
                </c:pt>
                <c:pt idx="1408">
                  <c:v>2.0421802372887204E-6</c:v>
                </c:pt>
                <c:pt idx="1409">
                  <c:v>1.1437428954610737E-6</c:v>
                </c:pt>
                <c:pt idx="1410">
                  <c:v>1.1559326021400571E-4</c:v>
                </c:pt>
                <c:pt idx="1411">
                  <c:v>1.1087352015632393E-5</c:v>
                </c:pt>
                <c:pt idx="1412">
                  <c:v>3.5658618293196667E-5</c:v>
                </c:pt>
                <c:pt idx="1413">
                  <c:v>7.6513346332554529E-7</c:v>
                </c:pt>
                <c:pt idx="1414">
                  <c:v>1.4007990926604615E-6</c:v>
                </c:pt>
                <c:pt idx="1415">
                  <c:v>2.4871769598588734E-5</c:v>
                </c:pt>
                <c:pt idx="1416">
                  <c:v>1.6267356383417578E-4</c:v>
                </c:pt>
                <c:pt idx="1417">
                  <c:v>1.7001109639107148E-5</c:v>
                </c:pt>
                <c:pt idx="1418">
                  <c:v>0</c:v>
                </c:pt>
                <c:pt idx="1419">
                  <c:v>2.9316235701017645E-5</c:v>
                </c:pt>
                <c:pt idx="1420">
                  <c:v>2.2619263867083308E-4</c:v>
                </c:pt>
                <c:pt idx="1421">
                  <c:v>2.0857644376758282E-4</c:v>
                </c:pt>
                <c:pt idx="1422">
                  <c:v>4.9015926166917387E-5</c:v>
                </c:pt>
                <c:pt idx="1423">
                  <c:v>2.9302063906992372E-3</c:v>
                </c:pt>
                <c:pt idx="1424">
                  <c:v>2.0436587615670426E-5</c:v>
                </c:pt>
                <c:pt idx="1425">
                  <c:v>4.5515078853572931E-4</c:v>
                </c:pt>
                <c:pt idx="1426">
                  <c:v>1.5625697041279605E-5</c:v>
                </c:pt>
                <c:pt idx="1427">
                  <c:v>0</c:v>
                </c:pt>
                <c:pt idx="1428">
                  <c:v>6.6448870312223789E-8</c:v>
                </c:pt>
                <c:pt idx="1429">
                  <c:v>2.128933648015664E-5</c:v>
                </c:pt>
                <c:pt idx="1430">
                  <c:v>8.378810053020443E-7</c:v>
                </c:pt>
                <c:pt idx="1431">
                  <c:v>6.1413865730295899E-6</c:v>
                </c:pt>
                <c:pt idx="1432">
                  <c:v>1.0201779511007329E-7</c:v>
                </c:pt>
                <c:pt idx="1433">
                  <c:v>4.4116519734415115E-4</c:v>
                </c:pt>
                <c:pt idx="1434">
                  <c:v>5.290143070055989E-6</c:v>
                </c:pt>
                <c:pt idx="1435">
                  <c:v>1.4035868564498965E-5</c:v>
                </c:pt>
                <c:pt idx="1436">
                  <c:v>5.8548540762515674E-7</c:v>
                </c:pt>
                <c:pt idx="1437">
                  <c:v>4.0058490877154037E-6</c:v>
                </c:pt>
                <c:pt idx="1438">
                  <c:v>2.3339658113536291E-5</c:v>
                </c:pt>
                <c:pt idx="1439">
                  <c:v>6.1566382289781365E-6</c:v>
                </c:pt>
                <c:pt idx="1440">
                  <c:v>0</c:v>
                </c:pt>
                <c:pt idx="1441">
                  <c:v>4.4033133926220239E-4</c:v>
                </c:pt>
                <c:pt idx="1442">
                  <c:v>2.2754955334140151E-5</c:v>
                </c:pt>
                <c:pt idx="1443">
                  <c:v>1.9451938250223968E-5</c:v>
                </c:pt>
                <c:pt idx="1444">
                  <c:v>4.4731489956290013E-5</c:v>
                </c:pt>
                <c:pt idx="1445">
                  <c:v>2.4175998169869962E-5</c:v>
                </c:pt>
                <c:pt idx="1446">
                  <c:v>4.5552250761096112E-5</c:v>
                </c:pt>
                <c:pt idx="1447">
                  <c:v>6.9842928076642731E-5</c:v>
                </c:pt>
                <c:pt idx="1448">
                  <c:v>1.4588346307789531E-5</c:v>
                </c:pt>
                <c:pt idx="1449">
                  <c:v>9.8753330373517465E-5</c:v>
                </c:pt>
                <c:pt idx="1450">
                  <c:v>3.1415626629844695E-6</c:v>
                </c:pt>
                <c:pt idx="1451">
                  <c:v>3.275706480972034E-5</c:v>
                </c:pt>
                <c:pt idx="1452">
                  <c:v>2.6341646637490709E-5</c:v>
                </c:pt>
                <c:pt idx="1453">
                  <c:v>6.1231463705225731E-5</c:v>
                </c:pt>
                <c:pt idx="1454">
                  <c:v>4.2656964936914022E-5</c:v>
                </c:pt>
                <c:pt idx="1455">
                  <c:v>3.6913821742294009E-4</c:v>
                </c:pt>
                <c:pt idx="1456">
                  <c:v>2.1442364997234811E-5</c:v>
                </c:pt>
                <c:pt idx="1457">
                  <c:v>1.3406945728908845E-5</c:v>
                </c:pt>
                <c:pt idx="1458">
                  <c:v>7.5102244494756376E-6</c:v>
                </c:pt>
                <c:pt idx="1459">
                  <c:v>9.3231826405049321E-5</c:v>
                </c:pt>
                <c:pt idx="1460">
                  <c:v>1.0787949694990187E-5</c:v>
                </c:pt>
                <c:pt idx="1461">
                  <c:v>2.5908101797503854E-5</c:v>
                </c:pt>
                <c:pt idx="1462">
                  <c:v>2.0030951829066448E-5</c:v>
                </c:pt>
                <c:pt idx="1463">
                  <c:v>2.3931300050061052E-5</c:v>
                </c:pt>
                <c:pt idx="1464">
                  <c:v>1.0622897176332471E-5</c:v>
                </c:pt>
                <c:pt idx="1465">
                  <c:v>3.2056778270036009E-5</c:v>
                </c:pt>
                <c:pt idx="1466">
                  <c:v>2.5876839710432771E-7</c:v>
                </c:pt>
                <c:pt idx="1467">
                  <c:v>9.1632406144574575E-5</c:v>
                </c:pt>
                <c:pt idx="1468">
                  <c:v>3.0270924927959252E-5</c:v>
                </c:pt>
                <c:pt idx="1469">
                  <c:v>4.627060120816042E-5</c:v>
                </c:pt>
                <c:pt idx="1470">
                  <c:v>5.3683061490636748E-5</c:v>
                </c:pt>
                <c:pt idx="1471">
                  <c:v>1.3556249900542949E-5</c:v>
                </c:pt>
                <c:pt idx="1472">
                  <c:v>1.9694278284367519E-5</c:v>
                </c:pt>
                <c:pt idx="1473">
                  <c:v>2.6610291048287292E-5</c:v>
                </c:pt>
                <c:pt idx="1474">
                  <c:v>1.7324263275358781E-5</c:v>
                </c:pt>
                <c:pt idx="1475">
                  <c:v>7.3541105250560884E-6</c:v>
                </c:pt>
                <c:pt idx="1476">
                  <c:v>3.916856979599463E-5</c:v>
                </c:pt>
                <c:pt idx="1477">
                  <c:v>0</c:v>
                </c:pt>
                <c:pt idx="1478">
                  <c:v>1.2792898521853853E-5</c:v>
                </c:pt>
                <c:pt idx="1479">
                  <c:v>4.7049556453164908E-5</c:v>
                </c:pt>
                <c:pt idx="1480">
                  <c:v>3.2418721966379455E-5</c:v>
                </c:pt>
                <c:pt idx="1481">
                  <c:v>1.0453215794624977E-4</c:v>
                </c:pt>
                <c:pt idx="1482">
                  <c:v>2.2180978933887611E-5</c:v>
                </c:pt>
                <c:pt idx="1483">
                  <c:v>9.7935484116637921E-5</c:v>
                </c:pt>
                <c:pt idx="1484">
                  <c:v>1.5040675061377838E-5</c:v>
                </c:pt>
                <c:pt idx="1485">
                  <c:v>0</c:v>
                </c:pt>
                <c:pt idx="1486">
                  <c:v>2.5049568466501706E-5</c:v>
                </c:pt>
                <c:pt idx="1487">
                  <c:v>3.1847093142690956E-5</c:v>
                </c:pt>
                <c:pt idx="1488">
                  <c:v>6.8389729415289681E-7</c:v>
                </c:pt>
                <c:pt idx="1489">
                  <c:v>5.4801823754778534E-5</c:v>
                </c:pt>
                <c:pt idx="1490">
                  <c:v>1.0840488400261918E-4</c:v>
                </c:pt>
                <c:pt idx="1491">
                  <c:v>4.3508689654994412E-5</c:v>
                </c:pt>
                <c:pt idx="1492">
                  <c:v>4.0354178316639402E-5</c:v>
                </c:pt>
                <c:pt idx="1493">
                  <c:v>0</c:v>
                </c:pt>
                <c:pt idx="1494">
                  <c:v>1.2550764234127428E-5</c:v>
                </c:pt>
                <c:pt idx="1495">
                  <c:v>3.4833789128474917E-5</c:v>
                </c:pt>
                <c:pt idx="1496">
                  <c:v>1.2475714594115668E-5</c:v>
                </c:pt>
                <c:pt idx="1497">
                  <c:v>8.457245515276755E-7</c:v>
                </c:pt>
                <c:pt idx="1498">
                  <c:v>1.1039270916094365E-5</c:v>
                </c:pt>
                <c:pt idx="1499">
                  <c:v>4.1516768336043382E-5</c:v>
                </c:pt>
                <c:pt idx="1500">
                  <c:v>9.4865136464464112E-5</c:v>
                </c:pt>
                <c:pt idx="1501">
                  <c:v>2.7652911135531491E-4</c:v>
                </c:pt>
                <c:pt idx="1502">
                  <c:v>2.4239796403087117E-5</c:v>
                </c:pt>
                <c:pt idx="1503">
                  <c:v>5.3547742752814163E-5</c:v>
                </c:pt>
                <c:pt idx="1504">
                  <c:v>0</c:v>
                </c:pt>
                <c:pt idx="1505">
                  <c:v>4.6947727399224814E-5</c:v>
                </c:pt>
                <c:pt idx="1506">
                  <c:v>1.5276762008422187E-4</c:v>
                </c:pt>
                <c:pt idx="1507">
                  <c:v>5.7451693220637309E-7</c:v>
                </c:pt>
                <c:pt idx="1508">
                  <c:v>2.0273917634718866E-5</c:v>
                </c:pt>
                <c:pt idx="1509">
                  <c:v>0</c:v>
                </c:pt>
                <c:pt idx="1510">
                  <c:v>3.3272504542871766E-5</c:v>
                </c:pt>
                <c:pt idx="1511">
                  <c:v>7.1984757310414121E-5</c:v>
                </c:pt>
                <c:pt idx="1512">
                  <c:v>1.9973685651490206E-6</c:v>
                </c:pt>
                <c:pt idx="1513">
                  <c:v>6.571973133539155E-5</c:v>
                </c:pt>
                <c:pt idx="1514">
                  <c:v>3.0509230626301865E-5</c:v>
                </c:pt>
                <c:pt idx="1515">
                  <c:v>6.0040584591814997E-6</c:v>
                </c:pt>
                <c:pt idx="1516">
                  <c:v>2.6771690420841021E-5</c:v>
                </c:pt>
                <c:pt idx="1517">
                  <c:v>1.6680582882616552E-5</c:v>
                </c:pt>
                <c:pt idx="1518">
                  <c:v>5.1545641102635545E-6</c:v>
                </c:pt>
                <c:pt idx="1519">
                  <c:v>3.1438262323031393E-5</c:v>
                </c:pt>
                <c:pt idx="1520">
                  <c:v>3.0903096477115994E-6</c:v>
                </c:pt>
                <c:pt idx="1521">
                  <c:v>1.9971509440678298E-7</c:v>
                </c:pt>
                <c:pt idx="1522">
                  <c:v>7.1289875289167754E-6</c:v>
                </c:pt>
                <c:pt idx="1523">
                  <c:v>1.5002659303906738E-6</c:v>
                </c:pt>
                <c:pt idx="1524">
                  <c:v>1.0140587474895646E-5</c:v>
                </c:pt>
                <c:pt idx="1525">
                  <c:v>2.05972720683274E-5</c:v>
                </c:pt>
                <c:pt idx="1526">
                  <c:v>2.6554754834049401E-6</c:v>
                </c:pt>
                <c:pt idx="1527">
                  <c:v>0</c:v>
                </c:pt>
                <c:pt idx="1528">
                  <c:v>0</c:v>
                </c:pt>
                <c:pt idx="1529">
                  <c:v>1.127107418952939E-5</c:v>
                </c:pt>
                <c:pt idx="1530">
                  <c:v>1.1994465175810195E-5</c:v>
                </c:pt>
                <c:pt idx="1531">
                  <c:v>9.7469399712757567E-6</c:v>
                </c:pt>
                <c:pt idx="1532">
                  <c:v>4.6465759718097436E-5</c:v>
                </c:pt>
                <c:pt idx="1533">
                  <c:v>1.8414358871314965E-7</c:v>
                </c:pt>
                <c:pt idx="1534">
                  <c:v>7.4476434332799608E-5</c:v>
                </c:pt>
                <c:pt idx="1535">
                  <c:v>3.8025051242227372E-4</c:v>
                </c:pt>
                <c:pt idx="1536">
                  <c:v>1.2689562874869303E-5</c:v>
                </c:pt>
                <c:pt idx="1537">
                  <c:v>1.3944609871404303E-7</c:v>
                </c:pt>
                <c:pt idx="1538">
                  <c:v>4.6158969899636932E-6</c:v>
                </c:pt>
                <c:pt idx="1539">
                  <c:v>4.6819141742267819E-5</c:v>
                </c:pt>
                <c:pt idx="1540">
                  <c:v>0</c:v>
                </c:pt>
                <c:pt idx="1541">
                  <c:v>1.2379644983373559E-5</c:v>
                </c:pt>
                <c:pt idx="1542">
                  <c:v>1.4016673593675321E-4</c:v>
                </c:pt>
                <c:pt idx="1543">
                  <c:v>1.5731255487444781E-5</c:v>
                </c:pt>
                <c:pt idx="1544">
                  <c:v>1.6458920104946183E-5</c:v>
                </c:pt>
                <c:pt idx="1545">
                  <c:v>8.112804907714148E-5</c:v>
                </c:pt>
                <c:pt idx="1546">
                  <c:v>4.6064352213536533E-5</c:v>
                </c:pt>
                <c:pt idx="1547">
                  <c:v>3.8676387789350084E-5</c:v>
                </c:pt>
                <c:pt idx="1548">
                  <c:v>1.3315987616990375E-5</c:v>
                </c:pt>
                <c:pt idx="1549">
                  <c:v>6.1285274185969902E-5</c:v>
                </c:pt>
                <c:pt idx="1550">
                  <c:v>2.6975019220230498E-5</c:v>
                </c:pt>
                <c:pt idx="1551">
                  <c:v>1.026542821933175E-5</c:v>
                </c:pt>
                <c:pt idx="1552">
                  <c:v>2.5826744230471456E-5</c:v>
                </c:pt>
                <c:pt idx="1553">
                  <c:v>0</c:v>
                </c:pt>
                <c:pt idx="1554">
                  <c:v>3.5851087904322585E-7</c:v>
                </c:pt>
                <c:pt idx="1555">
                  <c:v>1.5783187239607131E-5</c:v>
                </c:pt>
                <c:pt idx="1556">
                  <c:v>0</c:v>
                </c:pt>
                <c:pt idx="1557">
                  <c:v>1.1110040817545389E-5</c:v>
                </c:pt>
                <c:pt idx="1558">
                  <c:v>7.165422115698411E-4</c:v>
                </c:pt>
                <c:pt idx="1559">
                  <c:v>2.0744397483074846E-5</c:v>
                </c:pt>
                <c:pt idx="1560">
                  <c:v>2.8998456350951977E-5</c:v>
                </c:pt>
                <c:pt idx="1561">
                  <c:v>1.3857651907832032E-5</c:v>
                </c:pt>
                <c:pt idx="1562">
                  <c:v>4.9340595450278425E-5</c:v>
                </c:pt>
                <c:pt idx="1563">
                  <c:v>2.1756066447306092E-5</c:v>
                </c:pt>
                <c:pt idx="1564">
                  <c:v>9.3394913982765804E-6</c:v>
                </c:pt>
                <c:pt idx="1565">
                  <c:v>4.1401875683970376E-5</c:v>
                </c:pt>
                <c:pt idx="1566">
                  <c:v>1.2273311868706487E-5</c:v>
                </c:pt>
                <c:pt idx="1567">
                  <c:v>3.4993144720664342E-6</c:v>
                </c:pt>
                <c:pt idx="1568">
                  <c:v>3.5888143870738666E-5</c:v>
                </c:pt>
                <c:pt idx="1569">
                  <c:v>7.7762543823698675E-8</c:v>
                </c:pt>
                <c:pt idx="1570">
                  <c:v>8.2179979295003025E-7</c:v>
                </c:pt>
                <c:pt idx="1571">
                  <c:v>0</c:v>
                </c:pt>
                <c:pt idx="1572">
                  <c:v>6.2666818728509833E-5</c:v>
                </c:pt>
                <c:pt idx="1573">
                  <c:v>1.321660970885379E-5</c:v>
                </c:pt>
                <c:pt idx="1574">
                  <c:v>8.1996868498498219E-6</c:v>
                </c:pt>
                <c:pt idx="1575">
                  <c:v>7.1824002079942799E-6</c:v>
                </c:pt>
                <c:pt idx="1576">
                  <c:v>0</c:v>
                </c:pt>
                <c:pt idx="1577">
                  <c:v>2.2546549605206877E-7</c:v>
                </c:pt>
                <c:pt idx="1578">
                  <c:v>1.5153676453370649E-5</c:v>
                </c:pt>
                <c:pt idx="1579">
                  <c:v>7.441188795361701E-5</c:v>
                </c:pt>
                <c:pt idx="1580">
                  <c:v>2.075832130350928E-4</c:v>
                </c:pt>
                <c:pt idx="1581">
                  <c:v>1.3272257748082964E-5</c:v>
                </c:pt>
                <c:pt idx="1582">
                  <c:v>5.2027464128741125E-5</c:v>
                </c:pt>
                <c:pt idx="1583">
                  <c:v>2.0093443472727466E-5</c:v>
                </c:pt>
                <c:pt idx="1584">
                  <c:v>1.4802312295131875E-5</c:v>
                </c:pt>
                <c:pt idx="1585">
                  <c:v>1.3896830044472761E-5</c:v>
                </c:pt>
                <c:pt idx="1586">
                  <c:v>2.8730571333641666E-5</c:v>
                </c:pt>
                <c:pt idx="1587">
                  <c:v>2.0302033719683644E-5</c:v>
                </c:pt>
                <c:pt idx="1588">
                  <c:v>8.0343831320789205E-6</c:v>
                </c:pt>
                <c:pt idx="1589">
                  <c:v>1.2968173501251821E-5</c:v>
                </c:pt>
                <c:pt idx="1590">
                  <c:v>3.0147917378807909E-5</c:v>
                </c:pt>
                <c:pt idx="1591">
                  <c:v>6.1990997157303337E-5</c:v>
                </c:pt>
                <c:pt idx="1592">
                  <c:v>0</c:v>
                </c:pt>
                <c:pt idx="1593">
                  <c:v>4.4846813976643572E-5</c:v>
                </c:pt>
                <c:pt idx="1594">
                  <c:v>2.9300108326876587E-5</c:v>
                </c:pt>
                <c:pt idx="1595">
                  <c:v>1.1911934427180614E-5</c:v>
                </c:pt>
                <c:pt idx="1596">
                  <c:v>7.7711277571947999E-5</c:v>
                </c:pt>
                <c:pt idx="1597">
                  <c:v>6.8627092755086847E-5</c:v>
                </c:pt>
                <c:pt idx="1598">
                  <c:v>4.0270607798937932E-7</c:v>
                </c:pt>
                <c:pt idx="1599">
                  <c:v>2.8500582676199917E-5</c:v>
                </c:pt>
                <c:pt idx="1600">
                  <c:v>0</c:v>
                </c:pt>
                <c:pt idx="1601">
                  <c:v>8.4491317251397527E-6</c:v>
                </c:pt>
                <c:pt idx="1602">
                  <c:v>3.3565887758365641E-5</c:v>
                </c:pt>
                <c:pt idx="1603">
                  <c:v>3.2917186312530444E-6</c:v>
                </c:pt>
                <c:pt idx="1604">
                  <c:v>4.1310971082581699E-6</c:v>
                </c:pt>
                <c:pt idx="1605">
                  <c:v>9.6888497072440237E-6</c:v>
                </c:pt>
                <c:pt idx="1606">
                  <c:v>1.1814387712850795E-5</c:v>
                </c:pt>
                <c:pt idx="1607">
                  <c:v>2.5884314513581467E-5</c:v>
                </c:pt>
                <c:pt idx="1608">
                  <c:v>0</c:v>
                </c:pt>
                <c:pt idx="1609">
                  <c:v>7.7334779131376307E-5</c:v>
                </c:pt>
                <c:pt idx="1610">
                  <c:v>9.242278084256841E-5</c:v>
                </c:pt>
                <c:pt idx="1611">
                  <c:v>0</c:v>
                </c:pt>
                <c:pt idx="1612">
                  <c:v>2.6128214724762556E-7</c:v>
                </c:pt>
                <c:pt idx="1613">
                  <c:v>1.3531521737073852E-6</c:v>
                </c:pt>
                <c:pt idx="1614">
                  <c:v>1.5374433993500363E-7</c:v>
                </c:pt>
                <c:pt idx="1615">
                  <c:v>1.1237941817102217E-5</c:v>
                </c:pt>
                <c:pt idx="1616">
                  <c:v>1.7050542903349139E-5</c:v>
                </c:pt>
                <c:pt idx="1617">
                  <c:v>4.2890476682322078E-5</c:v>
                </c:pt>
                <c:pt idx="1618">
                  <c:v>2.3833374998984609E-6</c:v>
                </c:pt>
                <c:pt idx="1619">
                  <c:v>6.9218843607526326E-6</c:v>
                </c:pt>
                <c:pt idx="1620">
                  <c:v>8.6407779791197774E-5</c:v>
                </c:pt>
                <c:pt idx="1621">
                  <c:v>1.977909081411018E-4</c:v>
                </c:pt>
                <c:pt idx="1622">
                  <c:v>2.7306515700925237E-5</c:v>
                </c:pt>
                <c:pt idx="1623">
                  <c:v>1.4111192178280925E-7</c:v>
                </c:pt>
                <c:pt idx="1624">
                  <c:v>1.0864165708529548E-5</c:v>
                </c:pt>
                <c:pt idx="1625">
                  <c:v>0</c:v>
                </c:pt>
                <c:pt idx="1626">
                  <c:v>1.5527439371944889E-5</c:v>
                </c:pt>
                <c:pt idx="1627">
                  <c:v>0</c:v>
                </c:pt>
                <c:pt idx="1628">
                  <c:v>5.6375814054586477E-5</c:v>
                </c:pt>
                <c:pt idx="1629">
                  <c:v>3.6959473445277391E-5</c:v>
                </c:pt>
                <c:pt idx="1630">
                  <c:v>1.4438599590239837E-5</c:v>
                </c:pt>
                <c:pt idx="1631">
                  <c:v>1.2958080779945043E-5</c:v>
                </c:pt>
                <c:pt idx="1632">
                  <c:v>4.1645822609562446E-6</c:v>
                </c:pt>
                <c:pt idx="1633">
                  <c:v>1.5278921123464521E-6</c:v>
                </c:pt>
                <c:pt idx="1634">
                  <c:v>5.5224162287220116E-6</c:v>
                </c:pt>
                <c:pt idx="1635">
                  <c:v>6.9474158811048119E-6</c:v>
                </c:pt>
                <c:pt idx="1636">
                  <c:v>0</c:v>
                </c:pt>
                <c:pt idx="1637">
                  <c:v>1.5570693873726544E-5</c:v>
                </c:pt>
                <c:pt idx="1638">
                  <c:v>8.8373487428259826E-5</c:v>
                </c:pt>
                <c:pt idx="1639">
                  <c:v>7.9211310909724084E-5</c:v>
                </c:pt>
                <c:pt idx="1640">
                  <c:v>2.8217564957134481E-5</c:v>
                </c:pt>
                <c:pt idx="1641">
                  <c:v>3.8555884288104783E-5</c:v>
                </c:pt>
                <c:pt idx="1642">
                  <c:v>6.3418858019126419E-5</c:v>
                </c:pt>
                <c:pt idx="1643">
                  <c:v>1.7089869351124439E-5</c:v>
                </c:pt>
                <c:pt idx="1644">
                  <c:v>3.3096652496348005E-5</c:v>
                </c:pt>
                <c:pt idx="1645">
                  <c:v>2.9429099104573976E-5</c:v>
                </c:pt>
                <c:pt idx="1646">
                  <c:v>3.8850127947791974E-8</c:v>
                </c:pt>
                <c:pt idx="1647">
                  <c:v>9.909513265708444E-5</c:v>
                </c:pt>
                <c:pt idx="1648">
                  <c:v>2.017252157835919E-5</c:v>
                </c:pt>
                <c:pt idx="1649">
                  <c:v>6.0755635890524625E-6</c:v>
                </c:pt>
                <c:pt idx="1650">
                  <c:v>2.9211368237983981E-5</c:v>
                </c:pt>
                <c:pt idx="1651">
                  <c:v>6.6125176283416903E-6</c:v>
                </c:pt>
                <c:pt idx="1652">
                  <c:v>2.4832783071465089E-5</c:v>
                </c:pt>
                <c:pt idx="1653">
                  <c:v>4.9610599531230021E-5</c:v>
                </c:pt>
                <c:pt idx="1654">
                  <c:v>2.6030828853514632E-3</c:v>
                </c:pt>
                <c:pt idx="1655">
                  <c:v>4.475046324754358E-5</c:v>
                </c:pt>
                <c:pt idx="1656">
                  <c:v>0</c:v>
                </c:pt>
                <c:pt idx="1657">
                  <c:v>0</c:v>
                </c:pt>
                <c:pt idx="1658">
                  <c:v>0</c:v>
                </c:pt>
                <c:pt idx="1659">
                  <c:v>8.3505681688444273E-6</c:v>
                </c:pt>
                <c:pt idx="1660">
                  <c:v>2.6158943380870451E-4</c:v>
                </c:pt>
                <c:pt idx="1661">
                  <c:v>1.5971018375219491E-5</c:v>
                </c:pt>
                <c:pt idx="1662">
                  <c:v>5.4552024017453454E-5</c:v>
                </c:pt>
                <c:pt idx="1663">
                  <c:v>4.8516399915383592E-5</c:v>
                </c:pt>
                <c:pt idx="1664">
                  <c:v>3.431806753502383E-5</c:v>
                </c:pt>
                <c:pt idx="1665">
                  <c:v>2.5754128748379939E-5</c:v>
                </c:pt>
                <c:pt idx="1666">
                  <c:v>2.5144908966704478E-5</c:v>
                </c:pt>
                <c:pt idx="1667">
                  <c:v>2.1950067241463237E-5</c:v>
                </c:pt>
                <c:pt idx="1668">
                  <c:v>1.7814661286979923E-5</c:v>
                </c:pt>
                <c:pt idx="1669">
                  <c:v>0</c:v>
                </c:pt>
                <c:pt idx="1670">
                  <c:v>5.3264515784830384E-5</c:v>
                </c:pt>
                <c:pt idx="1671">
                  <c:v>2.1911045233815019E-5</c:v>
                </c:pt>
                <c:pt idx="1672">
                  <c:v>3.1975380674314456E-5</c:v>
                </c:pt>
                <c:pt idx="1673">
                  <c:v>9.2572873669759511E-5</c:v>
                </c:pt>
                <c:pt idx="1674">
                  <c:v>6.2696567373556923E-4</c:v>
                </c:pt>
                <c:pt idx="1675">
                  <c:v>1.0483500123004319E-6</c:v>
                </c:pt>
                <c:pt idx="1676">
                  <c:v>5.4965659784193534E-5</c:v>
                </c:pt>
                <c:pt idx="1677">
                  <c:v>3.2024952868715982E-5</c:v>
                </c:pt>
                <c:pt idx="1678">
                  <c:v>3.4785253321517273E-5</c:v>
                </c:pt>
                <c:pt idx="1679">
                  <c:v>7.4204343029688142E-4</c:v>
                </c:pt>
                <c:pt idx="1680">
                  <c:v>2.1186267922214992E-5</c:v>
                </c:pt>
                <c:pt idx="1681">
                  <c:v>1.5833881573594587E-5</c:v>
                </c:pt>
                <c:pt idx="1682">
                  <c:v>8.2221045933533487E-6</c:v>
                </c:pt>
                <c:pt idx="1683">
                  <c:v>2.0605932567806678E-6</c:v>
                </c:pt>
                <c:pt idx="1684">
                  <c:v>0</c:v>
                </c:pt>
                <c:pt idx="1685">
                  <c:v>1.1125152255069291E-6</c:v>
                </c:pt>
                <c:pt idx="1686">
                  <c:v>1.5191531128861174E-3</c:v>
                </c:pt>
                <c:pt idx="1687">
                  <c:v>0</c:v>
                </c:pt>
                <c:pt idx="1688">
                  <c:v>0</c:v>
                </c:pt>
                <c:pt idx="1689">
                  <c:v>9.2780118504247704E-6</c:v>
                </c:pt>
                <c:pt idx="1690">
                  <c:v>0</c:v>
                </c:pt>
                <c:pt idx="1691">
                  <c:v>1.7308868821199441E-5</c:v>
                </c:pt>
                <c:pt idx="1692">
                  <c:v>3.0999576792090401E-7</c:v>
                </c:pt>
                <c:pt idx="1693">
                  <c:v>0</c:v>
                </c:pt>
                <c:pt idx="1694">
                  <c:v>5.0468405925314289E-7</c:v>
                </c:pt>
                <c:pt idx="1695">
                  <c:v>1.7803294560592581E-5</c:v>
                </c:pt>
                <c:pt idx="1696">
                  <c:v>0</c:v>
                </c:pt>
                <c:pt idx="1697">
                  <c:v>0</c:v>
                </c:pt>
                <c:pt idx="1698">
                  <c:v>3.530209176395472E-5</c:v>
                </c:pt>
                <c:pt idx="1699">
                  <c:v>0</c:v>
                </c:pt>
                <c:pt idx="1700">
                  <c:v>1.8421080638617241E-6</c:v>
                </c:pt>
                <c:pt idx="1701">
                  <c:v>0</c:v>
                </c:pt>
                <c:pt idx="1702">
                  <c:v>0</c:v>
                </c:pt>
                <c:pt idx="1703">
                  <c:v>0</c:v>
                </c:pt>
                <c:pt idx="1704">
                  <c:v>4.3452943120728558E-5</c:v>
                </c:pt>
                <c:pt idx="1705">
                  <c:v>9.3485536984468939E-6</c:v>
                </c:pt>
                <c:pt idx="1706">
                  <c:v>9.8886097323999383E-6</c:v>
                </c:pt>
                <c:pt idx="1707">
                  <c:v>3.1039048713729745E-5</c:v>
                </c:pt>
                <c:pt idx="1708">
                  <c:v>4.5840035989678042E-7</c:v>
                </c:pt>
                <c:pt idx="1709">
                  <c:v>0</c:v>
                </c:pt>
                <c:pt idx="1710">
                  <c:v>1.8980645814999807E-7</c:v>
                </c:pt>
                <c:pt idx="1711">
                  <c:v>2.424879214627765E-6</c:v>
                </c:pt>
                <c:pt idx="1712">
                  <c:v>2.8277288663163117E-7</c:v>
                </c:pt>
                <c:pt idx="1713">
                  <c:v>7.1233406585147952E-6</c:v>
                </c:pt>
                <c:pt idx="1714">
                  <c:v>0</c:v>
                </c:pt>
                <c:pt idx="1715">
                  <c:v>0</c:v>
                </c:pt>
                <c:pt idx="1716">
                  <c:v>2.7488303613700066E-6</c:v>
                </c:pt>
                <c:pt idx="1717">
                  <c:v>1.0283984757840201E-5</c:v>
                </c:pt>
                <c:pt idx="1718">
                  <c:v>0</c:v>
                </c:pt>
                <c:pt idx="1719">
                  <c:v>8.7857900656463197E-6</c:v>
                </c:pt>
                <c:pt idx="1720">
                  <c:v>1.2408118371020241E-5</c:v>
                </c:pt>
                <c:pt idx="1721">
                  <c:v>1.1727243053097061E-4</c:v>
                </c:pt>
                <c:pt idx="1722">
                  <c:v>1.3311317545366736E-7</c:v>
                </c:pt>
                <c:pt idx="1723">
                  <c:v>7.8423612428911171E-6</c:v>
                </c:pt>
                <c:pt idx="1724">
                  <c:v>0</c:v>
                </c:pt>
                <c:pt idx="1725">
                  <c:v>0</c:v>
                </c:pt>
                <c:pt idx="1726">
                  <c:v>2.8624903231448408E-5</c:v>
                </c:pt>
                <c:pt idx="1727">
                  <c:v>8.2495417789265723E-5</c:v>
                </c:pt>
                <c:pt idx="1728">
                  <c:v>2.2191345310220852E-6</c:v>
                </c:pt>
                <c:pt idx="1729">
                  <c:v>0</c:v>
                </c:pt>
                <c:pt idx="1730">
                  <c:v>1.5691112208051683E-6</c:v>
                </c:pt>
                <c:pt idx="1731">
                  <c:v>4.5080686558333956E-5</c:v>
                </c:pt>
                <c:pt idx="1732">
                  <c:v>0</c:v>
                </c:pt>
                <c:pt idx="1733">
                  <c:v>0</c:v>
                </c:pt>
                <c:pt idx="1734">
                  <c:v>0</c:v>
                </c:pt>
                <c:pt idx="1735">
                  <c:v>2.8024886919288878E-5</c:v>
                </c:pt>
                <c:pt idx="1736">
                  <c:v>0</c:v>
                </c:pt>
                <c:pt idx="1737">
                  <c:v>0</c:v>
                </c:pt>
                <c:pt idx="1738">
                  <c:v>3.1514901396204894E-5</c:v>
                </c:pt>
                <c:pt idx="1739">
                  <c:v>1.6014227752281443E-6</c:v>
                </c:pt>
                <c:pt idx="1740">
                  <c:v>0</c:v>
                </c:pt>
                <c:pt idx="1741">
                  <c:v>0</c:v>
                </c:pt>
                <c:pt idx="1742">
                  <c:v>0</c:v>
                </c:pt>
                <c:pt idx="1743">
                  <c:v>1.5761591095599714E-7</c:v>
                </c:pt>
                <c:pt idx="1744">
                  <c:v>4.6524023911006933E-5</c:v>
                </c:pt>
                <c:pt idx="1745">
                  <c:v>1.1052900340765203E-4</c:v>
                </c:pt>
                <c:pt idx="1746">
                  <c:v>1.0164051701530585E-6</c:v>
                </c:pt>
                <c:pt idx="1747">
                  <c:v>5.693390727722027E-5</c:v>
                </c:pt>
                <c:pt idx="1748">
                  <c:v>2.4099303948219723E-5</c:v>
                </c:pt>
                <c:pt idx="1749">
                  <c:v>7.7367810098337896E-7</c:v>
                </c:pt>
                <c:pt idx="1750">
                  <c:v>1.2601352380260184E-4</c:v>
                </c:pt>
                <c:pt idx="1751">
                  <c:v>0</c:v>
                </c:pt>
                <c:pt idx="1752">
                  <c:v>3.193600542576201E-7</c:v>
                </c:pt>
                <c:pt idx="1753">
                  <c:v>0</c:v>
                </c:pt>
                <c:pt idx="1754">
                  <c:v>2.4187283698058948E-6</c:v>
                </c:pt>
                <c:pt idx="1755">
                  <c:v>1.8906279750377247E-5</c:v>
                </c:pt>
                <c:pt idx="1756">
                  <c:v>2.8434988488589061E-7</c:v>
                </c:pt>
                <c:pt idx="1757">
                  <c:v>0</c:v>
                </c:pt>
                <c:pt idx="1758">
                  <c:v>0</c:v>
                </c:pt>
                <c:pt idx="1759">
                  <c:v>4.3125018870305693E-5</c:v>
                </c:pt>
                <c:pt idx="1760">
                  <c:v>2.4452555549109702E-5</c:v>
                </c:pt>
                <c:pt idx="1761">
                  <c:v>3.6712081792285791E-5</c:v>
                </c:pt>
                <c:pt idx="1762">
                  <c:v>3.5551943594734608E-5</c:v>
                </c:pt>
                <c:pt idx="1763">
                  <c:v>6.193756646160008E-5</c:v>
                </c:pt>
                <c:pt idx="1764">
                  <c:v>1.6549603199346124E-5</c:v>
                </c:pt>
                <c:pt idx="1765">
                  <c:v>2.1893003339844303E-5</c:v>
                </c:pt>
                <c:pt idx="1766">
                  <c:v>3.0685992524976488E-5</c:v>
                </c:pt>
                <c:pt idx="1767">
                  <c:v>0</c:v>
                </c:pt>
                <c:pt idx="1768">
                  <c:v>0</c:v>
                </c:pt>
                <c:pt idx="1769">
                  <c:v>1.0872286568464541E-6</c:v>
                </c:pt>
                <c:pt idx="1770">
                  <c:v>0</c:v>
                </c:pt>
                <c:pt idx="1771">
                  <c:v>4.9935931852819075E-7</c:v>
                </c:pt>
                <c:pt idx="1772">
                  <c:v>8.699243556613743E-7</c:v>
                </c:pt>
                <c:pt idx="1773">
                  <c:v>1.5116413606477089E-6</c:v>
                </c:pt>
                <c:pt idx="1774">
                  <c:v>1.7876182138235883E-5</c:v>
                </c:pt>
                <c:pt idx="1775">
                  <c:v>2.6301964445356176E-5</c:v>
                </c:pt>
                <c:pt idx="1776">
                  <c:v>3.2058955028420084E-6</c:v>
                </c:pt>
                <c:pt idx="1777">
                  <c:v>4.245531488722829E-7</c:v>
                </c:pt>
                <c:pt idx="1778">
                  <c:v>2.7553053183301481E-5</c:v>
                </c:pt>
                <c:pt idx="1779">
                  <c:v>0</c:v>
                </c:pt>
                <c:pt idx="1780">
                  <c:v>0</c:v>
                </c:pt>
                <c:pt idx="1781">
                  <c:v>5.1145834192767807E-7</c:v>
                </c:pt>
                <c:pt idx="1782">
                  <c:v>0</c:v>
                </c:pt>
                <c:pt idx="1783">
                  <c:v>8.5643733925147508E-7</c:v>
                </c:pt>
                <c:pt idx="1784">
                  <c:v>0</c:v>
                </c:pt>
                <c:pt idx="1785">
                  <c:v>3.2673801803571128E-6</c:v>
                </c:pt>
                <c:pt idx="1786">
                  <c:v>2.4261128693195042E-3</c:v>
                </c:pt>
                <c:pt idx="1787">
                  <c:v>3.3376126326349228E-7</c:v>
                </c:pt>
                <c:pt idx="1788">
                  <c:v>0</c:v>
                </c:pt>
                <c:pt idx="1789">
                  <c:v>0</c:v>
                </c:pt>
                <c:pt idx="1790">
                  <c:v>2.4582997724911185E-7</c:v>
                </c:pt>
                <c:pt idx="1791">
                  <c:v>7.2171075301356031E-7</c:v>
                </c:pt>
                <c:pt idx="1792">
                  <c:v>1.7125234370162792E-6</c:v>
                </c:pt>
                <c:pt idx="1793">
                  <c:v>4.7333722327468598E-6</c:v>
                </c:pt>
                <c:pt idx="1794">
                  <c:v>1.1440747520838974E-5</c:v>
                </c:pt>
                <c:pt idx="1795">
                  <c:v>6.6267211258456005E-6</c:v>
                </c:pt>
                <c:pt idx="1796">
                  <c:v>0</c:v>
                </c:pt>
                <c:pt idx="1797">
                  <c:v>4.4514543431110076E-5</c:v>
                </c:pt>
                <c:pt idx="1798">
                  <c:v>3.6615678241867104E-7</c:v>
                </c:pt>
                <c:pt idx="1799">
                  <c:v>2.2820827413379272E-5</c:v>
                </c:pt>
                <c:pt idx="1800">
                  <c:v>5.6285460263446461E-6</c:v>
                </c:pt>
                <c:pt idx="1801">
                  <c:v>3.3375456765207634E-6</c:v>
                </c:pt>
                <c:pt idx="1802">
                  <c:v>5.9305286340252508E-7</c:v>
                </c:pt>
                <c:pt idx="1803">
                  <c:v>0</c:v>
                </c:pt>
                <c:pt idx="1804">
                  <c:v>1.7934002283148884E-5</c:v>
                </c:pt>
                <c:pt idx="1805">
                  <c:v>8.0753426565165369E-6</c:v>
                </c:pt>
                <c:pt idx="1806">
                  <c:v>1.2532698356388715E-6</c:v>
                </c:pt>
                <c:pt idx="1807">
                  <c:v>5.7481640645582739E-7</c:v>
                </c:pt>
                <c:pt idx="1808">
                  <c:v>0</c:v>
                </c:pt>
                <c:pt idx="1809">
                  <c:v>2.7712384535541611E-5</c:v>
                </c:pt>
                <c:pt idx="1810">
                  <c:v>0</c:v>
                </c:pt>
                <c:pt idx="1811">
                  <c:v>1.2249383826235541E-5</c:v>
                </c:pt>
                <c:pt idx="1812">
                  <c:v>0</c:v>
                </c:pt>
                <c:pt idx="1813">
                  <c:v>2.529702670447274E-7</c:v>
                </c:pt>
                <c:pt idx="1814">
                  <c:v>0</c:v>
                </c:pt>
                <c:pt idx="1815">
                  <c:v>0</c:v>
                </c:pt>
                <c:pt idx="1816">
                  <c:v>0</c:v>
                </c:pt>
                <c:pt idx="1817">
                  <c:v>1.193370532659981E-5</c:v>
                </c:pt>
                <c:pt idx="1818">
                  <c:v>0</c:v>
                </c:pt>
                <c:pt idx="1819">
                  <c:v>0</c:v>
                </c:pt>
                <c:pt idx="1820">
                  <c:v>0</c:v>
                </c:pt>
                <c:pt idx="1821">
                  <c:v>0</c:v>
                </c:pt>
                <c:pt idx="1822">
                  <c:v>9.2316528750910722E-8</c:v>
                </c:pt>
                <c:pt idx="1823">
                  <c:v>0</c:v>
                </c:pt>
                <c:pt idx="1824">
                  <c:v>1.3613364695498388E-5</c:v>
                </c:pt>
                <c:pt idx="1825">
                  <c:v>3.627369039629779E-6</c:v>
                </c:pt>
                <c:pt idx="1826">
                  <c:v>5.9902193847656179E-5</c:v>
                </c:pt>
                <c:pt idx="1827">
                  <c:v>1.9253666031441662E-6</c:v>
                </c:pt>
                <c:pt idx="1828">
                  <c:v>1.1089060812647261E-5</c:v>
                </c:pt>
                <c:pt idx="1829">
                  <c:v>5.8440849102320821E-6</c:v>
                </c:pt>
                <c:pt idx="1830">
                  <c:v>6.0534336671789939E-6</c:v>
                </c:pt>
                <c:pt idx="1831">
                  <c:v>7.6360012973025064E-7</c:v>
                </c:pt>
                <c:pt idx="1832">
                  <c:v>5.9879363433622947E-6</c:v>
                </c:pt>
                <c:pt idx="1833">
                  <c:v>1.4607546206882106E-5</c:v>
                </c:pt>
                <c:pt idx="1834">
                  <c:v>0</c:v>
                </c:pt>
                <c:pt idx="1835">
                  <c:v>0</c:v>
                </c:pt>
                <c:pt idx="1836">
                  <c:v>1.3306992868780785E-5</c:v>
                </c:pt>
                <c:pt idx="1837">
                  <c:v>0</c:v>
                </c:pt>
                <c:pt idx="1838">
                  <c:v>2.7142411638960427E-7</c:v>
                </c:pt>
                <c:pt idx="1839">
                  <c:v>1.9914057413777453E-5</c:v>
                </c:pt>
                <c:pt idx="1840">
                  <c:v>1.7742466772147956E-5</c:v>
                </c:pt>
                <c:pt idx="1841">
                  <c:v>3.495592882716261E-5</c:v>
                </c:pt>
                <c:pt idx="1842">
                  <c:v>1.9874898791000233E-5</c:v>
                </c:pt>
                <c:pt idx="1843">
                  <c:v>3.4625165537458058E-5</c:v>
                </c:pt>
                <c:pt idx="1844">
                  <c:v>1.9681607645426306E-3</c:v>
                </c:pt>
                <c:pt idx="1845">
                  <c:v>1.0088727531201895E-4</c:v>
                </c:pt>
                <c:pt idx="1846">
                  <c:v>7.3669457770275329E-5</c:v>
                </c:pt>
                <c:pt idx="1847">
                  <c:v>3.6701702678767711E-5</c:v>
                </c:pt>
                <c:pt idx="1848">
                  <c:v>1.2415155332356432E-4</c:v>
                </c:pt>
                <c:pt idx="1849">
                  <c:v>7.1989479728103899E-5</c:v>
                </c:pt>
                <c:pt idx="1850">
                  <c:v>2.5951088595283087E-5</c:v>
                </c:pt>
                <c:pt idx="1851">
                  <c:v>8.2217415960468708E-5</c:v>
                </c:pt>
                <c:pt idx="1852">
                  <c:v>2.4693920156394526E-5</c:v>
                </c:pt>
                <c:pt idx="1853">
                  <c:v>1.6198706713297844E-7</c:v>
                </c:pt>
                <c:pt idx="1854">
                  <c:v>6.5545641318480616E-7</c:v>
                </c:pt>
                <c:pt idx="1855">
                  <c:v>1.9903408760578851E-5</c:v>
                </c:pt>
                <c:pt idx="1856">
                  <c:v>5.188583562561981E-6</c:v>
                </c:pt>
                <c:pt idx="1857">
                  <c:v>2.1868441383596591E-5</c:v>
                </c:pt>
                <c:pt idx="1858">
                  <c:v>1.9062311849945398E-5</c:v>
                </c:pt>
                <c:pt idx="1859">
                  <c:v>2.5155605742093189E-4</c:v>
                </c:pt>
                <c:pt idx="1860">
                  <c:v>1.4913431814415885E-5</c:v>
                </c:pt>
                <c:pt idx="1861">
                  <c:v>8.6254064592720503E-6</c:v>
                </c:pt>
                <c:pt idx="1862">
                  <c:v>5.2991826221579808E-6</c:v>
                </c:pt>
                <c:pt idx="1863">
                  <c:v>8.4128264459117599E-7</c:v>
                </c:pt>
                <c:pt idx="1864">
                  <c:v>2.3407837984482049E-6</c:v>
                </c:pt>
                <c:pt idx="1865">
                  <c:v>5.0679793606600873E-5</c:v>
                </c:pt>
                <c:pt idx="1866">
                  <c:v>8.0689981746629165E-6</c:v>
                </c:pt>
                <c:pt idx="1867">
                  <c:v>2.6020351842295006E-5</c:v>
                </c:pt>
                <c:pt idx="1868">
                  <c:v>3.5250884881152952E-3</c:v>
                </c:pt>
                <c:pt idx="1869">
                  <c:v>1.4138340503013139E-4</c:v>
                </c:pt>
                <c:pt idx="1870">
                  <c:v>1.4916954538121521E-5</c:v>
                </c:pt>
                <c:pt idx="1871">
                  <c:v>6.4107081343616945E-7</c:v>
                </c:pt>
                <c:pt idx="1872">
                  <c:v>0</c:v>
                </c:pt>
                <c:pt idx="1873">
                  <c:v>0</c:v>
                </c:pt>
                <c:pt idx="1874">
                  <c:v>1.919548360830842E-5</c:v>
                </c:pt>
                <c:pt idx="1875">
                  <c:v>6.4528974857824717E-5</c:v>
                </c:pt>
                <c:pt idx="1876">
                  <c:v>6.9695203574554903E-6</c:v>
                </c:pt>
                <c:pt idx="1877">
                  <c:v>1.4117724157006165E-5</c:v>
                </c:pt>
                <c:pt idx="1878">
                  <c:v>0</c:v>
                </c:pt>
                <c:pt idx="1879">
                  <c:v>7.2649856343506484E-5</c:v>
                </c:pt>
                <c:pt idx="1880">
                  <c:v>4.2811994899768629E-4</c:v>
                </c:pt>
                <c:pt idx="1881">
                  <c:v>3.7741640286193697E-5</c:v>
                </c:pt>
                <c:pt idx="1882">
                  <c:v>0</c:v>
                </c:pt>
                <c:pt idx="1883">
                  <c:v>4.7254164324848926E-5</c:v>
                </c:pt>
                <c:pt idx="1884">
                  <c:v>4.4570789521040624E-7</c:v>
                </c:pt>
                <c:pt idx="1885">
                  <c:v>8.2177171276470113E-7</c:v>
                </c:pt>
                <c:pt idx="1886">
                  <c:v>9.161305281525389E-8</c:v>
                </c:pt>
                <c:pt idx="1887">
                  <c:v>1.1734632638745583E-7</c:v>
                </c:pt>
                <c:pt idx="1888">
                  <c:v>7.5757908847458121E-5</c:v>
                </c:pt>
                <c:pt idx="1889">
                  <c:v>5.0130446707812894E-6</c:v>
                </c:pt>
                <c:pt idx="1890">
                  <c:v>1.6288496854123661E-5</c:v>
                </c:pt>
                <c:pt idx="1891">
                  <c:v>1.5129614889320423E-5</c:v>
                </c:pt>
                <c:pt idx="1892">
                  <c:v>1.9362999940823055E-6</c:v>
                </c:pt>
                <c:pt idx="1893">
                  <c:v>6.7486328364792616E-6</c:v>
                </c:pt>
                <c:pt idx="1894">
                  <c:v>5.1569406471707774E-5</c:v>
                </c:pt>
                <c:pt idx="1895">
                  <c:v>6.9527032874730629E-6</c:v>
                </c:pt>
                <c:pt idx="1896">
                  <c:v>3.0739284443782281E-5</c:v>
                </c:pt>
                <c:pt idx="1897">
                  <c:v>3.5881353851302986E-5</c:v>
                </c:pt>
                <c:pt idx="1898">
                  <c:v>1.2715211890504738E-4</c:v>
                </c:pt>
                <c:pt idx="1899">
                  <c:v>1.137422282794392E-6</c:v>
                </c:pt>
                <c:pt idx="1900">
                  <c:v>0</c:v>
                </c:pt>
                <c:pt idx="1901">
                  <c:v>0</c:v>
                </c:pt>
                <c:pt idx="1902">
                  <c:v>2.6884590613281286E-5</c:v>
                </c:pt>
                <c:pt idx="1903">
                  <c:v>1.5533071560694103E-6</c:v>
                </c:pt>
                <c:pt idx="1904">
                  <c:v>2.0988923514407526E-7</c:v>
                </c:pt>
                <c:pt idx="1905">
                  <c:v>0</c:v>
                </c:pt>
                <c:pt idx="1906">
                  <c:v>2.409715035784769E-5</c:v>
                </c:pt>
                <c:pt idx="1907">
                  <c:v>4.6384763969196314E-6</c:v>
                </c:pt>
                <c:pt idx="1908">
                  <c:v>3.6755307214267188E-6</c:v>
                </c:pt>
                <c:pt idx="1909">
                  <c:v>2.5778778345248394E-5</c:v>
                </c:pt>
                <c:pt idx="1910">
                  <c:v>4.3099240227222058E-6</c:v>
                </c:pt>
                <c:pt idx="1911">
                  <c:v>0</c:v>
                </c:pt>
                <c:pt idx="1912">
                  <c:v>2.9665248086068247E-5</c:v>
                </c:pt>
                <c:pt idx="1913">
                  <c:v>2.3833609627450209E-5</c:v>
                </c:pt>
                <c:pt idx="1914">
                  <c:v>3.4398428129702214E-5</c:v>
                </c:pt>
                <c:pt idx="1915">
                  <c:v>1.0616555695231171E-4</c:v>
                </c:pt>
                <c:pt idx="1916">
                  <c:v>2.6441098949870595E-5</c:v>
                </c:pt>
                <c:pt idx="1917">
                  <c:v>8.9349307504694059E-5</c:v>
                </c:pt>
                <c:pt idx="1918">
                  <c:v>0</c:v>
                </c:pt>
                <c:pt idx="1919">
                  <c:v>7.8786493034530659E-7</c:v>
                </c:pt>
                <c:pt idx="1920">
                  <c:v>2.0878710396499809E-6</c:v>
                </c:pt>
                <c:pt idx="1921">
                  <c:v>6.1628015176476583E-6</c:v>
                </c:pt>
                <c:pt idx="1922">
                  <c:v>0</c:v>
                </c:pt>
                <c:pt idx="1923">
                  <c:v>1.3004657499526389E-7</c:v>
                </c:pt>
                <c:pt idx="1924">
                  <c:v>6.4707665537000847E-6</c:v>
                </c:pt>
                <c:pt idx="1925">
                  <c:v>4.2596792487180189E-4</c:v>
                </c:pt>
                <c:pt idx="1926">
                  <c:v>0</c:v>
                </c:pt>
                <c:pt idx="1927">
                  <c:v>0</c:v>
                </c:pt>
                <c:pt idx="1928">
                  <c:v>0</c:v>
                </c:pt>
                <c:pt idx="1929">
                  <c:v>1.209099488905189E-5</c:v>
                </c:pt>
                <c:pt idx="1930">
                  <c:v>8.5696253270523265E-6</c:v>
                </c:pt>
                <c:pt idx="1931">
                  <c:v>4.9007905432298659E-7</c:v>
                </c:pt>
                <c:pt idx="1932">
                  <c:v>0</c:v>
                </c:pt>
                <c:pt idx="1933">
                  <c:v>1.4391061911042221E-5</c:v>
                </c:pt>
                <c:pt idx="1934">
                  <c:v>2.0193149268469005E-7</c:v>
                </c:pt>
                <c:pt idx="1935">
                  <c:v>0</c:v>
                </c:pt>
                <c:pt idx="1936">
                  <c:v>4.9694530414964333E-5</c:v>
                </c:pt>
                <c:pt idx="1937">
                  <c:v>1.706561295462001E-5</c:v>
                </c:pt>
                <c:pt idx="1938">
                  <c:v>2.307351480283942E-5</c:v>
                </c:pt>
                <c:pt idx="1939">
                  <c:v>5.1074488068814579E-6</c:v>
                </c:pt>
                <c:pt idx="1940">
                  <c:v>0</c:v>
                </c:pt>
                <c:pt idx="1941">
                  <c:v>2.2617488454215458E-6</c:v>
                </c:pt>
                <c:pt idx="1942">
                  <c:v>1.7731135228747179E-5</c:v>
                </c:pt>
                <c:pt idx="1943">
                  <c:v>6.8411058457370847E-8</c:v>
                </c:pt>
                <c:pt idx="1944">
                  <c:v>8.2709887572364168E-5</c:v>
                </c:pt>
                <c:pt idx="1945">
                  <c:v>1.3330528906765415E-5</c:v>
                </c:pt>
                <c:pt idx="1946">
                  <c:v>5.2899985562230557E-5</c:v>
                </c:pt>
                <c:pt idx="1947">
                  <c:v>2.4925879624790747E-5</c:v>
                </c:pt>
                <c:pt idx="1948">
                  <c:v>2.2413909690360184E-6</c:v>
                </c:pt>
                <c:pt idx="1949">
                  <c:v>0</c:v>
                </c:pt>
                <c:pt idx="1950">
                  <c:v>6.0317181449496257E-7</c:v>
                </c:pt>
                <c:pt idx="1951">
                  <c:v>0</c:v>
                </c:pt>
                <c:pt idx="1952">
                  <c:v>0</c:v>
                </c:pt>
                <c:pt idx="1953">
                  <c:v>0</c:v>
                </c:pt>
                <c:pt idx="1954">
                  <c:v>0</c:v>
                </c:pt>
                <c:pt idx="1955">
                  <c:v>0</c:v>
                </c:pt>
                <c:pt idx="1956">
                  <c:v>7.6769383523925552E-6</c:v>
                </c:pt>
                <c:pt idx="1957">
                  <c:v>5.4283587169325106E-5</c:v>
                </c:pt>
                <c:pt idx="1958">
                  <c:v>2.7225568133577751E-5</c:v>
                </c:pt>
                <c:pt idx="1959">
                  <c:v>3.0228668782133683E-6</c:v>
                </c:pt>
                <c:pt idx="1960">
                  <c:v>3.3205792133674366E-7</c:v>
                </c:pt>
                <c:pt idx="1961">
                  <c:v>0</c:v>
                </c:pt>
                <c:pt idx="1962">
                  <c:v>9.6658702289349135E-7</c:v>
                </c:pt>
                <c:pt idx="1963">
                  <c:v>4.1292796876070526E-8</c:v>
                </c:pt>
                <c:pt idx="1964">
                  <c:v>0</c:v>
                </c:pt>
                <c:pt idx="1965">
                  <c:v>4.925499851523788E-5</c:v>
                </c:pt>
                <c:pt idx="1966">
                  <c:v>1.4164944392703671E-5</c:v>
                </c:pt>
                <c:pt idx="1967">
                  <c:v>0</c:v>
                </c:pt>
                <c:pt idx="1968">
                  <c:v>9.0971778882564043E-5</c:v>
                </c:pt>
                <c:pt idx="1969">
                  <c:v>1.5180735646857521E-7</c:v>
                </c:pt>
                <c:pt idx="1970">
                  <c:v>3.957691563002925E-6</c:v>
                </c:pt>
                <c:pt idx="1971">
                  <c:v>9.7151408109873761E-6</c:v>
                </c:pt>
                <c:pt idx="1972">
                  <c:v>1.1330425601679741E-4</c:v>
                </c:pt>
                <c:pt idx="1973">
                  <c:v>1.9757255628403212E-5</c:v>
                </c:pt>
                <c:pt idx="1974">
                  <c:v>3.2706796829825694E-7</c:v>
                </c:pt>
                <c:pt idx="1975">
                  <c:v>3.6178535344959635E-6</c:v>
                </c:pt>
                <c:pt idx="1976">
                  <c:v>1.4502148025233707E-5</c:v>
                </c:pt>
                <c:pt idx="1977">
                  <c:v>4.3626589022020842E-6</c:v>
                </c:pt>
                <c:pt idx="1978">
                  <c:v>2.157638137829681E-5</c:v>
                </c:pt>
                <c:pt idx="1979">
                  <c:v>1.2915601205582201E-5</c:v>
                </c:pt>
                <c:pt idx="1980">
                  <c:v>0</c:v>
                </c:pt>
                <c:pt idx="1981">
                  <c:v>0</c:v>
                </c:pt>
                <c:pt idx="1982">
                  <c:v>2.7006132975539158E-5</c:v>
                </c:pt>
                <c:pt idx="1983">
                  <c:v>8.8487336989708028E-6</c:v>
                </c:pt>
                <c:pt idx="1984">
                  <c:v>2.7674339588550003E-6</c:v>
                </c:pt>
                <c:pt idx="1985">
                  <c:v>2.3400875427129658E-5</c:v>
                </c:pt>
                <c:pt idx="1986">
                  <c:v>0</c:v>
                </c:pt>
                <c:pt idx="1987">
                  <c:v>1.2458399705245621E-6</c:v>
                </c:pt>
                <c:pt idx="1988">
                  <c:v>0</c:v>
                </c:pt>
                <c:pt idx="1989">
                  <c:v>2.0002628482169481E-6</c:v>
                </c:pt>
                <c:pt idx="1990">
                  <c:v>3.7976197305512217E-5</c:v>
                </c:pt>
                <c:pt idx="1991">
                  <c:v>0</c:v>
                </c:pt>
                <c:pt idx="1992">
                  <c:v>2.3444909014216805E-5</c:v>
                </c:pt>
                <c:pt idx="1993">
                  <c:v>2.3825099969375697E-7</c:v>
                </c:pt>
                <c:pt idx="1994">
                  <c:v>0</c:v>
                </c:pt>
                <c:pt idx="1995">
                  <c:v>8.5786821328958158E-7</c:v>
                </c:pt>
                <c:pt idx="1996">
                  <c:v>1.049874636118582E-5</c:v>
                </c:pt>
                <c:pt idx="1997">
                  <c:v>2.6444742466778342E-5</c:v>
                </c:pt>
                <c:pt idx="1998">
                  <c:v>3.4708228598175505E-5</c:v>
                </c:pt>
                <c:pt idx="1999">
                  <c:v>3.6627963129471413E-5</c:v>
                </c:pt>
                <c:pt idx="2000">
                  <c:v>0</c:v>
                </c:pt>
                <c:pt idx="2001">
                  <c:v>9.2653243704832458E-7</c:v>
                </c:pt>
                <c:pt idx="2002">
                  <c:v>1.3881109826452592E-7</c:v>
                </c:pt>
                <c:pt idx="2003">
                  <c:v>0</c:v>
                </c:pt>
                <c:pt idx="2004">
                  <c:v>2.6738888757159275E-5</c:v>
                </c:pt>
                <c:pt idx="2005">
                  <c:v>6.0756806228582332E-7</c:v>
                </c:pt>
                <c:pt idx="2006">
                  <c:v>1.5014036573897733E-5</c:v>
                </c:pt>
                <c:pt idx="2007">
                  <c:v>7.2995491328759154E-7</c:v>
                </c:pt>
                <c:pt idx="2008">
                  <c:v>0</c:v>
                </c:pt>
                <c:pt idx="2009">
                  <c:v>2.6049707597807407E-6</c:v>
                </c:pt>
                <c:pt idx="2010">
                  <c:v>1.1590173007856084E-6</c:v>
                </c:pt>
                <c:pt idx="2011">
                  <c:v>0</c:v>
                </c:pt>
                <c:pt idx="2012">
                  <c:v>4.1483198931260699E-4</c:v>
                </c:pt>
                <c:pt idx="2013">
                  <c:v>0</c:v>
                </c:pt>
                <c:pt idx="2014">
                  <c:v>6.1392566676319436E-6</c:v>
                </c:pt>
                <c:pt idx="2015">
                  <c:v>4.0109186334486923E-7</c:v>
                </c:pt>
                <c:pt idx="2016">
                  <c:v>3.4989355445387009E-6</c:v>
                </c:pt>
                <c:pt idx="2017">
                  <c:v>2.0035857625563947E-5</c:v>
                </c:pt>
                <c:pt idx="2018">
                  <c:v>1.3425593607333963E-5</c:v>
                </c:pt>
                <c:pt idx="2019">
                  <c:v>1.1124718747256703E-7</c:v>
                </c:pt>
                <c:pt idx="2020">
                  <c:v>0</c:v>
                </c:pt>
                <c:pt idx="2021">
                  <c:v>5.6034774225900375E-7</c:v>
                </c:pt>
                <c:pt idx="2022">
                  <c:v>6.9808207279900388E-6</c:v>
                </c:pt>
                <c:pt idx="2023">
                  <c:v>1.6562059860252624E-5</c:v>
                </c:pt>
                <c:pt idx="2024">
                  <c:v>1.8410118467321041E-5</c:v>
                </c:pt>
                <c:pt idx="2025">
                  <c:v>0</c:v>
                </c:pt>
                <c:pt idx="2026">
                  <c:v>0</c:v>
                </c:pt>
                <c:pt idx="2027">
                  <c:v>0</c:v>
                </c:pt>
                <c:pt idx="2028">
                  <c:v>4.6800794030991889E-7</c:v>
                </c:pt>
                <c:pt idx="2029">
                  <c:v>8.5153403653916844E-6</c:v>
                </c:pt>
                <c:pt idx="2030">
                  <c:v>8.4606008170561022E-6</c:v>
                </c:pt>
                <c:pt idx="2031">
                  <c:v>5.7320643328899016E-5</c:v>
                </c:pt>
                <c:pt idx="2032">
                  <c:v>0</c:v>
                </c:pt>
                <c:pt idx="2033">
                  <c:v>5.0974777891119946E-7</c:v>
                </c:pt>
                <c:pt idx="2034">
                  <c:v>1.9195755429213891E-7</c:v>
                </c:pt>
                <c:pt idx="2035">
                  <c:v>1.0487242148700581E-5</c:v>
                </c:pt>
                <c:pt idx="2036">
                  <c:v>0</c:v>
                </c:pt>
                <c:pt idx="2037">
                  <c:v>0</c:v>
                </c:pt>
                <c:pt idx="2038">
                  <c:v>0</c:v>
                </c:pt>
                <c:pt idx="2039">
                  <c:v>0</c:v>
                </c:pt>
                <c:pt idx="2040">
                  <c:v>4.0194618383589504E-7</c:v>
                </c:pt>
                <c:pt idx="2041">
                  <c:v>0</c:v>
                </c:pt>
                <c:pt idx="2042">
                  <c:v>5.9942272893153892E-5</c:v>
                </c:pt>
                <c:pt idx="2043">
                  <c:v>2.6857195752325842E-6</c:v>
                </c:pt>
                <c:pt idx="2044">
                  <c:v>0</c:v>
                </c:pt>
                <c:pt idx="2045">
                  <c:v>8.1611682275829639E-5</c:v>
                </c:pt>
                <c:pt idx="2046">
                  <c:v>5.0974777891119946E-7</c:v>
                </c:pt>
                <c:pt idx="2047">
                  <c:v>3.6562870510408356E-6</c:v>
                </c:pt>
                <c:pt idx="2048">
                  <c:v>0</c:v>
                </c:pt>
                <c:pt idx="2049">
                  <c:v>1.137047627805457E-5</c:v>
                </c:pt>
                <c:pt idx="2050">
                  <c:v>5.7258368202928494E-5</c:v>
                </c:pt>
                <c:pt idx="2051">
                  <c:v>0</c:v>
                </c:pt>
                <c:pt idx="2052">
                  <c:v>1.0621225471312648E-6</c:v>
                </c:pt>
                <c:pt idx="2053">
                  <c:v>0</c:v>
                </c:pt>
                <c:pt idx="2054">
                  <c:v>0</c:v>
                </c:pt>
                <c:pt idx="2055">
                  <c:v>0</c:v>
                </c:pt>
                <c:pt idx="2056">
                  <c:v>0</c:v>
                </c:pt>
                <c:pt idx="2057">
                  <c:v>0</c:v>
                </c:pt>
                <c:pt idx="2058">
                  <c:v>0</c:v>
                </c:pt>
                <c:pt idx="2059">
                  <c:v>0</c:v>
                </c:pt>
                <c:pt idx="2060">
                  <c:v>0</c:v>
                </c:pt>
                <c:pt idx="2061">
                  <c:v>1.2210125881411948E-5</c:v>
                </c:pt>
                <c:pt idx="2062">
                  <c:v>4.6140231045328637E-4</c:v>
                </c:pt>
                <c:pt idx="2063">
                  <c:v>8.1071588241728023E-7</c:v>
                </c:pt>
                <c:pt idx="2064">
                  <c:v>7.2925639183946952E-7</c:v>
                </c:pt>
                <c:pt idx="2065">
                  <c:v>0</c:v>
                </c:pt>
                <c:pt idx="2066">
                  <c:v>6.5006087220902458E-3</c:v>
                </c:pt>
                <c:pt idx="2067">
                  <c:v>1.3408907849951517E-6</c:v>
                </c:pt>
                <c:pt idx="2068">
                  <c:v>1.1632246357236741E-6</c:v>
                </c:pt>
                <c:pt idx="2069">
                  <c:v>0</c:v>
                </c:pt>
                <c:pt idx="2070">
                  <c:v>7.337201150572103E-6</c:v>
                </c:pt>
                <c:pt idx="2071">
                  <c:v>0</c:v>
                </c:pt>
                <c:pt idx="2072">
                  <c:v>8.939466194412689E-5</c:v>
                </c:pt>
                <c:pt idx="2073">
                  <c:v>3.9760326755073598E-6</c:v>
                </c:pt>
                <c:pt idx="2074">
                  <c:v>2.5615896788982875E-6</c:v>
                </c:pt>
                <c:pt idx="2075">
                  <c:v>8.5963828518758473E-5</c:v>
                </c:pt>
                <c:pt idx="2076">
                  <c:v>0</c:v>
                </c:pt>
                <c:pt idx="2077">
                  <c:v>6.2123955754387562E-7</c:v>
                </c:pt>
                <c:pt idx="2078">
                  <c:v>6.7842729495822126E-5</c:v>
                </c:pt>
                <c:pt idx="2079">
                  <c:v>1.9123536498676167E-7</c:v>
                </c:pt>
                <c:pt idx="2080">
                  <c:v>7.8587718382095767E-8</c:v>
                </c:pt>
                <c:pt idx="2081">
                  <c:v>4.0057414042582302E-6</c:v>
                </c:pt>
                <c:pt idx="2082">
                  <c:v>1.4423306110631002E-7</c:v>
                </c:pt>
                <c:pt idx="2083">
                  <c:v>1.282567111165781E-5</c:v>
                </c:pt>
                <c:pt idx="2084">
                  <c:v>3.8944787196844119E-7</c:v>
                </c:pt>
                <c:pt idx="2085">
                  <c:v>0</c:v>
                </c:pt>
                <c:pt idx="2086">
                  <c:v>2.9689262013459504E-6</c:v>
                </c:pt>
                <c:pt idx="2087">
                  <c:v>5.5423485779799434E-7</c:v>
                </c:pt>
                <c:pt idx="2088">
                  <c:v>9.4636384539037104E-6</c:v>
                </c:pt>
                <c:pt idx="2089">
                  <c:v>1.8941546443001E-5</c:v>
                </c:pt>
                <c:pt idx="2090">
                  <c:v>1.4606144135725243E-5</c:v>
                </c:pt>
                <c:pt idx="2091">
                  <c:v>1.7991186692737025E-6</c:v>
                </c:pt>
                <c:pt idx="2092">
                  <c:v>1.9663580033829006E-5</c:v>
                </c:pt>
                <c:pt idx="2093">
                  <c:v>3.6117200448921665E-7</c:v>
                </c:pt>
                <c:pt idx="2094">
                  <c:v>5.7968315460434477E-6</c:v>
                </c:pt>
                <c:pt idx="2095">
                  <c:v>3.1737223506942762E-5</c:v>
                </c:pt>
                <c:pt idx="2096">
                  <c:v>4.6907230836680652E-5</c:v>
                </c:pt>
                <c:pt idx="2097">
                  <c:v>1.771024391295912E-5</c:v>
                </c:pt>
                <c:pt idx="2098">
                  <c:v>8.2692134957522222E-5</c:v>
                </c:pt>
                <c:pt idx="2099">
                  <c:v>4.740532491497675E-6</c:v>
                </c:pt>
                <c:pt idx="2100">
                  <c:v>1.4371981414074409E-3</c:v>
                </c:pt>
                <c:pt idx="2101">
                  <c:v>7.6325700798546376E-5</c:v>
                </c:pt>
                <c:pt idx="2102">
                  <c:v>4.0529528711543802E-5</c:v>
                </c:pt>
                <c:pt idx="2103">
                  <c:v>4.9430737045420538E-5</c:v>
                </c:pt>
                <c:pt idx="2104">
                  <c:v>1.6329713216142648E-5</c:v>
                </c:pt>
                <c:pt idx="2105">
                  <c:v>5.3272234712072898E-6</c:v>
                </c:pt>
                <c:pt idx="2106">
                  <c:v>0</c:v>
                </c:pt>
                <c:pt idx="2107">
                  <c:v>6.4431690770699102E-7</c:v>
                </c:pt>
                <c:pt idx="2108">
                  <c:v>8.897519402555296E-6</c:v>
                </c:pt>
                <c:pt idx="2109">
                  <c:v>2.2962714301113441E-5</c:v>
                </c:pt>
                <c:pt idx="2110">
                  <c:v>0</c:v>
                </c:pt>
                <c:pt idx="2111">
                  <c:v>4.2455316405103795E-6</c:v>
                </c:pt>
                <c:pt idx="2112">
                  <c:v>9.497623319827576E-5</c:v>
                </c:pt>
                <c:pt idx="2113">
                  <c:v>1.1326908086848323E-5</c:v>
                </c:pt>
                <c:pt idx="2114">
                  <c:v>4.4528331008095938E-5</c:v>
                </c:pt>
                <c:pt idx="2115">
                  <c:v>0</c:v>
                </c:pt>
                <c:pt idx="2116">
                  <c:v>2.344839782991525E-6</c:v>
                </c:pt>
                <c:pt idx="2117">
                  <c:v>7.1637548454213425E-6</c:v>
                </c:pt>
                <c:pt idx="2118">
                  <c:v>6.1565275132581266E-5</c:v>
                </c:pt>
                <c:pt idx="2119">
                  <c:v>0</c:v>
                </c:pt>
                <c:pt idx="2120">
                  <c:v>1.4109523057584512E-5</c:v>
                </c:pt>
                <c:pt idx="2121">
                  <c:v>0</c:v>
                </c:pt>
                <c:pt idx="2122">
                  <c:v>9.1816015599065749E-7</c:v>
                </c:pt>
                <c:pt idx="2123">
                  <c:v>0</c:v>
                </c:pt>
                <c:pt idx="2124">
                  <c:v>6.1859018202947808E-6</c:v>
                </c:pt>
                <c:pt idx="2125">
                  <c:v>0</c:v>
                </c:pt>
                <c:pt idx="2126">
                  <c:v>0</c:v>
                </c:pt>
                <c:pt idx="2127">
                  <c:v>3.3497711185593235E-7</c:v>
                </c:pt>
                <c:pt idx="2128">
                  <c:v>0</c:v>
                </c:pt>
                <c:pt idx="2129">
                  <c:v>1.3560016533110588E-7</c:v>
                </c:pt>
                <c:pt idx="2130">
                  <c:v>1.4499917854919193E-5</c:v>
                </c:pt>
                <c:pt idx="2131">
                  <c:v>2.8175544603217221E-6</c:v>
                </c:pt>
                <c:pt idx="2132">
                  <c:v>7.9459102891100905E-6</c:v>
                </c:pt>
                <c:pt idx="2133">
                  <c:v>1.2829663155661341E-5</c:v>
                </c:pt>
                <c:pt idx="2134">
                  <c:v>9.6129589405208506E-7</c:v>
                </c:pt>
                <c:pt idx="2135">
                  <c:v>1.4464829551397266E-5</c:v>
                </c:pt>
                <c:pt idx="2136">
                  <c:v>3.3612180070439681E-6</c:v>
                </c:pt>
                <c:pt idx="2137">
                  <c:v>2.309311907491649E-7</c:v>
                </c:pt>
                <c:pt idx="2138">
                  <c:v>4.5323260614817344E-5</c:v>
                </c:pt>
                <c:pt idx="2139">
                  <c:v>1.3311317545366736E-7</c:v>
                </c:pt>
                <c:pt idx="2140">
                  <c:v>0</c:v>
                </c:pt>
                <c:pt idx="2141">
                  <c:v>0</c:v>
                </c:pt>
                <c:pt idx="2142">
                  <c:v>2.5737498032201255E-5</c:v>
                </c:pt>
                <c:pt idx="2143">
                  <c:v>6.142546910399275E-7</c:v>
                </c:pt>
                <c:pt idx="2144">
                  <c:v>5.2371531560825954E-6</c:v>
                </c:pt>
                <c:pt idx="2145">
                  <c:v>1.4676642081286859E-5</c:v>
                </c:pt>
                <c:pt idx="2146">
                  <c:v>1.1276421048942733E-7</c:v>
                </c:pt>
                <c:pt idx="2147">
                  <c:v>6.9810406903893791E-6</c:v>
                </c:pt>
                <c:pt idx="2148">
                  <c:v>0</c:v>
                </c:pt>
                <c:pt idx="2149">
                  <c:v>2.3851941072715738E-7</c:v>
                </c:pt>
                <c:pt idx="2150">
                  <c:v>0</c:v>
                </c:pt>
                <c:pt idx="2151">
                  <c:v>2.5691237864025529E-5</c:v>
                </c:pt>
                <c:pt idx="2152">
                  <c:v>0</c:v>
                </c:pt>
                <c:pt idx="2153">
                  <c:v>0</c:v>
                </c:pt>
                <c:pt idx="2154">
                  <c:v>9.1400138688322879E-7</c:v>
                </c:pt>
                <c:pt idx="2155">
                  <c:v>1.7449713951821211E-5</c:v>
                </c:pt>
                <c:pt idx="2156">
                  <c:v>5.9360903775046605E-6</c:v>
                </c:pt>
                <c:pt idx="2157">
                  <c:v>2.2361096490205022E-6</c:v>
                </c:pt>
                <c:pt idx="2158">
                  <c:v>4.3136807218157804E-5</c:v>
                </c:pt>
                <c:pt idx="2159">
                  <c:v>2.9775553744819221E-6</c:v>
                </c:pt>
                <c:pt idx="2160">
                  <c:v>1.0434413910436797E-5</c:v>
                </c:pt>
                <c:pt idx="2161">
                  <c:v>0</c:v>
                </c:pt>
                <c:pt idx="2162">
                  <c:v>7.8917544345506638E-6</c:v>
                </c:pt>
                <c:pt idx="2163">
                  <c:v>2.0181539555952592E-5</c:v>
                </c:pt>
                <c:pt idx="2164">
                  <c:v>7.4856358481044941E-5</c:v>
                </c:pt>
                <c:pt idx="2165">
                  <c:v>3.8177020913692648E-6</c:v>
                </c:pt>
                <c:pt idx="2166">
                  <c:v>2.3886460081611621E-5</c:v>
                </c:pt>
                <c:pt idx="2167">
                  <c:v>0</c:v>
                </c:pt>
                <c:pt idx="2168">
                  <c:v>5.9645614145798479E-6</c:v>
                </c:pt>
                <c:pt idx="2169">
                  <c:v>9.8714110035265047E-8</c:v>
                </c:pt>
                <c:pt idx="2170">
                  <c:v>8.9562124877671272E-8</c:v>
                </c:pt>
                <c:pt idx="2171">
                  <c:v>2.2613421458526399E-5</c:v>
                </c:pt>
                <c:pt idx="2172">
                  <c:v>5.3667107709312904E-7</c:v>
                </c:pt>
                <c:pt idx="2173">
                  <c:v>6.2900442184300132E-5</c:v>
                </c:pt>
                <c:pt idx="2174">
                  <c:v>1.333114031030726E-5</c:v>
                </c:pt>
                <c:pt idx="2175">
                  <c:v>0</c:v>
                </c:pt>
                <c:pt idx="2176">
                  <c:v>9.0591329273063381E-7</c:v>
                </c:pt>
                <c:pt idx="2177">
                  <c:v>3.3789795539285451E-6</c:v>
                </c:pt>
                <c:pt idx="2178">
                  <c:v>0</c:v>
                </c:pt>
                <c:pt idx="2179">
                  <c:v>3.0411991974585796E-7</c:v>
                </c:pt>
                <c:pt idx="2180">
                  <c:v>0</c:v>
                </c:pt>
                <c:pt idx="2181">
                  <c:v>3.2856818876291208E-8</c:v>
                </c:pt>
                <c:pt idx="2182">
                  <c:v>1.2734053203856887E-5</c:v>
                </c:pt>
                <c:pt idx="2183">
                  <c:v>1.0712365266937899E-5</c:v>
                </c:pt>
                <c:pt idx="2184">
                  <c:v>1.6566802814614044E-6</c:v>
                </c:pt>
                <c:pt idx="2185">
                  <c:v>0</c:v>
                </c:pt>
                <c:pt idx="2186">
                  <c:v>8.3744277963983109E-7</c:v>
                </c:pt>
                <c:pt idx="2187">
                  <c:v>6.1936130397181991E-6</c:v>
                </c:pt>
                <c:pt idx="2188">
                  <c:v>1.7282915285153343E-4</c:v>
                </c:pt>
                <c:pt idx="2189">
                  <c:v>9.3538016660522315E-6</c:v>
                </c:pt>
                <c:pt idx="2190">
                  <c:v>1.6848311343486286E-5</c:v>
                </c:pt>
                <c:pt idx="2191">
                  <c:v>0</c:v>
                </c:pt>
                <c:pt idx="2192">
                  <c:v>0</c:v>
                </c:pt>
                <c:pt idx="2193">
                  <c:v>6.9143872172042293E-7</c:v>
                </c:pt>
                <c:pt idx="2194">
                  <c:v>0</c:v>
                </c:pt>
                <c:pt idx="2195">
                  <c:v>0</c:v>
                </c:pt>
                <c:pt idx="2196">
                  <c:v>1.0229166838553604E-6</c:v>
                </c:pt>
                <c:pt idx="2197">
                  <c:v>1.0123590714401117E-6</c:v>
                </c:pt>
                <c:pt idx="2198">
                  <c:v>0</c:v>
                </c:pt>
                <c:pt idx="2199">
                  <c:v>0</c:v>
                </c:pt>
                <c:pt idx="2200">
                  <c:v>1.0144065616933445E-6</c:v>
                </c:pt>
                <c:pt idx="2201">
                  <c:v>0</c:v>
                </c:pt>
                <c:pt idx="2202">
                  <c:v>0</c:v>
                </c:pt>
                <c:pt idx="2203">
                  <c:v>4.7033508011120126E-4</c:v>
                </c:pt>
                <c:pt idx="2204">
                  <c:v>1.409940665073532E-7</c:v>
                </c:pt>
                <c:pt idx="2205">
                  <c:v>0</c:v>
                </c:pt>
                <c:pt idx="2206">
                  <c:v>0</c:v>
                </c:pt>
                <c:pt idx="2207">
                  <c:v>4.0860797601429143E-7</c:v>
                </c:pt>
                <c:pt idx="2208">
                  <c:v>2.809738846416022E-6</c:v>
                </c:pt>
                <c:pt idx="2209">
                  <c:v>0</c:v>
                </c:pt>
                <c:pt idx="2210">
                  <c:v>0</c:v>
                </c:pt>
                <c:pt idx="2211">
                  <c:v>1.927948738103738E-5</c:v>
                </c:pt>
                <c:pt idx="2212">
                  <c:v>2.7184869795090615E-6</c:v>
                </c:pt>
                <c:pt idx="2213">
                  <c:v>1.9061324289906956E-5</c:v>
                </c:pt>
                <c:pt idx="2214">
                  <c:v>8.5625566002588739E-7</c:v>
                </c:pt>
                <c:pt idx="2215">
                  <c:v>4.5750472548303692E-6</c:v>
                </c:pt>
                <c:pt idx="2216">
                  <c:v>0</c:v>
                </c:pt>
                <c:pt idx="2217">
                  <c:v>1.8836528517778084E-6</c:v>
                </c:pt>
                <c:pt idx="2218">
                  <c:v>0</c:v>
                </c:pt>
                <c:pt idx="2219">
                  <c:v>5.9110954835567826E-5</c:v>
                </c:pt>
                <c:pt idx="2220">
                  <c:v>0</c:v>
                </c:pt>
                <c:pt idx="2221">
                  <c:v>1.6356547600428212E-4</c:v>
                </c:pt>
                <c:pt idx="2222">
                  <c:v>2.2250304510138473E-7</c:v>
                </c:pt>
                <c:pt idx="2223">
                  <c:v>4.7686576453720977E-5</c:v>
                </c:pt>
                <c:pt idx="2224">
                  <c:v>3.229575158483205E-6</c:v>
                </c:pt>
                <c:pt idx="2225">
                  <c:v>4.1185860414536483E-6</c:v>
                </c:pt>
                <c:pt idx="2226">
                  <c:v>4.6079878296215857E-5</c:v>
                </c:pt>
                <c:pt idx="2227">
                  <c:v>1.8036413121184587E-6</c:v>
                </c:pt>
                <c:pt idx="2228">
                  <c:v>1.3523920664991064E-7</c:v>
                </c:pt>
                <c:pt idx="2229">
                  <c:v>0</c:v>
                </c:pt>
                <c:pt idx="2230">
                  <c:v>8.8857201585958044E-7</c:v>
                </c:pt>
                <c:pt idx="2231">
                  <c:v>1.6472010215963256E-5</c:v>
                </c:pt>
                <c:pt idx="2232">
                  <c:v>0</c:v>
                </c:pt>
                <c:pt idx="2233">
                  <c:v>4.6454982486657973E-7</c:v>
                </c:pt>
                <c:pt idx="2234">
                  <c:v>1.0702310365557534E-4</c:v>
                </c:pt>
                <c:pt idx="2235">
                  <c:v>6.0622843012543199E-5</c:v>
                </c:pt>
                <c:pt idx="2236">
                  <c:v>0</c:v>
                </c:pt>
                <c:pt idx="2237">
                  <c:v>9.6983908729157143E-7</c:v>
                </c:pt>
                <c:pt idx="2238">
                  <c:v>7.5949352336209414E-6</c:v>
                </c:pt>
                <c:pt idx="2239">
                  <c:v>3.3375456765207634E-6</c:v>
                </c:pt>
                <c:pt idx="2240">
                  <c:v>1.24778885430435E-4</c:v>
                </c:pt>
                <c:pt idx="2241">
                  <c:v>0</c:v>
                </c:pt>
                <c:pt idx="2242">
                  <c:v>0</c:v>
                </c:pt>
                <c:pt idx="2243">
                  <c:v>1.8178232272026771E-5</c:v>
                </c:pt>
                <c:pt idx="2244">
                  <c:v>0</c:v>
                </c:pt>
                <c:pt idx="2245">
                  <c:v>5.7485050377170124E-7</c:v>
                </c:pt>
                <c:pt idx="2246">
                  <c:v>1.456777146546319E-6</c:v>
                </c:pt>
                <c:pt idx="2247">
                  <c:v>5.5413655835204936E-5</c:v>
                </c:pt>
                <c:pt idx="2248">
                  <c:v>6.8965875970338891E-7</c:v>
                </c:pt>
                <c:pt idx="2249">
                  <c:v>6.9882124575913476E-6</c:v>
                </c:pt>
                <c:pt idx="2250">
                  <c:v>3.2545610799520372E-5</c:v>
                </c:pt>
                <c:pt idx="2251">
                  <c:v>1.2124302149228703E-5</c:v>
                </c:pt>
                <c:pt idx="2252">
                  <c:v>7.5304709031663566E-6</c:v>
                </c:pt>
                <c:pt idx="2253">
                  <c:v>1.2770834454715272E-4</c:v>
                </c:pt>
                <c:pt idx="2254">
                  <c:v>1.475259696442495E-5</c:v>
                </c:pt>
                <c:pt idx="2255">
                  <c:v>3.1011508522040763E-4</c:v>
                </c:pt>
                <c:pt idx="2256">
                  <c:v>5.5290151047881519E-6</c:v>
                </c:pt>
                <c:pt idx="2257">
                  <c:v>0</c:v>
                </c:pt>
                <c:pt idx="2258">
                  <c:v>9.2910104203919371E-6</c:v>
                </c:pt>
                <c:pt idx="2259">
                  <c:v>3.3046013087503393E-5</c:v>
                </c:pt>
                <c:pt idx="2260">
                  <c:v>3.0228001826745056E-6</c:v>
                </c:pt>
                <c:pt idx="2261">
                  <c:v>3.5100155139974266E-7</c:v>
                </c:pt>
                <c:pt idx="2262">
                  <c:v>0</c:v>
                </c:pt>
                <c:pt idx="2263">
                  <c:v>0</c:v>
                </c:pt>
                <c:pt idx="2264">
                  <c:v>1.8125386752886565E-4</c:v>
                </c:pt>
                <c:pt idx="2265">
                  <c:v>3.9639684237827979E-7</c:v>
                </c:pt>
                <c:pt idx="2266">
                  <c:v>0</c:v>
                </c:pt>
                <c:pt idx="2267">
                  <c:v>1.3290959064134175E-5</c:v>
                </c:pt>
                <c:pt idx="2268">
                  <c:v>8.1811371924019851E-8</c:v>
                </c:pt>
                <c:pt idx="2269">
                  <c:v>3.0523420486230896E-5</c:v>
                </c:pt>
                <c:pt idx="2270">
                  <c:v>1.7418774427793643E-5</c:v>
                </c:pt>
                <c:pt idx="2271">
                  <c:v>2.2894764172422916E-5</c:v>
                </c:pt>
                <c:pt idx="2272">
                  <c:v>6.2058056145948223E-5</c:v>
                </c:pt>
                <c:pt idx="2273">
                  <c:v>1.0707113686901321E-4</c:v>
                </c:pt>
                <c:pt idx="2274">
                  <c:v>9.7455147273189569E-6</c:v>
                </c:pt>
                <c:pt idx="2275">
                  <c:v>1.7202549198019099E-7</c:v>
                </c:pt>
                <c:pt idx="2276">
                  <c:v>3.2541627272067858E-5</c:v>
                </c:pt>
                <c:pt idx="2277">
                  <c:v>0</c:v>
                </c:pt>
                <c:pt idx="2278">
                  <c:v>0</c:v>
                </c:pt>
                <c:pt idx="2279">
                  <c:v>2.4668805296981146E-5</c:v>
                </c:pt>
                <c:pt idx="2280">
                  <c:v>6.5914585296932807E-4</c:v>
                </c:pt>
                <c:pt idx="2281">
                  <c:v>7.241618970353449E-5</c:v>
                </c:pt>
                <c:pt idx="2282">
                  <c:v>3.2341247104943713E-5</c:v>
                </c:pt>
                <c:pt idx="2283">
                  <c:v>1.9291685820444985E-5</c:v>
                </c:pt>
                <c:pt idx="2284">
                  <c:v>3.0137551387705405E-5</c:v>
                </c:pt>
                <c:pt idx="2285">
                  <c:v>3.6415322004352472E-5</c:v>
                </c:pt>
                <c:pt idx="2286">
                  <c:v>1.8038545900968854E-5</c:v>
                </c:pt>
                <c:pt idx="2287">
                  <c:v>1.2365066496107328E-6</c:v>
                </c:pt>
                <c:pt idx="2288">
                  <c:v>4.7187178295494813E-7</c:v>
                </c:pt>
                <c:pt idx="2289">
                  <c:v>2.4618424715432447E-5</c:v>
                </c:pt>
                <c:pt idx="2290">
                  <c:v>2.4026337820629248E-5</c:v>
                </c:pt>
                <c:pt idx="2291">
                  <c:v>0</c:v>
                </c:pt>
                <c:pt idx="2292">
                  <c:v>9.7403606568614706E-7</c:v>
                </c:pt>
                <c:pt idx="2293">
                  <c:v>6.7362379429585973E-5</c:v>
                </c:pt>
                <c:pt idx="2294">
                  <c:v>2.9272435371997284E-5</c:v>
                </c:pt>
                <c:pt idx="2295">
                  <c:v>0</c:v>
                </c:pt>
                <c:pt idx="2296">
                  <c:v>0</c:v>
                </c:pt>
                <c:pt idx="2297">
                  <c:v>5.2235102854938051E-5</c:v>
                </c:pt>
                <c:pt idx="2298">
                  <c:v>1.2123602987386411E-4</c:v>
                </c:pt>
                <c:pt idx="2299">
                  <c:v>3.9838186957199201E-3</c:v>
                </c:pt>
                <c:pt idx="2300">
                  <c:v>0</c:v>
                </c:pt>
                <c:pt idx="2301">
                  <c:v>1.3187523472799981E-5</c:v>
                </c:pt>
                <c:pt idx="2302">
                  <c:v>7.9468518459039107E-5</c:v>
                </c:pt>
                <c:pt idx="2303">
                  <c:v>1.8259703270496325E-5</c:v>
                </c:pt>
                <c:pt idx="2304">
                  <c:v>1.3376411977921335E-4</c:v>
                </c:pt>
                <c:pt idx="2305">
                  <c:v>1.2452172050152127E-7</c:v>
                </c:pt>
                <c:pt idx="2306">
                  <c:v>3.8150346737056816E-6</c:v>
                </c:pt>
                <c:pt idx="2307">
                  <c:v>1.624671775556968E-5</c:v>
                </c:pt>
                <c:pt idx="2308">
                  <c:v>1.0248722127784643E-5</c:v>
                </c:pt>
                <c:pt idx="2309">
                  <c:v>3.0020497108972686E-5</c:v>
                </c:pt>
                <c:pt idx="2310">
                  <c:v>0</c:v>
                </c:pt>
                <c:pt idx="2311">
                  <c:v>6.3083043004922034E-6</c:v>
                </c:pt>
                <c:pt idx="2312">
                  <c:v>8.571587754501466E-6</c:v>
                </c:pt>
                <c:pt idx="2313">
                  <c:v>1.9762959939850341E-5</c:v>
                </c:pt>
                <c:pt idx="2314">
                  <c:v>3.6984909931328758E-6</c:v>
                </c:pt>
                <c:pt idx="2315">
                  <c:v>1.416492433963282E-6</c:v>
                </c:pt>
                <c:pt idx="2316">
                  <c:v>0</c:v>
                </c:pt>
                <c:pt idx="2317">
                  <c:v>7.3933026971466739E-7</c:v>
                </c:pt>
                <c:pt idx="2318">
                  <c:v>2.7451376996875348E-6</c:v>
                </c:pt>
                <c:pt idx="2319">
                  <c:v>1.5636096502294738E-4</c:v>
                </c:pt>
                <c:pt idx="2320">
                  <c:v>3.8360161526213966E-5</c:v>
                </c:pt>
                <c:pt idx="2321">
                  <c:v>0</c:v>
                </c:pt>
                <c:pt idx="2322">
                  <c:v>0</c:v>
                </c:pt>
                <c:pt idx="2323">
                  <c:v>2.0529355383857602E-5</c:v>
                </c:pt>
                <c:pt idx="2324">
                  <c:v>5.7954246180066308E-7</c:v>
                </c:pt>
                <c:pt idx="2325">
                  <c:v>5.7366314843669795E-7</c:v>
                </c:pt>
                <c:pt idx="2326">
                  <c:v>7.887076883206764E-5</c:v>
                </c:pt>
                <c:pt idx="2327">
                  <c:v>1.8917272384804225E-4</c:v>
                </c:pt>
                <c:pt idx="2328">
                  <c:v>0</c:v>
                </c:pt>
                <c:pt idx="2329">
                  <c:v>1.7760404404655377E-6</c:v>
                </c:pt>
                <c:pt idx="2330">
                  <c:v>7.084756767383709E-5</c:v>
                </c:pt>
                <c:pt idx="2331">
                  <c:v>0</c:v>
                </c:pt>
                <c:pt idx="2332">
                  <c:v>0</c:v>
                </c:pt>
                <c:pt idx="2333">
                  <c:v>6.4604547813688407E-5</c:v>
                </c:pt>
                <c:pt idx="2334">
                  <c:v>2.7672044482211654E-6</c:v>
                </c:pt>
                <c:pt idx="2335">
                  <c:v>3.7396158738235659E-6</c:v>
                </c:pt>
                <c:pt idx="2336">
                  <c:v>1.1033459428126608E-5</c:v>
                </c:pt>
                <c:pt idx="2337">
                  <c:v>3.6927048703761456E-5</c:v>
                </c:pt>
                <c:pt idx="2338">
                  <c:v>1.1189903488470303E-5</c:v>
                </c:pt>
                <c:pt idx="2339">
                  <c:v>2.7578031223362272E-7</c:v>
                </c:pt>
                <c:pt idx="2340">
                  <c:v>1.5909380203232749E-6</c:v>
                </c:pt>
                <c:pt idx="2341">
                  <c:v>0</c:v>
                </c:pt>
                <c:pt idx="2342">
                  <c:v>1.5325139199496924E-6</c:v>
                </c:pt>
                <c:pt idx="2343">
                  <c:v>2.9171340601879148E-5</c:v>
                </c:pt>
                <c:pt idx="2344">
                  <c:v>0</c:v>
                </c:pt>
                <c:pt idx="2345">
                  <c:v>0</c:v>
                </c:pt>
                <c:pt idx="2346">
                  <c:v>0</c:v>
                </c:pt>
                <c:pt idx="2347">
                  <c:v>0</c:v>
                </c:pt>
                <c:pt idx="2348">
                  <c:v>9.9374231541810453E-8</c:v>
                </c:pt>
                <c:pt idx="2349">
                  <c:v>4.0990278095775912E-5</c:v>
                </c:pt>
                <c:pt idx="2350">
                  <c:v>0</c:v>
                </c:pt>
                <c:pt idx="2351">
                  <c:v>0</c:v>
                </c:pt>
                <c:pt idx="2352">
                  <c:v>0</c:v>
                </c:pt>
                <c:pt idx="2353">
                  <c:v>4.3500522377561314E-6</c:v>
                </c:pt>
                <c:pt idx="2354">
                  <c:v>0</c:v>
                </c:pt>
                <c:pt idx="2355">
                  <c:v>2.8120772305248689E-7</c:v>
                </c:pt>
                <c:pt idx="2356">
                  <c:v>0</c:v>
                </c:pt>
                <c:pt idx="2357">
                  <c:v>1.6238440292569957E-5</c:v>
                </c:pt>
                <c:pt idx="2358">
                  <c:v>0</c:v>
                </c:pt>
                <c:pt idx="2359">
                  <c:v>1.8857150076549332E-5</c:v>
                </c:pt>
                <c:pt idx="2360">
                  <c:v>1.8933488930905308E-6</c:v>
                </c:pt>
                <c:pt idx="2361">
                  <c:v>0</c:v>
                </c:pt>
                <c:pt idx="2362">
                  <c:v>4.1360810281722073E-7</c:v>
                </c:pt>
                <c:pt idx="2363">
                  <c:v>0</c:v>
                </c:pt>
                <c:pt idx="2364">
                  <c:v>0</c:v>
                </c:pt>
                <c:pt idx="2365">
                  <c:v>2.4945699067877526E-6</c:v>
                </c:pt>
                <c:pt idx="2366">
                  <c:v>0</c:v>
                </c:pt>
                <c:pt idx="2367">
                  <c:v>4.9170628402018122E-6</c:v>
                </c:pt>
                <c:pt idx="2368">
                  <c:v>0</c:v>
                </c:pt>
                <c:pt idx="2369">
                  <c:v>1.9341968084833864E-5</c:v>
                </c:pt>
                <c:pt idx="2370">
                  <c:v>5.6345503156088448E-7</c:v>
                </c:pt>
                <c:pt idx="2371">
                  <c:v>1.3095791247094563E-4</c:v>
                </c:pt>
                <c:pt idx="2372">
                  <c:v>0</c:v>
                </c:pt>
                <c:pt idx="2373">
                  <c:v>2.8583066531470363E-5</c:v>
                </c:pt>
                <c:pt idx="2374">
                  <c:v>0</c:v>
                </c:pt>
                <c:pt idx="2375">
                  <c:v>0</c:v>
                </c:pt>
                <c:pt idx="2376">
                  <c:v>1.5942948315318966E-7</c:v>
                </c:pt>
                <c:pt idx="2377">
                  <c:v>0</c:v>
                </c:pt>
                <c:pt idx="2378">
                  <c:v>5.9305356328317994E-7</c:v>
                </c:pt>
                <c:pt idx="2379">
                  <c:v>1.3812411386516894E-5</c:v>
                </c:pt>
                <c:pt idx="2380">
                  <c:v>3.2124693094221819E-5</c:v>
                </c:pt>
                <c:pt idx="2381">
                  <c:v>6.8517611193559517E-5</c:v>
                </c:pt>
                <c:pt idx="2382">
                  <c:v>8.4018974456462279E-5</c:v>
                </c:pt>
                <c:pt idx="2383">
                  <c:v>7.4500836660991451E-6</c:v>
                </c:pt>
                <c:pt idx="2384">
                  <c:v>2.9320659483134776E-6</c:v>
                </c:pt>
                <c:pt idx="2385">
                  <c:v>0</c:v>
                </c:pt>
                <c:pt idx="2386">
                  <c:v>0</c:v>
                </c:pt>
                <c:pt idx="2387">
                  <c:v>1.5526199382425312E-6</c:v>
                </c:pt>
                <c:pt idx="2388">
                  <c:v>0</c:v>
                </c:pt>
                <c:pt idx="2389">
                  <c:v>0</c:v>
                </c:pt>
                <c:pt idx="2390">
                  <c:v>1.0169596332224083E-5</c:v>
                </c:pt>
                <c:pt idx="2391">
                  <c:v>8.6600092909261991E-7</c:v>
                </c:pt>
                <c:pt idx="2392">
                  <c:v>4.2004757456640324E-5</c:v>
                </c:pt>
                <c:pt idx="2393">
                  <c:v>0</c:v>
                </c:pt>
                <c:pt idx="2394">
                  <c:v>1.49337296070062E-4</c:v>
                </c:pt>
                <c:pt idx="2395">
                  <c:v>1.3547963190617705E-6</c:v>
                </c:pt>
                <c:pt idx="2396">
                  <c:v>0</c:v>
                </c:pt>
                <c:pt idx="2397">
                  <c:v>0</c:v>
                </c:pt>
                <c:pt idx="2398">
                  <c:v>0</c:v>
                </c:pt>
                <c:pt idx="2399">
                  <c:v>0</c:v>
                </c:pt>
                <c:pt idx="2400">
                  <c:v>0</c:v>
                </c:pt>
                <c:pt idx="2401">
                  <c:v>1.6063225927668984E-5</c:v>
                </c:pt>
                <c:pt idx="2402">
                  <c:v>3.1394854354677772E-4</c:v>
                </c:pt>
                <c:pt idx="2403">
                  <c:v>0</c:v>
                </c:pt>
                <c:pt idx="2404">
                  <c:v>0</c:v>
                </c:pt>
                <c:pt idx="2405">
                  <c:v>0</c:v>
                </c:pt>
                <c:pt idx="2406">
                  <c:v>0</c:v>
                </c:pt>
                <c:pt idx="2407">
                  <c:v>0</c:v>
                </c:pt>
                <c:pt idx="2408">
                  <c:v>8.2609294073564052E-7</c:v>
                </c:pt>
                <c:pt idx="2409">
                  <c:v>2.6896757478513088E-6</c:v>
                </c:pt>
                <c:pt idx="2410">
                  <c:v>0</c:v>
                </c:pt>
                <c:pt idx="2411">
                  <c:v>7.5905026198888635E-6</c:v>
                </c:pt>
                <c:pt idx="2412">
                  <c:v>4.1067266964679579E-7</c:v>
                </c:pt>
                <c:pt idx="2413">
                  <c:v>2.0493390679336475E-5</c:v>
                </c:pt>
                <c:pt idx="2414">
                  <c:v>5.3774866227327772E-6</c:v>
                </c:pt>
                <c:pt idx="2415">
                  <c:v>0</c:v>
                </c:pt>
                <c:pt idx="2416">
                  <c:v>1.6705011039876861E-5</c:v>
                </c:pt>
                <c:pt idx="2417">
                  <c:v>2.3352376376386456E-7</c:v>
                </c:pt>
                <c:pt idx="2418">
                  <c:v>1.611147842436039E-7</c:v>
                </c:pt>
                <c:pt idx="2419">
                  <c:v>0</c:v>
                </c:pt>
                <c:pt idx="2420">
                  <c:v>1.4623861765576867E-6</c:v>
                </c:pt>
                <c:pt idx="2421">
                  <c:v>4.420361980758513E-7</c:v>
                </c:pt>
                <c:pt idx="2422">
                  <c:v>1.5939874565811475E-5</c:v>
                </c:pt>
                <c:pt idx="2423">
                  <c:v>0</c:v>
                </c:pt>
                <c:pt idx="2424">
                  <c:v>2.6278376878353278E-7</c:v>
                </c:pt>
                <c:pt idx="2425">
                  <c:v>9.537163236654886E-5</c:v>
                </c:pt>
                <c:pt idx="2426">
                  <c:v>5.2734390178379932E-6</c:v>
                </c:pt>
                <c:pt idx="2427">
                  <c:v>0</c:v>
                </c:pt>
                <c:pt idx="2428">
                  <c:v>0</c:v>
                </c:pt>
                <c:pt idx="2429">
                  <c:v>2.6561909131410804E-5</c:v>
                </c:pt>
                <c:pt idx="2430">
                  <c:v>0</c:v>
                </c:pt>
                <c:pt idx="2431">
                  <c:v>2.8921165694849993E-7</c:v>
                </c:pt>
                <c:pt idx="2432">
                  <c:v>0</c:v>
                </c:pt>
                <c:pt idx="2433">
                  <c:v>1.2919963393712196E-6</c:v>
                </c:pt>
                <c:pt idx="2434">
                  <c:v>2.485801166595256E-7</c:v>
                </c:pt>
                <c:pt idx="2435">
                  <c:v>6.2133920659291697E-6</c:v>
                </c:pt>
                <c:pt idx="2436">
                  <c:v>1.0709830444425283E-5</c:v>
                </c:pt>
                <c:pt idx="2437">
                  <c:v>8.988212908227372E-6</c:v>
                </c:pt>
                <c:pt idx="2438">
                  <c:v>4.368921929269231E-5</c:v>
                </c:pt>
                <c:pt idx="2439">
                  <c:v>0</c:v>
                </c:pt>
                <c:pt idx="2440">
                  <c:v>6.4151388995300723E-5</c:v>
                </c:pt>
                <c:pt idx="2441">
                  <c:v>5.8339377405806608E-6</c:v>
                </c:pt>
                <c:pt idx="2442">
                  <c:v>2.1094676968398356E-5</c:v>
                </c:pt>
                <c:pt idx="2443">
                  <c:v>9.8843881417861768E-6</c:v>
                </c:pt>
                <c:pt idx="2444">
                  <c:v>1.0554979685235181E-5</c:v>
                </c:pt>
                <c:pt idx="2445">
                  <c:v>5.1339822110433716E-5</c:v>
                </c:pt>
                <c:pt idx="2446">
                  <c:v>4.0725344767270579E-7</c:v>
                </c:pt>
                <c:pt idx="2447">
                  <c:v>0</c:v>
                </c:pt>
                <c:pt idx="2448">
                  <c:v>5.3393586330083825E-6</c:v>
                </c:pt>
                <c:pt idx="2449">
                  <c:v>0</c:v>
                </c:pt>
                <c:pt idx="2450">
                  <c:v>0</c:v>
                </c:pt>
                <c:pt idx="2451">
                  <c:v>0</c:v>
                </c:pt>
                <c:pt idx="2452">
                  <c:v>0</c:v>
                </c:pt>
                <c:pt idx="2453">
                  <c:v>1.2492998791508622E-6</c:v>
                </c:pt>
                <c:pt idx="2454">
                  <c:v>7.7960436242904642E-8</c:v>
                </c:pt>
                <c:pt idx="2455">
                  <c:v>8.3998041786894062E-6</c:v>
                </c:pt>
                <c:pt idx="2456">
                  <c:v>1.3720092619686927E-5</c:v>
                </c:pt>
                <c:pt idx="2457">
                  <c:v>7.8299115273112744E-7</c:v>
                </c:pt>
                <c:pt idx="2458">
                  <c:v>3.4817035874173324E-5</c:v>
                </c:pt>
                <c:pt idx="2459">
                  <c:v>1.7437580637421579E-5</c:v>
                </c:pt>
                <c:pt idx="2460">
                  <c:v>1.5904791538257382E-5</c:v>
                </c:pt>
                <c:pt idx="2461">
                  <c:v>2.2464658346098903E-5</c:v>
                </c:pt>
                <c:pt idx="2462">
                  <c:v>6.3168088316775173E-7</c:v>
                </c:pt>
                <c:pt idx="2463">
                  <c:v>1.4149168841060561E-4</c:v>
                </c:pt>
                <c:pt idx="2464">
                  <c:v>6.9497270855323598E-6</c:v>
                </c:pt>
                <c:pt idx="2465">
                  <c:v>7.8278338738320812E-5</c:v>
                </c:pt>
                <c:pt idx="2466">
                  <c:v>2.8696112520863925E-5</c:v>
                </c:pt>
                <c:pt idx="2467">
                  <c:v>3.9599652328161301E-6</c:v>
                </c:pt>
                <c:pt idx="2468">
                  <c:v>0</c:v>
                </c:pt>
                <c:pt idx="2469">
                  <c:v>2.2398142905850654E-5</c:v>
                </c:pt>
                <c:pt idx="2470">
                  <c:v>1.8072875797760808E-6</c:v>
                </c:pt>
                <c:pt idx="2471">
                  <c:v>2.3503183849114252E-5</c:v>
                </c:pt>
                <c:pt idx="2472">
                  <c:v>3.3357346445442703E-6</c:v>
                </c:pt>
                <c:pt idx="2473">
                  <c:v>1.6022693707706852E-5</c:v>
                </c:pt>
                <c:pt idx="2474">
                  <c:v>2.3006624771543612E-7</c:v>
                </c:pt>
                <c:pt idx="2475">
                  <c:v>1.1842816871357707E-6</c:v>
                </c:pt>
                <c:pt idx="2476">
                  <c:v>2.9023707738711147E-4</c:v>
                </c:pt>
                <c:pt idx="2477">
                  <c:v>2.4631976252083148E-6</c:v>
                </c:pt>
                <c:pt idx="2478">
                  <c:v>6.8041685509898398E-7</c:v>
                </c:pt>
                <c:pt idx="2479">
                  <c:v>0</c:v>
                </c:pt>
                <c:pt idx="2480">
                  <c:v>0</c:v>
                </c:pt>
                <c:pt idx="2481">
                  <c:v>2.2845888995585642E-6</c:v>
                </c:pt>
                <c:pt idx="2482">
                  <c:v>1.1225141141284424E-6</c:v>
                </c:pt>
                <c:pt idx="2483">
                  <c:v>8.4249201195149675E-6</c:v>
                </c:pt>
                <c:pt idx="2484">
                  <c:v>1.877168659912367E-5</c:v>
                </c:pt>
                <c:pt idx="2485">
                  <c:v>1.90995721672242E-7</c:v>
                </c:pt>
                <c:pt idx="2486">
                  <c:v>7.9888947475207681E-6</c:v>
                </c:pt>
                <c:pt idx="2487">
                  <c:v>1.7319839306174045E-6</c:v>
                </c:pt>
                <c:pt idx="2488">
                  <c:v>9.768818917377273E-6</c:v>
                </c:pt>
                <c:pt idx="2489">
                  <c:v>0</c:v>
                </c:pt>
                <c:pt idx="2490">
                  <c:v>2.6705989466426949E-7</c:v>
                </c:pt>
                <c:pt idx="2491">
                  <c:v>5.6122249620229994E-6</c:v>
                </c:pt>
                <c:pt idx="2492">
                  <c:v>5.1145834192767807E-7</c:v>
                </c:pt>
                <c:pt idx="2493">
                  <c:v>0</c:v>
                </c:pt>
                <c:pt idx="2494">
                  <c:v>1.0867253227235361E-4</c:v>
                </c:pt>
                <c:pt idx="2495">
                  <c:v>3.6012608722780056E-6</c:v>
                </c:pt>
                <c:pt idx="2496">
                  <c:v>4.3512866039204817E-6</c:v>
                </c:pt>
                <c:pt idx="2497">
                  <c:v>0</c:v>
                </c:pt>
                <c:pt idx="2498">
                  <c:v>8.0218203102341237E-7</c:v>
                </c:pt>
                <c:pt idx="2499">
                  <c:v>2.6068256043343291E-5</c:v>
                </c:pt>
                <c:pt idx="2500">
                  <c:v>9.4976771599315461E-6</c:v>
                </c:pt>
                <c:pt idx="2501">
                  <c:v>1.7359067936861873E-5</c:v>
                </c:pt>
                <c:pt idx="2502">
                  <c:v>1.6436020422052312E-7</c:v>
                </c:pt>
                <c:pt idx="2503">
                  <c:v>0</c:v>
                </c:pt>
                <c:pt idx="2504">
                  <c:v>2.6948189921964719E-7</c:v>
                </c:pt>
                <c:pt idx="2505">
                  <c:v>1.2638858010310926E-5</c:v>
                </c:pt>
                <c:pt idx="2506">
                  <c:v>1.8653115993771689E-5</c:v>
                </c:pt>
                <c:pt idx="2507">
                  <c:v>8.726858625505236E-8</c:v>
                </c:pt>
                <c:pt idx="2508">
                  <c:v>0</c:v>
                </c:pt>
                <c:pt idx="2509">
                  <c:v>5.1046570207999593E-7</c:v>
                </c:pt>
                <c:pt idx="2510">
                  <c:v>8.8133720818635181E-7</c:v>
                </c:pt>
                <c:pt idx="2511">
                  <c:v>3.1378467474185504E-5</c:v>
                </c:pt>
                <c:pt idx="2512">
                  <c:v>7.1277281010654195E-7</c:v>
                </c:pt>
                <c:pt idx="2513">
                  <c:v>2.5619040772454891E-6</c:v>
                </c:pt>
                <c:pt idx="2514">
                  <c:v>1.379285078125144E-7</c:v>
                </c:pt>
                <c:pt idx="2515">
                  <c:v>4.2688100267401873E-5</c:v>
                </c:pt>
                <c:pt idx="2516">
                  <c:v>0</c:v>
                </c:pt>
                <c:pt idx="2517">
                  <c:v>0</c:v>
                </c:pt>
                <c:pt idx="2518">
                  <c:v>0</c:v>
                </c:pt>
                <c:pt idx="2519">
                  <c:v>2.8757469036688336E-6</c:v>
                </c:pt>
                <c:pt idx="2520">
                  <c:v>0</c:v>
                </c:pt>
                <c:pt idx="2521">
                  <c:v>0</c:v>
                </c:pt>
                <c:pt idx="2522">
                  <c:v>2.4631565040092641E-4</c:v>
                </c:pt>
                <c:pt idx="2523">
                  <c:v>0</c:v>
                </c:pt>
                <c:pt idx="2524">
                  <c:v>0</c:v>
                </c:pt>
                <c:pt idx="2525">
                  <c:v>2.8603273492255852E-6</c:v>
                </c:pt>
                <c:pt idx="2526">
                  <c:v>0</c:v>
                </c:pt>
                <c:pt idx="2527">
                  <c:v>0</c:v>
                </c:pt>
                <c:pt idx="2528">
                  <c:v>0</c:v>
                </c:pt>
                <c:pt idx="2529">
                  <c:v>0</c:v>
                </c:pt>
                <c:pt idx="2530">
                  <c:v>0</c:v>
                </c:pt>
                <c:pt idx="2531">
                  <c:v>1.3830724672817553E-7</c:v>
                </c:pt>
                <c:pt idx="2532">
                  <c:v>4.1127742452301022E-5</c:v>
                </c:pt>
                <c:pt idx="2533">
                  <c:v>1.1149346931780524E-5</c:v>
                </c:pt>
                <c:pt idx="2534">
                  <c:v>3.4405098396037975E-7</c:v>
                </c:pt>
                <c:pt idx="2535">
                  <c:v>0</c:v>
                </c:pt>
                <c:pt idx="2536">
                  <c:v>3.6729857886036862E-6</c:v>
                </c:pt>
                <c:pt idx="2537">
                  <c:v>8.6933569028963472E-7</c:v>
                </c:pt>
                <c:pt idx="2538">
                  <c:v>3.4337285338027944E-6</c:v>
                </c:pt>
                <c:pt idx="2539">
                  <c:v>5.3026210620858912E-5</c:v>
                </c:pt>
                <c:pt idx="2540">
                  <c:v>3.3861337841681227E-6</c:v>
                </c:pt>
                <c:pt idx="2541">
                  <c:v>2.6102134595842442E-6</c:v>
                </c:pt>
                <c:pt idx="2542">
                  <c:v>5.0191411381267461E-7</c:v>
                </c:pt>
                <c:pt idx="2543">
                  <c:v>3.2567543047124125E-6</c:v>
                </c:pt>
                <c:pt idx="2544">
                  <c:v>3.9061528523704298E-5</c:v>
                </c:pt>
                <c:pt idx="2545">
                  <c:v>0</c:v>
                </c:pt>
                <c:pt idx="2546">
                  <c:v>1.8363203119813114E-6</c:v>
                </c:pt>
                <c:pt idx="2547">
                  <c:v>0</c:v>
                </c:pt>
                <c:pt idx="2548">
                  <c:v>1.0642066651184821E-5</c:v>
                </c:pt>
                <c:pt idx="2549">
                  <c:v>2.1742451625456299E-7</c:v>
                </c:pt>
                <c:pt idx="2550">
                  <c:v>1.0625082660563794E-5</c:v>
                </c:pt>
                <c:pt idx="2551">
                  <c:v>1.7909207807412605E-5</c:v>
                </c:pt>
                <c:pt idx="2552">
                  <c:v>8.2719899000221876E-8</c:v>
                </c:pt>
                <c:pt idx="2553">
                  <c:v>9.1388453684034205E-6</c:v>
                </c:pt>
                <c:pt idx="2554">
                  <c:v>2.6031526198881102E-7</c:v>
                </c:pt>
                <c:pt idx="2555">
                  <c:v>1.3573399020950513E-6</c:v>
                </c:pt>
                <c:pt idx="2556">
                  <c:v>3.6129185514921315E-5</c:v>
                </c:pt>
                <c:pt idx="2557">
                  <c:v>3.8261110200374688E-6</c:v>
                </c:pt>
                <c:pt idx="2558">
                  <c:v>6.2407092530858034E-6</c:v>
                </c:pt>
                <c:pt idx="2559">
                  <c:v>4.7357414799275725E-5</c:v>
                </c:pt>
                <c:pt idx="2560">
                  <c:v>1.6095914617685459E-5</c:v>
                </c:pt>
                <c:pt idx="2561">
                  <c:v>3.3467407488711872E-4</c:v>
                </c:pt>
                <c:pt idx="2562">
                  <c:v>0</c:v>
                </c:pt>
                <c:pt idx="2563">
                  <c:v>8.6800977310378766E-7</c:v>
                </c:pt>
                <c:pt idx="2564">
                  <c:v>4.2520840098933832E-5</c:v>
                </c:pt>
                <c:pt idx="2565">
                  <c:v>1.8933488930987479E-7</c:v>
                </c:pt>
                <c:pt idx="2566">
                  <c:v>0</c:v>
                </c:pt>
                <c:pt idx="2567">
                  <c:v>9.1159212013311047E-7</c:v>
                </c:pt>
                <c:pt idx="2568">
                  <c:v>4.4827819380720207E-6</c:v>
                </c:pt>
                <c:pt idx="2569">
                  <c:v>3.929250946387086E-6</c:v>
                </c:pt>
                <c:pt idx="2570">
                  <c:v>8.6628174692736417E-6</c:v>
                </c:pt>
                <c:pt idx="2571">
                  <c:v>9.1574516304200319E-6</c:v>
                </c:pt>
                <c:pt idx="2572">
                  <c:v>3.4480821238930642E-6</c:v>
                </c:pt>
                <c:pt idx="2573">
                  <c:v>1.1611115601243099E-5</c:v>
                </c:pt>
                <c:pt idx="2574">
                  <c:v>0</c:v>
                </c:pt>
                <c:pt idx="2575">
                  <c:v>6.0600792305180911E-6</c:v>
                </c:pt>
                <c:pt idx="2576">
                  <c:v>0</c:v>
                </c:pt>
                <c:pt idx="2577">
                  <c:v>1.6390494409009909E-6</c:v>
                </c:pt>
                <c:pt idx="2578">
                  <c:v>1.3727877710455473E-6</c:v>
                </c:pt>
                <c:pt idx="2579">
                  <c:v>1.0143632849628163E-4</c:v>
                </c:pt>
                <c:pt idx="2580">
                  <c:v>1.4925790068449473E-6</c:v>
                </c:pt>
                <c:pt idx="2581">
                  <c:v>3.8616072680014626E-5</c:v>
                </c:pt>
                <c:pt idx="2582">
                  <c:v>3.3133566961499559E-7</c:v>
                </c:pt>
                <c:pt idx="2583">
                  <c:v>9.2586810981267693E-5</c:v>
                </c:pt>
                <c:pt idx="2584">
                  <c:v>3.813542599527494E-6</c:v>
                </c:pt>
                <c:pt idx="2585">
                  <c:v>2.6532304142119826E-6</c:v>
                </c:pt>
                <c:pt idx="2586">
                  <c:v>0</c:v>
                </c:pt>
                <c:pt idx="2587">
                  <c:v>2.3038825386403646E-5</c:v>
                </c:pt>
                <c:pt idx="2588">
                  <c:v>1.2622325953991617E-6</c:v>
                </c:pt>
                <c:pt idx="2589">
                  <c:v>2.1403532308013709E-5</c:v>
                </c:pt>
                <c:pt idx="2590">
                  <c:v>0</c:v>
                </c:pt>
                <c:pt idx="2591">
                  <c:v>1.5445446517702494E-5</c:v>
                </c:pt>
                <c:pt idx="2592">
                  <c:v>9.7782675082314208E-6</c:v>
                </c:pt>
                <c:pt idx="2593">
                  <c:v>3.7513126319740999E-6</c:v>
                </c:pt>
                <c:pt idx="2594">
                  <c:v>0</c:v>
                </c:pt>
                <c:pt idx="2595">
                  <c:v>0</c:v>
                </c:pt>
                <c:pt idx="2596">
                  <c:v>2.7535528823647228E-7</c:v>
                </c:pt>
                <c:pt idx="2597">
                  <c:v>1.5573398182630305E-5</c:v>
                </c:pt>
                <c:pt idx="2598">
                  <c:v>1.4716721854871756E-7</c:v>
                </c:pt>
                <c:pt idx="2599">
                  <c:v>1.1775951536206448E-6</c:v>
                </c:pt>
                <c:pt idx="2600">
                  <c:v>0</c:v>
                </c:pt>
                <c:pt idx="2601">
                  <c:v>2.2366396453621006E-5</c:v>
                </c:pt>
                <c:pt idx="2602">
                  <c:v>2.3565081663844541E-4</c:v>
                </c:pt>
                <c:pt idx="2603">
                  <c:v>3.2113402457082892E-4</c:v>
                </c:pt>
                <c:pt idx="2604">
                  <c:v>3.6362778772790418E-5</c:v>
                </c:pt>
                <c:pt idx="2605">
                  <c:v>5.3314516964699562E-5</c:v>
                </c:pt>
                <c:pt idx="2606">
                  <c:v>0</c:v>
                </c:pt>
                <c:pt idx="2607">
                  <c:v>4.9946612699400039E-6</c:v>
                </c:pt>
                <c:pt idx="2608">
                  <c:v>0</c:v>
                </c:pt>
                <c:pt idx="2609">
                  <c:v>0</c:v>
                </c:pt>
                <c:pt idx="2610">
                  <c:v>3.9718984080459653E-5</c:v>
                </c:pt>
                <c:pt idx="2611">
                  <c:v>0</c:v>
                </c:pt>
                <c:pt idx="2612">
                  <c:v>6.2270497357694971E-5</c:v>
                </c:pt>
                <c:pt idx="2613">
                  <c:v>2.7633019737120126E-5</c:v>
                </c:pt>
                <c:pt idx="2614">
                  <c:v>5.8210337604629508E-5</c:v>
                </c:pt>
                <c:pt idx="2615">
                  <c:v>0</c:v>
                </c:pt>
                <c:pt idx="2616">
                  <c:v>0</c:v>
                </c:pt>
                <c:pt idx="2617">
                  <c:v>0</c:v>
                </c:pt>
                <c:pt idx="2618">
                  <c:v>0</c:v>
                </c:pt>
                <c:pt idx="2619">
                  <c:v>0</c:v>
                </c:pt>
                <c:pt idx="2620">
                  <c:v>2.2250414828028214E-6</c:v>
                </c:pt>
                <c:pt idx="2621">
                  <c:v>1.0479314614198321E-6</c:v>
                </c:pt>
                <c:pt idx="2622">
                  <c:v>2.1129990942572412E-6</c:v>
                </c:pt>
                <c:pt idx="2623">
                  <c:v>1.1500814241200038E-5</c:v>
                </c:pt>
                <c:pt idx="2624">
                  <c:v>1.5118877978929701E-5</c:v>
                </c:pt>
                <c:pt idx="2625">
                  <c:v>3.8796536743948752E-5</c:v>
                </c:pt>
                <c:pt idx="2626">
                  <c:v>6.9439281791101816E-5</c:v>
                </c:pt>
                <c:pt idx="2627">
                  <c:v>0</c:v>
                </c:pt>
                <c:pt idx="2628">
                  <c:v>1.016428204877692E-5</c:v>
                </c:pt>
                <c:pt idx="2629">
                  <c:v>1.2335691960965533E-4</c:v>
                </c:pt>
                <c:pt idx="2630">
                  <c:v>7.2440392535384319E-7</c:v>
                </c:pt>
                <c:pt idx="2631">
                  <c:v>2.0438502941759909E-7</c:v>
                </c:pt>
                <c:pt idx="2632">
                  <c:v>1.3768573579156113E-5</c:v>
                </c:pt>
                <c:pt idx="2633">
                  <c:v>3.818078597283295E-5</c:v>
                </c:pt>
                <c:pt idx="2634">
                  <c:v>0</c:v>
                </c:pt>
                <c:pt idx="2635">
                  <c:v>2.8276811254676644E-5</c:v>
                </c:pt>
                <c:pt idx="2636">
                  <c:v>1.8387867042206249E-5</c:v>
                </c:pt>
                <c:pt idx="2637">
                  <c:v>1.7747237933652096E-7</c:v>
                </c:pt>
                <c:pt idx="2638">
                  <c:v>1.3339207855593277E-5</c:v>
                </c:pt>
                <c:pt idx="2639">
                  <c:v>4.3244847795743694E-6</c:v>
                </c:pt>
                <c:pt idx="2640">
                  <c:v>2.0235354015085345E-5</c:v>
                </c:pt>
                <c:pt idx="2641">
                  <c:v>1.3172837349819755E-4</c:v>
                </c:pt>
                <c:pt idx="2642">
                  <c:v>1.9431429104298353E-5</c:v>
                </c:pt>
                <c:pt idx="2643">
                  <c:v>1.1908862461854823E-5</c:v>
                </c:pt>
                <c:pt idx="2644">
                  <c:v>3.8298545505855004E-5</c:v>
                </c:pt>
                <c:pt idx="2645">
                  <c:v>5.1983146621571818E-8</c:v>
                </c:pt>
                <c:pt idx="2646">
                  <c:v>4.4828843371505518E-5</c:v>
                </c:pt>
                <c:pt idx="2647">
                  <c:v>3.328053382306205E-6</c:v>
                </c:pt>
                <c:pt idx="2648">
                  <c:v>2.5629540588321528E-5</c:v>
                </c:pt>
                <c:pt idx="2649">
                  <c:v>6.2127416301930628E-6</c:v>
                </c:pt>
                <c:pt idx="2650">
                  <c:v>2.1043965225590896E-6</c:v>
                </c:pt>
                <c:pt idx="2651">
                  <c:v>2.2031580679131569E-5</c:v>
                </c:pt>
                <c:pt idx="2652">
                  <c:v>2.3119391110116752E-7</c:v>
                </c:pt>
                <c:pt idx="2653">
                  <c:v>2.2336012415979206E-5</c:v>
                </c:pt>
                <c:pt idx="2654">
                  <c:v>1.9581827715206038E-5</c:v>
                </c:pt>
                <c:pt idx="2655">
                  <c:v>2.638184464647733E-5</c:v>
                </c:pt>
                <c:pt idx="2656">
                  <c:v>3.9640086738660303E-6</c:v>
                </c:pt>
                <c:pt idx="2657">
                  <c:v>4.2158557951321733E-5</c:v>
                </c:pt>
                <c:pt idx="2658">
                  <c:v>7.2883482736664932E-6</c:v>
                </c:pt>
                <c:pt idx="2659">
                  <c:v>4.4929909499688232E-7</c:v>
                </c:pt>
                <c:pt idx="2660">
                  <c:v>2.8978321928343246E-5</c:v>
                </c:pt>
                <c:pt idx="2661">
                  <c:v>6.7135727542228167E-7</c:v>
                </c:pt>
                <c:pt idx="2662">
                  <c:v>1.0807878677525556E-5</c:v>
                </c:pt>
                <c:pt idx="2663">
                  <c:v>2.1115644370148951E-5</c:v>
                </c:pt>
                <c:pt idx="2664">
                  <c:v>8.4721837628932313E-8</c:v>
                </c:pt>
                <c:pt idx="2665">
                  <c:v>0</c:v>
                </c:pt>
                <c:pt idx="2666">
                  <c:v>0</c:v>
                </c:pt>
                <c:pt idx="2667">
                  <c:v>1.8903514294172325E-5</c:v>
                </c:pt>
                <c:pt idx="2668">
                  <c:v>2.8401935862316188E-6</c:v>
                </c:pt>
                <c:pt idx="2669">
                  <c:v>6.0671294849594273E-5</c:v>
                </c:pt>
                <c:pt idx="2670">
                  <c:v>1.3743473645887141E-6</c:v>
                </c:pt>
                <c:pt idx="2671">
                  <c:v>1.0555615034875045E-5</c:v>
                </c:pt>
                <c:pt idx="2672">
                  <c:v>0</c:v>
                </c:pt>
                <c:pt idx="2673">
                  <c:v>5.4533113042210344E-6</c:v>
                </c:pt>
                <c:pt idx="2674">
                  <c:v>0</c:v>
                </c:pt>
                <c:pt idx="2675">
                  <c:v>4.3201222146809036E-8</c:v>
                </c:pt>
                <c:pt idx="2676">
                  <c:v>1.1702866050321106E-6</c:v>
                </c:pt>
                <c:pt idx="2677">
                  <c:v>4.5116773191028414E-5</c:v>
                </c:pt>
                <c:pt idx="2678">
                  <c:v>1.9532536476433826E-6</c:v>
                </c:pt>
                <c:pt idx="2679">
                  <c:v>1.5669711865260944E-5</c:v>
                </c:pt>
                <c:pt idx="2680">
                  <c:v>4.207975408780742E-7</c:v>
                </c:pt>
                <c:pt idx="2681">
                  <c:v>0</c:v>
                </c:pt>
                <c:pt idx="2682">
                  <c:v>2.5768179675464253E-5</c:v>
                </c:pt>
                <c:pt idx="2683">
                  <c:v>8.6153449194762607E-6</c:v>
                </c:pt>
                <c:pt idx="2684">
                  <c:v>0</c:v>
                </c:pt>
                <c:pt idx="2685">
                  <c:v>2.2862187884167235E-6</c:v>
                </c:pt>
                <c:pt idx="2686">
                  <c:v>4.3376851358959533E-6</c:v>
                </c:pt>
                <c:pt idx="2687">
                  <c:v>8.468123109021176E-6</c:v>
                </c:pt>
                <c:pt idx="2688">
                  <c:v>1.2720382204698763E-6</c:v>
                </c:pt>
                <c:pt idx="2689">
                  <c:v>2.464567611175637E-6</c:v>
                </c:pt>
                <c:pt idx="2690">
                  <c:v>1.4936943827884639E-5</c:v>
                </c:pt>
                <c:pt idx="2691">
                  <c:v>4.4261811560256438E-6</c:v>
                </c:pt>
                <c:pt idx="2692">
                  <c:v>4.2455316405138903E-7</c:v>
                </c:pt>
                <c:pt idx="2693">
                  <c:v>0</c:v>
                </c:pt>
                <c:pt idx="2694">
                  <c:v>2.3269402426633418E-6</c:v>
                </c:pt>
                <c:pt idx="2695">
                  <c:v>1.4646389076643374E-5</c:v>
                </c:pt>
                <c:pt idx="2696">
                  <c:v>0</c:v>
                </c:pt>
                <c:pt idx="2697">
                  <c:v>2.2998230180842723E-7</c:v>
                </c:pt>
                <c:pt idx="2698">
                  <c:v>4.4583830945615819E-7</c:v>
                </c:pt>
                <c:pt idx="2699">
                  <c:v>0</c:v>
                </c:pt>
                <c:pt idx="2700">
                  <c:v>0</c:v>
                </c:pt>
                <c:pt idx="2701">
                  <c:v>0</c:v>
                </c:pt>
                <c:pt idx="2702">
                  <c:v>1.4854549288042169E-5</c:v>
                </c:pt>
                <c:pt idx="2703">
                  <c:v>4.3268868224068502E-7</c:v>
                </c:pt>
                <c:pt idx="2704">
                  <c:v>2.8800942156925307E-8</c:v>
                </c:pt>
                <c:pt idx="2705">
                  <c:v>3.0406272396656131E-5</c:v>
                </c:pt>
                <c:pt idx="2706">
                  <c:v>1.3268755110685846E-4</c:v>
                </c:pt>
                <c:pt idx="2707">
                  <c:v>2.4872896429649645E-5</c:v>
                </c:pt>
                <c:pt idx="2708">
                  <c:v>1.9602032928000611E-6</c:v>
                </c:pt>
                <c:pt idx="2709">
                  <c:v>0</c:v>
                </c:pt>
                <c:pt idx="2710">
                  <c:v>8.7093171006798045E-6</c:v>
                </c:pt>
                <c:pt idx="2711">
                  <c:v>1.3892008598622167E-6</c:v>
                </c:pt>
                <c:pt idx="2712">
                  <c:v>0</c:v>
                </c:pt>
                <c:pt idx="2713">
                  <c:v>1.94219773724559E-6</c:v>
                </c:pt>
                <c:pt idx="2714">
                  <c:v>1.6934978443827825E-5</c:v>
                </c:pt>
                <c:pt idx="2715">
                  <c:v>0</c:v>
                </c:pt>
                <c:pt idx="2716">
                  <c:v>1.9037078815042215E-5</c:v>
                </c:pt>
                <c:pt idx="2717">
                  <c:v>5.9631265612630899E-7</c:v>
                </c:pt>
                <c:pt idx="2718">
                  <c:v>0</c:v>
                </c:pt>
                <c:pt idx="2719">
                  <c:v>0</c:v>
                </c:pt>
                <c:pt idx="2720">
                  <c:v>0</c:v>
                </c:pt>
                <c:pt idx="2721">
                  <c:v>1.9459865802825724E-6</c:v>
                </c:pt>
                <c:pt idx="2722">
                  <c:v>0</c:v>
                </c:pt>
                <c:pt idx="2723">
                  <c:v>0</c:v>
                </c:pt>
                <c:pt idx="2724">
                  <c:v>1.5998663225910578E-6</c:v>
                </c:pt>
                <c:pt idx="2725">
                  <c:v>8.4443028329676738E-7</c:v>
                </c:pt>
                <c:pt idx="2726">
                  <c:v>1.6652035591333895E-5</c:v>
                </c:pt>
                <c:pt idx="2727">
                  <c:v>6.8913489638505626E-5</c:v>
                </c:pt>
                <c:pt idx="2728">
                  <c:v>1.1177162437019823E-5</c:v>
                </c:pt>
                <c:pt idx="2729">
                  <c:v>2.7045373767169064E-6</c:v>
                </c:pt>
                <c:pt idx="2730">
                  <c:v>2.1295461854361642E-5</c:v>
                </c:pt>
                <c:pt idx="2731">
                  <c:v>3.1013868185405087E-5</c:v>
                </c:pt>
                <c:pt idx="2732">
                  <c:v>2.9449597952486613E-5</c:v>
                </c:pt>
                <c:pt idx="2733">
                  <c:v>1.1780813571036061E-3</c:v>
                </c:pt>
                <c:pt idx="2734">
                  <c:v>1.3410022221220612E-5</c:v>
                </c:pt>
                <c:pt idx="2735">
                  <c:v>5.5527839120652736E-5</c:v>
                </c:pt>
                <c:pt idx="2736">
                  <c:v>1.432009858829532E-5</c:v>
                </c:pt>
                <c:pt idx="2737">
                  <c:v>6.0828110334380915E-6</c:v>
                </c:pt>
                <c:pt idx="2738">
                  <c:v>1.3686693471609313E-5</c:v>
                </c:pt>
                <c:pt idx="2739">
                  <c:v>5.4620968662142863E-5</c:v>
                </c:pt>
                <c:pt idx="2740">
                  <c:v>7.1808992176418786E-7</c:v>
                </c:pt>
                <c:pt idx="2741">
                  <c:v>2.7947199482406759E-7</c:v>
                </c:pt>
                <c:pt idx="2742">
                  <c:v>4.3013109170320812E-4</c:v>
                </c:pt>
                <c:pt idx="2743">
                  <c:v>2.0936377207004473E-5</c:v>
                </c:pt>
                <c:pt idx="2744">
                  <c:v>3.903575663624285E-4</c:v>
                </c:pt>
                <c:pt idx="2745">
                  <c:v>1.8748813706290801E-5</c:v>
                </c:pt>
                <c:pt idx="2746">
                  <c:v>2.4903853057459894E-6</c:v>
                </c:pt>
                <c:pt idx="2747">
                  <c:v>1.6526209292852549E-6</c:v>
                </c:pt>
                <c:pt idx="2748">
                  <c:v>2.0640567586044691E-5</c:v>
                </c:pt>
                <c:pt idx="2749">
                  <c:v>1.4468890660413374E-7</c:v>
                </c:pt>
                <c:pt idx="2750">
                  <c:v>1.1923036576151488E-6</c:v>
                </c:pt>
                <c:pt idx="2751">
                  <c:v>3.4745600161957954E-6</c:v>
                </c:pt>
                <c:pt idx="2752">
                  <c:v>6.011980389716311E-5</c:v>
                </c:pt>
                <c:pt idx="2753">
                  <c:v>1.6356609908800812E-5</c:v>
                </c:pt>
                <c:pt idx="2754">
                  <c:v>2.0477967394647532E-6</c:v>
                </c:pt>
                <c:pt idx="2755">
                  <c:v>0</c:v>
                </c:pt>
                <c:pt idx="2756">
                  <c:v>3.6968903159801487E-6</c:v>
                </c:pt>
                <c:pt idx="2757">
                  <c:v>9.2232729739454738E-7</c:v>
                </c:pt>
                <c:pt idx="2758">
                  <c:v>6.3026085524643143E-5</c:v>
                </c:pt>
                <c:pt idx="2759">
                  <c:v>2.2005829782977003E-6</c:v>
                </c:pt>
                <c:pt idx="2760">
                  <c:v>2.9128749605048474E-5</c:v>
                </c:pt>
                <c:pt idx="2761">
                  <c:v>3.6578047105861412E-6</c:v>
                </c:pt>
                <c:pt idx="2762">
                  <c:v>0</c:v>
                </c:pt>
                <c:pt idx="2763">
                  <c:v>0</c:v>
                </c:pt>
                <c:pt idx="2764">
                  <c:v>1.7467079989367781E-6</c:v>
                </c:pt>
                <c:pt idx="2765">
                  <c:v>1.2210046375861622E-5</c:v>
                </c:pt>
                <c:pt idx="2766">
                  <c:v>6.2006325860581874E-5</c:v>
                </c:pt>
                <c:pt idx="2767">
                  <c:v>0</c:v>
                </c:pt>
                <c:pt idx="2768">
                  <c:v>1.9011488561335026E-5</c:v>
                </c:pt>
                <c:pt idx="2769">
                  <c:v>0</c:v>
                </c:pt>
                <c:pt idx="2770">
                  <c:v>0</c:v>
                </c:pt>
                <c:pt idx="2771">
                  <c:v>1.0809545098897126E-6</c:v>
                </c:pt>
                <c:pt idx="2772">
                  <c:v>1.6522009653682888E-5</c:v>
                </c:pt>
                <c:pt idx="2773">
                  <c:v>2.1055903544026157E-6</c:v>
                </c:pt>
                <c:pt idx="2774">
                  <c:v>6.823583522579686E-6</c:v>
                </c:pt>
                <c:pt idx="2775">
                  <c:v>0</c:v>
                </c:pt>
                <c:pt idx="2776">
                  <c:v>0</c:v>
                </c:pt>
                <c:pt idx="2777">
                  <c:v>2.7661449345634978E-7</c:v>
                </c:pt>
                <c:pt idx="2778">
                  <c:v>2.3726385270382579E-5</c:v>
                </c:pt>
                <c:pt idx="2779">
                  <c:v>6.7433526918758654E-7</c:v>
                </c:pt>
                <c:pt idx="2780">
                  <c:v>5.5183644881345681E-5</c:v>
                </c:pt>
                <c:pt idx="2781">
                  <c:v>1.1323520497358816E-7</c:v>
                </c:pt>
                <c:pt idx="2782">
                  <c:v>0</c:v>
                </c:pt>
                <c:pt idx="2783">
                  <c:v>0</c:v>
                </c:pt>
                <c:pt idx="2784">
                  <c:v>0</c:v>
                </c:pt>
                <c:pt idx="2785">
                  <c:v>0</c:v>
                </c:pt>
                <c:pt idx="2786">
                  <c:v>8.9001755919045505E-7</c:v>
                </c:pt>
                <c:pt idx="2787">
                  <c:v>1.2044236873915241E-5</c:v>
                </c:pt>
                <c:pt idx="2788">
                  <c:v>2.3319745324215358E-5</c:v>
                </c:pt>
                <c:pt idx="2789">
                  <c:v>2.9078969978813286E-8</c:v>
                </c:pt>
                <c:pt idx="2790">
                  <c:v>4.8587693207322715E-6</c:v>
                </c:pt>
                <c:pt idx="2791">
                  <c:v>3.7657376138957805E-5</c:v>
                </c:pt>
                <c:pt idx="2792">
                  <c:v>2.3814779038861652E-5</c:v>
                </c:pt>
                <c:pt idx="2793">
                  <c:v>1.0197671843968117E-5</c:v>
                </c:pt>
                <c:pt idx="2794">
                  <c:v>0</c:v>
                </c:pt>
                <c:pt idx="2795">
                  <c:v>0</c:v>
                </c:pt>
                <c:pt idx="2796">
                  <c:v>8.5024215768945765E-5</c:v>
                </c:pt>
                <c:pt idx="2797">
                  <c:v>1.5209194554148341E-5</c:v>
                </c:pt>
                <c:pt idx="2798">
                  <c:v>0</c:v>
                </c:pt>
                <c:pt idx="2799">
                  <c:v>0</c:v>
                </c:pt>
                <c:pt idx="2800">
                  <c:v>0</c:v>
                </c:pt>
                <c:pt idx="2801">
                  <c:v>0</c:v>
                </c:pt>
                <c:pt idx="2802">
                  <c:v>0</c:v>
                </c:pt>
                <c:pt idx="2803">
                  <c:v>1.5048528733882344E-5</c:v>
                </c:pt>
                <c:pt idx="2804">
                  <c:v>4.7048323091855938E-6</c:v>
                </c:pt>
                <c:pt idx="2805">
                  <c:v>0</c:v>
                </c:pt>
                <c:pt idx="2806">
                  <c:v>1.0528991570493799E-5</c:v>
                </c:pt>
                <c:pt idx="2807">
                  <c:v>1.1390689468260477E-5</c:v>
                </c:pt>
                <c:pt idx="2808">
                  <c:v>6.5581562568052436E-6</c:v>
                </c:pt>
                <c:pt idx="2809">
                  <c:v>2.1673103321279068E-6</c:v>
                </c:pt>
                <c:pt idx="2810">
                  <c:v>1.4630121106613857E-4</c:v>
                </c:pt>
                <c:pt idx="2811">
                  <c:v>4.3056476611133734E-7</c:v>
                </c:pt>
                <c:pt idx="2812">
                  <c:v>1.9244597386894832E-7</c:v>
                </c:pt>
                <c:pt idx="2813">
                  <c:v>0</c:v>
                </c:pt>
                <c:pt idx="2814">
                  <c:v>1.6759040287756838E-5</c:v>
                </c:pt>
                <c:pt idx="2815">
                  <c:v>8.7931210284003097E-6</c:v>
                </c:pt>
                <c:pt idx="2816">
                  <c:v>9.8042318583767901E-6</c:v>
                </c:pt>
                <c:pt idx="2817">
                  <c:v>1.0685823568255639E-5</c:v>
                </c:pt>
                <c:pt idx="2818">
                  <c:v>1.3487842795730396E-5</c:v>
                </c:pt>
                <c:pt idx="2819">
                  <c:v>0</c:v>
                </c:pt>
                <c:pt idx="2820">
                  <c:v>5.0435350366788473E-5</c:v>
                </c:pt>
                <c:pt idx="2821">
                  <c:v>4.9015832797444079E-6</c:v>
                </c:pt>
                <c:pt idx="2822">
                  <c:v>1.2957824047833707E-6</c:v>
                </c:pt>
                <c:pt idx="2823">
                  <c:v>1.6820972223128682E-5</c:v>
                </c:pt>
                <c:pt idx="2824">
                  <c:v>0</c:v>
                </c:pt>
                <c:pt idx="2825">
                  <c:v>7.8800348828335982E-6</c:v>
                </c:pt>
                <c:pt idx="2826">
                  <c:v>0</c:v>
                </c:pt>
                <c:pt idx="2827">
                  <c:v>1.0657309609749401E-5</c:v>
                </c:pt>
                <c:pt idx="2828">
                  <c:v>0</c:v>
                </c:pt>
                <c:pt idx="2829">
                  <c:v>0</c:v>
                </c:pt>
                <c:pt idx="2830">
                  <c:v>0</c:v>
                </c:pt>
                <c:pt idx="2831">
                  <c:v>1.0256499757263306E-4</c:v>
                </c:pt>
                <c:pt idx="2832">
                  <c:v>3.4741171890467523E-6</c:v>
                </c:pt>
                <c:pt idx="2833">
                  <c:v>7.6419133721968558E-6</c:v>
                </c:pt>
                <c:pt idx="2834">
                  <c:v>2.6881522374999203E-6</c:v>
                </c:pt>
                <c:pt idx="2835">
                  <c:v>3.7172449590883641E-6</c:v>
                </c:pt>
                <c:pt idx="2836">
                  <c:v>4.6413315516705594E-5</c:v>
                </c:pt>
                <c:pt idx="2837">
                  <c:v>1.0389226678412447E-4</c:v>
                </c:pt>
                <c:pt idx="2838">
                  <c:v>0</c:v>
                </c:pt>
                <c:pt idx="2839">
                  <c:v>5.9795573044935733E-6</c:v>
                </c:pt>
                <c:pt idx="2840">
                  <c:v>0</c:v>
                </c:pt>
                <c:pt idx="2841">
                  <c:v>0</c:v>
                </c:pt>
                <c:pt idx="2842">
                  <c:v>2.2983641879436528E-5</c:v>
                </c:pt>
                <c:pt idx="2843">
                  <c:v>3.5518798474214299E-6</c:v>
                </c:pt>
                <c:pt idx="2844">
                  <c:v>1.9403235831417722E-5</c:v>
                </c:pt>
                <c:pt idx="2845">
                  <c:v>1.3178037523939442E-5</c:v>
                </c:pt>
                <c:pt idx="2846">
                  <c:v>5.5897631517834302E-7</c:v>
                </c:pt>
                <c:pt idx="2847">
                  <c:v>6.0789975828379409E-5</c:v>
                </c:pt>
                <c:pt idx="2848">
                  <c:v>3.2087281240828192E-7</c:v>
                </c:pt>
                <c:pt idx="2849">
                  <c:v>5.6310444124269001E-6</c:v>
                </c:pt>
                <c:pt idx="2850">
                  <c:v>5.8717094565888446E-5</c:v>
                </c:pt>
                <c:pt idx="2851">
                  <c:v>5.2316219414570587E-7</c:v>
                </c:pt>
                <c:pt idx="2852">
                  <c:v>4.4675674236044532E-6</c:v>
                </c:pt>
                <c:pt idx="2853">
                  <c:v>1.4583394940962823E-5</c:v>
                </c:pt>
                <c:pt idx="2854">
                  <c:v>4.134744561597922E-6</c:v>
                </c:pt>
                <c:pt idx="2855">
                  <c:v>1.2754757024615266E-5</c:v>
                </c:pt>
                <c:pt idx="2856">
                  <c:v>9.8515965182815861E-5</c:v>
                </c:pt>
                <c:pt idx="2857">
                  <c:v>1.7819721803986783E-5</c:v>
                </c:pt>
                <c:pt idx="2858">
                  <c:v>1.152125379059969E-5</c:v>
                </c:pt>
                <c:pt idx="2859">
                  <c:v>1.54500340491079E-7</c:v>
                </c:pt>
                <c:pt idx="2860">
                  <c:v>1.2187249480610111E-5</c:v>
                </c:pt>
                <c:pt idx="2861">
                  <c:v>2.1927086879906222E-3</c:v>
                </c:pt>
                <c:pt idx="2862">
                  <c:v>2.085619722414982E-4</c:v>
                </c:pt>
                <c:pt idx="2863">
                  <c:v>6.7125457132019697E-8</c:v>
                </c:pt>
                <c:pt idx="2864">
                  <c:v>1.6927648990171481E-5</c:v>
                </c:pt>
                <c:pt idx="2865">
                  <c:v>0</c:v>
                </c:pt>
                <c:pt idx="2866">
                  <c:v>7.2571460531410824E-5</c:v>
                </c:pt>
                <c:pt idx="2867">
                  <c:v>1.5407574218673106E-5</c:v>
                </c:pt>
                <c:pt idx="2868">
                  <c:v>1.2431858555827818E-6</c:v>
                </c:pt>
                <c:pt idx="2869">
                  <c:v>6.1897463342124495E-5</c:v>
                </c:pt>
                <c:pt idx="2870">
                  <c:v>1.4245482087560341E-4</c:v>
                </c:pt>
                <c:pt idx="2871">
                  <c:v>1.0396439434139369E-5</c:v>
                </c:pt>
                <c:pt idx="2872">
                  <c:v>1.5518917841914955E-5</c:v>
                </c:pt>
                <c:pt idx="2873">
                  <c:v>8.8487796663849264E-5</c:v>
                </c:pt>
                <c:pt idx="2874">
                  <c:v>5.8025857646207273E-7</c:v>
                </c:pt>
                <c:pt idx="2875">
                  <c:v>5.2133408813243688E-6</c:v>
                </c:pt>
                <c:pt idx="2876">
                  <c:v>2.1336643161365163E-5</c:v>
                </c:pt>
                <c:pt idx="2877">
                  <c:v>1.7100787589066947E-5</c:v>
                </c:pt>
                <c:pt idx="2878">
                  <c:v>3.620298952362213E-7</c:v>
                </c:pt>
                <c:pt idx="2879">
                  <c:v>5.2573006643608521E-5</c:v>
                </c:pt>
                <c:pt idx="2880">
                  <c:v>4.9195665468905525E-6</c:v>
                </c:pt>
                <c:pt idx="2881">
                  <c:v>7.8015306346071548E-5</c:v>
                </c:pt>
                <c:pt idx="2882">
                  <c:v>2.1403558431582091E-6</c:v>
                </c:pt>
                <c:pt idx="2883">
                  <c:v>2.0576917976573209E-5</c:v>
                </c:pt>
                <c:pt idx="2884">
                  <c:v>6.7840320131060275E-7</c:v>
                </c:pt>
                <c:pt idx="2885">
                  <c:v>2.5502512430250814E-5</c:v>
                </c:pt>
                <c:pt idx="2886">
                  <c:v>1.6382405057444675E-5</c:v>
                </c:pt>
                <c:pt idx="2887">
                  <c:v>2.3915859951727592E-5</c:v>
                </c:pt>
                <c:pt idx="2888">
                  <c:v>2.1471543852283603E-5</c:v>
                </c:pt>
                <c:pt idx="2889">
                  <c:v>1.6737124563500112E-5</c:v>
                </c:pt>
                <c:pt idx="2890">
                  <c:v>1.0244786408682634E-5</c:v>
                </c:pt>
                <c:pt idx="2891">
                  <c:v>1.4033269841270681E-6</c:v>
                </c:pt>
                <c:pt idx="2892">
                  <c:v>1.4968007262275789E-3</c:v>
                </c:pt>
                <c:pt idx="2893">
                  <c:v>0</c:v>
                </c:pt>
                <c:pt idx="2894">
                  <c:v>2.9035808381651662E-7</c:v>
                </c:pt>
                <c:pt idx="2895">
                  <c:v>0</c:v>
                </c:pt>
                <c:pt idx="2896">
                  <c:v>1.2102304106325781E-5</c:v>
                </c:pt>
                <c:pt idx="2897">
                  <c:v>0</c:v>
                </c:pt>
                <c:pt idx="2898">
                  <c:v>0</c:v>
                </c:pt>
                <c:pt idx="2899">
                  <c:v>0</c:v>
                </c:pt>
                <c:pt idx="2900">
                  <c:v>0</c:v>
                </c:pt>
                <c:pt idx="2901">
                  <c:v>2.148721292980461E-5</c:v>
                </c:pt>
                <c:pt idx="2902">
                  <c:v>3.1148002076467037E-5</c:v>
                </c:pt>
                <c:pt idx="2903">
                  <c:v>0</c:v>
                </c:pt>
                <c:pt idx="2904">
                  <c:v>0</c:v>
                </c:pt>
                <c:pt idx="2905">
                  <c:v>5.1649696807625895E-6</c:v>
                </c:pt>
                <c:pt idx="2906">
                  <c:v>9.305003736757426E-6</c:v>
                </c:pt>
                <c:pt idx="2907">
                  <c:v>0</c:v>
                </c:pt>
                <c:pt idx="2908">
                  <c:v>1.1600561772478299E-5</c:v>
                </c:pt>
                <c:pt idx="2909">
                  <c:v>2.9423665230588392E-7</c:v>
                </c:pt>
                <c:pt idx="2910">
                  <c:v>1.8168329039355366E-5</c:v>
                </c:pt>
                <c:pt idx="2911">
                  <c:v>4.6116364869727422E-7</c:v>
                </c:pt>
                <c:pt idx="2912">
                  <c:v>0</c:v>
                </c:pt>
                <c:pt idx="2913">
                  <c:v>0</c:v>
                </c:pt>
                <c:pt idx="2914">
                  <c:v>7.2405979047244249E-7</c:v>
                </c:pt>
                <c:pt idx="2915">
                  <c:v>2.4139643902352367E-5</c:v>
                </c:pt>
                <c:pt idx="2916">
                  <c:v>5.6105969248146748E-5</c:v>
                </c:pt>
                <c:pt idx="2917">
                  <c:v>4.5871751950992995E-7</c:v>
                </c:pt>
                <c:pt idx="2918">
                  <c:v>1.3751691960401386E-6</c:v>
                </c:pt>
                <c:pt idx="2919">
                  <c:v>2.8774845179572489E-6</c:v>
                </c:pt>
                <c:pt idx="2920">
                  <c:v>3.0837535184271889E-5</c:v>
                </c:pt>
                <c:pt idx="2921">
                  <c:v>4.8182847346305725E-5</c:v>
                </c:pt>
                <c:pt idx="2922">
                  <c:v>0</c:v>
                </c:pt>
                <c:pt idx="2923">
                  <c:v>8.2430819845564295E-8</c:v>
                </c:pt>
                <c:pt idx="2924">
                  <c:v>2.2579938651029497E-7</c:v>
                </c:pt>
                <c:pt idx="2925">
                  <c:v>7.6995115319442449E-5</c:v>
                </c:pt>
                <c:pt idx="2926">
                  <c:v>1.1087635818329233E-5</c:v>
                </c:pt>
                <c:pt idx="2927">
                  <c:v>3.1507961593296622E-5</c:v>
                </c:pt>
                <c:pt idx="2928">
                  <c:v>1.9499494406713646E-5</c:v>
                </c:pt>
                <c:pt idx="2929">
                  <c:v>2.5204243420621976E-4</c:v>
                </c:pt>
                <c:pt idx="2930">
                  <c:v>2.128974474533913E-6</c:v>
                </c:pt>
                <c:pt idx="2931">
                  <c:v>5.1437260668079493E-4</c:v>
                </c:pt>
                <c:pt idx="2932">
                  <c:v>0</c:v>
                </c:pt>
                <c:pt idx="2933">
                  <c:v>2.0939463843659212E-5</c:v>
                </c:pt>
                <c:pt idx="2934">
                  <c:v>0</c:v>
                </c:pt>
                <c:pt idx="2935">
                  <c:v>2.2966581436149702E-5</c:v>
                </c:pt>
                <c:pt idx="2936">
                  <c:v>1.0928552177504827E-5</c:v>
                </c:pt>
                <c:pt idx="2937">
                  <c:v>6.4789498898793364E-5</c:v>
                </c:pt>
                <c:pt idx="2938">
                  <c:v>1.7518917918902152E-6</c:v>
                </c:pt>
                <c:pt idx="2939">
                  <c:v>3.3931421650691612E-6</c:v>
                </c:pt>
                <c:pt idx="2940">
                  <c:v>0</c:v>
                </c:pt>
                <c:pt idx="2941">
                  <c:v>6.9387258529635054E-6</c:v>
                </c:pt>
                <c:pt idx="2942">
                  <c:v>1.3781590886665798E-6</c:v>
                </c:pt>
                <c:pt idx="2943">
                  <c:v>0</c:v>
                </c:pt>
                <c:pt idx="2944">
                  <c:v>3.2143673650850385E-6</c:v>
                </c:pt>
                <c:pt idx="2945">
                  <c:v>9.8186778480427309E-6</c:v>
                </c:pt>
                <c:pt idx="2946">
                  <c:v>5.1457737546157881E-5</c:v>
                </c:pt>
                <c:pt idx="2947">
                  <c:v>0</c:v>
                </c:pt>
                <c:pt idx="2948">
                  <c:v>0</c:v>
                </c:pt>
                <c:pt idx="2949">
                  <c:v>4.9803472715966776E-6</c:v>
                </c:pt>
                <c:pt idx="2950">
                  <c:v>3.8585971112518702E-7</c:v>
                </c:pt>
                <c:pt idx="2951">
                  <c:v>0</c:v>
                </c:pt>
                <c:pt idx="2952">
                  <c:v>0</c:v>
                </c:pt>
                <c:pt idx="2953">
                  <c:v>1.0339605546363704E-6</c:v>
                </c:pt>
                <c:pt idx="2954">
                  <c:v>0</c:v>
                </c:pt>
                <c:pt idx="2955">
                  <c:v>8.4307254134427655E-6</c:v>
                </c:pt>
                <c:pt idx="2956">
                  <c:v>4.0752563073381987E-7</c:v>
                </c:pt>
                <c:pt idx="2957">
                  <c:v>0</c:v>
                </c:pt>
                <c:pt idx="2958">
                  <c:v>0</c:v>
                </c:pt>
                <c:pt idx="2959">
                  <c:v>0</c:v>
                </c:pt>
                <c:pt idx="2960">
                  <c:v>3.0853153829457952E-7</c:v>
                </c:pt>
                <c:pt idx="2961">
                  <c:v>1.8123018536795376E-7</c:v>
                </c:pt>
                <c:pt idx="2962">
                  <c:v>2.2062489406172242E-5</c:v>
                </c:pt>
                <c:pt idx="2963">
                  <c:v>0</c:v>
                </c:pt>
                <c:pt idx="2964">
                  <c:v>0</c:v>
                </c:pt>
                <c:pt idx="2965">
                  <c:v>0</c:v>
                </c:pt>
                <c:pt idx="2966">
                  <c:v>6.0965834357537724E-6</c:v>
                </c:pt>
                <c:pt idx="2967">
                  <c:v>3.9300308002103305E-6</c:v>
                </c:pt>
                <c:pt idx="2968">
                  <c:v>1.0105793578637338E-7</c:v>
                </c:pt>
                <c:pt idx="2969">
                  <c:v>9.2059639364687811E-6</c:v>
                </c:pt>
                <c:pt idx="2970">
                  <c:v>6.343971840750654E-7</c:v>
                </c:pt>
                <c:pt idx="2971">
                  <c:v>1.6833013939881885E-5</c:v>
                </c:pt>
                <c:pt idx="2972">
                  <c:v>0</c:v>
                </c:pt>
                <c:pt idx="2973">
                  <c:v>2.6053775366572489E-7</c:v>
                </c:pt>
                <c:pt idx="2974">
                  <c:v>2.3818186976850382E-5</c:v>
                </c:pt>
                <c:pt idx="2975">
                  <c:v>2.8324234408716881E-6</c:v>
                </c:pt>
                <c:pt idx="2976">
                  <c:v>9.3885786873730507E-6</c:v>
                </c:pt>
                <c:pt idx="2977">
                  <c:v>4.6391877918494934E-6</c:v>
                </c:pt>
                <c:pt idx="2978">
                  <c:v>0</c:v>
                </c:pt>
                <c:pt idx="2979">
                  <c:v>0</c:v>
                </c:pt>
                <c:pt idx="2980">
                  <c:v>5.0560401755639843E-6</c:v>
                </c:pt>
                <c:pt idx="2981">
                  <c:v>0</c:v>
                </c:pt>
                <c:pt idx="2982">
                  <c:v>1.9770837458543288E-6</c:v>
                </c:pt>
                <c:pt idx="2983">
                  <c:v>1.4942606460240075E-6</c:v>
                </c:pt>
                <c:pt idx="2984">
                  <c:v>0</c:v>
                </c:pt>
                <c:pt idx="2985">
                  <c:v>0</c:v>
                </c:pt>
                <c:pt idx="2986">
                  <c:v>2.0306265802797402E-6</c:v>
                </c:pt>
                <c:pt idx="2987">
                  <c:v>0</c:v>
                </c:pt>
                <c:pt idx="2988">
                  <c:v>0</c:v>
                </c:pt>
                <c:pt idx="2989">
                  <c:v>0</c:v>
                </c:pt>
                <c:pt idx="2990">
                  <c:v>1.5422522654859E-6</c:v>
                </c:pt>
                <c:pt idx="2991">
                  <c:v>0</c:v>
                </c:pt>
                <c:pt idx="2992">
                  <c:v>2.3133354569957884E-5</c:v>
                </c:pt>
                <c:pt idx="2993">
                  <c:v>7.0497033253676891E-8</c:v>
                </c:pt>
                <c:pt idx="2994">
                  <c:v>0</c:v>
                </c:pt>
                <c:pt idx="2995">
                  <c:v>3.9192684322399201E-6</c:v>
                </c:pt>
                <c:pt idx="2996">
                  <c:v>1.4714976827452601E-6</c:v>
                </c:pt>
                <c:pt idx="2997">
                  <c:v>0</c:v>
                </c:pt>
                <c:pt idx="2998">
                  <c:v>4.1193131322824087E-7</c:v>
                </c:pt>
                <c:pt idx="2999">
                  <c:v>0</c:v>
                </c:pt>
                <c:pt idx="3000">
                  <c:v>0</c:v>
                </c:pt>
                <c:pt idx="3001">
                  <c:v>1.7610723439775511E-6</c:v>
                </c:pt>
                <c:pt idx="3002">
                  <c:v>0</c:v>
                </c:pt>
                <c:pt idx="3003">
                  <c:v>3.5858074219614573E-5</c:v>
                </c:pt>
                <c:pt idx="3004">
                  <c:v>0</c:v>
                </c:pt>
                <c:pt idx="3005">
                  <c:v>3.1091452380732628E-7</c:v>
                </c:pt>
                <c:pt idx="3006">
                  <c:v>0</c:v>
                </c:pt>
                <c:pt idx="3007">
                  <c:v>1.0148999247381911E-4</c:v>
                </c:pt>
                <c:pt idx="3008">
                  <c:v>1.5333195719307881E-5</c:v>
                </c:pt>
                <c:pt idx="3009">
                  <c:v>1.3015158295500361E-5</c:v>
                </c:pt>
                <c:pt idx="3010">
                  <c:v>0</c:v>
                </c:pt>
                <c:pt idx="3011">
                  <c:v>1.0821363576132251E-5</c:v>
                </c:pt>
                <c:pt idx="3012">
                  <c:v>8.103805622697339E-6</c:v>
                </c:pt>
                <c:pt idx="3013">
                  <c:v>1.1651803916811286E-4</c:v>
                </c:pt>
                <c:pt idx="3014">
                  <c:v>1.1462816435936713E-5</c:v>
                </c:pt>
                <c:pt idx="3015">
                  <c:v>8.6462844431985125E-6</c:v>
                </c:pt>
                <c:pt idx="3016">
                  <c:v>2.886772497963255E-5</c:v>
                </c:pt>
                <c:pt idx="3017">
                  <c:v>7.3721180317293589E-5</c:v>
                </c:pt>
                <c:pt idx="3018">
                  <c:v>2.1312895198612381E-5</c:v>
                </c:pt>
                <c:pt idx="3019">
                  <c:v>0</c:v>
                </c:pt>
                <c:pt idx="3020">
                  <c:v>0</c:v>
                </c:pt>
                <c:pt idx="3021">
                  <c:v>0</c:v>
                </c:pt>
                <c:pt idx="3022">
                  <c:v>1.0277557701259118E-5</c:v>
                </c:pt>
                <c:pt idx="3023">
                  <c:v>3.6511388169558082E-7</c:v>
                </c:pt>
                <c:pt idx="3024">
                  <c:v>0</c:v>
                </c:pt>
                <c:pt idx="3025">
                  <c:v>6.655658772666244E-7</c:v>
                </c:pt>
                <c:pt idx="3026">
                  <c:v>0</c:v>
                </c:pt>
                <c:pt idx="3027">
                  <c:v>3.2602050458705591E-7</c:v>
                </c:pt>
                <c:pt idx="3028">
                  <c:v>2.8595607109652628E-7</c:v>
                </c:pt>
                <c:pt idx="3029">
                  <c:v>4.1944310523745313E-6</c:v>
                </c:pt>
                <c:pt idx="3030">
                  <c:v>0</c:v>
                </c:pt>
                <c:pt idx="3031">
                  <c:v>0</c:v>
                </c:pt>
                <c:pt idx="3032">
                  <c:v>3.93218007822081E-5</c:v>
                </c:pt>
                <c:pt idx="3033">
                  <c:v>4.1460641791641566E-5</c:v>
                </c:pt>
                <c:pt idx="3034">
                  <c:v>2.4259119638299167E-7</c:v>
                </c:pt>
                <c:pt idx="3035">
                  <c:v>5.9369721877261865E-5</c:v>
                </c:pt>
                <c:pt idx="3036">
                  <c:v>2.3588951492491905E-5</c:v>
                </c:pt>
                <c:pt idx="3037">
                  <c:v>5.6944722213218194E-5</c:v>
                </c:pt>
                <c:pt idx="3038">
                  <c:v>7.985196168606838E-6</c:v>
                </c:pt>
                <c:pt idx="3039">
                  <c:v>2.7186165467665137E-5</c:v>
                </c:pt>
                <c:pt idx="3040">
                  <c:v>1.8461486845671132E-4</c:v>
                </c:pt>
                <c:pt idx="3041">
                  <c:v>1.1587783103126302E-5</c:v>
                </c:pt>
                <c:pt idx="3042">
                  <c:v>6.6021585160119033E-6</c:v>
                </c:pt>
                <c:pt idx="3043">
                  <c:v>2.6149513125049652E-5</c:v>
                </c:pt>
                <c:pt idx="3044">
                  <c:v>1.4405915490968722E-7</c:v>
                </c:pt>
                <c:pt idx="3045">
                  <c:v>5.4247693480034002E-5</c:v>
                </c:pt>
                <c:pt idx="3046">
                  <c:v>6.4860904425072392E-6</c:v>
                </c:pt>
                <c:pt idx="3047">
                  <c:v>6.6792157357126024E-6</c:v>
                </c:pt>
                <c:pt idx="3048">
                  <c:v>3.4013039216862298E-6</c:v>
                </c:pt>
                <c:pt idx="3049">
                  <c:v>0</c:v>
                </c:pt>
                <c:pt idx="3050">
                  <c:v>1.2976016459667123E-5</c:v>
                </c:pt>
                <c:pt idx="3051">
                  <c:v>2.8435557069859806E-7</c:v>
                </c:pt>
                <c:pt idx="3052">
                  <c:v>0</c:v>
                </c:pt>
                <c:pt idx="3053">
                  <c:v>0</c:v>
                </c:pt>
                <c:pt idx="3054">
                  <c:v>0</c:v>
                </c:pt>
                <c:pt idx="3055">
                  <c:v>3.0528807351956297E-7</c:v>
                </c:pt>
                <c:pt idx="3056">
                  <c:v>4.6752328255636315E-6</c:v>
                </c:pt>
                <c:pt idx="3057">
                  <c:v>0</c:v>
                </c:pt>
                <c:pt idx="3058">
                  <c:v>1.072771215243592E-5</c:v>
                </c:pt>
                <c:pt idx="3059">
                  <c:v>4.3390905936549875E-5</c:v>
                </c:pt>
                <c:pt idx="3060">
                  <c:v>0</c:v>
                </c:pt>
                <c:pt idx="3061">
                  <c:v>5.0192126897073055E-6</c:v>
                </c:pt>
                <c:pt idx="3062">
                  <c:v>1.1875900636651361E-6</c:v>
                </c:pt>
                <c:pt idx="3063">
                  <c:v>2.4009187148103282E-5</c:v>
                </c:pt>
                <c:pt idx="3064">
                  <c:v>1.173552752813855E-4</c:v>
                </c:pt>
                <c:pt idx="3065">
                  <c:v>4.4692312098699374E-5</c:v>
                </c:pt>
                <c:pt idx="3066">
                  <c:v>0</c:v>
                </c:pt>
                <c:pt idx="3067">
                  <c:v>4.098593173991393E-5</c:v>
                </c:pt>
                <c:pt idx="3068">
                  <c:v>2.1224931254632736E-5</c:v>
                </c:pt>
                <c:pt idx="3069">
                  <c:v>5.400516823031651E-6</c:v>
                </c:pt>
                <c:pt idx="3070">
                  <c:v>3.186108671947649E-3</c:v>
                </c:pt>
                <c:pt idx="3071">
                  <c:v>2.0218745032113251E-4</c:v>
                </c:pt>
                <c:pt idx="3072">
                  <c:v>3.0689165280546885E-6</c:v>
                </c:pt>
                <c:pt idx="3073">
                  <c:v>0</c:v>
                </c:pt>
                <c:pt idx="3074">
                  <c:v>0</c:v>
                </c:pt>
                <c:pt idx="3075">
                  <c:v>5.3266684411285832E-5</c:v>
                </c:pt>
                <c:pt idx="3076">
                  <c:v>6.8885811088090915E-7</c:v>
                </c:pt>
                <c:pt idx="3077">
                  <c:v>1.8198756524676282E-6</c:v>
                </c:pt>
                <c:pt idx="3078">
                  <c:v>0</c:v>
                </c:pt>
                <c:pt idx="3079">
                  <c:v>0</c:v>
                </c:pt>
                <c:pt idx="3080">
                  <c:v>3.5343731415437954E-6</c:v>
                </c:pt>
                <c:pt idx="3081">
                  <c:v>1.0119538046845823E-4</c:v>
                </c:pt>
                <c:pt idx="3082">
                  <c:v>7.838472262120598E-6</c:v>
                </c:pt>
                <c:pt idx="3083">
                  <c:v>2.1680595433065298E-7</c:v>
                </c:pt>
                <c:pt idx="3084">
                  <c:v>0</c:v>
                </c:pt>
                <c:pt idx="3085">
                  <c:v>5.7461680598922579E-7</c:v>
                </c:pt>
                <c:pt idx="3086">
                  <c:v>5.9230948684599833E-7</c:v>
                </c:pt>
                <c:pt idx="3087">
                  <c:v>1.1465520241704396E-5</c:v>
                </c:pt>
                <c:pt idx="3088">
                  <c:v>8.9149480972798193E-6</c:v>
                </c:pt>
                <c:pt idx="3089">
                  <c:v>7.6685724887230094E-6</c:v>
                </c:pt>
                <c:pt idx="3090">
                  <c:v>9.7191534031350837E-6</c:v>
                </c:pt>
                <c:pt idx="3091">
                  <c:v>1.6953159224920035E-5</c:v>
                </c:pt>
                <c:pt idx="3092">
                  <c:v>8.6891596534860282E-6</c:v>
                </c:pt>
                <c:pt idx="3093">
                  <c:v>3.9042342427215791E-6</c:v>
                </c:pt>
                <c:pt idx="3094">
                  <c:v>7.5599982763826596E-5</c:v>
                </c:pt>
                <c:pt idx="3095">
                  <c:v>2.4042102481744785E-5</c:v>
                </c:pt>
                <c:pt idx="3096">
                  <c:v>0</c:v>
                </c:pt>
                <c:pt idx="3097">
                  <c:v>1.0615818355028036E-6</c:v>
                </c:pt>
                <c:pt idx="3098">
                  <c:v>6.3146388212118918E-6</c:v>
                </c:pt>
                <c:pt idx="3099">
                  <c:v>3.281513021647274E-5</c:v>
                </c:pt>
                <c:pt idx="3100">
                  <c:v>3.3390768628300104E-7</c:v>
                </c:pt>
                <c:pt idx="3101">
                  <c:v>7.2991621271352236E-6</c:v>
                </c:pt>
                <c:pt idx="3102">
                  <c:v>2.1321323886716743E-6</c:v>
                </c:pt>
                <c:pt idx="3103">
                  <c:v>3.8079393022891663E-5</c:v>
                </c:pt>
                <c:pt idx="3104">
                  <c:v>0</c:v>
                </c:pt>
                <c:pt idx="3105">
                  <c:v>0</c:v>
                </c:pt>
                <c:pt idx="3106">
                  <c:v>2.1141698428526324E-6</c:v>
                </c:pt>
                <c:pt idx="3107">
                  <c:v>3.2795212918697529E-7</c:v>
                </c:pt>
                <c:pt idx="3108">
                  <c:v>3.5607376072370544E-5</c:v>
                </c:pt>
                <c:pt idx="3109">
                  <c:v>0</c:v>
                </c:pt>
                <c:pt idx="3110">
                  <c:v>0</c:v>
                </c:pt>
                <c:pt idx="3111">
                  <c:v>1.7812364261911732E-5</c:v>
                </c:pt>
                <c:pt idx="3112">
                  <c:v>9.6282113641471022E-8</c:v>
                </c:pt>
                <c:pt idx="3113">
                  <c:v>4.1078844253150017E-5</c:v>
                </c:pt>
                <c:pt idx="3114">
                  <c:v>4.1398545978072383E-5</c:v>
                </c:pt>
                <c:pt idx="3115">
                  <c:v>2.3254230057440496E-5</c:v>
                </c:pt>
                <c:pt idx="3116">
                  <c:v>1.5513142343267448E-4</c:v>
                </c:pt>
                <c:pt idx="3117">
                  <c:v>0</c:v>
                </c:pt>
                <c:pt idx="3118">
                  <c:v>1.3344894687117118E-5</c:v>
                </c:pt>
                <c:pt idx="3119">
                  <c:v>1.2674534087353009E-5</c:v>
                </c:pt>
                <c:pt idx="3120">
                  <c:v>1.0105977868904014E-5</c:v>
                </c:pt>
                <c:pt idx="3121">
                  <c:v>4.9027399464995523E-5</c:v>
                </c:pt>
                <c:pt idx="3122">
                  <c:v>0</c:v>
                </c:pt>
                <c:pt idx="3123">
                  <c:v>3.2918917039837712E-7</c:v>
                </c:pt>
                <c:pt idx="3124">
                  <c:v>1.0535847981320213E-5</c:v>
                </c:pt>
                <c:pt idx="3125">
                  <c:v>6.0359964585305873E-6</c:v>
                </c:pt>
                <c:pt idx="3126">
                  <c:v>0</c:v>
                </c:pt>
                <c:pt idx="3127">
                  <c:v>0</c:v>
                </c:pt>
                <c:pt idx="3128">
                  <c:v>2.0001914159376514E-7</c:v>
                </c:pt>
                <c:pt idx="3129">
                  <c:v>2.5192493536272492E-6</c:v>
                </c:pt>
                <c:pt idx="3130">
                  <c:v>7.2831845373247009E-6</c:v>
                </c:pt>
                <c:pt idx="3131">
                  <c:v>0</c:v>
                </c:pt>
                <c:pt idx="3132">
                  <c:v>1.4627119567605468E-6</c:v>
                </c:pt>
                <c:pt idx="3133">
                  <c:v>1.1815084177864264E-6</c:v>
                </c:pt>
                <c:pt idx="3134">
                  <c:v>9.5259116184030455E-7</c:v>
                </c:pt>
                <c:pt idx="3135">
                  <c:v>0</c:v>
                </c:pt>
                <c:pt idx="3136">
                  <c:v>1.8777365094194649E-6</c:v>
                </c:pt>
                <c:pt idx="3137">
                  <c:v>4.0016136518095708E-5</c:v>
                </c:pt>
                <c:pt idx="3138">
                  <c:v>1.6156657252926936E-6</c:v>
                </c:pt>
                <c:pt idx="3139">
                  <c:v>0</c:v>
                </c:pt>
                <c:pt idx="3140">
                  <c:v>2.4632838858793904E-4</c:v>
                </c:pt>
                <c:pt idx="3141">
                  <c:v>3.190814777971727E-7</c:v>
                </c:pt>
                <c:pt idx="3142">
                  <c:v>1.869014206421203E-7</c:v>
                </c:pt>
                <c:pt idx="3143">
                  <c:v>4.8725656656194133E-8</c:v>
                </c:pt>
                <c:pt idx="3144">
                  <c:v>0</c:v>
                </c:pt>
                <c:pt idx="3145">
                  <c:v>3.9477964606387374E-6</c:v>
                </c:pt>
                <c:pt idx="3146">
                  <c:v>1.9100270394763122E-5</c:v>
                </c:pt>
                <c:pt idx="3147">
                  <c:v>1.7930049429080779E-7</c:v>
                </c:pt>
                <c:pt idx="3148">
                  <c:v>3.1073310070224166E-7</c:v>
                </c:pt>
                <c:pt idx="3149">
                  <c:v>0</c:v>
                </c:pt>
                <c:pt idx="3150">
                  <c:v>1.2918468368522349E-5</c:v>
                </c:pt>
                <c:pt idx="3151">
                  <c:v>1.8596104156993461E-6</c:v>
                </c:pt>
                <c:pt idx="3152">
                  <c:v>1.3348365587756763E-6</c:v>
                </c:pt>
                <c:pt idx="3153">
                  <c:v>1.7579648426381813E-7</c:v>
                </c:pt>
                <c:pt idx="3154">
                  <c:v>4.8928745366697057E-5</c:v>
                </c:pt>
                <c:pt idx="3155">
                  <c:v>0</c:v>
                </c:pt>
                <c:pt idx="3156">
                  <c:v>0</c:v>
                </c:pt>
                <c:pt idx="3157">
                  <c:v>3.093504111948034E-5</c:v>
                </c:pt>
                <c:pt idx="3158">
                  <c:v>2.4307065754311605E-5</c:v>
                </c:pt>
                <c:pt idx="3159">
                  <c:v>8.5892466481497805E-6</c:v>
                </c:pt>
                <c:pt idx="3160">
                  <c:v>3.2570447010127212E-5</c:v>
                </c:pt>
                <c:pt idx="3161">
                  <c:v>5.6935292506369313E-6</c:v>
                </c:pt>
                <c:pt idx="3162">
                  <c:v>1.8147614093362998E-5</c:v>
                </c:pt>
                <c:pt idx="3163">
                  <c:v>4.6021962558988304E-5</c:v>
                </c:pt>
                <c:pt idx="3164">
                  <c:v>1.2665288284659373E-4</c:v>
                </c:pt>
                <c:pt idx="3165">
                  <c:v>2.2989946991295959E-6</c:v>
                </c:pt>
                <c:pt idx="3166">
                  <c:v>3.022423260401156E-5</c:v>
                </c:pt>
                <c:pt idx="3167">
                  <c:v>2.3402352885108949E-5</c:v>
                </c:pt>
                <c:pt idx="3168">
                  <c:v>5.3026943402641219E-7</c:v>
                </c:pt>
                <c:pt idx="3169">
                  <c:v>7.9176408256856645E-7</c:v>
                </c:pt>
                <c:pt idx="3170">
                  <c:v>0</c:v>
                </c:pt>
                <c:pt idx="3171">
                  <c:v>1.476812722799756E-4</c:v>
                </c:pt>
                <c:pt idx="3172">
                  <c:v>2.0987419924657612E-5</c:v>
                </c:pt>
                <c:pt idx="3173">
                  <c:v>3.6630863532723545E-5</c:v>
                </c:pt>
                <c:pt idx="3174">
                  <c:v>0</c:v>
                </c:pt>
                <c:pt idx="3175">
                  <c:v>1.7554623917152823E-6</c:v>
                </c:pt>
                <c:pt idx="3176">
                  <c:v>0</c:v>
                </c:pt>
                <c:pt idx="3177">
                  <c:v>0</c:v>
                </c:pt>
                <c:pt idx="3178">
                  <c:v>2.397992573200883E-6</c:v>
                </c:pt>
                <c:pt idx="3179">
                  <c:v>1.1813911414150313E-5</c:v>
                </c:pt>
                <c:pt idx="3180">
                  <c:v>1.556839488196619E-7</c:v>
                </c:pt>
                <c:pt idx="3181">
                  <c:v>1.5866951236125664E-6</c:v>
                </c:pt>
                <c:pt idx="3182">
                  <c:v>0</c:v>
                </c:pt>
                <c:pt idx="3183">
                  <c:v>3.7489014776062128E-5</c:v>
                </c:pt>
                <c:pt idx="3184">
                  <c:v>7.6865783447535614E-7</c:v>
                </c:pt>
                <c:pt idx="3185">
                  <c:v>2.3414091318815452E-6</c:v>
                </c:pt>
                <c:pt idx="3186">
                  <c:v>1.961577682039098E-7</c:v>
                </c:pt>
                <c:pt idx="3187">
                  <c:v>3.1228289686178129E-3</c:v>
                </c:pt>
                <c:pt idx="3188">
                  <c:v>1.1478864474504861E-5</c:v>
                </c:pt>
                <c:pt idx="3189">
                  <c:v>3.579014552187595E-5</c:v>
                </c:pt>
                <c:pt idx="3190">
                  <c:v>3.7708864295901782E-4</c:v>
                </c:pt>
                <c:pt idx="3191">
                  <c:v>1.6892041013673645E-5</c:v>
                </c:pt>
                <c:pt idx="3192">
                  <c:v>0</c:v>
                </c:pt>
                <c:pt idx="3193">
                  <c:v>0</c:v>
                </c:pt>
                <c:pt idx="3194">
                  <c:v>6.1832539225708935E-6</c:v>
                </c:pt>
                <c:pt idx="3195">
                  <c:v>5.1941715063831917E-6</c:v>
                </c:pt>
                <c:pt idx="3196">
                  <c:v>1.1099149174301739E-5</c:v>
                </c:pt>
                <c:pt idx="3197">
                  <c:v>0</c:v>
                </c:pt>
                <c:pt idx="3198">
                  <c:v>0</c:v>
                </c:pt>
                <c:pt idx="3199">
                  <c:v>0</c:v>
                </c:pt>
                <c:pt idx="3200">
                  <c:v>1.5478555689762107E-4</c:v>
                </c:pt>
                <c:pt idx="3201">
                  <c:v>3.5017710716702798E-7</c:v>
                </c:pt>
                <c:pt idx="3202">
                  <c:v>2.9534020468498146E-7</c:v>
                </c:pt>
                <c:pt idx="3203">
                  <c:v>1.1748304059040871E-5</c:v>
                </c:pt>
                <c:pt idx="3204">
                  <c:v>0</c:v>
                </c:pt>
                <c:pt idx="3205">
                  <c:v>1.6296953101896121E-6</c:v>
                </c:pt>
                <c:pt idx="3206">
                  <c:v>2.2494878356739117E-5</c:v>
                </c:pt>
                <c:pt idx="3207">
                  <c:v>8.7753643376035876E-6</c:v>
                </c:pt>
                <c:pt idx="3208">
                  <c:v>5.2285388188767397E-5</c:v>
                </c:pt>
                <c:pt idx="3209">
                  <c:v>8.5425689482945546E-6</c:v>
                </c:pt>
                <c:pt idx="3210">
                  <c:v>0</c:v>
                </c:pt>
                <c:pt idx="3211">
                  <c:v>0</c:v>
                </c:pt>
                <c:pt idx="3212">
                  <c:v>0</c:v>
                </c:pt>
                <c:pt idx="3213">
                  <c:v>1.0214338844606951E-4</c:v>
                </c:pt>
                <c:pt idx="3214">
                  <c:v>7.2751414213716969E-6</c:v>
                </c:pt>
                <c:pt idx="3215">
                  <c:v>4.4130947678270433E-6</c:v>
                </c:pt>
                <c:pt idx="3216">
                  <c:v>8.9958024390317723E-5</c:v>
                </c:pt>
                <c:pt idx="3217">
                  <c:v>6.6848502585284331E-7</c:v>
                </c:pt>
                <c:pt idx="3218">
                  <c:v>5.7389220532249674E-6</c:v>
                </c:pt>
                <c:pt idx="3219">
                  <c:v>1.0354251759133756E-6</c:v>
                </c:pt>
                <c:pt idx="3220">
                  <c:v>5.8925676871251366E-5</c:v>
                </c:pt>
                <c:pt idx="3221">
                  <c:v>9.4303682652681868E-5</c:v>
                </c:pt>
                <c:pt idx="3222">
                  <c:v>0</c:v>
                </c:pt>
                <c:pt idx="3223">
                  <c:v>5.3866093485801429E-4</c:v>
                </c:pt>
                <c:pt idx="3224">
                  <c:v>1.0741613889509532E-7</c:v>
                </c:pt>
                <c:pt idx="3225">
                  <c:v>7.116245303114586E-7</c:v>
                </c:pt>
                <c:pt idx="3226">
                  <c:v>0</c:v>
                </c:pt>
                <c:pt idx="3227">
                  <c:v>9.8327090051842325E-6</c:v>
                </c:pt>
                <c:pt idx="3228">
                  <c:v>2.6608315071005332E-7</c:v>
                </c:pt>
                <c:pt idx="3229">
                  <c:v>2.0042232000534517E-6</c:v>
                </c:pt>
                <c:pt idx="3230">
                  <c:v>1.5580195276606359E-6</c:v>
                </c:pt>
                <c:pt idx="3231">
                  <c:v>4.1950554924144104E-4</c:v>
                </c:pt>
                <c:pt idx="3232">
                  <c:v>2.2298003827541093E-5</c:v>
                </c:pt>
                <c:pt idx="3233">
                  <c:v>0</c:v>
                </c:pt>
                <c:pt idx="3234">
                  <c:v>9.6325749315894482E-6</c:v>
                </c:pt>
                <c:pt idx="3235">
                  <c:v>1.5025794309171215E-5</c:v>
                </c:pt>
                <c:pt idx="3236">
                  <c:v>9.3258680187629782E-6</c:v>
                </c:pt>
                <c:pt idx="3237">
                  <c:v>1.7228508061808172E-5</c:v>
                </c:pt>
                <c:pt idx="3238">
                  <c:v>1.0154728222648781E-5</c:v>
                </c:pt>
                <c:pt idx="3239">
                  <c:v>1.1901223916744201E-4</c:v>
                </c:pt>
                <c:pt idx="3240">
                  <c:v>4.4151503678417074E-5</c:v>
                </c:pt>
                <c:pt idx="3241">
                  <c:v>0</c:v>
                </c:pt>
                <c:pt idx="3242">
                  <c:v>0</c:v>
                </c:pt>
                <c:pt idx="3243">
                  <c:v>2.8686140548729213E-5</c:v>
                </c:pt>
                <c:pt idx="3244">
                  <c:v>0</c:v>
                </c:pt>
                <c:pt idx="3245">
                  <c:v>1.7842118677426074E-5</c:v>
                </c:pt>
                <c:pt idx="3246">
                  <c:v>4.6827131780055012E-5</c:v>
                </c:pt>
                <c:pt idx="3247">
                  <c:v>1.4498909772414091E-6</c:v>
                </c:pt>
                <c:pt idx="3248">
                  <c:v>2.0540756939161947E-3</c:v>
                </c:pt>
                <c:pt idx="3249">
                  <c:v>5.0555970303398651E-6</c:v>
                </c:pt>
                <c:pt idx="3250">
                  <c:v>0</c:v>
                </c:pt>
                <c:pt idx="3251">
                  <c:v>7.5077833760822606E-6</c:v>
                </c:pt>
                <c:pt idx="3252">
                  <c:v>0</c:v>
                </c:pt>
                <c:pt idx="3253">
                  <c:v>0</c:v>
                </c:pt>
                <c:pt idx="3254">
                  <c:v>0</c:v>
                </c:pt>
                <c:pt idx="3255">
                  <c:v>1.3867559503891725E-5</c:v>
                </c:pt>
                <c:pt idx="3256">
                  <c:v>1.1365740931726245E-7</c:v>
                </c:pt>
                <c:pt idx="3257">
                  <c:v>3.0534696112495715E-6</c:v>
                </c:pt>
                <c:pt idx="3258">
                  <c:v>2.0458333677107117E-7</c:v>
                </c:pt>
                <c:pt idx="3259">
                  <c:v>0</c:v>
                </c:pt>
                <c:pt idx="3260">
                  <c:v>1.1125336917214721E-5</c:v>
                </c:pt>
                <c:pt idx="3261">
                  <c:v>1.968312812324177E-5</c:v>
                </c:pt>
                <c:pt idx="3262">
                  <c:v>3.4596865294919251E-3</c:v>
                </c:pt>
                <c:pt idx="3263">
                  <c:v>4.0715953205845621E-5</c:v>
                </c:pt>
                <c:pt idx="3264">
                  <c:v>4.8816059539147302E-6</c:v>
                </c:pt>
                <c:pt idx="3265">
                  <c:v>1.4204767982089659E-6</c:v>
                </c:pt>
                <c:pt idx="3266">
                  <c:v>2.7216890338294325E-7</c:v>
                </c:pt>
                <c:pt idx="3267">
                  <c:v>9.9136911683367764E-5</c:v>
                </c:pt>
                <c:pt idx="3268">
                  <c:v>0</c:v>
                </c:pt>
                <c:pt idx="3269">
                  <c:v>0</c:v>
                </c:pt>
                <c:pt idx="3270">
                  <c:v>2.0091271080744248E-5</c:v>
                </c:pt>
                <c:pt idx="3271">
                  <c:v>3.897554138235155E-7</c:v>
                </c:pt>
                <c:pt idx="3272">
                  <c:v>1.1912796969994951E-5</c:v>
                </c:pt>
                <c:pt idx="3273">
                  <c:v>1.0997293038987565E-4</c:v>
                </c:pt>
                <c:pt idx="3274">
                  <c:v>0</c:v>
                </c:pt>
                <c:pt idx="3275">
                  <c:v>7.6765613795971434E-5</c:v>
                </c:pt>
                <c:pt idx="3276">
                  <c:v>1.0113345476196404E-5</c:v>
                </c:pt>
                <c:pt idx="3277">
                  <c:v>2.5126379424089064E-5</c:v>
                </c:pt>
                <c:pt idx="3278">
                  <c:v>7.1629740786941518E-4</c:v>
                </c:pt>
                <c:pt idx="3279">
                  <c:v>9.2935416485512816E-7</c:v>
                </c:pt>
                <c:pt idx="3280">
                  <c:v>1.1252081627686888E-5</c:v>
                </c:pt>
                <c:pt idx="3281">
                  <c:v>4.6674372660617365E-5</c:v>
                </c:pt>
                <c:pt idx="3282">
                  <c:v>1.6771662635024222E-6</c:v>
                </c:pt>
                <c:pt idx="3283">
                  <c:v>2.0846424327584009E-5</c:v>
                </c:pt>
                <c:pt idx="3284">
                  <c:v>5.2913279186333142E-6</c:v>
                </c:pt>
                <c:pt idx="3285">
                  <c:v>3.5806928995331212E-5</c:v>
                </c:pt>
                <c:pt idx="3286">
                  <c:v>1.9615291090597482E-5</c:v>
                </c:pt>
                <c:pt idx="3287">
                  <c:v>5.8852573192958975E-6</c:v>
                </c:pt>
                <c:pt idx="3288">
                  <c:v>3.0514790345357585E-3</c:v>
                </c:pt>
                <c:pt idx="3289">
                  <c:v>5.8153643475946677E-6</c:v>
                </c:pt>
                <c:pt idx="3290">
                  <c:v>1.1262448962277713E-5</c:v>
                </c:pt>
                <c:pt idx="3291">
                  <c:v>0</c:v>
                </c:pt>
                <c:pt idx="3292">
                  <c:v>1.5520975316699681E-5</c:v>
                </c:pt>
                <c:pt idx="3293">
                  <c:v>0</c:v>
                </c:pt>
                <c:pt idx="3294">
                  <c:v>4.6432470950327363E-7</c:v>
                </c:pt>
                <c:pt idx="3295">
                  <c:v>9.8504898943290985E-6</c:v>
                </c:pt>
                <c:pt idx="3296">
                  <c:v>3.291085893318814E-5</c:v>
                </c:pt>
                <c:pt idx="3297">
                  <c:v>8.1318719688828429E-6</c:v>
                </c:pt>
                <c:pt idx="3298">
                  <c:v>3.3329462634014891E-5</c:v>
                </c:pt>
                <c:pt idx="3299">
                  <c:v>2.950319302467388E-5</c:v>
                </c:pt>
                <c:pt idx="3300">
                  <c:v>4.3251109442232942E-5</c:v>
                </c:pt>
                <c:pt idx="3301">
                  <c:v>6.1831469354774037E-6</c:v>
                </c:pt>
                <c:pt idx="3302">
                  <c:v>0</c:v>
                </c:pt>
                <c:pt idx="3303">
                  <c:v>0</c:v>
                </c:pt>
                <c:pt idx="3304">
                  <c:v>4.1855714617488934E-5</c:v>
                </c:pt>
                <c:pt idx="3305">
                  <c:v>6.4346871084257199E-5</c:v>
                </c:pt>
                <c:pt idx="3306">
                  <c:v>2.9463713084635799E-5</c:v>
                </c:pt>
                <c:pt idx="3307">
                  <c:v>2.6346104881987411E-5</c:v>
                </c:pt>
                <c:pt idx="3308">
                  <c:v>4.9184023234220702E-5</c:v>
                </c:pt>
                <c:pt idx="3309">
                  <c:v>1.1017762473222166E-4</c:v>
                </c:pt>
                <c:pt idx="3310">
                  <c:v>1.1069754626057683E-4</c:v>
                </c:pt>
                <c:pt idx="3311">
                  <c:v>1.226680330802651E-5</c:v>
                </c:pt>
                <c:pt idx="3312">
                  <c:v>2.9384545857955221E-6</c:v>
                </c:pt>
                <c:pt idx="3313">
                  <c:v>2.2686346947119115E-5</c:v>
                </c:pt>
                <c:pt idx="3314">
                  <c:v>1.6441702901183565E-7</c:v>
                </c:pt>
                <c:pt idx="3315">
                  <c:v>0</c:v>
                </c:pt>
                <c:pt idx="3316">
                  <c:v>1.4476283599201361E-6</c:v>
                </c:pt>
                <c:pt idx="3317">
                  <c:v>1.5196940508726665E-6</c:v>
                </c:pt>
                <c:pt idx="3318">
                  <c:v>3.5823942745285658E-5</c:v>
                </c:pt>
                <c:pt idx="3319">
                  <c:v>2.9312413488531036E-5</c:v>
                </c:pt>
                <c:pt idx="3320">
                  <c:v>0</c:v>
                </c:pt>
                <c:pt idx="3321">
                  <c:v>2.4496424435294596E-7</c:v>
                </c:pt>
                <c:pt idx="3322">
                  <c:v>4.8616760904650353E-8</c:v>
                </c:pt>
                <c:pt idx="3323">
                  <c:v>0</c:v>
                </c:pt>
                <c:pt idx="3324">
                  <c:v>2.396126440874949E-5</c:v>
                </c:pt>
                <c:pt idx="3325">
                  <c:v>0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2.8870097062269912E-6</c:v>
                </c:pt>
                <c:pt idx="3330">
                  <c:v>2.4106893409953839E-6</c:v>
                </c:pt>
                <c:pt idx="3331">
                  <c:v>1.337752363029102E-6</c:v>
                </c:pt>
                <c:pt idx="3332">
                  <c:v>1.0931720675132513E-6</c:v>
                </c:pt>
                <c:pt idx="3333">
                  <c:v>2.9177693454946206E-6</c:v>
                </c:pt>
                <c:pt idx="3334">
                  <c:v>2.2380789371238204E-5</c:v>
                </c:pt>
                <c:pt idx="3335">
                  <c:v>2.870822679518722E-6</c:v>
                </c:pt>
                <c:pt idx="3336">
                  <c:v>0</c:v>
                </c:pt>
                <c:pt idx="3337">
                  <c:v>5.3275681743648524E-7</c:v>
                </c:pt>
                <c:pt idx="3338">
                  <c:v>0</c:v>
                </c:pt>
                <c:pt idx="3339">
                  <c:v>2.4173574222871595E-7</c:v>
                </c:pt>
                <c:pt idx="3340">
                  <c:v>0</c:v>
                </c:pt>
                <c:pt idx="3341">
                  <c:v>2.4192445069348151E-6</c:v>
                </c:pt>
                <c:pt idx="3342">
                  <c:v>6.2863093749010217E-6</c:v>
                </c:pt>
                <c:pt idx="3343">
                  <c:v>4.1199688641683902E-5</c:v>
                </c:pt>
                <c:pt idx="3344">
                  <c:v>0</c:v>
                </c:pt>
                <c:pt idx="3345">
                  <c:v>4.1724367937615445E-6</c:v>
                </c:pt>
                <c:pt idx="3346">
                  <c:v>6.454611785158899E-5</c:v>
                </c:pt>
                <c:pt idx="3347">
                  <c:v>0</c:v>
                </c:pt>
                <c:pt idx="3348">
                  <c:v>0</c:v>
                </c:pt>
                <c:pt idx="3349">
                  <c:v>8.2651899341487324E-6</c:v>
                </c:pt>
                <c:pt idx="3350">
                  <c:v>4.2178362364113084E-6</c:v>
                </c:pt>
                <c:pt idx="3351">
                  <c:v>4.9522293732011605E-6</c:v>
                </c:pt>
                <c:pt idx="3352">
                  <c:v>2.0086390439547894E-5</c:v>
                </c:pt>
                <c:pt idx="3353">
                  <c:v>1.7820761906555108E-5</c:v>
                </c:pt>
                <c:pt idx="3354">
                  <c:v>1.862975686912796E-5</c:v>
                </c:pt>
                <c:pt idx="3355">
                  <c:v>4.7897524509871983E-5</c:v>
                </c:pt>
                <c:pt idx="3356">
                  <c:v>4.0005022835836934E-7</c:v>
                </c:pt>
                <c:pt idx="3357">
                  <c:v>2.6904604747475408E-7</c:v>
                </c:pt>
                <c:pt idx="3358">
                  <c:v>6.1655709284138969E-5</c:v>
                </c:pt>
                <c:pt idx="3359">
                  <c:v>1.9444822956581035E-4</c:v>
                </c:pt>
                <c:pt idx="3360">
                  <c:v>3.8271569177206525E-7</c:v>
                </c:pt>
                <c:pt idx="3361">
                  <c:v>3.4292460773001311E-7</c:v>
                </c:pt>
                <c:pt idx="3362">
                  <c:v>4.6826744422723919E-5</c:v>
                </c:pt>
                <c:pt idx="3363">
                  <c:v>1.9031384549246641E-5</c:v>
                </c:pt>
                <c:pt idx="3364">
                  <c:v>4.2089821928424345E-5</c:v>
                </c:pt>
                <c:pt idx="3365">
                  <c:v>3.9346338545132241E-5</c:v>
                </c:pt>
                <c:pt idx="3366">
                  <c:v>4.2071313344740865E-5</c:v>
                </c:pt>
                <c:pt idx="3367">
                  <c:v>2.5712075446165042E-7</c:v>
                </c:pt>
                <c:pt idx="3368">
                  <c:v>3.6727895497762537E-7</c:v>
                </c:pt>
                <c:pt idx="3369">
                  <c:v>1.6955566068897309E-5</c:v>
                </c:pt>
                <c:pt idx="3370">
                  <c:v>2.5967447527303407E-5</c:v>
                </c:pt>
                <c:pt idx="3371">
                  <c:v>4.1308130519795423E-5</c:v>
                </c:pt>
                <c:pt idx="3372">
                  <c:v>2.9503005179690283E-7</c:v>
                </c:pt>
                <c:pt idx="3373">
                  <c:v>3.9238734305799366E-6</c:v>
                </c:pt>
                <c:pt idx="3374">
                  <c:v>1.6123175838434448E-5</c:v>
                </c:pt>
                <c:pt idx="3375">
                  <c:v>0</c:v>
                </c:pt>
                <c:pt idx="3376">
                  <c:v>0</c:v>
                </c:pt>
                <c:pt idx="3377">
                  <c:v>0</c:v>
                </c:pt>
                <c:pt idx="3378">
                  <c:v>0</c:v>
                </c:pt>
                <c:pt idx="3379">
                  <c:v>0</c:v>
                </c:pt>
                <c:pt idx="3380">
                  <c:v>0</c:v>
                </c:pt>
                <c:pt idx="3381">
                  <c:v>1.3523920664991064E-7</c:v>
                </c:pt>
                <c:pt idx="3382">
                  <c:v>6.704066720836043E-6</c:v>
                </c:pt>
                <c:pt idx="3383">
                  <c:v>2.4394851486260196E-6</c:v>
                </c:pt>
                <c:pt idx="3384">
                  <c:v>7.3100520812685421E-7</c:v>
                </c:pt>
                <c:pt idx="3385">
                  <c:v>4.5908007799532758E-7</c:v>
                </c:pt>
                <c:pt idx="3386">
                  <c:v>0</c:v>
                </c:pt>
                <c:pt idx="3387">
                  <c:v>0</c:v>
                </c:pt>
                <c:pt idx="3388">
                  <c:v>5.053323207475054E-7</c:v>
                </c:pt>
                <c:pt idx="3389">
                  <c:v>0</c:v>
                </c:pt>
                <c:pt idx="3390">
                  <c:v>0</c:v>
                </c:pt>
                <c:pt idx="3391">
                  <c:v>3.1402646143428722E-5</c:v>
                </c:pt>
                <c:pt idx="3392">
                  <c:v>6.9029387062387924E-7</c:v>
                </c:pt>
                <c:pt idx="3393">
                  <c:v>2.7144320279277447E-5</c:v>
                </c:pt>
                <c:pt idx="3394">
                  <c:v>4.1432087130451616E-5</c:v>
                </c:pt>
                <c:pt idx="3395">
                  <c:v>3.9985542268795281E-5</c:v>
                </c:pt>
                <c:pt idx="3396">
                  <c:v>1.7889035903104337E-7</c:v>
                </c:pt>
                <c:pt idx="3397">
                  <c:v>7.2177168677110429E-7</c:v>
                </c:pt>
                <c:pt idx="3398">
                  <c:v>2.2137869886682108E-5</c:v>
                </c:pt>
                <c:pt idx="3399">
                  <c:v>2.7090484098825611E-5</c:v>
                </c:pt>
                <c:pt idx="3400">
                  <c:v>6.8525888190116431E-8</c:v>
                </c:pt>
                <c:pt idx="3401">
                  <c:v>1.8146096444508357E-5</c:v>
                </c:pt>
                <c:pt idx="3402">
                  <c:v>8.0508132479260776E-6</c:v>
                </c:pt>
                <c:pt idx="3403">
                  <c:v>1.4034283918938901E-6</c:v>
                </c:pt>
                <c:pt idx="3404">
                  <c:v>0</c:v>
                </c:pt>
                <c:pt idx="3405">
                  <c:v>1.5667114846975614E-6</c:v>
                </c:pt>
                <c:pt idx="3406">
                  <c:v>1.8543717582474061E-5</c:v>
                </c:pt>
                <c:pt idx="3407">
                  <c:v>6.1457677897765311E-5</c:v>
                </c:pt>
                <c:pt idx="3408">
                  <c:v>1.6257254006209744E-6</c:v>
                </c:pt>
                <c:pt idx="3409">
                  <c:v>0</c:v>
                </c:pt>
                <c:pt idx="3410">
                  <c:v>0</c:v>
                </c:pt>
                <c:pt idx="3411">
                  <c:v>1.5997198852187503E-5</c:v>
                </c:pt>
                <c:pt idx="3412">
                  <c:v>3.5810590972360272E-5</c:v>
                </c:pt>
                <c:pt idx="3413">
                  <c:v>5.7084114567209149E-7</c:v>
                </c:pt>
                <c:pt idx="3414">
                  <c:v>6.7603243743191561E-6</c:v>
                </c:pt>
                <c:pt idx="3415">
                  <c:v>0</c:v>
                </c:pt>
                <c:pt idx="3416">
                  <c:v>5.336868806100034E-7</c:v>
                </c:pt>
                <c:pt idx="3417">
                  <c:v>5.7694280612223642E-6</c:v>
                </c:pt>
                <c:pt idx="3418">
                  <c:v>9.7401437034085527E-6</c:v>
                </c:pt>
                <c:pt idx="3419">
                  <c:v>6.1162389282124542E-6</c:v>
                </c:pt>
                <c:pt idx="3420">
                  <c:v>4.9640125957733524E-6</c:v>
                </c:pt>
                <c:pt idx="3421">
                  <c:v>3.4151883903809492E-5</c:v>
                </c:pt>
                <c:pt idx="3422">
                  <c:v>1.0085866313305412E-5</c:v>
                </c:pt>
                <c:pt idx="3423">
                  <c:v>2.4262376243881651E-5</c:v>
                </c:pt>
                <c:pt idx="3424">
                  <c:v>2.2321550757359273E-5</c:v>
                </c:pt>
                <c:pt idx="3425">
                  <c:v>1.3772438037346397E-5</c:v>
                </c:pt>
                <c:pt idx="3426">
                  <c:v>0</c:v>
                </c:pt>
                <c:pt idx="3427">
                  <c:v>8.5403624614768811E-5</c:v>
                </c:pt>
                <c:pt idx="3428">
                  <c:v>0</c:v>
                </c:pt>
                <c:pt idx="3429">
                  <c:v>1.6748179323636191E-5</c:v>
                </c:pt>
                <c:pt idx="3430">
                  <c:v>1.4138089770764011E-4</c:v>
                </c:pt>
                <c:pt idx="3431">
                  <c:v>1.0913046432862093E-6</c:v>
                </c:pt>
                <c:pt idx="3432">
                  <c:v>0</c:v>
                </c:pt>
                <c:pt idx="3433">
                  <c:v>3.2559140948277888E-5</c:v>
                </c:pt>
                <c:pt idx="3434">
                  <c:v>7.4653462530213955E-6</c:v>
                </c:pt>
                <c:pt idx="3435">
                  <c:v>0</c:v>
                </c:pt>
                <c:pt idx="3436">
                  <c:v>2.6092911354508404E-5</c:v>
                </c:pt>
                <c:pt idx="3437">
                  <c:v>8.6247158849669942E-8</c:v>
                </c:pt>
                <c:pt idx="3438">
                  <c:v>8.8003507826033077E-6</c:v>
                </c:pt>
                <c:pt idx="3439">
                  <c:v>3.7231958692589009E-5</c:v>
                </c:pt>
                <c:pt idx="3440">
                  <c:v>1.1998313595780365E-5</c:v>
                </c:pt>
                <c:pt idx="3441">
                  <c:v>2.2525308483310089E-5</c:v>
                </c:pt>
                <c:pt idx="3442">
                  <c:v>2.5116117595412552E-5</c:v>
                </c:pt>
                <c:pt idx="3443">
                  <c:v>2.5970217138121889E-5</c:v>
                </c:pt>
                <c:pt idx="3444">
                  <c:v>1.7402573180678863E-4</c:v>
                </c:pt>
                <c:pt idx="3445">
                  <c:v>2.700502056209716E-5</c:v>
                </c:pt>
                <c:pt idx="3446">
                  <c:v>5.6761162136027532E-5</c:v>
                </c:pt>
                <c:pt idx="3447">
                  <c:v>4.7825400859227922E-5</c:v>
                </c:pt>
                <c:pt idx="3448">
                  <c:v>2.8235261459236585E-6</c:v>
                </c:pt>
                <c:pt idx="3449">
                  <c:v>4.4787503074274996E-8</c:v>
                </c:pt>
                <c:pt idx="3450">
                  <c:v>2.2211393446274894E-6</c:v>
                </c:pt>
                <c:pt idx="3451">
                  <c:v>7.8584241160810609E-6</c:v>
                </c:pt>
                <c:pt idx="3452">
                  <c:v>0</c:v>
                </c:pt>
                <c:pt idx="3453">
                  <c:v>5.6558541412263983E-6</c:v>
                </c:pt>
                <c:pt idx="3454">
                  <c:v>5.1318042388703275E-7</c:v>
                </c:pt>
                <c:pt idx="3455">
                  <c:v>4.9485255160535386E-7</c:v>
                </c:pt>
                <c:pt idx="3456">
                  <c:v>4.8448978128044734E-5</c:v>
                </c:pt>
                <c:pt idx="3457">
                  <c:v>3.2701352243936047E-7</c:v>
                </c:pt>
                <c:pt idx="3458">
                  <c:v>3.2880110808892434E-5</c:v>
                </c:pt>
                <c:pt idx="3459">
                  <c:v>1.125278526757142E-5</c:v>
                </c:pt>
                <c:pt idx="3460">
                  <c:v>6.5446598343564348E-5</c:v>
                </c:pt>
                <c:pt idx="3461">
                  <c:v>0</c:v>
                </c:pt>
                <c:pt idx="3462">
                  <c:v>4.0188263007055413E-5</c:v>
                </c:pt>
                <c:pt idx="3463">
                  <c:v>2.2453843478607723E-5</c:v>
                </c:pt>
                <c:pt idx="3464">
                  <c:v>3.9569119219380577E-5</c:v>
                </c:pt>
                <c:pt idx="3465">
                  <c:v>1.6343691120207916E-4</c:v>
                </c:pt>
                <c:pt idx="3466">
                  <c:v>0</c:v>
                </c:pt>
                <c:pt idx="3467">
                  <c:v>0</c:v>
                </c:pt>
                <c:pt idx="3468">
                  <c:v>8.5378099298273375E-5</c:v>
                </c:pt>
                <c:pt idx="3469">
                  <c:v>1.9028038189069701E-7</c:v>
                </c:pt>
                <c:pt idx="3470">
                  <c:v>1.1546559537458302E-6</c:v>
                </c:pt>
                <c:pt idx="3471">
                  <c:v>0</c:v>
                </c:pt>
                <c:pt idx="3472">
                  <c:v>0</c:v>
                </c:pt>
                <c:pt idx="3473">
                  <c:v>6.1159406034941646E-5</c:v>
                </c:pt>
                <c:pt idx="3474">
                  <c:v>7.8818114425678389E-7</c:v>
                </c:pt>
                <c:pt idx="3475">
                  <c:v>1.4681718087364149E-6</c:v>
                </c:pt>
                <c:pt idx="3476">
                  <c:v>4.5287120808801453E-6</c:v>
                </c:pt>
                <c:pt idx="3477">
                  <c:v>6.4635762508463471E-6</c:v>
                </c:pt>
                <c:pt idx="3478">
                  <c:v>1.6488068376670362E-5</c:v>
                </c:pt>
                <c:pt idx="3479">
                  <c:v>5.8847330461177049E-7</c:v>
                </c:pt>
                <c:pt idx="3480">
                  <c:v>1.2534094234740867E-7</c:v>
                </c:pt>
                <c:pt idx="3481">
                  <c:v>0</c:v>
                </c:pt>
                <c:pt idx="3482">
                  <c:v>1.6017464477234865E-7</c:v>
                </c:pt>
                <c:pt idx="3483">
                  <c:v>0</c:v>
                </c:pt>
                <c:pt idx="3484">
                  <c:v>1.4488078507076905E-7</c:v>
                </c:pt>
                <c:pt idx="3485">
                  <c:v>1.1778645083810247E-4</c:v>
                </c:pt>
                <c:pt idx="3486">
                  <c:v>1.8901663584758934E-5</c:v>
                </c:pt>
                <c:pt idx="3487">
                  <c:v>1.5265141916568745E-6</c:v>
                </c:pt>
                <c:pt idx="3488">
                  <c:v>1.5470653455451529E-5</c:v>
                </c:pt>
                <c:pt idx="3489">
                  <c:v>0</c:v>
                </c:pt>
                <c:pt idx="3490">
                  <c:v>1.1179142707412352E-6</c:v>
                </c:pt>
                <c:pt idx="3491">
                  <c:v>0</c:v>
                </c:pt>
                <c:pt idx="3492">
                  <c:v>1.5832742715115947E-6</c:v>
                </c:pt>
                <c:pt idx="3493">
                  <c:v>6.9595701321666331E-7</c:v>
                </c:pt>
                <c:pt idx="3494">
                  <c:v>0</c:v>
                </c:pt>
                <c:pt idx="3495">
                  <c:v>3.9595075906477447E-4</c:v>
                </c:pt>
                <c:pt idx="3496">
                  <c:v>4.0724529357398325E-4</c:v>
                </c:pt>
                <c:pt idx="3497">
                  <c:v>0</c:v>
                </c:pt>
                <c:pt idx="3498">
                  <c:v>2.4861752404788015E-5</c:v>
                </c:pt>
                <c:pt idx="3499">
                  <c:v>0</c:v>
                </c:pt>
                <c:pt idx="3500">
                  <c:v>9.0066766244281324E-6</c:v>
                </c:pt>
                <c:pt idx="3501">
                  <c:v>5.5259414196252174E-6</c:v>
                </c:pt>
                <c:pt idx="3502">
                  <c:v>1.0749730912254911E-5</c:v>
                </c:pt>
                <c:pt idx="3503">
                  <c:v>7.1530955153566721E-6</c:v>
                </c:pt>
                <c:pt idx="3504">
                  <c:v>6.4864211521237497E-6</c:v>
                </c:pt>
                <c:pt idx="3505">
                  <c:v>2.4209101382273058E-4</c:v>
                </c:pt>
                <c:pt idx="3506">
                  <c:v>2.4116261067050452E-7</c:v>
                </c:pt>
                <c:pt idx="3507">
                  <c:v>7.7316389952703039E-5</c:v>
                </c:pt>
                <c:pt idx="3508">
                  <c:v>9.7778959274234108E-6</c:v>
                </c:pt>
                <c:pt idx="3509">
                  <c:v>4.2705919675735502E-6</c:v>
                </c:pt>
                <c:pt idx="3510">
                  <c:v>0</c:v>
                </c:pt>
                <c:pt idx="3511">
                  <c:v>1.0128429183411019E-5</c:v>
                </c:pt>
                <c:pt idx="3512">
                  <c:v>7.322549973462838E-6</c:v>
                </c:pt>
                <c:pt idx="3513">
                  <c:v>1.7330990646026545E-4</c:v>
                </c:pt>
                <c:pt idx="3514">
                  <c:v>1.8179780926756803E-5</c:v>
                </c:pt>
                <c:pt idx="3515">
                  <c:v>2.3262707335972382E-5</c:v>
                </c:pt>
                <c:pt idx="3516">
                  <c:v>7.3665072604087869E-5</c:v>
                </c:pt>
                <c:pt idx="3517">
                  <c:v>2.3832670284398756E-6</c:v>
                </c:pt>
                <c:pt idx="3518">
                  <c:v>4.1967012706525233E-4</c:v>
                </c:pt>
                <c:pt idx="3519">
                  <c:v>1.742781496280305E-5</c:v>
                </c:pt>
                <c:pt idx="3520">
                  <c:v>2.795383193084384E-5</c:v>
                </c:pt>
                <c:pt idx="3521">
                  <c:v>4.6760818854131928E-5</c:v>
                </c:pt>
                <c:pt idx="3522">
                  <c:v>9.3771342598443952E-5</c:v>
                </c:pt>
                <c:pt idx="3523">
                  <c:v>1.1646793162686898E-5</c:v>
                </c:pt>
                <c:pt idx="3524">
                  <c:v>6.5642309358985592E-5</c:v>
                </c:pt>
                <c:pt idx="3525">
                  <c:v>6.2090781616004474E-5</c:v>
                </c:pt>
                <c:pt idx="3526">
                  <c:v>2.2157661903589859E-5</c:v>
                </c:pt>
                <c:pt idx="3527">
                  <c:v>0</c:v>
                </c:pt>
                <c:pt idx="3528">
                  <c:v>1.8410760891874696E-5</c:v>
                </c:pt>
                <c:pt idx="3529">
                  <c:v>8.4671213032989727E-6</c:v>
                </c:pt>
                <c:pt idx="3530">
                  <c:v>3.6149007336686064E-5</c:v>
                </c:pt>
                <c:pt idx="3531">
                  <c:v>1.312646721787498E-5</c:v>
                </c:pt>
                <c:pt idx="3532">
                  <c:v>7.3968262226364562E-7</c:v>
                </c:pt>
                <c:pt idx="3533">
                  <c:v>0</c:v>
                </c:pt>
                <c:pt idx="3534">
                  <c:v>0</c:v>
                </c:pt>
                <c:pt idx="3535">
                  <c:v>5.4594895881546529E-6</c:v>
                </c:pt>
                <c:pt idx="3536">
                  <c:v>3.1727875819023929E-5</c:v>
                </c:pt>
                <c:pt idx="3537">
                  <c:v>2.5149683603645251E-5</c:v>
                </c:pt>
                <c:pt idx="3538">
                  <c:v>3.0935197700094218E-5</c:v>
                </c:pt>
                <c:pt idx="3539">
                  <c:v>3.7942849195064237E-7</c:v>
                </c:pt>
                <c:pt idx="3540">
                  <c:v>1.5745308460170366E-7</c:v>
                </c:pt>
                <c:pt idx="3541">
                  <c:v>0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2.3416683916317635E-6</c:v>
                </c:pt>
                <c:pt idx="3546">
                  <c:v>0</c:v>
                </c:pt>
                <c:pt idx="3547">
                  <c:v>2.6829018064713286E-5</c:v>
                </c:pt>
                <c:pt idx="3548">
                  <c:v>0</c:v>
                </c:pt>
                <c:pt idx="3549">
                  <c:v>8.5846556576625072E-7</c:v>
                </c:pt>
                <c:pt idx="3550">
                  <c:v>2.6871997570834947E-6</c:v>
                </c:pt>
                <c:pt idx="3551">
                  <c:v>0</c:v>
                </c:pt>
                <c:pt idx="3552">
                  <c:v>2.6938029999941451E-6</c:v>
                </c:pt>
                <c:pt idx="3553">
                  <c:v>1.1312960974689221E-5</c:v>
                </c:pt>
                <c:pt idx="3554">
                  <c:v>0</c:v>
                </c:pt>
                <c:pt idx="3555">
                  <c:v>1.8159915729986228E-5</c:v>
                </c:pt>
                <c:pt idx="3556">
                  <c:v>0</c:v>
                </c:pt>
                <c:pt idx="3557">
                  <c:v>2.3398002133013303E-7</c:v>
                </c:pt>
                <c:pt idx="3558">
                  <c:v>0</c:v>
                </c:pt>
                <c:pt idx="3559">
                  <c:v>0</c:v>
                </c:pt>
                <c:pt idx="3560">
                  <c:v>0</c:v>
                </c:pt>
                <c:pt idx="3561">
                  <c:v>1.4172815953973146E-7</c:v>
                </c:pt>
                <c:pt idx="3562">
                  <c:v>0</c:v>
                </c:pt>
                <c:pt idx="3563">
                  <c:v>3.0368506656703284E-5</c:v>
                </c:pt>
                <c:pt idx="3564">
                  <c:v>1.5893487055404883E-6</c:v>
                </c:pt>
                <c:pt idx="3565">
                  <c:v>3.1735569154428692E-5</c:v>
                </c:pt>
                <c:pt idx="3566">
                  <c:v>0</c:v>
                </c:pt>
                <c:pt idx="3567">
                  <c:v>7.4196804061529332E-6</c:v>
                </c:pt>
                <c:pt idx="3568">
                  <c:v>5.7079409243798626E-5</c:v>
                </c:pt>
                <c:pt idx="3569">
                  <c:v>8.9026708302544761E-5</c:v>
                </c:pt>
                <c:pt idx="3570">
                  <c:v>8.8526948433048802E-6</c:v>
                </c:pt>
                <c:pt idx="3571">
                  <c:v>1.1331939359117606E-7</c:v>
                </c:pt>
                <c:pt idx="3572">
                  <c:v>1.5222373937675957E-5</c:v>
                </c:pt>
                <c:pt idx="3573">
                  <c:v>0</c:v>
                </c:pt>
                <c:pt idx="3574">
                  <c:v>9.4487959665655866E-5</c:v>
                </c:pt>
                <c:pt idx="3575">
                  <c:v>7.8262082739945829E-7</c:v>
                </c:pt>
                <c:pt idx="3576">
                  <c:v>2.1538573952997251E-6</c:v>
                </c:pt>
                <c:pt idx="3577">
                  <c:v>2.1720614838044002E-6</c:v>
                </c:pt>
                <c:pt idx="3578">
                  <c:v>0</c:v>
                </c:pt>
                <c:pt idx="3579">
                  <c:v>0</c:v>
                </c:pt>
                <c:pt idx="3580">
                  <c:v>2.4174422148852285E-5</c:v>
                </c:pt>
                <c:pt idx="3581">
                  <c:v>0</c:v>
                </c:pt>
                <c:pt idx="3582">
                  <c:v>0</c:v>
                </c:pt>
                <c:pt idx="3583">
                  <c:v>0</c:v>
                </c:pt>
                <c:pt idx="3584">
                  <c:v>6.843156552704278E-5</c:v>
                </c:pt>
                <c:pt idx="3585">
                  <c:v>0</c:v>
                </c:pt>
                <c:pt idx="3586">
                  <c:v>0</c:v>
                </c:pt>
                <c:pt idx="3587">
                  <c:v>0</c:v>
                </c:pt>
                <c:pt idx="3588">
                  <c:v>1.6896637042032853E-6</c:v>
                </c:pt>
                <c:pt idx="3589">
                  <c:v>3.6479585213324616E-8</c:v>
                </c:pt>
                <c:pt idx="3590">
                  <c:v>1.7379086190929172E-7</c:v>
                </c:pt>
                <c:pt idx="3591">
                  <c:v>2.4239730256519685E-4</c:v>
                </c:pt>
                <c:pt idx="3592">
                  <c:v>3.9558701465825052E-5</c:v>
                </c:pt>
                <c:pt idx="3593">
                  <c:v>0</c:v>
                </c:pt>
                <c:pt idx="3594">
                  <c:v>3.6346028403375778E-7</c:v>
                </c:pt>
                <c:pt idx="3595">
                  <c:v>0</c:v>
                </c:pt>
                <c:pt idx="3596">
                  <c:v>5.9770425821971641E-6</c:v>
                </c:pt>
                <c:pt idx="3597">
                  <c:v>1.6238101789358541E-5</c:v>
                </c:pt>
                <c:pt idx="3598">
                  <c:v>0</c:v>
                </c:pt>
                <c:pt idx="3599">
                  <c:v>1.0115910658097771E-4</c:v>
                </c:pt>
                <c:pt idx="3600">
                  <c:v>1.2939390821030987E-5</c:v>
                </c:pt>
                <c:pt idx="3601">
                  <c:v>4.315272961605473E-5</c:v>
                </c:pt>
                <c:pt idx="3602">
                  <c:v>8.5805870764448931E-5</c:v>
                </c:pt>
                <c:pt idx="3603">
                  <c:v>0</c:v>
                </c:pt>
                <c:pt idx="3604">
                  <c:v>2.1858751140189991E-5</c:v>
                </c:pt>
                <c:pt idx="3605">
                  <c:v>8.328665895871511E-7</c:v>
                </c:pt>
                <c:pt idx="3606">
                  <c:v>0</c:v>
                </c:pt>
                <c:pt idx="3607">
                  <c:v>2.0768489317063208E-6</c:v>
                </c:pt>
                <c:pt idx="3608">
                  <c:v>6.1873472831687983E-5</c:v>
                </c:pt>
                <c:pt idx="3609">
                  <c:v>0</c:v>
                </c:pt>
                <c:pt idx="3610">
                  <c:v>3.9968974232294056E-6</c:v>
                </c:pt>
                <c:pt idx="3611">
                  <c:v>6.3995716575444123E-5</c:v>
                </c:pt>
                <c:pt idx="3612">
                  <c:v>2.1581503132646775E-6</c:v>
                </c:pt>
                <c:pt idx="3613">
                  <c:v>1.2313023911307081E-4</c:v>
                </c:pt>
                <c:pt idx="3614">
                  <c:v>0</c:v>
                </c:pt>
                <c:pt idx="3615">
                  <c:v>0</c:v>
                </c:pt>
                <c:pt idx="3616">
                  <c:v>0</c:v>
                </c:pt>
                <c:pt idx="3617">
                  <c:v>1.6641784953681165E-5</c:v>
                </c:pt>
                <c:pt idx="3618">
                  <c:v>5.1712091642759422E-4</c:v>
                </c:pt>
                <c:pt idx="3619">
                  <c:v>0</c:v>
                </c:pt>
                <c:pt idx="3620">
                  <c:v>1.9244265895759489E-7</c:v>
                </c:pt>
                <c:pt idx="3621">
                  <c:v>2.3673004449481815E-6</c:v>
                </c:pt>
                <c:pt idx="3622">
                  <c:v>2.0604639832739191E-5</c:v>
                </c:pt>
                <c:pt idx="3623">
                  <c:v>8.7847023570287772E-8</c:v>
                </c:pt>
                <c:pt idx="3624">
                  <c:v>3.1576563041379149E-3</c:v>
                </c:pt>
                <c:pt idx="3625">
                  <c:v>1.7074021313915894E-6</c:v>
                </c:pt>
                <c:pt idx="3626">
                  <c:v>8.9014317518757555E-6</c:v>
                </c:pt>
                <c:pt idx="3627">
                  <c:v>7.3630234731408647E-7</c:v>
                </c:pt>
                <c:pt idx="3628">
                  <c:v>0</c:v>
                </c:pt>
                <c:pt idx="3629">
                  <c:v>1.6947614784422553E-6</c:v>
                </c:pt>
                <c:pt idx="3630">
                  <c:v>0</c:v>
                </c:pt>
                <c:pt idx="3631">
                  <c:v>4.5450794553708662E-6</c:v>
                </c:pt>
                <c:pt idx="3632">
                  <c:v>2.9182176238245002E-5</c:v>
                </c:pt>
                <c:pt idx="3633">
                  <c:v>2.5239526307598811E-5</c:v>
                </c:pt>
                <c:pt idx="3634">
                  <c:v>0</c:v>
                </c:pt>
                <c:pt idx="3635">
                  <c:v>0</c:v>
                </c:pt>
                <c:pt idx="3636">
                  <c:v>0</c:v>
                </c:pt>
                <c:pt idx="3637">
                  <c:v>0</c:v>
                </c:pt>
                <c:pt idx="3638">
                  <c:v>0</c:v>
                </c:pt>
                <c:pt idx="3639">
                  <c:v>2.4146192988632685E-4</c:v>
                </c:pt>
                <c:pt idx="3640">
                  <c:v>0</c:v>
                </c:pt>
                <c:pt idx="3641">
                  <c:v>1.1434732152006981E-7</c:v>
                </c:pt>
                <c:pt idx="3642">
                  <c:v>1.9327900217364455E-5</c:v>
                </c:pt>
                <c:pt idx="3643">
                  <c:v>1.8158440933915861E-6</c:v>
                </c:pt>
                <c:pt idx="3644">
                  <c:v>0</c:v>
                </c:pt>
                <c:pt idx="3645">
                  <c:v>7.2185746101986834E-4</c:v>
                </c:pt>
                <c:pt idx="3646">
                  <c:v>1.9243292785042807E-6</c:v>
                </c:pt>
                <c:pt idx="3647">
                  <c:v>1.1865131654533276E-6</c:v>
                </c:pt>
                <c:pt idx="3648">
                  <c:v>0</c:v>
                </c:pt>
                <c:pt idx="3649">
                  <c:v>2.0496833518036884E-5</c:v>
                </c:pt>
                <c:pt idx="3650">
                  <c:v>4.0847992840476896E-5</c:v>
                </c:pt>
                <c:pt idx="3651">
                  <c:v>2.182334081027682E-6</c:v>
                </c:pt>
                <c:pt idx="3652">
                  <c:v>0</c:v>
                </c:pt>
                <c:pt idx="3653">
                  <c:v>0</c:v>
                </c:pt>
                <c:pt idx="3654">
                  <c:v>0</c:v>
                </c:pt>
                <c:pt idx="3655">
                  <c:v>0</c:v>
                </c:pt>
                <c:pt idx="3656">
                  <c:v>1.4279138337880568E-6</c:v>
                </c:pt>
                <c:pt idx="3657">
                  <c:v>7.847307044334888E-6</c:v>
                </c:pt>
                <c:pt idx="3658">
                  <c:v>1.3726277662881329E-4</c:v>
                </c:pt>
                <c:pt idx="3659">
                  <c:v>3.0047232310389214E-7</c:v>
                </c:pt>
                <c:pt idx="3660">
                  <c:v>3.7540538397647438E-7</c:v>
                </c:pt>
                <c:pt idx="3661">
                  <c:v>1.0161567464617491E-5</c:v>
                </c:pt>
                <c:pt idx="3662">
                  <c:v>8.2941983394878972E-8</c:v>
                </c:pt>
                <c:pt idx="3663">
                  <c:v>2.1712919933407591E-3</c:v>
                </c:pt>
                <c:pt idx="3664">
                  <c:v>1.4972918677085338E-6</c:v>
                </c:pt>
                <c:pt idx="3665">
                  <c:v>0</c:v>
                </c:pt>
                <c:pt idx="3666">
                  <c:v>2.5069212916657409E-5</c:v>
                </c:pt>
                <c:pt idx="3667">
                  <c:v>2.5164577716326531E-5</c:v>
                </c:pt>
                <c:pt idx="3668">
                  <c:v>1.6331103481099224E-6</c:v>
                </c:pt>
                <c:pt idx="3669">
                  <c:v>2.942218597862081E-5</c:v>
                </c:pt>
                <c:pt idx="3670">
                  <c:v>6.8918578733290859E-6</c:v>
                </c:pt>
                <c:pt idx="3671">
                  <c:v>2.8848786196383344E-6</c:v>
                </c:pt>
                <c:pt idx="3672">
                  <c:v>1.6156425047490039E-5</c:v>
                </c:pt>
                <c:pt idx="3673">
                  <c:v>1.4024978227987583E-5</c:v>
                </c:pt>
                <c:pt idx="3674">
                  <c:v>8.8717291681221247E-5</c:v>
                </c:pt>
                <c:pt idx="3675">
                  <c:v>4.3377192335868513E-6</c:v>
                </c:pt>
                <c:pt idx="3676">
                  <c:v>0</c:v>
                </c:pt>
                <c:pt idx="3677">
                  <c:v>6.3033656454231856E-6</c:v>
                </c:pt>
                <c:pt idx="3678">
                  <c:v>0</c:v>
                </c:pt>
                <c:pt idx="3679">
                  <c:v>1.7468720446355173E-7</c:v>
                </c:pt>
                <c:pt idx="3680">
                  <c:v>2.5360164042337408E-7</c:v>
                </c:pt>
                <c:pt idx="3681">
                  <c:v>2.0921692414180136E-7</c:v>
                </c:pt>
                <c:pt idx="3682">
                  <c:v>0</c:v>
                </c:pt>
                <c:pt idx="3683">
                  <c:v>7.9171026113089079E-8</c:v>
                </c:pt>
                <c:pt idx="3684">
                  <c:v>0</c:v>
                </c:pt>
                <c:pt idx="3685">
                  <c:v>0</c:v>
                </c:pt>
                <c:pt idx="3686">
                  <c:v>3.9799102692614491E-6</c:v>
                </c:pt>
                <c:pt idx="3687">
                  <c:v>6.7525449446907635E-6</c:v>
                </c:pt>
                <c:pt idx="3688">
                  <c:v>1.3969428167960631E-4</c:v>
                </c:pt>
                <c:pt idx="3689">
                  <c:v>5.1211192430744863E-5</c:v>
                </c:pt>
                <c:pt idx="3690">
                  <c:v>1.9937896464444421E-4</c:v>
                </c:pt>
                <c:pt idx="3691">
                  <c:v>0</c:v>
                </c:pt>
                <c:pt idx="3692">
                  <c:v>3.4489706303456071E-5</c:v>
                </c:pt>
                <c:pt idx="3693">
                  <c:v>9.8963383016626961E-6</c:v>
                </c:pt>
                <c:pt idx="3694">
                  <c:v>0</c:v>
                </c:pt>
                <c:pt idx="3695">
                  <c:v>9.2212433487123564E-7</c:v>
                </c:pt>
                <c:pt idx="3696">
                  <c:v>0</c:v>
                </c:pt>
                <c:pt idx="3697">
                  <c:v>5.5805394611157497E-6</c:v>
                </c:pt>
                <c:pt idx="3698">
                  <c:v>0</c:v>
                </c:pt>
                <c:pt idx="3699">
                  <c:v>4.1489241800016138E-6</c:v>
                </c:pt>
                <c:pt idx="3700">
                  <c:v>0</c:v>
                </c:pt>
                <c:pt idx="3701">
                  <c:v>7.6207292947224483E-6</c:v>
                </c:pt>
                <c:pt idx="3702">
                  <c:v>1.9880163377536727E-6</c:v>
                </c:pt>
                <c:pt idx="3703">
                  <c:v>8.3642150795734206E-6</c:v>
                </c:pt>
                <c:pt idx="3704">
                  <c:v>2.9666239438216235E-6</c:v>
                </c:pt>
                <c:pt idx="3705">
                  <c:v>0</c:v>
                </c:pt>
                <c:pt idx="3706">
                  <c:v>0</c:v>
                </c:pt>
                <c:pt idx="3707">
                  <c:v>4.8496950539253406E-8</c:v>
                </c:pt>
                <c:pt idx="3708">
                  <c:v>2.7511658103690997E-7</c:v>
                </c:pt>
                <c:pt idx="3709">
                  <c:v>8.0268458376375726E-7</c:v>
                </c:pt>
                <c:pt idx="3710">
                  <c:v>0</c:v>
                </c:pt>
                <c:pt idx="3711">
                  <c:v>1.359649429295581E-6</c:v>
                </c:pt>
                <c:pt idx="3712">
                  <c:v>5.0124612019211933E-6</c:v>
                </c:pt>
                <c:pt idx="3713">
                  <c:v>4.0913450158384838E-5</c:v>
                </c:pt>
                <c:pt idx="3714">
                  <c:v>1.5350789178974483E-5</c:v>
                </c:pt>
                <c:pt idx="3715">
                  <c:v>8.2332090564374045E-5</c:v>
                </c:pt>
                <c:pt idx="3716">
                  <c:v>1.0391592483023977E-5</c:v>
                </c:pt>
                <c:pt idx="3717">
                  <c:v>1.4244353821911102E-6</c:v>
                </c:pt>
                <c:pt idx="3718">
                  <c:v>5.7540031014846109E-6</c:v>
                </c:pt>
                <c:pt idx="3719">
                  <c:v>0</c:v>
                </c:pt>
                <c:pt idx="3720">
                  <c:v>0</c:v>
                </c:pt>
                <c:pt idx="3721">
                  <c:v>0</c:v>
                </c:pt>
                <c:pt idx="3722">
                  <c:v>0</c:v>
                </c:pt>
                <c:pt idx="3723">
                  <c:v>4.890347369479889E-7</c:v>
                </c:pt>
                <c:pt idx="3724">
                  <c:v>0</c:v>
                </c:pt>
                <c:pt idx="3725">
                  <c:v>0</c:v>
                </c:pt>
                <c:pt idx="3726">
                  <c:v>5.2886796487471655E-5</c:v>
                </c:pt>
                <c:pt idx="3727">
                  <c:v>2.6934217154229467E-5</c:v>
                </c:pt>
                <c:pt idx="3728">
                  <c:v>2.1757750590995416E-5</c:v>
                </c:pt>
                <c:pt idx="3729">
                  <c:v>5.4915695270728382E-6</c:v>
                </c:pt>
                <c:pt idx="3730">
                  <c:v>5.1807150827401794E-6</c:v>
                </c:pt>
                <c:pt idx="3731">
                  <c:v>6.9480898143336888E-6</c:v>
                </c:pt>
                <c:pt idx="3732">
                  <c:v>5.9612040438133071E-5</c:v>
                </c:pt>
                <c:pt idx="3733">
                  <c:v>3.3585947251484423E-5</c:v>
                </c:pt>
                <c:pt idx="3734">
                  <c:v>4.1139520713633413E-5</c:v>
                </c:pt>
                <c:pt idx="3735">
                  <c:v>0</c:v>
                </c:pt>
                <c:pt idx="3736">
                  <c:v>3.9728120627246234E-6</c:v>
                </c:pt>
                <c:pt idx="3737">
                  <c:v>0</c:v>
                </c:pt>
                <c:pt idx="3738">
                  <c:v>1.083089821587612E-6</c:v>
                </c:pt>
                <c:pt idx="3739">
                  <c:v>1.3636648271485083E-6</c:v>
                </c:pt>
                <c:pt idx="3740">
                  <c:v>2.0890941780864616E-5</c:v>
                </c:pt>
                <c:pt idx="3741">
                  <c:v>2.9598025822933896E-5</c:v>
                </c:pt>
                <c:pt idx="3742">
                  <c:v>6.7592237481119973E-5</c:v>
                </c:pt>
                <c:pt idx="3743">
                  <c:v>8.6746291756100208E-6</c:v>
                </c:pt>
                <c:pt idx="3744">
                  <c:v>6.2210017618441989E-6</c:v>
                </c:pt>
                <c:pt idx="3745">
                  <c:v>1.5214502861176411E-5</c:v>
                </c:pt>
                <c:pt idx="3746">
                  <c:v>1.8125478461203427E-5</c:v>
                </c:pt>
                <c:pt idx="3747">
                  <c:v>9.1907954739229806E-6</c:v>
                </c:pt>
                <c:pt idx="3748">
                  <c:v>7.4519653044790906E-6</c:v>
                </c:pt>
                <c:pt idx="3749">
                  <c:v>1.6855817464807695E-5</c:v>
                </c:pt>
                <c:pt idx="3750">
                  <c:v>1.4394694877406419E-4</c:v>
                </c:pt>
                <c:pt idx="3751">
                  <c:v>4.2113473661684105E-3</c:v>
                </c:pt>
                <c:pt idx="3752">
                  <c:v>1.2150370740322713E-5</c:v>
                </c:pt>
                <c:pt idx="3753">
                  <c:v>2.6006430300685784E-5</c:v>
                </c:pt>
                <c:pt idx="3754">
                  <c:v>2.7834078974425325E-5</c:v>
                </c:pt>
                <c:pt idx="3755">
                  <c:v>0</c:v>
                </c:pt>
                <c:pt idx="3756">
                  <c:v>0</c:v>
                </c:pt>
                <c:pt idx="3757">
                  <c:v>2.949355788535627E-6</c:v>
                </c:pt>
                <c:pt idx="3758">
                  <c:v>1.233127717592626E-7</c:v>
                </c:pt>
                <c:pt idx="3759">
                  <c:v>0</c:v>
                </c:pt>
                <c:pt idx="3760">
                  <c:v>3.154751181858445E-5</c:v>
                </c:pt>
                <c:pt idx="3761">
                  <c:v>0</c:v>
                </c:pt>
                <c:pt idx="3762">
                  <c:v>3.6289187117725996E-7</c:v>
                </c:pt>
                <c:pt idx="3763">
                  <c:v>3.1819328996611348E-7</c:v>
                </c:pt>
                <c:pt idx="3764">
                  <c:v>0</c:v>
                </c:pt>
                <c:pt idx="3765">
                  <c:v>0</c:v>
                </c:pt>
                <c:pt idx="3766">
                  <c:v>6.7944413118285542E-6</c:v>
                </c:pt>
                <c:pt idx="3767">
                  <c:v>3.7356516150600139E-7</c:v>
                </c:pt>
                <c:pt idx="3768">
                  <c:v>2.4298966503143761E-7</c:v>
                </c:pt>
                <c:pt idx="3769">
                  <c:v>0</c:v>
                </c:pt>
                <c:pt idx="3770">
                  <c:v>8.0813336410153527E-7</c:v>
                </c:pt>
                <c:pt idx="3771">
                  <c:v>0</c:v>
                </c:pt>
                <c:pt idx="3772">
                  <c:v>0</c:v>
                </c:pt>
                <c:pt idx="3773">
                  <c:v>7.687999288496793E-7</c:v>
                </c:pt>
                <c:pt idx="3774">
                  <c:v>2.6323762676070614E-7</c:v>
                </c:pt>
                <c:pt idx="3775">
                  <c:v>1.8008234480268887E-4</c:v>
                </c:pt>
                <c:pt idx="3776">
                  <c:v>0</c:v>
                </c:pt>
                <c:pt idx="3777">
                  <c:v>2.6078283686547618E-5</c:v>
                </c:pt>
                <c:pt idx="3778">
                  <c:v>5.8396393063007304E-7</c:v>
                </c:pt>
                <c:pt idx="3779">
                  <c:v>1.5045862378524083E-7</c:v>
                </c:pt>
                <c:pt idx="3780">
                  <c:v>0</c:v>
                </c:pt>
                <c:pt idx="3781">
                  <c:v>5.8173506066583491E-7</c:v>
                </c:pt>
                <c:pt idx="3782">
                  <c:v>0</c:v>
                </c:pt>
                <c:pt idx="3783">
                  <c:v>0</c:v>
                </c:pt>
                <c:pt idx="3784">
                  <c:v>2.5904459101468621E-5</c:v>
                </c:pt>
                <c:pt idx="3785">
                  <c:v>0</c:v>
                </c:pt>
                <c:pt idx="3786">
                  <c:v>2.4106632367960061E-7</c:v>
                </c:pt>
                <c:pt idx="3787">
                  <c:v>9.8331990899644678E-7</c:v>
                </c:pt>
                <c:pt idx="3788">
                  <c:v>5.0944253867007515E-6</c:v>
                </c:pt>
                <c:pt idx="3789">
                  <c:v>0</c:v>
                </c:pt>
                <c:pt idx="3790">
                  <c:v>2.9675838587231417E-5</c:v>
                </c:pt>
                <c:pt idx="3791">
                  <c:v>2.5337381989743024E-5</c:v>
                </c:pt>
                <c:pt idx="3792">
                  <c:v>0</c:v>
                </c:pt>
                <c:pt idx="3793">
                  <c:v>3.2082854781663788E-5</c:v>
                </c:pt>
                <c:pt idx="3794">
                  <c:v>5.7819925003829192E-6</c:v>
                </c:pt>
                <c:pt idx="3795">
                  <c:v>1.6353047345348605E-6</c:v>
                </c:pt>
                <c:pt idx="3796">
                  <c:v>2.7243582310145871E-6</c:v>
                </c:pt>
                <c:pt idx="3797">
                  <c:v>7.547658428741979E-6</c:v>
                </c:pt>
                <c:pt idx="3798">
                  <c:v>1.7146178282336859E-5</c:v>
                </c:pt>
                <c:pt idx="3799">
                  <c:v>0</c:v>
                </c:pt>
                <c:pt idx="3800">
                  <c:v>0</c:v>
                </c:pt>
                <c:pt idx="3801">
                  <c:v>5.6278916113654304E-6</c:v>
                </c:pt>
                <c:pt idx="3802">
                  <c:v>1.4621572033887473E-5</c:v>
                </c:pt>
                <c:pt idx="3803">
                  <c:v>3.2626284203024425E-5</c:v>
                </c:pt>
                <c:pt idx="3804">
                  <c:v>4.2056438833330586E-7</c:v>
                </c:pt>
                <c:pt idx="3805">
                  <c:v>1.06095311829947E-4</c:v>
                </c:pt>
                <c:pt idx="3806">
                  <c:v>1.715830683161497E-5</c:v>
                </c:pt>
                <c:pt idx="3807">
                  <c:v>1.2531148729440463E-5</c:v>
                </c:pt>
                <c:pt idx="3808">
                  <c:v>9.1852124397461899E-6</c:v>
                </c:pt>
                <c:pt idx="3809">
                  <c:v>1.3181795890187051E-5</c:v>
                </c:pt>
                <c:pt idx="3810">
                  <c:v>1.4350723996555243E-5</c:v>
                </c:pt>
                <c:pt idx="3811">
                  <c:v>3.6301048362377744E-6</c:v>
                </c:pt>
                <c:pt idx="3812">
                  <c:v>0</c:v>
                </c:pt>
                <c:pt idx="3813">
                  <c:v>2.2430402633473015E-7</c:v>
                </c:pt>
                <c:pt idx="3814">
                  <c:v>2.3821623526094649E-5</c:v>
                </c:pt>
                <c:pt idx="3815">
                  <c:v>1.2738651749875067E-6</c:v>
                </c:pt>
                <c:pt idx="3816">
                  <c:v>2.0495848958911115E-6</c:v>
                </c:pt>
                <c:pt idx="3817">
                  <c:v>1.6861705500406355E-5</c:v>
                </c:pt>
                <c:pt idx="3818">
                  <c:v>1.0429431420167985E-5</c:v>
                </c:pt>
                <c:pt idx="3819">
                  <c:v>0</c:v>
                </c:pt>
                <c:pt idx="3820">
                  <c:v>0</c:v>
                </c:pt>
                <c:pt idx="3821">
                  <c:v>5.0045057578598288E-6</c:v>
                </c:pt>
                <c:pt idx="3822">
                  <c:v>2.4269838518224446E-6</c:v>
                </c:pt>
                <c:pt idx="3823">
                  <c:v>0</c:v>
                </c:pt>
                <c:pt idx="3824">
                  <c:v>3.4889735293944693E-7</c:v>
                </c:pt>
                <c:pt idx="3825">
                  <c:v>5.464868857167638E-6</c:v>
                </c:pt>
                <c:pt idx="3826">
                  <c:v>2.1101131987280953E-6</c:v>
                </c:pt>
                <c:pt idx="3827">
                  <c:v>0</c:v>
                </c:pt>
                <c:pt idx="3828">
                  <c:v>5.0117462429747601E-6</c:v>
                </c:pt>
                <c:pt idx="3829">
                  <c:v>1.9594486064608334E-5</c:v>
                </c:pt>
                <c:pt idx="3830">
                  <c:v>0</c:v>
                </c:pt>
                <c:pt idx="3831">
                  <c:v>1.1935363030105645E-7</c:v>
                </c:pt>
                <c:pt idx="3832">
                  <c:v>1.5461191282084298E-5</c:v>
                </c:pt>
                <c:pt idx="3833">
                  <c:v>5.3345105062925831E-6</c:v>
                </c:pt>
                <c:pt idx="3834">
                  <c:v>1.3448345814216104E-5</c:v>
                </c:pt>
                <c:pt idx="3835">
                  <c:v>0</c:v>
                </c:pt>
                <c:pt idx="3836">
                  <c:v>0</c:v>
                </c:pt>
                <c:pt idx="3837">
                  <c:v>8.6109935533586984E-7</c:v>
                </c:pt>
                <c:pt idx="3838">
                  <c:v>9.0364378988804082E-6</c:v>
                </c:pt>
                <c:pt idx="3839">
                  <c:v>0</c:v>
                </c:pt>
                <c:pt idx="3840">
                  <c:v>0</c:v>
                </c:pt>
                <c:pt idx="3841">
                  <c:v>1.1301203868590303E-5</c:v>
                </c:pt>
                <c:pt idx="3842">
                  <c:v>2.2816554774617965E-7</c:v>
                </c:pt>
                <c:pt idx="3843">
                  <c:v>3.4296136565361067E-7</c:v>
                </c:pt>
                <c:pt idx="3844">
                  <c:v>1.6701206358287234E-5</c:v>
                </c:pt>
                <c:pt idx="3845">
                  <c:v>0</c:v>
                </c:pt>
                <c:pt idx="3846">
                  <c:v>2.6928372066156951E-7</c:v>
                </c:pt>
                <c:pt idx="3847">
                  <c:v>1.3548306943435548E-6</c:v>
                </c:pt>
                <c:pt idx="3848">
                  <c:v>0</c:v>
                </c:pt>
                <c:pt idx="3849">
                  <c:v>0</c:v>
                </c:pt>
                <c:pt idx="3850">
                  <c:v>0</c:v>
                </c:pt>
                <c:pt idx="3851">
                  <c:v>0</c:v>
                </c:pt>
                <c:pt idx="3852">
                  <c:v>0</c:v>
                </c:pt>
                <c:pt idx="3853">
                  <c:v>2.1843724241411392E-7</c:v>
                </c:pt>
                <c:pt idx="3854">
                  <c:v>1.5275403931514881E-6</c:v>
                </c:pt>
                <c:pt idx="3855">
                  <c:v>4.3366927464501193E-5</c:v>
                </c:pt>
                <c:pt idx="3856">
                  <c:v>7.9125958266670132E-6</c:v>
                </c:pt>
                <c:pt idx="3857">
                  <c:v>2.4743669145456116E-5</c:v>
                </c:pt>
                <c:pt idx="3858">
                  <c:v>0</c:v>
                </c:pt>
                <c:pt idx="3859">
                  <c:v>3.0504439847276394E-5</c:v>
                </c:pt>
                <c:pt idx="3860">
                  <c:v>1.050915617753196E-4</c:v>
                </c:pt>
                <c:pt idx="3861">
                  <c:v>2.1001662911604629E-5</c:v>
                </c:pt>
                <c:pt idx="3862">
                  <c:v>7.1770170714720901E-7</c:v>
                </c:pt>
                <c:pt idx="3863">
                  <c:v>0</c:v>
                </c:pt>
                <c:pt idx="3864">
                  <c:v>0</c:v>
                </c:pt>
                <c:pt idx="3865">
                  <c:v>6.4209087198175595E-5</c:v>
                </c:pt>
                <c:pt idx="3866">
                  <c:v>5.8661203348756473E-6</c:v>
                </c:pt>
                <c:pt idx="3867">
                  <c:v>0</c:v>
                </c:pt>
                <c:pt idx="3868">
                  <c:v>3.6586424441887806E-6</c:v>
                </c:pt>
                <c:pt idx="3869">
                  <c:v>2.8431455123410516E-7</c:v>
                </c:pt>
                <c:pt idx="3870">
                  <c:v>2.9878646751032565E-5</c:v>
                </c:pt>
                <c:pt idx="3871">
                  <c:v>7.9408028780884585E-7</c:v>
                </c:pt>
                <c:pt idx="3872">
                  <c:v>1.537217087372839E-5</c:v>
                </c:pt>
                <c:pt idx="3873">
                  <c:v>1.1548737627585789E-5</c:v>
                </c:pt>
                <c:pt idx="3874">
                  <c:v>4.5866829506217169E-6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0</c:v>
                </c:pt>
                <c:pt idx="3881">
                  <c:v>1.2344159968850704E-6</c:v>
                </c:pt>
                <c:pt idx="3882">
                  <c:v>1.385587144494993E-6</c:v>
                </c:pt>
                <c:pt idx="3883">
                  <c:v>0</c:v>
                </c:pt>
                <c:pt idx="3884">
                  <c:v>5.6275210275349513E-6</c:v>
                </c:pt>
                <c:pt idx="3885">
                  <c:v>3.8846050664154107E-7</c:v>
                </c:pt>
                <c:pt idx="3886">
                  <c:v>8.5626171850814089E-7</c:v>
                </c:pt>
                <c:pt idx="3887">
                  <c:v>0</c:v>
                </c:pt>
                <c:pt idx="3888">
                  <c:v>1.0887756383353924E-6</c:v>
                </c:pt>
                <c:pt idx="3889">
                  <c:v>1.5660353661650447E-5</c:v>
                </c:pt>
                <c:pt idx="3890">
                  <c:v>4.2337384970680431E-7</c:v>
                </c:pt>
                <c:pt idx="3891">
                  <c:v>1.4220038224324194E-5</c:v>
                </c:pt>
                <c:pt idx="3892">
                  <c:v>3.7432729761693338E-6</c:v>
                </c:pt>
                <c:pt idx="3893">
                  <c:v>4.5581773612884102E-7</c:v>
                </c:pt>
                <c:pt idx="3894">
                  <c:v>1.9082328201093321E-5</c:v>
                </c:pt>
                <c:pt idx="3895">
                  <c:v>4.5585833735113518E-5</c:v>
                </c:pt>
                <c:pt idx="3896">
                  <c:v>1.0242915718713004E-7</c:v>
                </c:pt>
                <c:pt idx="3897">
                  <c:v>4.2506354405026254E-6</c:v>
                </c:pt>
                <c:pt idx="3898">
                  <c:v>9.7167688970061893E-6</c:v>
                </c:pt>
                <c:pt idx="3899">
                  <c:v>1.2711320623743029E-5</c:v>
                </c:pt>
                <c:pt idx="3900">
                  <c:v>0</c:v>
                </c:pt>
                <c:pt idx="3901">
                  <c:v>6.8484675070902087E-6</c:v>
                </c:pt>
                <c:pt idx="3902">
                  <c:v>4.1613082383546407E-6</c:v>
                </c:pt>
                <c:pt idx="3903">
                  <c:v>9.8280697387725882E-8</c:v>
                </c:pt>
                <c:pt idx="3904">
                  <c:v>5.9842032972205748E-6</c:v>
                </c:pt>
                <c:pt idx="3905">
                  <c:v>3.3643160023565928E-3</c:v>
                </c:pt>
                <c:pt idx="3906">
                  <c:v>6.6079257255696922E-6</c:v>
                </c:pt>
                <c:pt idx="3907">
                  <c:v>0</c:v>
                </c:pt>
                <c:pt idx="3908">
                  <c:v>2.3004014198396597E-3</c:v>
                </c:pt>
                <c:pt idx="3909">
                  <c:v>0</c:v>
                </c:pt>
                <c:pt idx="3910">
                  <c:v>7.6903522403290071E-7</c:v>
                </c:pt>
                <c:pt idx="3911">
                  <c:v>1.516680509948366E-6</c:v>
                </c:pt>
                <c:pt idx="3912">
                  <c:v>0</c:v>
                </c:pt>
                <c:pt idx="3913">
                  <c:v>1.2780594772397377E-5</c:v>
                </c:pt>
                <c:pt idx="3914">
                  <c:v>0</c:v>
                </c:pt>
                <c:pt idx="3915">
                  <c:v>0</c:v>
                </c:pt>
                <c:pt idx="3916">
                  <c:v>7.4312328568722176E-8</c:v>
                </c:pt>
                <c:pt idx="3917">
                  <c:v>0</c:v>
                </c:pt>
                <c:pt idx="3918">
                  <c:v>0</c:v>
                </c:pt>
                <c:pt idx="3919">
                  <c:v>0</c:v>
                </c:pt>
                <c:pt idx="3920">
                  <c:v>9.368873019097164E-5</c:v>
                </c:pt>
                <c:pt idx="3921">
                  <c:v>6.1104295309309412E-5</c:v>
                </c:pt>
                <c:pt idx="3922">
                  <c:v>0</c:v>
                </c:pt>
                <c:pt idx="3923">
                  <c:v>8.1422417782432246E-5</c:v>
                </c:pt>
                <c:pt idx="3924">
                  <c:v>6.7377106365480419E-7</c:v>
                </c:pt>
                <c:pt idx="3925">
                  <c:v>1.2032631968007389E-6</c:v>
                </c:pt>
                <c:pt idx="3926">
                  <c:v>1.3092713290579231E-6</c:v>
                </c:pt>
                <c:pt idx="3927">
                  <c:v>1.0093681185062831E-5</c:v>
                </c:pt>
                <c:pt idx="3928">
                  <c:v>0</c:v>
                </c:pt>
                <c:pt idx="3929">
                  <c:v>5.9614570754021908E-7</c:v>
                </c:pt>
                <c:pt idx="3930">
                  <c:v>1.5809702368177136E-7</c:v>
                </c:pt>
                <c:pt idx="3931">
                  <c:v>1.651295621825019E-7</c:v>
                </c:pt>
                <c:pt idx="3932">
                  <c:v>0</c:v>
                </c:pt>
                <c:pt idx="3933">
                  <c:v>7.5770405320647609E-7</c:v>
                </c:pt>
                <c:pt idx="3934">
                  <c:v>8.433764977122828E-5</c:v>
                </c:pt>
                <c:pt idx="3935">
                  <c:v>2.6959079500615628E-5</c:v>
                </c:pt>
                <c:pt idx="3936">
                  <c:v>8.8074637051412311E-5</c:v>
                </c:pt>
                <c:pt idx="3937">
                  <c:v>3.2396369737510837E-5</c:v>
                </c:pt>
                <c:pt idx="3938">
                  <c:v>1.665588779693316E-5</c:v>
                </c:pt>
                <c:pt idx="3939">
                  <c:v>4.9614123012516003E-8</c:v>
                </c:pt>
                <c:pt idx="3940">
                  <c:v>0</c:v>
                </c:pt>
                <c:pt idx="3941">
                  <c:v>1.6827965003775717E-5</c:v>
                </c:pt>
                <c:pt idx="3942">
                  <c:v>5.7901495192624858E-6</c:v>
                </c:pt>
                <c:pt idx="3943">
                  <c:v>2.2071693664871771E-5</c:v>
                </c:pt>
                <c:pt idx="3944">
                  <c:v>7.4836951327038214E-6</c:v>
                </c:pt>
                <c:pt idx="3945">
                  <c:v>0</c:v>
                </c:pt>
                <c:pt idx="3946">
                  <c:v>2.3378949867344324E-5</c:v>
                </c:pt>
                <c:pt idx="3947">
                  <c:v>1.1484414437687254E-6</c:v>
                </c:pt>
                <c:pt idx="3948">
                  <c:v>0</c:v>
                </c:pt>
                <c:pt idx="3949">
                  <c:v>0</c:v>
                </c:pt>
                <c:pt idx="3950">
                  <c:v>2.4945104074377885E-7</c:v>
                </c:pt>
                <c:pt idx="3951">
                  <c:v>8.3457851901281045E-7</c:v>
                </c:pt>
                <c:pt idx="3952">
                  <c:v>0</c:v>
                </c:pt>
                <c:pt idx="3953">
                  <c:v>5.2699886065035974E-6</c:v>
                </c:pt>
                <c:pt idx="3954">
                  <c:v>7.387625788072524E-6</c:v>
                </c:pt>
                <c:pt idx="3955">
                  <c:v>0</c:v>
                </c:pt>
                <c:pt idx="3956">
                  <c:v>7.919927514965508E-5</c:v>
                </c:pt>
                <c:pt idx="3957">
                  <c:v>7.9751187717808951E-5</c:v>
                </c:pt>
                <c:pt idx="3958">
                  <c:v>6.0412116839042051E-6</c:v>
                </c:pt>
                <c:pt idx="3959">
                  <c:v>1.9407629782824455E-6</c:v>
                </c:pt>
                <c:pt idx="3960">
                  <c:v>0</c:v>
                </c:pt>
                <c:pt idx="3961">
                  <c:v>4.5012865098126302E-5</c:v>
                </c:pt>
                <c:pt idx="3962">
                  <c:v>0</c:v>
                </c:pt>
                <c:pt idx="3963">
                  <c:v>0</c:v>
                </c:pt>
                <c:pt idx="3964">
                  <c:v>5.7012729492246207E-5</c:v>
                </c:pt>
                <c:pt idx="3965">
                  <c:v>3.244343505164817E-5</c:v>
                </c:pt>
                <c:pt idx="3966">
                  <c:v>1.1355675389886627E-5</c:v>
                </c:pt>
                <c:pt idx="3967">
                  <c:v>0</c:v>
                </c:pt>
                <c:pt idx="3968">
                  <c:v>8.3887171894982974E-7</c:v>
                </c:pt>
                <c:pt idx="3969">
                  <c:v>1.1190654118194026E-7</c:v>
                </c:pt>
                <c:pt idx="3970">
                  <c:v>0</c:v>
                </c:pt>
                <c:pt idx="3971">
                  <c:v>4.9540942930124345E-5</c:v>
                </c:pt>
                <c:pt idx="3972">
                  <c:v>1.3408753343813637E-5</c:v>
                </c:pt>
                <c:pt idx="3973">
                  <c:v>4.9151601216801744E-5</c:v>
                </c:pt>
                <c:pt idx="3974">
                  <c:v>3.011451270454453E-6</c:v>
                </c:pt>
                <c:pt idx="3975">
                  <c:v>1.7571921335271556E-5</c:v>
                </c:pt>
                <c:pt idx="3976">
                  <c:v>1.4155963849411621E-5</c:v>
                </c:pt>
                <c:pt idx="3977">
                  <c:v>8.417265540889425E-6</c:v>
                </c:pt>
                <c:pt idx="3978">
                  <c:v>1.7969551174796508E-5</c:v>
                </c:pt>
                <c:pt idx="3979">
                  <c:v>1.9105020078729153E-5</c:v>
                </c:pt>
                <c:pt idx="3980">
                  <c:v>4.3805135881684414E-6</c:v>
                </c:pt>
                <c:pt idx="3981">
                  <c:v>2.6364744143651308E-8</c:v>
                </c:pt>
                <c:pt idx="3982">
                  <c:v>9.8155286165734431E-5</c:v>
                </c:pt>
                <c:pt idx="3983">
                  <c:v>1.1281976768338949E-5</c:v>
                </c:pt>
                <c:pt idx="3984">
                  <c:v>2.4902960530715407E-5</c:v>
                </c:pt>
                <c:pt idx="3985">
                  <c:v>2.3172224304724681E-5</c:v>
                </c:pt>
                <c:pt idx="3986">
                  <c:v>0</c:v>
                </c:pt>
                <c:pt idx="3987">
                  <c:v>1.091188686355311E-5</c:v>
                </c:pt>
                <c:pt idx="3988">
                  <c:v>1.2106690510764701E-5</c:v>
                </c:pt>
                <c:pt idx="3989">
                  <c:v>0</c:v>
                </c:pt>
                <c:pt idx="3990">
                  <c:v>4.5207900020241142E-7</c:v>
                </c:pt>
                <c:pt idx="3991">
                  <c:v>2.3903387719714185E-5</c:v>
                </c:pt>
                <c:pt idx="3992">
                  <c:v>2.9035521968449459E-3</c:v>
                </c:pt>
                <c:pt idx="3993">
                  <c:v>1.1648737937043747E-5</c:v>
                </c:pt>
                <c:pt idx="3994">
                  <c:v>1.5474198733834342E-5</c:v>
                </c:pt>
                <c:pt idx="3995">
                  <c:v>5.483899492480202E-6</c:v>
                </c:pt>
                <c:pt idx="3996">
                  <c:v>3.1221995894186885E-5</c:v>
                </c:pt>
                <c:pt idx="3997">
                  <c:v>7.9349094493424613E-6</c:v>
                </c:pt>
                <c:pt idx="3998">
                  <c:v>4.7524895653596957E-7</c:v>
                </c:pt>
                <c:pt idx="3999">
                  <c:v>1.6655324388041114E-6</c:v>
                </c:pt>
                <c:pt idx="4000">
                  <c:v>6.2624437424495987E-5</c:v>
                </c:pt>
                <c:pt idx="4001">
                  <c:v>3.561578832670201E-5</c:v>
                </c:pt>
                <c:pt idx="4002">
                  <c:v>0</c:v>
                </c:pt>
                <c:pt idx="4003">
                  <c:v>0</c:v>
                </c:pt>
                <c:pt idx="4004">
                  <c:v>2.5088624134161489E-5</c:v>
                </c:pt>
                <c:pt idx="4005">
                  <c:v>2.2217869663913885E-7</c:v>
                </c:pt>
                <c:pt idx="4006">
                  <c:v>5.8226509754624062E-6</c:v>
                </c:pt>
                <c:pt idx="4007">
                  <c:v>1.1739724217540439E-6</c:v>
                </c:pt>
                <c:pt idx="4008">
                  <c:v>6.7519484672719617E-5</c:v>
                </c:pt>
                <c:pt idx="4009">
                  <c:v>3.4581458736750205E-5</c:v>
                </c:pt>
                <c:pt idx="4010">
                  <c:v>1.0874613962183817E-4</c:v>
                </c:pt>
                <c:pt idx="4011">
                  <c:v>0</c:v>
                </c:pt>
                <c:pt idx="4012">
                  <c:v>0</c:v>
                </c:pt>
                <c:pt idx="4013">
                  <c:v>8.1731232674705306E-6</c:v>
                </c:pt>
                <c:pt idx="4014">
                  <c:v>5.2582982963320918E-6</c:v>
                </c:pt>
                <c:pt idx="4015">
                  <c:v>6.1275312791438176E-6</c:v>
                </c:pt>
                <c:pt idx="4016">
                  <c:v>1.0760002936537123E-6</c:v>
                </c:pt>
                <c:pt idx="4017">
                  <c:v>7.9857077335528927E-7</c:v>
                </c:pt>
                <c:pt idx="4018">
                  <c:v>8.8737254431872819E-6</c:v>
                </c:pt>
                <c:pt idx="4019">
                  <c:v>1.9597555753311422E-5</c:v>
                </c:pt>
                <c:pt idx="4020">
                  <c:v>1.8378935246042308E-6</c:v>
                </c:pt>
                <c:pt idx="4021">
                  <c:v>3.3208286934177412E-6</c:v>
                </c:pt>
                <c:pt idx="4022">
                  <c:v>0</c:v>
                </c:pt>
                <c:pt idx="4023">
                  <c:v>3.2429045439349409E-7</c:v>
                </c:pt>
                <c:pt idx="4024">
                  <c:v>4.0218712521425034E-5</c:v>
                </c:pt>
                <c:pt idx="4025">
                  <c:v>5.7155469710418341E-7</c:v>
                </c:pt>
                <c:pt idx="4026">
                  <c:v>1.3478951612814474E-4</c:v>
                </c:pt>
                <c:pt idx="4027">
                  <c:v>2.8459314844105336E-6</c:v>
                </c:pt>
                <c:pt idx="4028">
                  <c:v>7.6988363504099561E-6</c:v>
                </c:pt>
                <c:pt idx="4029">
                  <c:v>4.0614009963351583E-5</c:v>
                </c:pt>
                <c:pt idx="4030">
                  <c:v>7.6896058564827904E-5</c:v>
                </c:pt>
                <c:pt idx="4031">
                  <c:v>3.644443223017016E-7</c:v>
                </c:pt>
                <c:pt idx="4032">
                  <c:v>0</c:v>
                </c:pt>
                <c:pt idx="4033">
                  <c:v>3.1553025673377061E-7</c:v>
                </c:pt>
                <c:pt idx="4034">
                  <c:v>6.9916370999247029E-5</c:v>
                </c:pt>
                <c:pt idx="4035">
                  <c:v>2.4666060942527989E-7</c:v>
                </c:pt>
                <c:pt idx="4036">
                  <c:v>0</c:v>
                </c:pt>
                <c:pt idx="4037">
                  <c:v>0</c:v>
                </c:pt>
                <c:pt idx="4038">
                  <c:v>2.6651326850127678E-5</c:v>
                </c:pt>
                <c:pt idx="4039">
                  <c:v>1.2269510492397506E-6</c:v>
                </c:pt>
                <c:pt idx="4040">
                  <c:v>1.2744829654488433E-5</c:v>
                </c:pt>
                <c:pt idx="4041">
                  <c:v>2.2083883203153267E-5</c:v>
                </c:pt>
                <c:pt idx="4042">
                  <c:v>6.1998087747261265E-5</c:v>
                </c:pt>
                <c:pt idx="4043">
                  <c:v>6.8551219246100104E-5</c:v>
                </c:pt>
                <c:pt idx="4044">
                  <c:v>7.0054757594111946E-5</c:v>
                </c:pt>
                <c:pt idx="4045">
                  <c:v>6.5344183183071962E-6</c:v>
                </c:pt>
                <c:pt idx="4046">
                  <c:v>6.4662791469913807E-6</c:v>
                </c:pt>
                <c:pt idx="4047">
                  <c:v>8.4252283490574208E-6</c:v>
                </c:pt>
                <c:pt idx="4048">
                  <c:v>1.1473015296081947E-5</c:v>
                </c:pt>
                <c:pt idx="4049">
                  <c:v>8.9484886156825381E-6</c:v>
                </c:pt>
                <c:pt idx="4050">
                  <c:v>2.4989482250135832E-5</c:v>
                </c:pt>
                <c:pt idx="4051">
                  <c:v>3.3422407750821212E-5</c:v>
                </c:pt>
                <c:pt idx="4052">
                  <c:v>2.2802729246946385E-5</c:v>
                </c:pt>
                <c:pt idx="4053">
                  <c:v>2.9796895627400125E-6</c:v>
                </c:pt>
                <c:pt idx="4054">
                  <c:v>5.2951624911747479E-5</c:v>
                </c:pt>
                <c:pt idx="4055">
                  <c:v>7.9710840125514547E-6</c:v>
                </c:pt>
                <c:pt idx="4056">
                  <c:v>3.3835672653582869E-5</c:v>
                </c:pt>
                <c:pt idx="4057">
                  <c:v>5.1881353275911014E-5</c:v>
                </c:pt>
                <c:pt idx="4058">
                  <c:v>1.4170063847265666E-7</c:v>
                </c:pt>
                <c:pt idx="4059">
                  <c:v>1.1622998449835766E-5</c:v>
                </c:pt>
                <c:pt idx="4060">
                  <c:v>8.9076854992517885E-6</c:v>
                </c:pt>
                <c:pt idx="4061">
                  <c:v>0</c:v>
                </c:pt>
                <c:pt idx="4062">
                  <c:v>3.0299217182471339E-6</c:v>
                </c:pt>
                <c:pt idx="4063">
                  <c:v>4.4270577998773775E-4</c:v>
                </c:pt>
                <c:pt idx="4064">
                  <c:v>5.1155286989300584E-5</c:v>
                </c:pt>
                <c:pt idx="4065">
                  <c:v>2.4998040722128035E-5</c:v>
                </c:pt>
                <c:pt idx="4066">
                  <c:v>4.3147538394832391E-5</c:v>
                </c:pt>
                <c:pt idx="4067">
                  <c:v>1.4055879186079343E-4</c:v>
                </c:pt>
                <c:pt idx="4068">
                  <c:v>6.9754959219427579E-7</c:v>
                </c:pt>
                <c:pt idx="4069">
                  <c:v>2.6654576119145008E-5</c:v>
                </c:pt>
                <c:pt idx="4070">
                  <c:v>1.2942355089122268E-4</c:v>
                </c:pt>
                <c:pt idx="4071">
                  <c:v>0</c:v>
                </c:pt>
                <c:pt idx="4072">
                  <c:v>1.9243849114090348E-5</c:v>
                </c:pt>
                <c:pt idx="4073">
                  <c:v>2.7764376209635382E-5</c:v>
                </c:pt>
                <c:pt idx="4074">
                  <c:v>2.9853018927641749E-5</c:v>
                </c:pt>
                <c:pt idx="4075">
                  <c:v>4.800318324472893E-6</c:v>
                </c:pt>
                <c:pt idx="4076">
                  <c:v>2.1926854897153043E-4</c:v>
                </c:pt>
                <c:pt idx="4077">
                  <c:v>2.6447043840890821E-6</c:v>
                </c:pt>
                <c:pt idx="4078">
                  <c:v>4.523373038613347E-5</c:v>
                </c:pt>
                <c:pt idx="4079">
                  <c:v>7.4975684350660368E-7</c:v>
                </c:pt>
                <c:pt idx="4080">
                  <c:v>1.0658040611433277E-5</c:v>
                </c:pt>
                <c:pt idx="4081">
                  <c:v>5.3868861438624026E-7</c:v>
                </c:pt>
                <c:pt idx="4082">
                  <c:v>2.1411482967522453E-5</c:v>
                </c:pt>
                <c:pt idx="4083">
                  <c:v>1.9027606106577426E-5</c:v>
                </c:pt>
                <c:pt idx="4084">
                  <c:v>7.1647146602703203E-5</c:v>
                </c:pt>
                <c:pt idx="4085">
                  <c:v>3.2122607598793647E-5</c:v>
                </c:pt>
                <c:pt idx="4086">
                  <c:v>7.2446052652627149E-6</c:v>
                </c:pt>
                <c:pt idx="4087">
                  <c:v>2.17873700844644E-5</c:v>
                </c:pt>
                <c:pt idx="4088">
                  <c:v>4.3699178198607877E-5</c:v>
                </c:pt>
                <c:pt idx="4089">
                  <c:v>8.7669650028247568E-5</c:v>
                </c:pt>
                <c:pt idx="4090">
                  <c:v>1.2423929681281655E-5</c:v>
                </c:pt>
                <c:pt idx="4091">
                  <c:v>2.4982292219730406E-4</c:v>
                </c:pt>
                <c:pt idx="4092">
                  <c:v>8.137085023005482E-6</c:v>
                </c:pt>
                <c:pt idx="4093">
                  <c:v>2.3284338308288951E-5</c:v>
                </c:pt>
                <c:pt idx="4094">
                  <c:v>1.2467078485500281E-5</c:v>
                </c:pt>
                <c:pt idx="4095">
                  <c:v>1.2989879479640532E-4</c:v>
                </c:pt>
                <c:pt idx="4096">
                  <c:v>7.0059985174908274E-5</c:v>
                </c:pt>
                <c:pt idx="4097">
                  <c:v>1.7249521919099667E-4</c:v>
                </c:pt>
                <c:pt idx="4098">
                  <c:v>3.1356574755246342E-5</c:v>
                </c:pt>
                <c:pt idx="4099">
                  <c:v>2.3593375116865646E-5</c:v>
                </c:pt>
                <c:pt idx="4100">
                  <c:v>7.6783166697455203E-7</c:v>
                </c:pt>
                <c:pt idx="4101">
                  <c:v>9.7862298678791165E-6</c:v>
                </c:pt>
                <c:pt idx="4102">
                  <c:v>1.6548751527835622E-3</c:v>
                </c:pt>
                <c:pt idx="4103">
                  <c:v>2.5626127039763492E-4</c:v>
                </c:pt>
                <c:pt idx="4104">
                  <c:v>2.3936330695475867E-7</c:v>
                </c:pt>
                <c:pt idx="4105">
                  <c:v>1.7695175404954185E-5</c:v>
                </c:pt>
                <c:pt idx="4106">
                  <c:v>1.5419065410030043E-5</c:v>
                </c:pt>
                <c:pt idx="4107">
                  <c:v>3.1636895454243982E-6</c:v>
                </c:pt>
                <c:pt idx="4108">
                  <c:v>9.2612515897604094E-7</c:v>
                </c:pt>
                <c:pt idx="4109">
                  <c:v>4.8668076814554502E-5</c:v>
                </c:pt>
                <c:pt idx="4110">
                  <c:v>1.0016292610807123E-6</c:v>
                </c:pt>
                <c:pt idx="4111">
                  <c:v>1.0579166994068901E-5</c:v>
                </c:pt>
                <c:pt idx="4112">
                  <c:v>4.6731174922792881E-5</c:v>
                </c:pt>
                <c:pt idx="4113">
                  <c:v>1.1081624041041905E-5</c:v>
                </c:pt>
                <c:pt idx="4114">
                  <c:v>1.5900565168688342E-5</c:v>
                </c:pt>
                <c:pt idx="4115">
                  <c:v>2.4165342828126303E-5</c:v>
                </c:pt>
                <c:pt idx="4116">
                  <c:v>1.8744299571952897E-6</c:v>
                </c:pt>
                <c:pt idx="4117">
                  <c:v>8.5867372334900977E-7</c:v>
                </c:pt>
                <c:pt idx="4118">
                  <c:v>9.026314257249468E-6</c:v>
                </c:pt>
                <c:pt idx="4119">
                  <c:v>0</c:v>
                </c:pt>
                <c:pt idx="4120">
                  <c:v>2.6509535496472626E-7</c:v>
                </c:pt>
                <c:pt idx="4121">
                  <c:v>4.0982072493544305E-7</c:v>
                </c:pt>
                <c:pt idx="4122">
                  <c:v>0</c:v>
                </c:pt>
                <c:pt idx="4123">
                  <c:v>8.9349661910625026E-5</c:v>
                </c:pt>
                <c:pt idx="4124">
                  <c:v>1.037115236559001E-5</c:v>
                </c:pt>
                <c:pt idx="4125">
                  <c:v>0</c:v>
                </c:pt>
                <c:pt idx="4126">
                  <c:v>1.0623168028967474E-5</c:v>
                </c:pt>
                <c:pt idx="4127">
                  <c:v>3.8720355258351391E-5</c:v>
                </c:pt>
                <c:pt idx="4128">
                  <c:v>5.435702006401403E-4</c:v>
                </c:pt>
                <c:pt idx="4129">
                  <c:v>1.4219362490332631E-4</c:v>
                </c:pt>
                <c:pt idx="4130">
                  <c:v>2.8051623500671851E-5</c:v>
                </c:pt>
                <c:pt idx="4131">
                  <c:v>5.989232539989308E-6</c:v>
                </c:pt>
                <c:pt idx="4132">
                  <c:v>2.8185248017931153E-5</c:v>
                </c:pt>
                <c:pt idx="4133">
                  <c:v>3.3134552401385881E-7</c:v>
                </c:pt>
                <c:pt idx="4134">
                  <c:v>4.5759888650215832E-5</c:v>
                </c:pt>
                <c:pt idx="4135">
                  <c:v>1.5136539687596E-5</c:v>
                </c:pt>
                <c:pt idx="4136">
                  <c:v>3.541431477618706E-5</c:v>
                </c:pt>
                <c:pt idx="4137">
                  <c:v>1.2758147312320967E-5</c:v>
                </c:pt>
                <c:pt idx="4138">
                  <c:v>2.0164062812503634E-5</c:v>
                </c:pt>
                <c:pt idx="4139">
                  <c:v>1.5919121805659429E-5</c:v>
                </c:pt>
                <c:pt idx="4140">
                  <c:v>8.7628874383077575E-5</c:v>
                </c:pt>
                <c:pt idx="4141">
                  <c:v>7.1915766489250865E-7</c:v>
                </c:pt>
                <c:pt idx="4142">
                  <c:v>4.9480428174357719E-5</c:v>
                </c:pt>
                <c:pt idx="4143">
                  <c:v>1.0205394614250891E-5</c:v>
                </c:pt>
                <c:pt idx="4144">
                  <c:v>1.3907695697040556E-4</c:v>
                </c:pt>
                <c:pt idx="4145">
                  <c:v>3.8617342639902894E-5</c:v>
                </c:pt>
                <c:pt idx="4146">
                  <c:v>2.4245493344408222E-5</c:v>
                </c:pt>
                <c:pt idx="4147">
                  <c:v>3.7917482262577888E-7</c:v>
                </c:pt>
                <c:pt idx="4148">
                  <c:v>2.9999533968912875E-6</c:v>
                </c:pt>
                <c:pt idx="4149">
                  <c:v>1.2805673740360604E-3</c:v>
                </c:pt>
                <c:pt idx="4150">
                  <c:v>6.0530018226548572E-7</c:v>
                </c:pt>
                <c:pt idx="4151">
                  <c:v>1.4333660115465406E-6</c:v>
                </c:pt>
                <c:pt idx="4152">
                  <c:v>2.2833694092595816E-7</c:v>
                </c:pt>
                <c:pt idx="4153">
                  <c:v>8.0544784117900364E-5</c:v>
                </c:pt>
                <c:pt idx="4154">
                  <c:v>3.8858318817032492E-6</c:v>
                </c:pt>
                <c:pt idx="4155">
                  <c:v>1.01176034309666E-5</c:v>
                </c:pt>
                <c:pt idx="4156">
                  <c:v>2.7676542570767419E-5</c:v>
                </c:pt>
                <c:pt idx="4157">
                  <c:v>3.6717883002856286E-5</c:v>
                </c:pt>
                <c:pt idx="4158">
                  <c:v>1.2406544368517987E-6</c:v>
                </c:pt>
                <c:pt idx="4159">
                  <c:v>6.1789584858767228E-6</c:v>
                </c:pt>
                <c:pt idx="4160">
                  <c:v>6.3654152235124091E-6</c:v>
                </c:pt>
                <c:pt idx="4161">
                  <c:v>1.8482562658365758E-4</c:v>
                </c:pt>
                <c:pt idx="4162">
                  <c:v>0</c:v>
                </c:pt>
                <c:pt idx="4163">
                  <c:v>4.7483947689635767E-7</c:v>
                </c:pt>
                <c:pt idx="4164">
                  <c:v>3.5355796801130592E-5</c:v>
                </c:pt>
                <c:pt idx="4165">
                  <c:v>0</c:v>
                </c:pt>
                <c:pt idx="4166">
                  <c:v>0</c:v>
                </c:pt>
                <c:pt idx="4167">
                  <c:v>2.0111982175039793E-5</c:v>
                </c:pt>
                <c:pt idx="4168">
                  <c:v>1.0222796819883901E-4</c:v>
                </c:pt>
                <c:pt idx="4169">
                  <c:v>1.9786636764229808E-5</c:v>
                </c:pt>
                <c:pt idx="4170">
                  <c:v>0</c:v>
                </c:pt>
                <c:pt idx="4171">
                  <c:v>0</c:v>
                </c:pt>
                <c:pt idx="4172">
                  <c:v>3.6187143262249354E-4</c:v>
                </c:pt>
                <c:pt idx="4173">
                  <c:v>1.5784563827358086E-5</c:v>
                </c:pt>
                <c:pt idx="4174">
                  <c:v>0</c:v>
                </c:pt>
                <c:pt idx="4175">
                  <c:v>0</c:v>
                </c:pt>
                <c:pt idx="4176">
                  <c:v>1.0414210650863819E-3</c:v>
                </c:pt>
                <c:pt idx="4177">
                  <c:v>2.9604646013813427E-7</c:v>
                </c:pt>
                <c:pt idx="4178">
                  <c:v>3.8748739470324206E-6</c:v>
                </c:pt>
                <c:pt idx="4179">
                  <c:v>3.7740499088660612E-5</c:v>
                </c:pt>
                <c:pt idx="4180">
                  <c:v>9.2176686627916996E-6</c:v>
                </c:pt>
                <c:pt idx="4181">
                  <c:v>1.9931138155427917E-4</c:v>
                </c:pt>
                <c:pt idx="4182">
                  <c:v>0</c:v>
                </c:pt>
                <c:pt idx="4183">
                  <c:v>1.9797492944392327E-5</c:v>
                </c:pt>
                <c:pt idx="4184">
                  <c:v>3.0701571537911565E-5</c:v>
                </c:pt>
                <c:pt idx="4185">
                  <c:v>2.8165276746030549E-3</c:v>
                </c:pt>
                <c:pt idx="4186">
                  <c:v>8.0985433525211948E-7</c:v>
                </c:pt>
                <c:pt idx="4187">
                  <c:v>0</c:v>
                </c:pt>
                <c:pt idx="4188">
                  <c:v>6.6118293763924813E-5</c:v>
                </c:pt>
                <c:pt idx="4189">
                  <c:v>9.9617610674067592E-7</c:v>
                </c:pt>
                <c:pt idx="4190">
                  <c:v>0</c:v>
                </c:pt>
                <c:pt idx="4191">
                  <c:v>0</c:v>
                </c:pt>
                <c:pt idx="4192">
                  <c:v>1.1120142362550459E-6</c:v>
                </c:pt>
                <c:pt idx="4193">
                  <c:v>2.896850439136418E-5</c:v>
                </c:pt>
                <c:pt idx="4194">
                  <c:v>6.0871711032498302E-5</c:v>
                </c:pt>
                <c:pt idx="4195">
                  <c:v>1.2132819344111553E-6</c:v>
                </c:pt>
                <c:pt idx="4196">
                  <c:v>1.2313918260569163E-5</c:v>
                </c:pt>
                <c:pt idx="4197">
                  <c:v>1.3384883132586426E-5</c:v>
                </c:pt>
                <c:pt idx="4198">
                  <c:v>1.5613932970386687E-6</c:v>
                </c:pt>
                <c:pt idx="4199">
                  <c:v>0</c:v>
                </c:pt>
                <c:pt idx="4200">
                  <c:v>1.1840780953187376E-5</c:v>
                </c:pt>
                <c:pt idx="4201">
                  <c:v>6.4904635013595172E-4</c:v>
                </c:pt>
                <c:pt idx="4202">
                  <c:v>3.0056707530846657E-5</c:v>
                </c:pt>
                <c:pt idx="4203">
                  <c:v>0</c:v>
                </c:pt>
                <c:pt idx="4204">
                  <c:v>5.7392411333962785E-7</c:v>
                </c:pt>
                <c:pt idx="4205">
                  <c:v>1.5941293500514721E-6</c:v>
                </c:pt>
                <c:pt idx="4206">
                  <c:v>1.7933447825011853E-4</c:v>
                </c:pt>
                <c:pt idx="4207">
                  <c:v>2.1282296466021135E-4</c:v>
                </c:pt>
                <c:pt idx="4208">
                  <c:v>6.2750744421207358E-7</c:v>
                </c:pt>
                <c:pt idx="4209">
                  <c:v>1.6687728382603921E-6</c:v>
                </c:pt>
                <c:pt idx="4210">
                  <c:v>2.2660791517678964E-6</c:v>
                </c:pt>
                <c:pt idx="4211">
                  <c:v>4.2830302270664882E-7</c:v>
                </c:pt>
                <c:pt idx="4212">
                  <c:v>1.7976566858826065E-5</c:v>
                </c:pt>
                <c:pt idx="4213">
                  <c:v>2.3006182248568182E-5</c:v>
                </c:pt>
                <c:pt idx="4214">
                  <c:v>0</c:v>
                </c:pt>
                <c:pt idx="4215">
                  <c:v>8.6448810769923596E-6</c:v>
                </c:pt>
                <c:pt idx="4216">
                  <c:v>2.1752795322709023E-6</c:v>
                </c:pt>
                <c:pt idx="4217">
                  <c:v>2.6971692434168513E-6</c:v>
                </c:pt>
                <c:pt idx="4218">
                  <c:v>1.6748778379431058E-6</c:v>
                </c:pt>
                <c:pt idx="4219">
                  <c:v>2.0974481024669202E-4</c:v>
                </c:pt>
                <c:pt idx="4220">
                  <c:v>1.1682872574988032E-6</c:v>
                </c:pt>
                <c:pt idx="4221">
                  <c:v>3.9546624575440402E-5</c:v>
                </c:pt>
                <c:pt idx="4222">
                  <c:v>5.5579127075482473E-4</c:v>
                </c:pt>
                <c:pt idx="4223">
                  <c:v>7.2707552023823876E-5</c:v>
                </c:pt>
                <c:pt idx="4224">
                  <c:v>8.4770867850509731E-6</c:v>
                </c:pt>
                <c:pt idx="4225">
                  <c:v>5.3252524622181415E-5</c:v>
                </c:pt>
                <c:pt idx="4226">
                  <c:v>3.2003062655002468E-5</c:v>
                </c:pt>
                <c:pt idx="4227">
                  <c:v>2.2300120793538576E-5</c:v>
                </c:pt>
                <c:pt idx="4228">
                  <c:v>0</c:v>
                </c:pt>
                <c:pt idx="4229">
                  <c:v>1.3138355674344862E-4</c:v>
                </c:pt>
                <c:pt idx="4230">
                  <c:v>1.2371881172096043E-5</c:v>
                </c:pt>
                <c:pt idx="4231">
                  <c:v>0</c:v>
                </c:pt>
                <c:pt idx="4232">
                  <c:v>1.2295402013311421E-4</c:v>
                </c:pt>
                <c:pt idx="4233">
                  <c:v>3.6527683755705631E-5</c:v>
                </c:pt>
                <c:pt idx="4234">
                  <c:v>4.2859542423669965E-6</c:v>
                </c:pt>
                <c:pt idx="4235">
                  <c:v>0</c:v>
                </c:pt>
                <c:pt idx="4236">
                  <c:v>2.2720306418691272E-5</c:v>
                </c:pt>
                <c:pt idx="4237">
                  <c:v>3.9406244721972615E-5</c:v>
                </c:pt>
                <c:pt idx="4238">
                  <c:v>2.3906584408464512E-4</c:v>
                </c:pt>
                <c:pt idx="4239">
                  <c:v>2.1430445349239996E-5</c:v>
                </c:pt>
                <c:pt idx="4240">
                  <c:v>2.2749516649981896E-5</c:v>
                </c:pt>
                <c:pt idx="4241">
                  <c:v>6.3039211393365133E-3</c:v>
                </c:pt>
                <c:pt idx="4242">
                  <c:v>5.0456861399228945E-6</c:v>
                </c:pt>
                <c:pt idx="4243">
                  <c:v>1.1303037241461453E-6</c:v>
                </c:pt>
                <c:pt idx="4244">
                  <c:v>1.7846803584030194E-5</c:v>
                </c:pt>
                <c:pt idx="4245">
                  <c:v>5.0818422460447545E-5</c:v>
                </c:pt>
                <c:pt idx="4246">
                  <c:v>1.8623628564726748E-7</c:v>
                </c:pt>
                <c:pt idx="4247">
                  <c:v>1.7878543799935373E-6</c:v>
                </c:pt>
                <c:pt idx="4248">
                  <c:v>0</c:v>
                </c:pt>
                <c:pt idx="4249">
                  <c:v>1.9467562390523008E-6</c:v>
                </c:pt>
                <c:pt idx="4250">
                  <c:v>1.203317736325389E-5</c:v>
                </c:pt>
                <c:pt idx="4251">
                  <c:v>0</c:v>
                </c:pt>
                <c:pt idx="4252">
                  <c:v>0</c:v>
                </c:pt>
                <c:pt idx="4253">
                  <c:v>1.3392978820114078E-5</c:v>
                </c:pt>
                <c:pt idx="4254">
                  <c:v>0</c:v>
                </c:pt>
                <c:pt idx="4255">
                  <c:v>9.4173805014949274E-6</c:v>
                </c:pt>
                <c:pt idx="4256">
                  <c:v>2.2124617480974698E-5</c:v>
                </c:pt>
                <c:pt idx="4257">
                  <c:v>2.0999541068016803E-5</c:v>
                </c:pt>
                <c:pt idx="4258">
                  <c:v>1.5221994851844661E-6</c:v>
                </c:pt>
                <c:pt idx="4259">
                  <c:v>2.1019737546075818E-4</c:v>
                </c:pt>
                <c:pt idx="4260">
                  <c:v>5.24929808315469E-6</c:v>
                </c:pt>
                <c:pt idx="4261">
                  <c:v>2.993517003945167E-5</c:v>
                </c:pt>
                <c:pt idx="4262">
                  <c:v>4.7352813377314689E-5</c:v>
                </c:pt>
                <c:pt idx="4263">
                  <c:v>2.0867464684596952E-5</c:v>
                </c:pt>
                <c:pt idx="4264">
                  <c:v>1.1172886748004615E-6</c:v>
                </c:pt>
                <c:pt idx="4265">
                  <c:v>3.3656217686960767E-5</c:v>
                </c:pt>
                <c:pt idx="4266">
                  <c:v>1.8338023308330268E-5</c:v>
                </c:pt>
                <c:pt idx="4267">
                  <c:v>5.4967601369501311E-6</c:v>
                </c:pt>
                <c:pt idx="4268">
                  <c:v>1.2236842351152455E-4</c:v>
                </c:pt>
                <c:pt idx="4269">
                  <c:v>3.6976833781231889E-4</c:v>
                </c:pt>
                <c:pt idx="4270">
                  <c:v>2.3780999065231975E-6</c:v>
                </c:pt>
                <c:pt idx="4271">
                  <c:v>8.6923281029974351E-5</c:v>
                </c:pt>
                <c:pt idx="4272">
                  <c:v>1.2679701092037609E-4</c:v>
                </c:pt>
                <c:pt idx="4273">
                  <c:v>7.4574790378402705E-6</c:v>
                </c:pt>
                <c:pt idx="4274">
                  <c:v>6.6617530722807071E-6</c:v>
                </c:pt>
                <c:pt idx="4275">
                  <c:v>0</c:v>
                </c:pt>
                <c:pt idx="4276">
                  <c:v>0</c:v>
                </c:pt>
                <c:pt idx="4277">
                  <c:v>1.034794679797334E-6</c:v>
                </c:pt>
                <c:pt idx="4278">
                  <c:v>0</c:v>
                </c:pt>
                <c:pt idx="4279">
                  <c:v>3.647893132037468E-5</c:v>
                </c:pt>
                <c:pt idx="4280">
                  <c:v>3.1671373027984833E-5</c:v>
                </c:pt>
                <c:pt idx="4281">
                  <c:v>9.8696663630347739E-6</c:v>
                </c:pt>
                <c:pt idx="4282">
                  <c:v>0</c:v>
                </c:pt>
                <c:pt idx="4283">
                  <c:v>1.9246580299352998E-6</c:v>
                </c:pt>
                <c:pt idx="4284">
                  <c:v>0</c:v>
                </c:pt>
                <c:pt idx="4285">
                  <c:v>0</c:v>
                </c:pt>
                <c:pt idx="4286">
                  <c:v>0</c:v>
                </c:pt>
                <c:pt idx="4287">
                  <c:v>0</c:v>
                </c:pt>
                <c:pt idx="4288">
                  <c:v>3.5744703099925036E-4</c:v>
                </c:pt>
                <c:pt idx="4289">
                  <c:v>6.1087713070859798E-5</c:v>
                </c:pt>
                <c:pt idx="4290">
                  <c:v>2.0215557946479819E-5</c:v>
                </c:pt>
                <c:pt idx="4291">
                  <c:v>6.1868550578864548E-5</c:v>
                </c:pt>
                <c:pt idx="4292">
                  <c:v>4.1081715868198333E-5</c:v>
                </c:pt>
                <c:pt idx="4293">
                  <c:v>1.1484430876116844E-6</c:v>
                </c:pt>
                <c:pt idx="4294">
                  <c:v>0</c:v>
                </c:pt>
                <c:pt idx="4295">
                  <c:v>1.7820159258503678E-5</c:v>
                </c:pt>
                <c:pt idx="4296">
                  <c:v>1.775728459911529E-5</c:v>
                </c:pt>
                <c:pt idx="4297">
                  <c:v>8.0282792492091226E-6</c:v>
                </c:pt>
                <c:pt idx="4298">
                  <c:v>6.9696310762158524E-5</c:v>
                </c:pt>
                <c:pt idx="4299">
                  <c:v>7.8152284324454273E-5</c:v>
                </c:pt>
                <c:pt idx="4300">
                  <c:v>0</c:v>
                </c:pt>
                <c:pt idx="4301">
                  <c:v>0</c:v>
                </c:pt>
                <c:pt idx="4302">
                  <c:v>1.6525297667058566E-5</c:v>
                </c:pt>
                <c:pt idx="4303">
                  <c:v>2.5878518770145777E-5</c:v>
                </c:pt>
                <c:pt idx="4304">
                  <c:v>3.6799580942136151E-5</c:v>
                </c:pt>
                <c:pt idx="4305">
                  <c:v>1.1967936530207446E-5</c:v>
                </c:pt>
                <c:pt idx="4306">
                  <c:v>1.491336456892846E-7</c:v>
                </c:pt>
                <c:pt idx="4307">
                  <c:v>0</c:v>
                </c:pt>
                <c:pt idx="4308">
                  <c:v>6.5141461817074415E-5</c:v>
                </c:pt>
                <c:pt idx="4309">
                  <c:v>2.9282381907438091E-7</c:v>
                </c:pt>
                <c:pt idx="4310">
                  <c:v>0</c:v>
                </c:pt>
                <c:pt idx="4311">
                  <c:v>0</c:v>
                </c:pt>
                <c:pt idx="4312">
                  <c:v>8.9683943729247701E-6</c:v>
                </c:pt>
                <c:pt idx="4313">
                  <c:v>0</c:v>
                </c:pt>
                <c:pt idx="4314">
                  <c:v>3.1299079976200643E-5</c:v>
                </c:pt>
                <c:pt idx="4315">
                  <c:v>3.8277303379769128E-5</c:v>
                </c:pt>
                <c:pt idx="4316">
                  <c:v>3.427717025463357E-5</c:v>
                </c:pt>
                <c:pt idx="4317">
                  <c:v>1.0998008959602305E-4</c:v>
                </c:pt>
                <c:pt idx="4318">
                  <c:v>8.4025409755514291E-5</c:v>
                </c:pt>
                <c:pt idx="4319">
                  <c:v>1.4150660858412058E-5</c:v>
                </c:pt>
                <c:pt idx="4320">
                  <c:v>0</c:v>
                </c:pt>
                <c:pt idx="4321">
                  <c:v>7.4336998648249965E-6</c:v>
                </c:pt>
                <c:pt idx="4322">
                  <c:v>2.2666150159796611E-5</c:v>
                </c:pt>
                <c:pt idx="4323">
                  <c:v>1.0933012244699349E-5</c:v>
                </c:pt>
                <c:pt idx="4324">
                  <c:v>2.2320426098250407E-4</c:v>
                </c:pt>
                <c:pt idx="4325">
                  <c:v>9.3879443063819398E-6</c:v>
                </c:pt>
                <c:pt idx="4326">
                  <c:v>2.0908019607185271E-5</c:v>
                </c:pt>
                <c:pt idx="4327">
                  <c:v>7.1977090210310261E-6</c:v>
                </c:pt>
                <c:pt idx="4328">
                  <c:v>5.6065992986976557E-6</c:v>
                </c:pt>
                <c:pt idx="4329">
                  <c:v>3.4158761790565159E-5</c:v>
                </c:pt>
                <c:pt idx="4330">
                  <c:v>3.5715192945389304E-7</c:v>
                </c:pt>
                <c:pt idx="4331">
                  <c:v>3.9783403682747881E-6</c:v>
                </c:pt>
                <c:pt idx="4332">
                  <c:v>3.5916178237872811E-6</c:v>
                </c:pt>
                <c:pt idx="4333">
                  <c:v>2.359937341535323E-5</c:v>
                </c:pt>
                <c:pt idx="4334">
                  <c:v>4.3221571243008982E-5</c:v>
                </c:pt>
                <c:pt idx="4335">
                  <c:v>1.2360394155453331E-5</c:v>
                </c:pt>
                <c:pt idx="4336">
                  <c:v>0</c:v>
                </c:pt>
                <c:pt idx="4337">
                  <c:v>0</c:v>
                </c:pt>
                <c:pt idx="4338">
                  <c:v>1.7393513405216118E-5</c:v>
                </c:pt>
                <c:pt idx="4339">
                  <c:v>1.4357933205761403E-5</c:v>
                </c:pt>
                <c:pt idx="4340">
                  <c:v>2.9537235344451258E-6</c:v>
                </c:pt>
                <c:pt idx="4341">
                  <c:v>0</c:v>
                </c:pt>
                <c:pt idx="4342">
                  <c:v>2.6157584061845875E-5</c:v>
                </c:pt>
                <c:pt idx="4343">
                  <c:v>7.6067472390576756E-6</c:v>
                </c:pt>
                <c:pt idx="4344">
                  <c:v>1.3060272598274801E-5</c:v>
                </c:pt>
                <c:pt idx="4345">
                  <c:v>3.1010088686561149E-7</c:v>
                </c:pt>
                <c:pt idx="4346">
                  <c:v>3.0305305822914663E-5</c:v>
                </c:pt>
                <c:pt idx="4347">
                  <c:v>0</c:v>
                </c:pt>
                <c:pt idx="4348">
                  <c:v>2.4487045425882258E-5</c:v>
                </c:pt>
                <c:pt idx="4349">
                  <c:v>1.3958740744237184E-7</c:v>
                </c:pt>
                <c:pt idx="4350">
                  <c:v>1.9946856702667681E-5</c:v>
                </c:pt>
                <c:pt idx="4351">
                  <c:v>9.0035339870918466E-8</c:v>
                </c:pt>
                <c:pt idx="4352">
                  <c:v>3.5757018808299187E-5</c:v>
                </c:pt>
                <c:pt idx="4353">
                  <c:v>1.9295384173426924E-5</c:v>
                </c:pt>
                <c:pt idx="4354">
                  <c:v>4.8908716037606632E-6</c:v>
                </c:pt>
                <c:pt idx="4355">
                  <c:v>4.9612838130031602E-6</c:v>
                </c:pt>
                <c:pt idx="4356">
                  <c:v>0</c:v>
                </c:pt>
                <c:pt idx="4357">
                  <c:v>7.5546932891006006E-5</c:v>
                </c:pt>
                <c:pt idx="4358">
                  <c:v>1.7438739804856855E-6</c:v>
                </c:pt>
                <c:pt idx="4359">
                  <c:v>7.8801806244467331E-8</c:v>
                </c:pt>
                <c:pt idx="4360">
                  <c:v>5.2844472728524854E-7</c:v>
                </c:pt>
                <c:pt idx="4361">
                  <c:v>1.3140762765368574E-5</c:v>
                </c:pt>
                <c:pt idx="4362">
                  <c:v>1.546809766374234E-6</c:v>
                </c:pt>
                <c:pt idx="4363">
                  <c:v>4.2142778001969764E-5</c:v>
                </c:pt>
                <c:pt idx="4364">
                  <c:v>0</c:v>
                </c:pt>
                <c:pt idx="4365">
                  <c:v>1.2454885946823661E-4</c:v>
                </c:pt>
                <c:pt idx="4366">
                  <c:v>0</c:v>
                </c:pt>
                <c:pt idx="4367">
                  <c:v>6.5522547969837113E-7</c:v>
                </c:pt>
                <c:pt idx="4368">
                  <c:v>7.431620018087942E-6</c:v>
                </c:pt>
                <c:pt idx="4369">
                  <c:v>2.6345918226997126E-4</c:v>
                </c:pt>
                <c:pt idx="4370">
                  <c:v>1.7288265360417738E-8</c:v>
                </c:pt>
                <c:pt idx="4371">
                  <c:v>0</c:v>
                </c:pt>
                <c:pt idx="4372">
                  <c:v>2.0400147543772611E-5</c:v>
                </c:pt>
                <c:pt idx="4373">
                  <c:v>0</c:v>
                </c:pt>
                <c:pt idx="4374">
                  <c:v>4.7873442277300823E-5</c:v>
                </c:pt>
                <c:pt idx="4375">
                  <c:v>3.8535602460039665E-6</c:v>
                </c:pt>
                <c:pt idx="4376">
                  <c:v>1.6640861516841014E-5</c:v>
                </c:pt>
                <c:pt idx="4377">
                  <c:v>9.7975779536713063E-5</c:v>
                </c:pt>
                <c:pt idx="4378">
                  <c:v>1.4766366393981065E-5</c:v>
                </c:pt>
                <c:pt idx="4379">
                  <c:v>2.7671697904221671E-5</c:v>
                </c:pt>
                <c:pt idx="4380">
                  <c:v>5.7604587160222467E-5</c:v>
                </c:pt>
                <c:pt idx="4381">
                  <c:v>4.0376311284539872E-6</c:v>
                </c:pt>
                <c:pt idx="4382">
                  <c:v>4.2753916948179538E-5</c:v>
                </c:pt>
                <c:pt idx="4383">
                  <c:v>0</c:v>
                </c:pt>
                <c:pt idx="4384">
                  <c:v>1.89378344493257E-5</c:v>
                </c:pt>
                <c:pt idx="4385">
                  <c:v>4.711318600492203E-6</c:v>
                </c:pt>
                <c:pt idx="4386">
                  <c:v>0</c:v>
                </c:pt>
                <c:pt idx="4387">
                  <c:v>0</c:v>
                </c:pt>
                <c:pt idx="4388">
                  <c:v>0</c:v>
                </c:pt>
                <c:pt idx="4389">
                  <c:v>0</c:v>
                </c:pt>
                <c:pt idx="4390">
                  <c:v>1.1747839056424774E-5</c:v>
                </c:pt>
                <c:pt idx="4391">
                  <c:v>5.6343196068292433E-6</c:v>
                </c:pt>
                <c:pt idx="4392">
                  <c:v>4.343581171833016E-6</c:v>
                </c:pt>
                <c:pt idx="4393">
                  <c:v>1.5083310222961033E-5</c:v>
                </c:pt>
                <c:pt idx="4394">
                  <c:v>1.6991169251793533E-5</c:v>
                </c:pt>
                <c:pt idx="4395">
                  <c:v>7.1372326772269107E-6</c:v>
                </c:pt>
                <c:pt idx="4396">
                  <c:v>9.5849525992894704E-6</c:v>
                </c:pt>
                <c:pt idx="4397">
                  <c:v>8.8877720256510747E-6</c:v>
                </c:pt>
                <c:pt idx="4398">
                  <c:v>1.8663602982991003E-5</c:v>
                </c:pt>
                <c:pt idx="4399">
                  <c:v>5.500795329298497E-7</c:v>
                </c:pt>
                <c:pt idx="4400">
                  <c:v>8.2126776015054725E-5</c:v>
                </c:pt>
                <c:pt idx="4401">
                  <c:v>4.6104786333208556E-7</c:v>
                </c:pt>
                <c:pt idx="4402">
                  <c:v>0</c:v>
                </c:pt>
                <c:pt idx="4403">
                  <c:v>0</c:v>
                </c:pt>
                <c:pt idx="4404">
                  <c:v>0</c:v>
                </c:pt>
                <c:pt idx="4405">
                  <c:v>0</c:v>
                </c:pt>
                <c:pt idx="4406">
                  <c:v>1.2648513358675692E-7</c:v>
                </c:pt>
                <c:pt idx="4407">
                  <c:v>1.0774651142850829E-4</c:v>
                </c:pt>
                <c:pt idx="4408">
                  <c:v>0</c:v>
                </c:pt>
                <c:pt idx="4409">
                  <c:v>0</c:v>
                </c:pt>
                <c:pt idx="4410">
                  <c:v>1.2615437516089703E-5</c:v>
                </c:pt>
                <c:pt idx="4411">
                  <c:v>5.0106287039028148E-4</c:v>
                </c:pt>
                <c:pt idx="4412">
                  <c:v>4.3825791136115706E-7</c:v>
                </c:pt>
                <c:pt idx="4413">
                  <c:v>1.7921850913397591E-6</c:v>
                </c:pt>
                <c:pt idx="4414">
                  <c:v>5.7191214219063957E-7</c:v>
                </c:pt>
                <c:pt idx="4415">
                  <c:v>0</c:v>
                </c:pt>
                <c:pt idx="4416">
                  <c:v>6.6811873227010873E-7</c:v>
                </c:pt>
                <c:pt idx="4417">
                  <c:v>0</c:v>
                </c:pt>
                <c:pt idx="4418">
                  <c:v>2.0552661265475871E-5</c:v>
                </c:pt>
                <c:pt idx="4419">
                  <c:v>9.3354372933925939E-6</c:v>
                </c:pt>
                <c:pt idx="4420">
                  <c:v>6.670222577437595E-7</c:v>
                </c:pt>
                <c:pt idx="4421">
                  <c:v>2.0647984351620635E-5</c:v>
                </c:pt>
                <c:pt idx="4422">
                  <c:v>1.9393544774441966E-5</c:v>
                </c:pt>
                <c:pt idx="4423">
                  <c:v>2.6080576480164099E-5</c:v>
                </c:pt>
                <c:pt idx="4424">
                  <c:v>0</c:v>
                </c:pt>
                <c:pt idx="4425">
                  <c:v>9.1961830306804485E-6</c:v>
                </c:pt>
                <c:pt idx="4426">
                  <c:v>3.1168221105600492E-6</c:v>
                </c:pt>
                <c:pt idx="4427">
                  <c:v>4.2634818727676332E-6</c:v>
                </c:pt>
                <c:pt idx="4428">
                  <c:v>1.6081832839525691E-5</c:v>
                </c:pt>
                <c:pt idx="4429">
                  <c:v>0</c:v>
                </c:pt>
                <c:pt idx="4430">
                  <c:v>0</c:v>
                </c:pt>
                <c:pt idx="4431">
                  <c:v>4.2630523126214124E-5</c:v>
                </c:pt>
                <c:pt idx="4432">
                  <c:v>0</c:v>
                </c:pt>
                <c:pt idx="4433">
                  <c:v>0</c:v>
                </c:pt>
                <c:pt idx="4434">
                  <c:v>4.2178190549188334E-5</c:v>
                </c:pt>
                <c:pt idx="4435">
                  <c:v>1.0293260109891938E-5</c:v>
                </c:pt>
                <c:pt idx="4436">
                  <c:v>4.0277180015899441E-4</c:v>
                </c:pt>
                <c:pt idx="4437">
                  <c:v>2.3854222356884206E-5</c:v>
                </c:pt>
                <c:pt idx="4438">
                  <c:v>9.6145624666163548E-6</c:v>
                </c:pt>
                <c:pt idx="4439">
                  <c:v>5.3296503095538684E-5</c:v>
                </c:pt>
                <c:pt idx="4440">
                  <c:v>0</c:v>
                </c:pt>
                <c:pt idx="4441">
                  <c:v>1.3236164484779621E-5</c:v>
                </c:pt>
                <c:pt idx="4442">
                  <c:v>3.3308786642869401E-5</c:v>
                </c:pt>
                <c:pt idx="4443">
                  <c:v>5.0023668569097911E-6</c:v>
                </c:pt>
                <c:pt idx="4444">
                  <c:v>2.6109289874369456E-5</c:v>
                </c:pt>
                <c:pt idx="4445">
                  <c:v>5.8620994574787933E-8</c:v>
                </c:pt>
                <c:pt idx="4446">
                  <c:v>9.7100899130917102E-5</c:v>
                </c:pt>
                <c:pt idx="4447">
                  <c:v>7.4580359960562939E-6</c:v>
                </c:pt>
                <c:pt idx="4448">
                  <c:v>8.8613131333981803E-7</c:v>
                </c:pt>
                <c:pt idx="4449">
                  <c:v>9.3905646559790089E-6</c:v>
                </c:pt>
                <c:pt idx="4450">
                  <c:v>7.452215717761458E-7</c:v>
                </c:pt>
                <c:pt idx="4451">
                  <c:v>2.867811512423847E-6</c:v>
                </c:pt>
                <c:pt idx="4452">
                  <c:v>1.6638341480995701E-5</c:v>
                </c:pt>
                <c:pt idx="4453">
                  <c:v>7.9375882099691869E-6</c:v>
                </c:pt>
                <c:pt idx="4454">
                  <c:v>3.5804517752382013E-6</c:v>
                </c:pt>
                <c:pt idx="4455">
                  <c:v>4.5040430954815261E-6</c:v>
                </c:pt>
                <c:pt idx="4456">
                  <c:v>7.6671624887590591E-5</c:v>
                </c:pt>
                <c:pt idx="4457">
                  <c:v>4.7601249115174392E-5</c:v>
                </c:pt>
                <c:pt idx="4458">
                  <c:v>1.8322990999774323E-4</c:v>
                </c:pt>
                <c:pt idx="4459">
                  <c:v>1.1724774066810836E-5</c:v>
                </c:pt>
                <c:pt idx="4460">
                  <c:v>1.6432839449536316E-6</c:v>
                </c:pt>
                <c:pt idx="4461">
                  <c:v>1.2819309665482921E-4</c:v>
                </c:pt>
                <c:pt idx="4462">
                  <c:v>1.7690137590555641E-3</c:v>
                </c:pt>
                <c:pt idx="4463">
                  <c:v>3.1872316325851251E-5</c:v>
                </c:pt>
                <c:pt idx="4464">
                  <c:v>0</c:v>
                </c:pt>
                <c:pt idx="4465">
                  <c:v>1.0621225497847499E-6</c:v>
                </c:pt>
                <c:pt idx="4466">
                  <c:v>1.4545286070710061E-5</c:v>
                </c:pt>
                <c:pt idx="4467">
                  <c:v>2.6529430201117991E-5</c:v>
                </c:pt>
                <c:pt idx="4468">
                  <c:v>0</c:v>
                </c:pt>
                <c:pt idx="4469">
                  <c:v>0</c:v>
                </c:pt>
                <c:pt idx="4470">
                  <c:v>1.3091361796224241E-4</c:v>
                </c:pt>
                <c:pt idx="4471">
                  <c:v>5.578913407821857E-5</c:v>
                </c:pt>
                <c:pt idx="4472">
                  <c:v>2.5152792039480191E-5</c:v>
                </c:pt>
                <c:pt idx="4473">
                  <c:v>9.8130809681765137E-6</c:v>
                </c:pt>
                <c:pt idx="4474">
                  <c:v>1.4719104682796861E-5</c:v>
                </c:pt>
                <c:pt idx="4475">
                  <c:v>1.3252878677809521E-6</c:v>
                </c:pt>
                <c:pt idx="4476">
                  <c:v>7.4722710424012418E-5</c:v>
                </c:pt>
                <c:pt idx="4477">
                  <c:v>0</c:v>
                </c:pt>
                <c:pt idx="4478">
                  <c:v>0</c:v>
                </c:pt>
                <c:pt idx="4479">
                  <c:v>0</c:v>
                </c:pt>
                <c:pt idx="4480">
                  <c:v>0</c:v>
                </c:pt>
                <c:pt idx="4481">
                  <c:v>7.6853498456243738E-7</c:v>
                </c:pt>
                <c:pt idx="4482">
                  <c:v>1.0393308815329545E-5</c:v>
                </c:pt>
                <c:pt idx="4483">
                  <c:v>7.0366655793546688E-5</c:v>
                </c:pt>
                <c:pt idx="4484">
                  <c:v>3.8562512958371962E-6</c:v>
                </c:pt>
                <c:pt idx="4485">
                  <c:v>1.9265550528087404E-5</c:v>
                </c:pt>
                <c:pt idx="4486">
                  <c:v>4.0387945846953221E-5</c:v>
                </c:pt>
                <c:pt idx="4487">
                  <c:v>1.4762726855365226E-6</c:v>
                </c:pt>
                <c:pt idx="4488">
                  <c:v>2.6206233751752479E-6</c:v>
                </c:pt>
                <c:pt idx="4489">
                  <c:v>5.946231549903996E-5</c:v>
                </c:pt>
                <c:pt idx="4490">
                  <c:v>5.8922448413677923E-6</c:v>
                </c:pt>
                <c:pt idx="4491">
                  <c:v>0</c:v>
                </c:pt>
                <c:pt idx="4492">
                  <c:v>1.2989969137405523E-6</c:v>
                </c:pt>
                <c:pt idx="4493">
                  <c:v>2.7160345227314204E-4</c:v>
                </c:pt>
                <c:pt idx="4494">
                  <c:v>1.6475855970913289E-4</c:v>
                </c:pt>
                <c:pt idx="4495">
                  <c:v>4.4576076493799903E-5</c:v>
                </c:pt>
                <c:pt idx="4496">
                  <c:v>3.4212028259135501E-7</c:v>
                </c:pt>
                <c:pt idx="4497">
                  <c:v>9.640535048248807E-6</c:v>
                </c:pt>
                <c:pt idx="4498">
                  <c:v>1.2137360630825595E-4</c:v>
                </c:pt>
                <c:pt idx="4499">
                  <c:v>1.1247254049520467E-7</c:v>
                </c:pt>
                <c:pt idx="4500">
                  <c:v>2.4241660229719987E-4</c:v>
                </c:pt>
                <c:pt idx="4501">
                  <c:v>0</c:v>
                </c:pt>
                <c:pt idx="4502">
                  <c:v>0</c:v>
                </c:pt>
                <c:pt idx="4503">
                  <c:v>3.8997870052050066E-5</c:v>
                </c:pt>
                <c:pt idx="4504">
                  <c:v>2.6264274076377806E-6</c:v>
                </c:pt>
                <c:pt idx="4505">
                  <c:v>0</c:v>
                </c:pt>
                <c:pt idx="4506">
                  <c:v>5.449319513086563E-6</c:v>
                </c:pt>
                <c:pt idx="4507">
                  <c:v>1.2841661906428403E-5</c:v>
                </c:pt>
                <c:pt idx="4508">
                  <c:v>4.7576675965462424E-5</c:v>
                </c:pt>
                <c:pt idx="4509">
                  <c:v>5.418553803595783E-6</c:v>
                </c:pt>
                <c:pt idx="4510">
                  <c:v>0</c:v>
                </c:pt>
                <c:pt idx="4511">
                  <c:v>8.8802450385694639E-6</c:v>
                </c:pt>
                <c:pt idx="4512">
                  <c:v>1.0761621007325647E-5</c:v>
                </c:pt>
                <c:pt idx="4513">
                  <c:v>0</c:v>
                </c:pt>
                <c:pt idx="4514">
                  <c:v>3.3526544866199891E-6</c:v>
                </c:pt>
                <c:pt idx="4515">
                  <c:v>2.4945005548458851E-5</c:v>
                </c:pt>
                <c:pt idx="4516">
                  <c:v>3.8399363429659887E-4</c:v>
                </c:pt>
                <c:pt idx="4517">
                  <c:v>2.3228878199837099E-5</c:v>
                </c:pt>
                <c:pt idx="4518">
                  <c:v>2.22790887078622E-5</c:v>
                </c:pt>
                <c:pt idx="4519">
                  <c:v>3.5172925477757223E-5</c:v>
                </c:pt>
                <c:pt idx="4520">
                  <c:v>2.0993744613560374E-7</c:v>
                </c:pt>
                <c:pt idx="4521">
                  <c:v>0</c:v>
                </c:pt>
                <c:pt idx="4522">
                  <c:v>0</c:v>
                </c:pt>
                <c:pt idx="4523">
                  <c:v>3.227429505329603E-6</c:v>
                </c:pt>
                <c:pt idx="4524">
                  <c:v>1.5378250104584613E-5</c:v>
                </c:pt>
                <c:pt idx="4525">
                  <c:v>0</c:v>
                </c:pt>
                <c:pt idx="4526">
                  <c:v>0</c:v>
                </c:pt>
                <c:pt idx="4527">
                  <c:v>0</c:v>
                </c:pt>
                <c:pt idx="4528">
                  <c:v>8.7268990774456312E-5</c:v>
                </c:pt>
                <c:pt idx="4529">
                  <c:v>6.7726530824099962E-5</c:v>
                </c:pt>
                <c:pt idx="4530">
                  <c:v>1.5322132162097169E-6</c:v>
                </c:pt>
                <c:pt idx="4531">
                  <c:v>2.8520693468272597E-7</c:v>
                </c:pt>
                <c:pt idx="4532">
                  <c:v>0</c:v>
                </c:pt>
                <c:pt idx="4533">
                  <c:v>0</c:v>
                </c:pt>
                <c:pt idx="4534">
                  <c:v>1.2449366338434723E-7</c:v>
                </c:pt>
                <c:pt idx="4535">
                  <c:v>2.5990912142961264E-5</c:v>
                </c:pt>
                <c:pt idx="4536">
                  <c:v>1.2169157619420446E-4</c:v>
                </c:pt>
                <c:pt idx="4537">
                  <c:v>0</c:v>
                </c:pt>
                <c:pt idx="4538">
                  <c:v>4.1463821566610493E-4</c:v>
                </c:pt>
                <c:pt idx="4539">
                  <c:v>3.7605871462128657E-3</c:v>
                </c:pt>
                <c:pt idx="4540">
                  <c:v>3.0956069008222651E-4</c:v>
                </c:pt>
                <c:pt idx="4541">
                  <c:v>2.2261874038994412E-5</c:v>
                </c:pt>
                <c:pt idx="4542">
                  <c:v>4.1090252867114164E-5</c:v>
                </c:pt>
                <c:pt idx="4543">
                  <c:v>4.3007146397704177E-5</c:v>
                </c:pt>
                <c:pt idx="4544">
                  <c:v>0</c:v>
                </c:pt>
                <c:pt idx="4545">
                  <c:v>1.1680499405455819E-5</c:v>
                </c:pt>
                <c:pt idx="4546">
                  <c:v>1.9334362956075461E-5</c:v>
                </c:pt>
                <c:pt idx="4547">
                  <c:v>1.3607180087224974E-7</c:v>
                </c:pt>
                <c:pt idx="4548">
                  <c:v>7.4865757541048961E-6</c:v>
                </c:pt>
                <c:pt idx="4549">
                  <c:v>4.7221927954081984E-5</c:v>
                </c:pt>
                <c:pt idx="4550">
                  <c:v>4.5123443205591415E-3</c:v>
                </c:pt>
                <c:pt idx="4551">
                  <c:v>1.0365820758141408E-6</c:v>
                </c:pt>
                <c:pt idx="4552">
                  <c:v>1.4541428456567981E-6</c:v>
                </c:pt>
                <c:pt idx="4553">
                  <c:v>4.4258906121282914E-5</c:v>
                </c:pt>
                <c:pt idx="4554">
                  <c:v>5.1123185421451178E-6</c:v>
                </c:pt>
                <c:pt idx="4555">
                  <c:v>2.2315459135351191E-7</c:v>
                </c:pt>
                <c:pt idx="4556">
                  <c:v>4.7740877653154173E-5</c:v>
                </c:pt>
                <c:pt idx="4557">
                  <c:v>0</c:v>
                </c:pt>
                <c:pt idx="4558">
                  <c:v>7.0311430453377015E-5</c:v>
                </c:pt>
                <c:pt idx="4559">
                  <c:v>1.9160512071122262E-6</c:v>
                </c:pt>
                <c:pt idx="4560">
                  <c:v>3.4828812162531705E-5</c:v>
                </c:pt>
                <c:pt idx="4561">
                  <c:v>2.9675952901736853E-5</c:v>
                </c:pt>
                <c:pt idx="4562">
                  <c:v>3.3243224584909963E-3</c:v>
                </c:pt>
                <c:pt idx="4563">
                  <c:v>4.1857130594234404E-5</c:v>
                </c:pt>
                <c:pt idx="4564">
                  <c:v>1.5028668800306103E-5</c:v>
                </c:pt>
                <c:pt idx="4565">
                  <c:v>2.3619816344500603E-5</c:v>
                </c:pt>
                <c:pt idx="4566">
                  <c:v>3.8995525325230841E-5</c:v>
                </c:pt>
                <c:pt idx="4567">
                  <c:v>2.9587605374271267E-5</c:v>
                </c:pt>
                <c:pt idx="4568">
                  <c:v>3.2227530902049477E-5</c:v>
                </c:pt>
                <c:pt idx="4569">
                  <c:v>9.9746831487808084E-6</c:v>
                </c:pt>
                <c:pt idx="4570">
                  <c:v>1.0259847435970287E-4</c:v>
                </c:pt>
                <c:pt idx="4571">
                  <c:v>2.0148977388668654E-5</c:v>
                </c:pt>
                <c:pt idx="4572">
                  <c:v>9.7757362334684601E-5</c:v>
                </c:pt>
                <c:pt idx="4573">
                  <c:v>1.1098061388450609E-4</c:v>
                </c:pt>
                <c:pt idx="4574">
                  <c:v>2.8205812837927346E-5</c:v>
                </c:pt>
                <c:pt idx="4575">
                  <c:v>2.0196585520220492E-5</c:v>
                </c:pt>
                <c:pt idx="4576">
                  <c:v>1.358266295677467E-4</c:v>
                </c:pt>
                <c:pt idx="4577">
                  <c:v>4.6285995646023611E-3</c:v>
                </c:pt>
                <c:pt idx="4578">
                  <c:v>2.80956287618908E-5</c:v>
                </c:pt>
                <c:pt idx="4579">
                  <c:v>7.658245960633798E-6</c:v>
                </c:pt>
                <c:pt idx="4580">
                  <c:v>2.5939190690610001E-4</c:v>
                </c:pt>
                <c:pt idx="4581">
                  <c:v>1.1163511687999654E-5</c:v>
                </c:pt>
                <c:pt idx="4582">
                  <c:v>6.012887133708635E-5</c:v>
                </c:pt>
                <c:pt idx="4583">
                  <c:v>2.5836740343504141E-5</c:v>
                </c:pt>
                <c:pt idx="4584">
                  <c:v>8.1415203379206765E-5</c:v>
                </c:pt>
                <c:pt idx="4585">
                  <c:v>8.3631792833832724E-5</c:v>
                </c:pt>
                <c:pt idx="4586">
                  <c:v>3.2661384248320497E-5</c:v>
                </c:pt>
                <c:pt idx="4587">
                  <c:v>1.3236198332863949E-4</c:v>
                </c:pt>
                <c:pt idx="4588">
                  <c:v>3.2368636166195005E-5</c:v>
                </c:pt>
                <c:pt idx="4589">
                  <c:v>3.6127837227844786E-5</c:v>
                </c:pt>
                <c:pt idx="4590">
                  <c:v>1.4510386833786293E-4</c:v>
                </c:pt>
                <c:pt idx="4591">
                  <c:v>3.2193875091227009E-5</c:v>
                </c:pt>
                <c:pt idx="4592">
                  <c:v>5.6436596624228866E-6</c:v>
                </c:pt>
                <c:pt idx="4593">
                  <c:v>3.4911225614591202E-7</c:v>
                </c:pt>
                <c:pt idx="4594">
                  <c:v>9.8652188270243461E-5</c:v>
                </c:pt>
                <c:pt idx="4595">
                  <c:v>1.4755925129747262E-5</c:v>
                </c:pt>
                <c:pt idx="4596">
                  <c:v>0</c:v>
                </c:pt>
                <c:pt idx="4597">
                  <c:v>1.7709237000402799E-5</c:v>
                </c:pt>
                <c:pt idx="4598">
                  <c:v>3.6160374143508858E-5</c:v>
                </c:pt>
                <c:pt idx="4599">
                  <c:v>0</c:v>
                </c:pt>
                <c:pt idx="4600">
                  <c:v>7.4024359869993637E-6</c:v>
                </c:pt>
                <c:pt idx="4601">
                  <c:v>1.968163867703364E-5</c:v>
                </c:pt>
                <c:pt idx="4602">
                  <c:v>0</c:v>
                </c:pt>
                <c:pt idx="4603">
                  <c:v>3.7500689361951842E-6</c:v>
                </c:pt>
                <c:pt idx="4604">
                  <c:v>6.5460866060132531E-5</c:v>
                </c:pt>
                <c:pt idx="4605">
                  <c:v>0</c:v>
                </c:pt>
                <c:pt idx="4606">
                  <c:v>1.366632413827623E-5</c:v>
                </c:pt>
                <c:pt idx="4607">
                  <c:v>7.2378390042887089E-7</c:v>
                </c:pt>
                <c:pt idx="4608">
                  <c:v>0</c:v>
                </c:pt>
                <c:pt idx="4609">
                  <c:v>2.016844044899287E-7</c:v>
                </c:pt>
                <c:pt idx="4610">
                  <c:v>4.7864647382576896E-5</c:v>
                </c:pt>
                <c:pt idx="4611">
                  <c:v>1.545176979232406E-5</c:v>
                </c:pt>
                <c:pt idx="4612">
                  <c:v>5.9133732886371089E-5</c:v>
                </c:pt>
                <c:pt idx="4613">
                  <c:v>2.8632395757795901E-6</c:v>
                </c:pt>
                <c:pt idx="4614">
                  <c:v>6.8999364679464323E-6</c:v>
                </c:pt>
                <c:pt idx="4615">
                  <c:v>9.1882235175421724E-5</c:v>
                </c:pt>
                <c:pt idx="4616">
                  <c:v>1.9535052677084667E-5</c:v>
                </c:pt>
                <c:pt idx="4617">
                  <c:v>0</c:v>
                </c:pt>
                <c:pt idx="4618">
                  <c:v>1.6278842301259261E-5</c:v>
                </c:pt>
                <c:pt idx="4619">
                  <c:v>1.3820750209596353E-5</c:v>
                </c:pt>
                <c:pt idx="4620">
                  <c:v>1.4194507041059265E-5</c:v>
                </c:pt>
                <c:pt idx="4621">
                  <c:v>3.5924315080517534E-5</c:v>
                </c:pt>
                <c:pt idx="4622">
                  <c:v>2.5008992170172929E-5</c:v>
                </c:pt>
                <c:pt idx="4623">
                  <c:v>8.3887402663786501E-5</c:v>
                </c:pt>
                <c:pt idx="4624">
                  <c:v>5.0363330130939967E-6</c:v>
                </c:pt>
                <c:pt idx="4625">
                  <c:v>4.5399617271033468E-6</c:v>
                </c:pt>
                <c:pt idx="4626">
                  <c:v>3.1542219058646957E-6</c:v>
                </c:pt>
                <c:pt idx="4627">
                  <c:v>3.3192843603198484E-7</c:v>
                </c:pt>
                <c:pt idx="4628">
                  <c:v>0</c:v>
                </c:pt>
                <c:pt idx="4629">
                  <c:v>0</c:v>
                </c:pt>
                <c:pt idx="4630">
                  <c:v>0</c:v>
                </c:pt>
                <c:pt idx="4631">
                  <c:v>0</c:v>
                </c:pt>
                <c:pt idx="4632">
                  <c:v>2.2297001958702955E-5</c:v>
                </c:pt>
                <c:pt idx="4633">
                  <c:v>0</c:v>
                </c:pt>
                <c:pt idx="4634">
                  <c:v>4.5905430284898071E-6</c:v>
                </c:pt>
                <c:pt idx="4635">
                  <c:v>3.8502614776806093E-4</c:v>
                </c:pt>
                <c:pt idx="4636">
                  <c:v>5.9544383709617112E-6</c:v>
                </c:pt>
                <c:pt idx="4637">
                  <c:v>0</c:v>
                </c:pt>
                <c:pt idx="4638">
                  <c:v>2.2401922992105676E-6</c:v>
                </c:pt>
                <c:pt idx="4639">
                  <c:v>7.0011680698782005E-6</c:v>
                </c:pt>
                <c:pt idx="4640">
                  <c:v>5.7444133698854526E-5</c:v>
                </c:pt>
                <c:pt idx="4641">
                  <c:v>0</c:v>
                </c:pt>
                <c:pt idx="4642">
                  <c:v>3.0412938557144834E-5</c:v>
                </c:pt>
                <c:pt idx="4643">
                  <c:v>0</c:v>
                </c:pt>
                <c:pt idx="4644">
                  <c:v>1.0052608180269637E-5</c:v>
                </c:pt>
                <c:pt idx="4645">
                  <c:v>5.2758895117309195E-6</c:v>
                </c:pt>
                <c:pt idx="4646">
                  <c:v>1.8075249693127915E-5</c:v>
                </c:pt>
                <c:pt idx="4647">
                  <c:v>1.4708668739287657E-3</c:v>
                </c:pt>
                <c:pt idx="4648">
                  <c:v>4.8453737097436344E-6</c:v>
                </c:pt>
                <c:pt idx="4649">
                  <c:v>2.3711043231868082E-6</c:v>
                </c:pt>
                <c:pt idx="4650">
                  <c:v>3.2019119405410763E-5</c:v>
                </c:pt>
                <c:pt idx="4651">
                  <c:v>0</c:v>
                </c:pt>
                <c:pt idx="4652">
                  <c:v>2.369735832450665E-5</c:v>
                </c:pt>
                <c:pt idx="4653">
                  <c:v>1.9499126822406297E-5</c:v>
                </c:pt>
                <c:pt idx="4654">
                  <c:v>0</c:v>
                </c:pt>
                <c:pt idx="4655">
                  <c:v>1.3310328158582842E-5</c:v>
                </c:pt>
                <c:pt idx="4656">
                  <c:v>0</c:v>
                </c:pt>
                <c:pt idx="4657">
                  <c:v>2.1538441165841952E-6</c:v>
                </c:pt>
                <c:pt idx="4658">
                  <c:v>0</c:v>
                </c:pt>
                <c:pt idx="4659">
                  <c:v>2.467978355375829E-5</c:v>
                </c:pt>
                <c:pt idx="4660">
                  <c:v>1.413476672144525E-5</c:v>
                </c:pt>
                <c:pt idx="4661">
                  <c:v>5.8127445793271392E-5</c:v>
                </c:pt>
                <c:pt idx="4662">
                  <c:v>2.4464620528804039E-7</c:v>
                </c:pt>
                <c:pt idx="4663">
                  <c:v>4.5060746472817172E-5</c:v>
                </c:pt>
                <c:pt idx="4664">
                  <c:v>2.3692652497941992E-6</c:v>
                </c:pt>
                <c:pt idx="4665">
                  <c:v>3.4204350514912327E-8</c:v>
                </c:pt>
                <c:pt idx="4666">
                  <c:v>8.6918354989904646E-6</c:v>
                </c:pt>
                <c:pt idx="4667">
                  <c:v>1.5377483823366544E-4</c:v>
                </c:pt>
                <c:pt idx="4668">
                  <c:v>9.1664962387524451E-6</c:v>
                </c:pt>
                <c:pt idx="4669">
                  <c:v>2.8572781365856603E-5</c:v>
                </c:pt>
                <c:pt idx="4670">
                  <c:v>1.8408726918646076E-5</c:v>
                </c:pt>
                <c:pt idx="4671">
                  <c:v>1.7292299698185129E-5</c:v>
                </c:pt>
                <c:pt idx="4672">
                  <c:v>0</c:v>
                </c:pt>
                <c:pt idx="4673">
                  <c:v>9.7843310873316044E-7</c:v>
                </c:pt>
                <c:pt idx="4674">
                  <c:v>1.2787533477098923E-5</c:v>
                </c:pt>
                <c:pt idx="4675">
                  <c:v>1.7324221282196026E-5</c:v>
                </c:pt>
                <c:pt idx="4676">
                  <c:v>3.6022107357888802E-5</c:v>
                </c:pt>
                <c:pt idx="4677">
                  <c:v>8.3750494583293998E-7</c:v>
                </c:pt>
                <c:pt idx="4678">
                  <c:v>3.7273314802015908E-7</c:v>
                </c:pt>
                <c:pt idx="4679">
                  <c:v>1.7812803134101563E-5</c:v>
                </c:pt>
                <c:pt idx="4680">
                  <c:v>5.0606206481334434E-5</c:v>
                </c:pt>
                <c:pt idx="4681">
                  <c:v>1.1047941569213588E-5</c:v>
                </c:pt>
                <c:pt idx="4682">
                  <c:v>1.2721838432099301E-4</c:v>
                </c:pt>
                <c:pt idx="4683">
                  <c:v>2.3237306043848075E-5</c:v>
                </c:pt>
                <c:pt idx="4684">
                  <c:v>1.0696344631663641E-5</c:v>
                </c:pt>
                <c:pt idx="4685">
                  <c:v>1.2007451619835834E-6</c:v>
                </c:pt>
                <c:pt idx="4686">
                  <c:v>1.7268706411681823E-4</c:v>
                </c:pt>
                <c:pt idx="4687">
                  <c:v>3.648469728708371E-5</c:v>
                </c:pt>
                <c:pt idx="4688">
                  <c:v>0</c:v>
                </c:pt>
                <c:pt idx="4689">
                  <c:v>4.5977268064169058E-4</c:v>
                </c:pt>
                <c:pt idx="4690">
                  <c:v>0</c:v>
                </c:pt>
                <c:pt idx="4691">
                  <c:v>1.5805175460447853E-5</c:v>
                </c:pt>
                <c:pt idx="4692">
                  <c:v>6.0218791495052156E-5</c:v>
                </c:pt>
                <c:pt idx="4693">
                  <c:v>1.8893823819158362E-5</c:v>
                </c:pt>
                <c:pt idx="4694">
                  <c:v>0</c:v>
                </c:pt>
                <c:pt idx="4695">
                  <c:v>6.5877571932618947E-5</c:v>
                </c:pt>
                <c:pt idx="4696">
                  <c:v>1.3448451155864812E-5</c:v>
                </c:pt>
                <c:pt idx="4697">
                  <c:v>2.0642067398906985E-5</c:v>
                </c:pt>
                <c:pt idx="4698">
                  <c:v>6.3143420128553395E-5</c:v>
                </c:pt>
                <c:pt idx="4699">
                  <c:v>1.4057649783454022E-5</c:v>
                </c:pt>
                <c:pt idx="4700">
                  <c:v>3.0602596693669826E-5</c:v>
                </c:pt>
                <c:pt idx="4701">
                  <c:v>9.2613917655626443E-5</c:v>
                </c:pt>
                <c:pt idx="4702">
                  <c:v>2.802184531477491E-6</c:v>
                </c:pt>
                <c:pt idx="4703">
                  <c:v>1.9490794898430073E-5</c:v>
                </c:pt>
                <c:pt idx="4704">
                  <c:v>7.4598935334315336E-5</c:v>
                </c:pt>
                <c:pt idx="4705">
                  <c:v>1.807426210505316E-5</c:v>
                </c:pt>
                <c:pt idx="4706">
                  <c:v>1.3562133906589393E-5</c:v>
                </c:pt>
                <c:pt idx="4707">
                  <c:v>1.6862878811668438E-5</c:v>
                </c:pt>
                <c:pt idx="4708">
                  <c:v>0</c:v>
                </c:pt>
                <c:pt idx="4709">
                  <c:v>0</c:v>
                </c:pt>
                <c:pt idx="4710">
                  <c:v>1.5437423083879107E-4</c:v>
                </c:pt>
                <c:pt idx="4711">
                  <c:v>2.6993519199996056E-5</c:v>
                </c:pt>
                <c:pt idx="4712">
                  <c:v>4.0020540185899864E-6</c:v>
                </c:pt>
                <c:pt idx="4713">
                  <c:v>0</c:v>
                </c:pt>
                <c:pt idx="4714">
                  <c:v>1.5335745016299776E-7</c:v>
                </c:pt>
                <c:pt idx="4715">
                  <c:v>0</c:v>
                </c:pt>
                <c:pt idx="4716">
                  <c:v>0</c:v>
                </c:pt>
                <c:pt idx="4717">
                  <c:v>1.6012851607815674E-5</c:v>
                </c:pt>
                <c:pt idx="4718">
                  <c:v>9.9777782506005774E-7</c:v>
                </c:pt>
                <c:pt idx="4719">
                  <c:v>4.4625892266392481E-6</c:v>
                </c:pt>
                <c:pt idx="4720">
                  <c:v>0</c:v>
                </c:pt>
                <c:pt idx="4721">
                  <c:v>0</c:v>
                </c:pt>
                <c:pt idx="4722">
                  <c:v>3.0087191924116704E-4</c:v>
                </c:pt>
                <c:pt idx="4723">
                  <c:v>1.8103895055298445E-6</c:v>
                </c:pt>
                <c:pt idx="4724">
                  <c:v>2.3004056776323836E-6</c:v>
                </c:pt>
                <c:pt idx="4725">
                  <c:v>7.339028773581409E-6</c:v>
                </c:pt>
                <c:pt idx="4726">
                  <c:v>9.5257640305303829E-7</c:v>
                </c:pt>
                <c:pt idx="4727">
                  <c:v>7.0896608786712048E-6</c:v>
                </c:pt>
                <c:pt idx="4728">
                  <c:v>1.4570994233122187E-5</c:v>
                </c:pt>
                <c:pt idx="4729">
                  <c:v>1.337643606500986E-4</c:v>
                </c:pt>
                <c:pt idx="4730">
                  <c:v>4.4988295454479203E-6</c:v>
                </c:pt>
                <c:pt idx="4731">
                  <c:v>3.2099887244771622E-5</c:v>
                </c:pt>
                <c:pt idx="4732">
                  <c:v>0</c:v>
                </c:pt>
                <c:pt idx="4733">
                  <c:v>1.1655917921066304E-4</c:v>
                </c:pt>
                <c:pt idx="4734">
                  <c:v>0</c:v>
                </c:pt>
                <c:pt idx="4735">
                  <c:v>0</c:v>
                </c:pt>
                <c:pt idx="4736">
                  <c:v>2.9480577542446611E-7</c:v>
                </c:pt>
                <c:pt idx="4737">
                  <c:v>2.8797748765264823E-5</c:v>
                </c:pt>
                <c:pt idx="4738">
                  <c:v>1.916187655822501E-5</c:v>
                </c:pt>
                <c:pt idx="4739">
                  <c:v>3.4385732591787652E-5</c:v>
                </c:pt>
                <c:pt idx="4740">
                  <c:v>2.352837360679421E-5</c:v>
                </c:pt>
                <c:pt idx="4741">
                  <c:v>1.109825416934711E-6</c:v>
                </c:pt>
                <c:pt idx="4742">
                  <c:v>1.2059641059146996E-4</c:v>
                </c:pt>
                <c:pt idx="4743">
                  <c:v>3.5336910265664401E-5</c:v>
                </c:pt>
                <c:pt idx="4744">
                  <c:v>2.689746406062725E-5</c:v>
                </c:pt>
                <c:pt idx="4745">
                  <c:v>5.5723681394168977E-6</c:v>
                </c:pt>
                <c:pt idx="4746">
                  <c:v>1.0132839918121601E-4</c:v>
                </c:pt>
                <c:pt idx="4747">
                  <c:v>5.9343771276229398E-7</c:v>
                </c:pt>
                <c:pt idx="4748">
                  <c:v>6.1283237928943585E-5</c:v>
                </c:pt>
                <c:pt idx="4749">
                  <c:v>9.5706434946854579E-6</c:v>
                </c:pt>
                <c:pt idx="4750">
                  <c:v>4.6707644533880672E-6</c:v>
                </c:pt>
                <c:pt idx="4751">
                  <c:v>0</c:v>
                </c:pt>
                <c:pt idx="4752">
                  <c:v>3.093169479394444E-6</c:v>
                </c:pt>
                <c:pt idx="4753">
                  <c:v>0</c:v>
                </c:pt>
                <c:pt idx="4754">
                  <c:v>0</c:v>
                </c:pt>
                <c:pt idx="4755">
                  <c:v>0</c:v>
                </c:pt>
                <c:pt idx="4756">
                  <c:v>2.7837321375523298E-5</c:v>
                </c:pt>
                <c:pt idx="4757">
                  <c:v>5.5994968824242975E-4</c:v>
                </c:pt>
                <c:pt idx="4758">
                  <c:v>5.2075726945422963E-7</c:v>
                </c:pt>
                <c:pt idx="4759">
                  <c:v>4.1001208785253459E-5</c:v>
                </c:pt>
                <c:pt idx="4760">
                  <c:v>0</c:v>
                </c:pt>
                <c:pt idx="4761">
                  <c:v>2.605477240533482E-5</c:v>
                </c:pt>
                <c:pt idx="4762">
                  <c:v>4.9700408443842177E-7</c:v>
                </c:pt>
                <c:pt idx="4763">
                  <c:v>4.1113074729488288E-5</c:v>
                </c:pt>
                <c:pt idx="4764">
                  <c:v>4.1889143779107765E-5</c:v>
                </c:pt>
                <c:pt idx="4765">
                  <c:v>6.6917966630223452E-5</c:v>
                </c:pt>
                <c:pt idx="4766">
                  <c:v>2.0195045533506252E-4</c:v>
                </c:pt>
                <c:pt idx="4767">
                  <c:v>2.2912818106223458E-3</c:v>
                </c:pt>
                <c:pt idx="4768">
                  <c:v>2.4924535998814506E-5</c:v>
                </c:pt>
                <c:pt idx="4769">
                  <c:v>1.5261678528233444E-7</c:v>
                </c:pt>
                <c:pt idx="4770">
                  <c:v>1.4564949480901699E-6</c:v>
                </c:pt>
                <c:pt idx="4771">
                  <c:v>5.5080783308572437E-6</c:v>
                </c:pt>
                <c:pt idx="4772">
                  <c:v>6.6920270198820844E-6</c:v>
                </c:pt>
                <c:pt idx="4773">
                  <c:v>0</c:v>
                </c:pt>
                <c:pt idx="4774">
                  <c:v>2.7725013756757248E-5</c:v>
                </c:pt>
                <c:pt idx="4775">
                  <c:v>1.056175586371841E-5</c:v>
                </c:pt>
                <c:pt idx="4776">
                  <c:v>0</c:v>
                </c:pt>
                <c:pt idx="4777">
                  <c:v>4.042827212054356E-7</c:v>
                </c:pt>
                <c:pt idx="4778">
                  <c:v>7.9388077261208247E-5</c:v>
                </c:pt>
                <c:pt idx="4779">
                  <c:v>1.2075691505478211E-5</c:v>
                </c:pt>
                <c:pt idx="4780">
                  <c:v>1.2375053199790241E-4</c:v>
                </c:pt>
                <c:pt idx="4781">
                  <c:v>3.5230283971982116E-6</c:v>
                </c:pt>
                <c:pt idx="4782">
                  <c:v>0</c:v>
                </c:pt>
                <c:pt idx="4783">
                  <c:v>0</c:v>
                </c:pt>
                <c:pt idx="4784">
                  <c:v>0</c:v>
                </c:pt>
                <c:pt idx="4785">
                  <c:v>1.3159778337613471E-3</c:v>
                </c:pt>
                <c:pt idx="4786">
                  <c:v>1.3709859996411766E-5</c:v>
                </c:pt>
                <c:pt idx="4787">
                  <c:v>4.4703539025207655E-6</c:v>
                </c:pt>
                <c:pt idx="4788">
                  <c:v>1.9758480933303222E-5</c:v>
                </c:pt>
                <c:pt idx="4789">
                  <c:v>6.895182810757337E-6</c:v>
                </c:pt>
                <c:pt idx="4790">
                  <c:v>1.1566856620309545E-4</c:v>
                </c:pt>
                <c:pt idx="4791">
                  <c:v>5.1781615673417512E-5</c:v>
                </c:pt>
                <c:pt idx="4792">
                  <c:v>0</c:v>
                </c:pt>
                <c:pt idx="4793">
                  <c:v>0</c:v>
                </c:pt>
                <c:pt idx="4794">
                  <c:v>6.5384324481079001E-6</c:v>
                </c:pt>
                <c:pt idx="4795">
                  <c:v>9.9990714958447576E-7</c:v>
                </c:pt>
                <c:pt idx="4796">
                  <c:v>3.1085691643312646E-6</c:v>
                </c:pt>
                <c:pt idx="4797">
                  <c:v>0</c:v>
                </c:pt>
                <c:pt idx="4798">
                  <c:v>0</c:v>
                </c:pt>
                <c:pt idx="4799">
                  <c:v>0</c:v>
                </c:pt>
                <c:pt idx="4800">
                  <c:v>3.341598292403402E-5</c:v>
                </c:pt>
                <c:pt idx="4801">
                  <c:v>9.2313244198188003E-6</c:v>
                </c:pt>
                <c:pt idx="4802">
                  <c:v>2.1587178282455325E-4</c:v>
                </c:pt>
                <c:pt idx="4803">
                  <c:v>1.6374300921088821E-5</c:v>
                </c:pt>
                <c:pt idx="4804">
                  <c:v>0</c:v>
                </c:pt>
                <c:pt idx="4805">
                  <c:v>1.3923736817253339E-6</c:v>
                </c:pt>
                <c:pt idx="4806">
                  <c:v>2.3251578959447802E-5</c:v>
                </c:pt>
                <c:pt idx="4807">
                  <c:v>0</c:v>
                </c:pt>
                <c:pt idx="4808">
                  <c:v>2.2076132024741407E-5</c:v>
                </c:pt>
                <c:pt idx="4809">
                  <c:v>0</c:v>
                </c:pt>
                <c:pt idx="4810">
                  <c:v>3.4421316705777937E-6</c:v>
                </c:pt>
                <c:pt idx="4811">
                  <c:v>1.7794494850268089E-6</c:v>
                </c:pt>
                <c:pt idx="4812">
                  <c:v>3.7358447807428743E-6</c:v>
                </c:pt>
                <c:pt idx="4813">
                  <c:v>0</c:v>
                </c:pt>
                <c:pt idx="4814">
                  <c:v>2.4782859495032191E-6</c:v>
                </c:pt>
                <c:pt idx="4815">
                  <c:v>1.2014008543647137E-5</c:v>
                </c:pt>
                <c:pt idx="4816">
                  <c:v>8.8970864709402084E-6</c:v>
                </c:pt>
                <c:pt idx="4817">
                  <c:v>5.0128057397368834E-6</c:v>
                </c:pt>
                <c:pt idx="4818">
                  <c:v>9.2534351207739749E-5</c:v>
                </c:pt>
                <c:pt idx="4819">
                  <c:v>1.8793413797095986E-7</c:v>
                </c:pt>
                <c:pt idx="4820">
                  <c:v>1.6107987346816557E-7</c:v>
                </c:pt>
                <c:pt idx="4821">
                  <c:v>9.4072924997698341E-5</c:v>
                </c:pt>
                <c:pt idx="4822">
                  <c:v>1.3673834439634646E-5</c:v>
                </c:pt>
                <c:pt idx="4823">
                  <c:v>3.052391794349769E-6</c:v>
                </c:pt>
                <c:pt idx="4824">
                  <c:v>1.1407631752289114E-5</c:v>
                </c:pt>
                <c:pt idx="4825">
                  <c:v>5.8262354238833374E-5</c:v>
                </c:pt>
                <c:pt idx="4826">
                  <c:v>2.7328041834501077E-3</c:v>
                </c:pt>
                <c:pt idx="4827">
                  <c:v>4.6242651050079125E-5</c:v>
                </c:pt>
                <c:pt idx="4828">
                  <c:v>1.6982809093108353E-5</c:v>
                </c:pt>
                <c:pt idx="4829">
                  <c:v>1.7929699372480912E-5</c:v>
                </c:pt>
                <c:pt idx="4830">
                  <c:v>2.344702782679681E-5</c:v>
                </c:pt>
                <c:pt idx="4831">
                  <c:v>1.0491243128387239E-6</c:v>
                </c:pt>
                <c:pt idx="4832">
                  <c:v>3.6589224461734221E-6</c:v>
                </c:pt>
                <c:pt idx="4833">
                  <c:v>4.0171446353935724E-5</c:v>
                </c:pt>
                <c:pt idx="4834">
                  <c:v>1.3971728824550242E-5</c:v>
                </c:pt>
                <c:pt idx="4835">
                  <c:v>1.9046112227055388E-6</c:v>
                </c:pt>
                <c:pt idx="4836">
                  <c:v>2.2562031781082626E-6</c:v>
                </c:pt>
                <c:pt idx="4837">
                  <c:v>1.6202275200938462E-5</c:v>
                </c:pt>
                <c:pt idx="4838">
                  <c:v>1.7050557620264448E-4</c:v>
                </c:pt>
                <c:pt idx="4839">
                  <c:v>1.4886208755323316E-5</c:v>
                </c:pt>
                <c:pt idx="4840">
                  <c:v>1.9743923004782425E-6</c:v>
                </c:pt>
                <c:pt idx="4841">
                  <c:v>1.4033503362313571E-6</c:v>
                </c:pt>
                <c:pt idx="4842">
                  <c:v>2.2704671903500772E-5</c:v>
                </c:pt>
                <c:pt idx="4843">
                  <c:v>1.163238381536512E-5</c:v>
                </c:pt>
                <c:pt idx="4844">
                  <c:v>7.5880278497293891E-6</c:v>
                </c:pt>
                <c:pt idx="4845">
                  <c:v>0</c:v>
                </c:pt>
                <c:pt idx="4846">
                  <c:v>0</c:v>
                </c:pt>
                <c:pt idx="4847">
                  <c:v>3.9187428808832012E-6</c:v>
                </c:pt>
                <c:pt idx="4848">
                  <c:v>4.2225614789181311E-5</c:v>
                </c:pt>
                <c:pt idx="4849">
                  <c:v>7.1793930085657567E-4</c:v>
                </c:pt>
                <c:pt idx="4850">
                  <c:v>5.5472342726495913E-5</c:v>
                </c:pt>
                <c:pt idx="4851">
                  <c:v>2.4817404417302652E-5</c:v>
                </c:pt>
                <c:pt idx="4852">
                  <c:v>6.9067292092571763E-5</c:v>
                </c:pt>
                <c:pt idx="4853">
                  <c:v>5.3002237990072025E-6</c:v>
                </c:pt>
                <c:pt idx="4854">
                  <c:v>0</c:v>
                </c:pt>
                <c:pt idx="4855">
                  <c:v>2.1306897132715182E-6</c:v>
                </c:pt>
                <c:pt idx="4856">
                  <c:v>1.7695765389809443E-5</c:v>
                </c:pt>
                <c:pt idx="4857">
                  <c:v>3.4931886063091025E-6</c:v>
                </c:pt>
                <c:pt idx="4858">
                  <c:v>0</c:v>
                </c:pt>
                <c:pt idx="4859">
                  <c:v>6.9660891976179789E-6</c:v>
                </c:pt>
                <c:pt idx="4860">
                  <c:v>6.0993147796199838E-6</c:v>
                </c:pt>
                <c:pt idx="4861">
                  <c:v>1.7273872577710403E-6</c:v>
                </c:pt>
                <c:pt idx="4862">
                  <c:v>2.7662770393495624E-5</c:v>
                </c:pt>
                <c:pt idx="4863">
                  <c:v>5.8214629231403197E-5</c:v>
                </c:pt>
                <c:pt idx="4864">
                  <c:v>4.6681343306109818E-7</c:v>
                </c:pt>
                <c:pt idx="4865">
                  <c:v>2.4292031188107178E-5</c:v>
                </c:pt>
                <c:pt idx="4866">
                  <c:v>9.6628720816276829E-6</c:v>
                </c:pt>
                <c:pt idx="4867">
                  <c:v>1.3807728162810674E-3</c:v>
                </c:pt>
                <c:pt idx="4868">
                  <c:v>4.7199715223559293E-4</c:v>
                </c:pt>
                <c:pt idx="4869">
                  <c:v>7.3130958818443115E-4</c:v>
                </c:pt>
                <c:pt idx="4870">
                  <c:v>0</c:v>
                </c:pt>
                <c:pt idx="4871">
                  <c:v>0</c:v>
                </c:pt>
                <c:pt idx="4872">
                  <c:v>2.2809843672250057E-4</c:v>
                </c:pt>
                <c:pt idx="4873">
                  <c:v>7.6828035745575865E-6</c:v>
                </c:pt>
                <c:pt idx="4874">
                  <c:v>1.5161797325907622E-5</c:v>
                </c:pt>
                <c:pt idx="4875">
                  <c:v>2.4962566220221391E-5</c:v>
                </c:pt>
                <c:pt idx="4876">
                  <c:v>0</c:v>
                </c:pt>
                <c:pt idx="4877">
                  <c:v>1.7300180046231455E-7</c:v>
                </c:pt>
                <c:pt idx="4878">
                  <c:v>3.5220008151938464E-7</c:v>
                </c:pt>
                <c:pt idx="4879">
                  <c:v>2.3668251263068062E-6</c:v>
                </c:pt>
                <c:pt idx="4880">
                  <c:v>0</c:v>
                </c:pt>
                <c:pt idx="4881">
                  <c:v>7.7728346476936644E-5</c:v>
                </c:pt>
                <c:pt idx="4882">
                  <c:v>1.2162354274760452E-5</c:v>
                </c:pt>
                <c:pt idx="4883">
                  <c:v>0</c:v>
                </c:pt>
                <c:pt idx="4884">
                  <c:v>3.180499361992286E-5</c:v>
                </c:pt>
                <c:pt idx="4885">
                  <c:v>1.0094594491696601E-6</c:v>
                </c:pt>
                <c:pt idx="4886">
                  <c:v>4.6479857169047967E-5</c:v>
                </c:pt>
                <c:pt idx="4887">
                  <c:v>8.4905607658385247E-7</c:v>
                </c:pt>
                <c:pt idx="4888">
                  <c:v>2.4068422001754942E-5</c:v>
                </c:pt>
                <c:pt idx="4889">
                  <c:v>1.8087484808099613E-6</c:v>
                </c:pt>
                <c:pt idx="4890">
                  <c:v>9.6659337223396062E-6</c:v>
                </c:pt>
                <c:pt idx="4891">
                  <c:v>1.8198756524710303E-7</c:v>
                </c:pt>
                <c:pt idx="4892">
                  <c:v>9.7975216485129593E-6</c:v>
                </c:pt>
                <c:pt idx="4893">
                  <c:v>1.19020647388927E-5</c:v>
                </c:pt>
                <c:pt idx="4894">
                  <c:v>0</c:v>
                </c:pt>
                <c:pt idx="4895">
                  <c:v>3.8625689055138392E-6</c:v>
                </c:pt>
                <c:pt idx="4896">
                  <c:v>5.6208477703672014E-6</c:v>
                </c:pt>
                <c:pt idx="4897">
                  <c:v>1.5496434232179561E-4</c:v>
                </c:pt>
                <c:pt idx="4898">
                  <c:v>9.2829555818734142E-6</c:v>
                </c:pt>
                <c:pt idx="4899">
                  <c:v>1.8442423025278049E-5</c:v>
                </c:pt>
                <c:pt idx="4900">
                  <c:v>4.0373871095062376E-5</c:v>
                </c:pt>
                <c:pt idx="4901">
                  <c:v>5.2292802495594492E-5</c:v>
                </c:pt>
                <c:pt idx="4902">
                  <c:v>8.1326906746441671E-5</c:v>
                </c:pt>
                <c:pt idx="4903">
                  <c:v>3.4005087927296216E-4</c:v>
                </c:pt>
                <c:pt idx="4904">
                  <c:v>0</c:v>
                </c:pt>
                <c:pt idx="4905">
                  <c:v>5.9991761658556921E-6</c:v>
                </c:pt>
                <c:pt idx="4906">
                  <c:v>7.8693637148345721E-5</c:v>
                </c:pt>
                <c:pt idx="4907">
                  <c:v>4.6896795659830516E-7</c:v>
                </c:pt>
                <c:pt idx="4908">
                  <c:v>4.6540909614187303E-7</c:v>
                </c:pt>
                <c:pt idx="4909">
                  <c:v>4.3878362844731924E-3</c:v>
                </c:pt>
                <c:pt idx="4910">
                  <c:v>1.1168432971924919E-6</c:v>
                </c:pt>
                <c:pt idx="4911">
                  <c:v>7.0910099645910091E-5</c:v>
                </c:pt>
                <c:pt idx="4912">
                  <c:v>5.4630734237013984E-6</c:v>
                </c:pt>
                <c:pt idx="4913">
                  <c:v>2.7215806481634326E-5</c:v>
                </c:pt>
                <c:pt idx="4914">
                  <c:v>6.4681410158659406E-6</c:v>
                </c:pt>
                <c:pt idx="4915">
                  <c:v>5.237246367190694E-5</c:v>
                </c:pt>
                <c:pt idx="4916">
                  <c:v>0</c:v>
                </c:pt>
                <c:pt idx="4917">
                  <c:v>1.2193166871555873E-5</c:v>
                </c:pt>
                <c:pt idx="4918">
                  <c:v>1.1824250263339744E-7</c:v>
                </c:pt>
                <c:pt idx="4919">
                  <c:v>0</c:v>
                </c:pt>
                <c:pt idx="4920">
                  <c:v>2.316331092620795E-7</c:v>
                </c:pt>
                <c:pt idx="4921">
                  <c:v>3.3303068413780062E-5</c:v>
                </c:pt>
                <c:pt idx="4922">
                  <c:v>0</c:v>
                </c:pt>
                <c:pt idx="4923">
                  <c:v>7.9682967433767384E-6</c:v>
                </c:pt>
                <c:pt idx="4924">
                  <c:v>2.0330257310686836E-5</c:v>
                </c:pt>
                <c:pt idx="4925">
                  <c:v>7.9183651959969844E-6</c:v>
                </c:pt>
                <c:pt idx="4926">
                  <c:v>2.0354594236428963E-5</c:v>
                </c:pt>
                <c:pt idx="4927">
                  <c:v>2.020144897532469E-5</c:v>
                </c:pt>
                <c:pt idx="4928">
                  <c:v>2.1036466695416252E-4</c:v>
                </c:pt>
                <c:pt idx="4929">
                  <c:v>1.2858544957831021E-6</c:v>
                </c:pt>
                <c:pt idx="4930">
                  <c:v>1.8105822756906184E-5</c:v>
                </c:pt>
                <c:pt idx="4931">
                  <c:v>1.9241445796049033E-5</c:v>
                </c:pt>
                <c:pt idx="4932">
                  <c:v>7.6232798880566125E-6</c:v>
                </c:pt>
                <c:pt idx="4933">
                  <c:v>1.5932361752809054E-7</c:v>
                </c:pt>
                <c:pt idx="4934">
                  <c:v>9.865021740741036E-8</c:v>
                </c:pt>
                <c:pt idx="4935">
                  <c:v>1.1943663096743037E-6</c:v>
                </c:pt>
                <c:pt idx="4936">
                  <c:v>0</c:v>
                </c:pt>
                <c:pt idx="4937">
                  <c:v>1.5129740831900839E-5</c:v>
                </c:pt>
                <c:pt idx="4938">
                  <c:v>2.8847149087639644E-6</c:v>
                </c:pt>
                <c:pt idx="4939">
                  <c:v>2.4854991499910518E-5</c:v>
                </c:pt>
                <c:pt idx="4940">
                  <c:v>1.3397950862928169E-5</c:v>
                </c:pt>
                <c:pt idx="4941">
                  <c:v>1.2452958091323875E-4</c:v>
                </c:pt>
                <c:pt idx="4942">
                  <c:v>4.2636643879832166E-5</c:v>
                </c:pt>
                <c:pt idx="4943">
                  <c:v>0</c:v>
                </c:pt>
                <c:pt idx="4944">
                  <c:v>0</c:v>
                </c:pt>
                <c:pt idx="4945">
                  <c:v>1.621900630279797E-5</c:v>
                </c:pt>
                <c:pt idx="4946">
                  <c:v>1.0741826727095085E-6</c:v>
                </c:pt>
                <c:pt idx="4947">
                  <c:v>3.9266719676127591E-5</c:v>
                </c:pt>
                <c:pt idx="4948">
                  <c:v>7.1418706223333602E-4</c:v>
                </c:pt>
                <c:pt idx="4949">
                  <c:v>1.9032533152306066E-5</c:v>
                </c:pt>
                <c:pt idx="4950">
                  <c:v>6.0609205411432906E-6</c:v>
                </c:pt>
                <c:pt idx="4951">
                  <c:v>1.3155729279745441E-4</c:v>
                </c:pt>
                <c:pt idx="4952">
                  <c:v>0</c:v>
                </c:pt>
                <c:pt idx="4953">
                  <c:v>2.3766686110177354E-6</c:v>
                </c:pt>
                <c:pt idx="4954">
                  <c:v>1.3985923587108088E-5</c:v>
                </c:pt>
                <c:pt idx="4955">
                  <c:v>5.4742285340482525E-6</c:v>
                </c:pt>
                <c:pt idx="4956">
                  <c:v>3.9211645706456316E-5</c:v>
                </c:pt>
                <c:pt idx="4957">
                  <c:v>3.031704594098321E-5</c:v>
                </c:pt>
                <c:pt idx="4958">
                  <c:v>7.7810092800545421E-5</c:v>
                </c:pt>
                <c:pt idx="4959">
                  <c:v>3.0964595063347681E-5</c:v>
                </c:pt>
                <c:pt idx="4960">
                  <c:v>3.7318202520976373E-5</c:v>
                </c:pt>
                <c:pt idx="4961">
                  <c:v>4.2971479371606733E-5</c:v>
                </c:pt>
                <c:pt idx="4962">
                  <c:v>2.699880933545135E-5</c:v>
                </c:pt>
                <c:pt idx="4963">
                  <c:v>7.7307127408716092E-6</c:v>
                </c:pt>
                <c:pt idx="4964">
                  <c:v>3.5130206610729865E-5</c:v>
                </c:pt>
                <c:pt idx="4965">
                  <c:v>0</c:v>
                </c:pt>
                <c:pt idx="4966">
                  <c:v>1.2596110019597916E-6</c:v>
                </c:pt>
                <c:pt idx="4967">
                  <c:v>2.9885212920255501E-7</c:v>
                </c:pt>
                <c:pt idx="4968">
                  <c:v>0</c:v>
                </c:pt>
                <c:pt idx="4969">
                  <c:v>2.145094171847799E-4</c:v>
                </c:pt>
                <c:pt idx="4970">
                  <c:v>7.3226915394835934E-5</c:v>
                </c:pt>
                <c:pt idx="4971">
                  <c:v>7.2616704758229379E-5</c:v>
                </c:pt>
                <c:pt idx="4972">
                  <c:v>1.385587144494993E-6</c:v>
                </c:pt>
                <c:pt idx="4973">
                  <c:v>0</c:v>
                </c:pt>
                <c:pt idx="4974">
                  <c:v>0</c:v>
                </c:pt>
                <c:pt idx="4975">
                  <c:v>3.9366830966674961E-5</c:v>
                </c:pt>
                <c:pt idx="4976">
                  <c:v>3.0482917178889776E-6</c:v>
                </c:pt>
                <c:pt idx="4977">
                  <c:v>1.0567708344362729E-4</c:v>
                </c:pt>
                <c:pt idx="4978">
                  <c:v>1.5731606379013007E-5</c:v>
                </c:pt>
                <c:pt idx="4979">
                  <c:v>5.5865746947484606E-5</c:v>
                </c:pt>
                <c:pt idx="4980">
                  <c:v>0</c:v>
                </c:pt>
                <c:pt idx="4981">
                  <c:v>9.9395375695665326E-5</c:v>
                </c:pt>
                <c:pt idx="4982">
                  <c:v>9.1677946402676179E-8</c:v>
                </c:pt>
                <c:pt idx="4983">
                  <c:v>8.3974978454242179E-8</c:v>
                </c:pt>
                <c:pt idx="4984">
                  <c:v>9.0955618947939911E-5</c:v>
                </c:pt>
                <c:pt idx="4985">
                  <c:v>0</c:v>
                </c:pt>
                <c:pt idx="4986">
                  <c:v>1.3918725270917738E-4</c:v>
                </c:pt>
                <c:pt idx="4987">
                  <c:v>4.2511669975299055E-5</c:v>
                </c:pt>
                <c:pt idx="4988">
                  <c:v>5.7403469573179134E-6</c:v>
                </c:pt>
                <c:pt idx="4989">
                  <c:v>3.8615115781909954E-6</c:v>
                </c:pt>
                <c:pt idx="4990">
                  <c:v>2.0236710902006812E-5</c:v>
                </c:pt>
                <c:pt idx="4991">
                  <c:v>2.8133729474004961E-5</c:v>
                </c:pt>
                <c:pt idx="4992">
                  <c:v>1.2491462203511461E-5</c:v>
                </c:pt>
                <c:pt idx="4993">
                  <c:v>0</c:v>
                </c:pt>
                <c:pt idx="4994">
                  <c:v>6.4627274746290476E-6</c:v>
                </c:pt>
                <c:pt idx="4995">
                  <c:v>8.929921289421317E-6</c:v>
                </c:pt>
                <c:pt idx="4996">
                  <c:v>1.4674489670362703E-5</c:v>
                </c:pt>
                <c:pt idx="4997">
                  <c:v>6.0378901282751273E-6</c:v>
                </c:pt>
                <c:pt idx="4998">
                  <c:v>1.6722660985326161E-4</c:v>
                </c:pt>
                <c:pt idx="4999">
                  <c:v>2.6667265766803577E-6</c:v>
                </c:pt>
                <c:pt idx="5000">
                  <c:v>6.2199487141663236E-5</c:v>
                </c:pt>
                <c:pt idx="5001">
                  <c:v>2.5000252114614956E-5</c:v>
                </c:pt>
                <c:pt idx="5002">
                  <c:v>1.5885790003492583E-5</c:v>
                </c:pt>
                <c:pt idx="5003">
                  <c:v>4.1441196177056125E-6</c:v>
                </c:pt>
                <c:pt idx="5004">
                  <c:v>8.3909426909844734E-6</c:v>
                </c:pt>
                <c:pt idx="5005">
                  <c:v>0</c:v>
                </c:pt>
                <c:pt idx="5006">
                  <c:v>2.9550034124474746E-6</c:v>
                </c:pt>
                <c:pt idx="5007">
                  <c:v>0</c:v>
                </c:pt>
                <c:pt idx="5008">
                  <c:v>3.3012543645614225E-5</c:v>
                </c:pt>
                <c:pt idx="5009">
                  <c:v>1.5064126507575102E-5</c:v>
                </c:pt>
                <c:pt idx="5010">
                  <c:v>0</c:v>
                </c:pt>
                <c:pt idx="5011">
                  <c:v>0</c:v>
                </c:pt>
                <c:pt idx="5012">
                  <c:v>2.2168084303047747E-6</c:v>
                </c:pt>
                <c:pt idx="5013">
                  <c:v>9.48660707910723E-5</c:v>
                </c:pt>
                <c:pt idx="5014">
                  <c:v>3.6106012785641949E-3</c:v>
                </c:pt>
                <c:pt idx="5015">
                  <c:v>6.5250908351576194E-5</c:v>
                </c:pt>
                <c:pt idx="5016">
                  <c:v>6.9054344709741945E-6</c:v>
                </c:pt>
                <c:pt idx="5017">
                  <c:v>0</c:v>
                </c:pt>
                <c:pt idx="5018">
                  <c:v>1.5752748036639447E-5</c:v>
                </c:pt>
                <c:pt idx="5019">
                  <c:v>5.2034388934695209E-7</c:v>
                </c:pt>
                <c:pt idx="5020">
                  <c:v>3.3969893577573649E-5</c:v>
                </c:pt>
                <c:pt idx="5021">
                  <c:v>2.1496964003620655E-6</c:v>
                </c:pt>
                <c:pt idx="5022">
                  <c:v>4.1688891108984823E-6</c:v>
                </c:pt>
                <c:pt idx="5023">
                  <c:v>1.6251626382341487E-5</c:v>
                </c:pt>
                <c:pt idx="5024">
                  <c:v>6.3507073497580652E-7</c:v>
                </c:pt>
                <c:pt idx="5025">
                  <c:v>0</c:v>
                </c:pt>
                <c:pt idx="5026">
                  <c:v>2.1316177725407864E-5</c:v>
                </c:pt>
                <c:pt idx="5027">
                  <c:v>6.3231218404564729E-6</c:v>
                </c:pt>
                <c:pt idx="5028">
                  <c:v>1.0226304911373421E-6</c:v>
                </c:pt>
                <c:pt idx="5029">
                  <c:v>0</c:v>
                </c:pt>
                <c:pt idx="5030">
                  <c:v>1.023639198894824E-5</c:v>
                </c:pt>
                <c:pt idx="5031">
                  <c:v>4.4744328479868511E-6</c:v>
                </c:pt>
                <c:pt idx="5032">
                  <c:v>0</c:v>
                </c:pt>
                <c:pt idx="5033">
                  <c:v>3.4358563068591452E-7</c:v>
                </c:pt>
                <c:pt idx="5034">
                  <c:v>1.7585873202971608E-5</c:v>
                </c:pt>
                <c:pt idx="5035">
                  <c:v>2.0565477012705855E-5</c:v>
                </c:pt>
                <c:pt idx="5036">
                  <c:v>1.1133161724138658E-4</c:v>
                </c:pt>
                <c:pt idx="5037">
                  <c:v>1.2450132943285763E-4</c:v>
                </c:pt>
                <c:pt idx="5038">
                  <c:v>1.4671046690748485E-5</c:v>
                </c:pt>
                <c:pt idx="5039">
                  <c:v>8.021820310234124E-8</c:v>
                </c:pt>
                <c:pt idx="5040">
                  <c:v>6.2094831290331078E-5</c:v>
                </c:pt>
                <c:pt idx="5041">
                  <c:v>1.5701217968782717E-5</c:v>
                </c:pt>
                <c:pt idx="5042">
                  <c:v>1.8255786054209621E-5</c:v>
                </c:pt>
                <c:pt idx="5043">
                  <c:v>1.9817335467581452E-5</c:v>
                </c:pt>
                <c:pt idx="5044">
                  <c:v>2.3375652827481116E-7</c:v>
                </c:pt>
                <c:pt idx="5045">
                  <c:v>6.9344884866073987E-7</c:v>
                </c:pt>
                <c:pt idx="5046">
                  <c:v>7.3182064482878433E-5</c:v>
                </c:pt>
                <c:pt idx="5047">
                  <c:v>6.2619664194974063E-5</c:v>
                </c:pt>
                <c:pt idx="5048">
                  <c:v>8.4552834497864656E-6</c:v>
                </c:pt>
                <c:pt idx="5049">
                  <c:v>5.0191411381267461E-7</c:v>
                </c:pt>
                <c:pt idx="5050">
                  <c:v>3.1128792274260428E-7</c:v>
                </c:pt>
                <c:pt idx="5051">
                  <c:v>1.7287098550996521E-6</c:v>
                </c:pt>
                <c:pt idx="5052">
                  <c:v>3.4639678612374771E-6</c:v>
                </c:pt>
                <c:pt idx="5053">
                  <c:v>0</c:v>
                </c:pt>
                <c:pt idx="5054">
                  <c:v>2.0417126946255291E-6</c:v>
                </c:pt>
                <c:pt idx="5055">
                  <c:v>2.3951701817538241E-7</c:v>
                </c:pt>
                <c:pt idx="5056">
                  <c:v>3.7369381961257609E-6</c:v>
                </c:pt>
                <c:pt idx="5057">
                  <c:v>3.268373316041376E-5</c:v>
                </c:pt>
                <c:pt idx="5058">
                  <c:v>1.6434433659957278E-4</c:v>
                </c:pt>
                <c:pt idx="5059">
                  <c:v>0</c:v>
                </c:pt>
                <c:pt idx="5060">
                  <c:v>4.9429991478133973E-5</c:v>
                </c:pt>
                <c:pt idx="5061">
                  <c:v>1.2393563771251549E-5</c:v>
                </c:pt>
                <c:pt idx="5062">
                  <c:v>3.3895579942720007E-5</c:v>
                </c:pt>
                <c:pt idx="5063">
                  <c:v>7.3609850682999784E-6</c:v>
                </c:pt>
                <c:pt idx="5064">
                  <c:v>1.9268594929765887E-7</c:v>
                </c:pt>
                <c:pt idx="5065">
                  <c:v>0</c:v>
                </c:pt>
                <c:pt idx="5066">
                  <c:v>1.1815471751972223E-6</c:v>
                </c:pt>
                <c:pt idx="5067">
                  <c:v>3.1840512482082345E-5</c:v>
                </c:pt>
                <c:pt idx="5068">
                  <c:v>0</c:v>
                </c:pt>
                <c:pt idx="5069">
                  <c:v>6.350607745602051E-6</c:v>
                </c:pt>
                <c:pt idx="5070">
                  <c:v>2.0177860078598195E-6</c:v>
                </c:pt>
                <c:pt idx="5071">
                  <c:v>6.8895887564524843E-5</c:v>
                </c:pt>
                <c:pt idx="5072">
                  <c:v>3.9076060686829209E-5</c:v>
                </c:pt>
                <c:pt idx="5073">
                  <c:v>2.2621830930530447E-6</c:v>
                </c:pt>
                <c:pt idx="5074">
                  <c:v>3.0382189106852876E-5</c:v>
                </c:pt>
                <c:pt idx="5075">
                  <c:v>2.2662095265295412E-5</c:v>
                </c:pt>
                <c:pt idx="5076">
                  <c:v>8.1649079637013727E-6</c:v>
                </c:pt>
                <c:pt idx="5077">
                  <c:v>4.1631459294564046E-5</c:v>
                </c:pt>
                <c:pt idx="5078">
                  <c:v>1.018927593723336E-5</c:v>
                </c:pt>
                <c:pt idx="5079">
                  <c:v>2.3759546855507455E-6</c:v>
                </c:pt>
                <c:pt idx="5080">
                  <c:v>1.8999186522553941E-4</c:v>
                </c:pt>
                <c:pt idx="5081">
                  <c:v>5.287275373985359E-5</c:v>
                </c:pt>
                <c:pt idx="5082">
                  <c:v>1.0586574966848909E-3</c:v>
                </c:pt>
                <c:pt idx="5083">
                  <c:v>6.7710469289354971E-6</c:v>
                </c:pt>
                <c:pt idx="5084">
                  <c:v>7.8323675099363546E-6</c:v>
                </c:pt>
                <c:pt idx="5085">
                  <c:v>7.6686584097703459E-7</c:v>
                </c:pt>
                <c:pt idx="5086">
                  <c:v>3.8664602525021339E-5</c:v>
                </c:pt>
                <c:pt idx="5087">
                  <c:v>1.2228150583788417E-5</c:v>
                </c:pt>
                <c:pt idx="5088">
                  <c:v>1.5325049770008575E-6</c:v>
                </c:pt>
                <c:pt idx="5089">
                  <c:v>4.1079832015145912E-7</c:v>
                </c:pt>
                <c:pt idx="5090">
                  <c:v>7.7856657429653335E-7</c:v>
                </c:pt>
                <c:pt idx="5091">
                  <c:v>1.9281876228760611E-5</c:v>
                </c:pt>
                <c:pt idx="5092">
                  <c:v>4.1033521906768384E-5</c:v>
                </c:pt>
                <c:pt idx="5093">
                  <c:v>1.9180724179619774E-5</c:v>
                </c:pt>
                <c:pt idx="5094">
                  <c:v>1.8032422166917305E-4</c:v>
                </c:pt>
                <c:pt idx="5095">
                  <c:v>6.6306797940041229E-5</c:v>
                </c:pt>
                <c:pt idx="5096">
                  <c:v>1.4647702086981221E-5</c:v>
                </c:pt>
                <c:pt idx="5097">
                  <c:v>1.4998187037400192E-5</c:v>
                </c:pt>
                <c:pt idx="5098">
                  <c:v>2.6088911189072384E-5</c:v>
                </c:pt>
                <c:pt idx="5099">
                  <c:v>2.2188408334452447E-4</c:v>
                </c:pt>
                <c:pt idx="5100">
                  <c:v>3.6993831527778876E-7</c:v>
                </c:pt>
                <c:pt idx="5101">
                  <c:v>2.3022622376425017E-6</c:v>
                </c:pt>
                <c:pt idx="5102">
                  <c:v>0</c:v>
                </c:pt>
                <c:pt idx="5103">
                  <c:v>1.3707490268242533E-6</c:v>
                </c:pt>
                <c:pt idx="5104">
                  <c:v>1.7200068096652178E-6</c:v>
                </c:pt>
                <c:pt idx="5105">
                  <c:v>1.7972967080262581E-5</c:v>
                </c:pt>
                <c:pt idx="5106">
                  <c:v>1.6207447859920027E-5</c:v>
                </c:pt>
                <c:pt idx="5107">
                  <c:v>9.4534033765010454E-7</c:v>
                </c:pt>
                <c:pt idx="5108">
                  <c:v>7.0890505067185661E-8</c:v>
                </c:pt>
                <c:pt idx="5109">
                  <c:v>9.7782404880162242E-7</c:v>
                </c:pt>
                <c:pt idx="5110">
                  <c:v>1.0414226670102073E-4</c:v>
                </c:pt>
                <c:pt idx="5111">
                  <c:v>1.2044418540738052E-6</c:v>
                </c:pt>
                <c:pt idx="5112">
                  <c:v>2.8213366804896819E-5</c:v>
                </c:pt>
                <c:pt idx="5113">
                  <c:v>3.2836160518046963E-5</c:v>
                </c:pt>
                <c:pt idx="5114">
                  <c:v>4.8151118338214397E-6</c:v>
                </c:pt>
                <c:pt idx="5115">
                  <c:v>0</c:v>
                </c:pt>
                <c:pt idx="5116">
                  <c:v>2.4386333743111702E-6</c:v>
                </c:pt>
                <c:pt idx="5117">
                  <c:v>0</c:v>
                </c:pt>
                <c:pt idx="5118">
                  <c:v>1.7029562669770853E-7</c:v>
                </c:pt>
                <c:pt idx="5119">
                  <c:v>0</c:v>
                </c:pt>
                <c:pt idx="5120">
                  <c:v>0</c:v>
                </c:pt>
                <c:pt idx="5121">
                  <c:v>3.2190921729846219E-7</c:v>
                </c:pt>
                <c:pt idx="5122">
                  <c:v>1.5485947590273821E-6</c:v>
                </c:pt>
                <c:pt idx="5123">
                  <c:v>6.11334227844781E-6</c:v>
                </c:pt>
                <c:pt idx="5124">
                  <c:v>0</c:v>
                </c:pt>
                <c:pt idx="5125">
                  <c:v>1.2066530459510233E-5</c:v>
                </c:pt>
                <c:pt idx="5126">
                  <c:v>1.0141512543574613E-4</c:v>
                </c:pt>
                <c:pt idx="5127">
                  <c:v>7.4370662166520279E-6</c:v>
                </c:pt>
                <c:pt idx="5128">
                  <c:v>5.5995963368158923E-5</c:v>
                </c:pt>
                <c:pt idx="5129">
                  <c:v>1.5260611122438789E-3</c:v>
                </c:pt>
                <c:pt idx="5130">
                  <c:v>2.6547191461018323E-5</c:v>
                </c:pt>
                <c:pt idx="5131">
                  <c:v>4.5057010582833816E-5</c:v>
                </c:pt>
                <c:pt idx="5132">
                  <c:v>0</c:v>
                </c:pt>
                <c:pt idx="5133">
                  <c:v>3.9195571505729385E-5</c:v>
                </c:pt>
                <c:pt idx="5134">
                  <c:v>6.3450253415308734E-7</c:v>
                </c:pt>
                <c:pt idx="5135">
                  <c:v>5.5965598731132405E-5</c:v>
                </c:pt>
                <c:pt idx="5136">
                  <c:v>2.9663661729698593E-6</c:v>
                </c:pt>
                <c:pt idx="5137">
                  <c:v>8.3088128535136695E-6</c:v>
                </c:pt>
                <c:pt idx="5138">
                  <c:v>1.6156922904904073E-6</c:v>
                </c:pt>
                <c:pt idx="5139">
                  <c:v>5.8862803992730314E-6</c:v>
                </c:pt>
                <c:pt idx="5140">
                  <c:v>8.3796809788856795E-6</c:v>
                </c:pt>
                <c:pt idx="5141">
                  <c:v>7.897528223521494E-7</c:v>
                </c:pt>
                <c:pt idx="5142">
                  <c:v>1.5373229124800313E-6</c:v>
                </c:pt>
                <c:pt idx="5143">
                  <c:v>4.9073199941819172E-6</c:v>
                </c:pt>
                <c:pt idx="5144">
                  <c:v>6.2020565430242536E-7</c:v>
                </c:pt>
                <c:pt idx="5145">
                  <c:v>1.4358245752532763E-5</c:v>
                </c:pt>
                <c:pt idx="5146">
                  <c:v>5.8290184794337411E-5</c:v>
                </c:pt>
                <c:pt idx="5147">
                  <c:v>9.0993518704474644E-6</c:v>
                </c:pt>
                <c:pt idx="5148">
                  <c:v>8.2619101907396465E-5</c:v>
                </c:pt>
                <c:pt idx="5149">
                  <c:v>0</c:v>
                </c:pt>
                <c:pt idx="5150">
                  <c:v>1.6033993386737511E-6</c:v>
                </c:pt>
                <c:pt idx="5151">
                  <c:v>2.9797351370337789E-4</c:v>
                </c:pt>
                <c:pt idx="5152">
                  <c:v>3.1803789316585918E-6</c:v>
                </c:pt>
                <c:pt idx="5153">
                  <c:v>1.1407546189427365E-5</c:v>
                </c:pt>
                <c:pt idx="5154">
                  <c:v>1.1996533249169713E-5</c:v>
                </c:pt>
                <c:pt idx="5155">
                  <c:v>1.2979498339764434E-5</c:v>
                </c:pt>
                <c:pt idx="5156">
                  <c:v>1.1763542402074322E-5</c:v>
                </c:pt>
                <c:pt idx="5157">
                  <c:v>9.8270146407314923E-8</c:v>
                </c:pt>
                <c:pt idx="5158">
                  <c:v>9.0672928393498877E-6</c:v>
                </c:pt>
                <c:pt idx="5159">
                  <c:v>7.1112915492286427E-6</c:v>
                </c:pt>
                <c:pt idx="5160">
                  <c:v>1.1728524370162824E-5</c:v>
                </c:pt>
                <c:pt idx="5161">
                  <c:v>3.6097195202851953E-5</c:v>
                </c:pt>
                <c:pt idx="5162">
                  <c:v>2.2754050221858382E-5</c:v>
                </c:pt>
                <c:pt idx="5163">
                  <c:v>0</c:v>
                </c:pt>
                <c:pt idx="5164">
                  <c:v>1.4023896601583891E-5</c:v>
                </c:pt>
                <c:pt idx="5165">
                  <c:v>1.1630142753133868E-7</c:v>
                </c:pt>
                <c:pt idx="5166">
                  <c:v>8.911343376594589E-5</c:v>
                </c:pt>
                <c:pt idx="5167">
                  <c:v>9.350871751426358E-5</c:v>
                </c:pt>
                <c:pt idx="5168">
                  <c:v>1.5266903428492363E-6</c:v>
                </c:pt>
                <c:pt idx="5169">
                  <c:v>1.1268864481976493E-4</c:v>
                </c:pt>
                <c:pt idx="5170">
                  <c:v>1.2130464356248163E-4</c:v>
                </c:pt>
                <c:pt idx="5171">
                  <c:v>9.2264358435708248E-5</c:v>
                </c:pt>
                <c:pt idx="5172">
                  <c:v>4.9270521057895508E-5</c:v>
                </c:pt>
                <c:pt idx="5173">
                  <c:v>0</c:v>
                </c:pt>
                <c:pt idx="5174">
                  <c:v>3.8885156588457388E-3</c:v>
                </c:pt>
                <c:pt idx="5175">
                  <c:v>1.4760851091530484E-5</c:v>
                </c:pt>
                <c:pt idx="5176">
                  <c:v>6.0062260902718499E-5</c:v>
                </c:pt>
                <c:pt idx="5177">
                  <c:v>8.3588326756554824E-5</c:v>
                </c:pt>
                <c:pt idx="5178">
                  <c:v>7.3741731857506927E-5</c:v>
                </c:pt>
                <c:pt idx="5179">
                  <c:v>1.2307425342445258E-7</c:v>
                </c:pt>
                <c:pt idx="5180">
                  <c:v>2.1961988279532756E-5</c:v>
                </c:pt>
                <c:pt idx="5181">
                  <c:v>2.1775647296571286E-6</c:v>
                </c:pt>
                <c:pt idx="5182">
                  <c:v>6.1697122273856829E-6</c:v>
                </c:pt>
                <c:pt idx="5183">
                  <c:v>2.127813575688829E-5</c:v>
                </c:pt>
                <c:pt idx="5184">
                  <c:v>2.580029504760166E-5</c:v>
                </c:pt>
                <c:pt idx="5185">
                  <c:v>1.4833676348808181E-5</c:v>
                </c:pt>
                <c:pt idx="5186">
                  <c:v>9.1207380550598747E-5</c:v>
                </c:pt>
                <c:pt idx="5187">
                  <c:v>2.5118420747688798E-5</c:v>
                </c:pt>
                <c:pt idx="5188">
                  <c:v>4.4514256335511493E-5</c:v>
                </c:pt>
                <c:pt idx="5189">
                  <c:v>8.8996381596158132E-7</c:v>
                </c:pt>
                <c:pt idx="5190">
                  <c:v>2.6599378919101002E-5</c:v>
                </c:pt>
                <c:pt idx="5191">
                  <c:v>1.9348597542573403E-6</c:v>
                </c:pt>
                <c:pt idx="5192">
                  <c:v>1.9968114697940598E-5</c:v>
                </c:pt>
                <c:pt idx="5193">
                  <c:v>2.3491107286607288E-5</c:v>
                </c:pt>
                <c:pt idx="5194">
                  <c:v>1.6558580828816917E-5</c:v>
                </c:pt>
                <c:pt idx="5195">
                  <c:v>2.8248536723402184E-5</c:v>
                </c:pt>
                <c:pt idx="5196">
                  <c:v>9.9378613371835266E-6</c:v>
                </c:pt>
                <c:pt idx="5197">
                  <c:v>7.4113888527775512E-5</c:v>
                </c:pt>
                <c:pt idx="5198">
                  <c:v>7.131142597700494E-5</c:v>
                </c:pt>
                <c:pt idx="5199">
                  <c:v>2.3634833736419843E-5</c:v>
                </c:pt>
                <c:pt idx="5200">
                  <c:v>6.8859679358172039E-6</c:v>
                </c:pt>
                <c:pt idx="5201">
                  <c:v>6.4768575828657665E-5</c:v>
                </c:pt>
                <c:pt idx="5202">
                  <c:v>5.8528208013456111E-6</c:v>
                </c:pt>
                <c:pt idx="5203">
                  <c:v>6.6587949839820074E-6</c:v>
                </c:pt>
                <c:pt idx="5204">
                  <c:v>9.6277144649424095E-4</c:v>
                </c:pt>
                <c:pt idx="5205">
                  <c:v>1.9788414900161009E-5</c:v>
                </c:pt>
                <c:pt idx="5206">
                  <c:v>8.8356294914258112E-7</c:v>
                </c:pt>
                <c:pt idx="5207">
                  <c:v>1.5474229404130276E-4</c:v>
                </c:pt>
                <c:pt idx="5208">
                  <c:v>1.1253258981458621E-5</c:v>
                </c:pt>
                <c:pt idx="5209">
                  <c:v>1.7648075791886866E-6</c:v>
                </c:pt>
                <c:pt idx="5210">
                  <c:v>2.291690150469678E-7</c:v>
                </c:pt>
                <c:pt idx="5211">
                  <c:v>3.8959034928608292E-6</c:v>
                </c:pt>
                <c:pt idx="5212">
                  <c:v>1.0915239512146982E-4</c:v>
                </c:pt>
                <c:pt idx="5213">
                  <c:v>0</c:v>
                </c:pt>
                <c:pt idx="5214">
                  <c:v>1.4084457438210116E-5</c:v>
                </c:pt>
                <c:pt idx="5215">
                  <c:v>2.676494048506832E-5</c:v>
                </c:pt>
                <c:pt idx="5216">
                  <c:v>6.8751944004106797E-5</c:v>
                </c:pt>
                <c:pt idx="5217">
                  <c:v>3.4035225276811327E-5</c:v>
                </c:pt>
                <c:pt idx="5218">
                  <c:v>1.2527414607548598E-5</c:v>
                </c:pt>
                <c:pt idx="5219">
                  <c:v>3.0061363192154983E-6</c:v>
                </c:pt>
                <c:pt idx="5220">
                  <c:v>1.755680789152454E-4</c:v>
                </c:pt>
                <c:pt idx="5221">
                  <c:v>4.0130112206241752E-6</c:v>
                </c:pt>
                <c:pt idx="5222">
                  <c:v>2.5756821322242719E-5</c:v>
                </c:pt>
                <c:pt idx="5223">
                  <c:v>1.7216221521303829E-5</c:v>
                </c:pt>
                <c:pt idx="5224">
                  <c:v>0</c:v>
                </c:pt>
                <c:pt idx="5225">
                  <c:v>1.5643865976526391E-5</c:v>
                </c:pt>
                <c:pt idx="5226">
                  <c:v>2.642522323628936E-5</c:v>
                </c:pt>
                <c:pt idx="5227">
                  <c:v>6.2715576880127379E-5</c:v>
                </c:pt>
                <c:pt idx="5228">
                  <c:v>1.8011502342139637E-5</c:v>
                </c:pt>
                <c:pt idx="5229">
                  <c:v>0</c:v>
                </c:pt>
                <c:pt idx="5230">
                  <c:v>1.4002749580614083E-5</c:v>
                </c:pt>
                <c:pt idx="5231">
                  <c:v>3.1262141057938916E-5</c:v>
                </c:pt>
                <c:pt idx="5232">
                  <c:v>8.8114471746873638E-5</c:v>
                </c:pt>
                <c:pt idx="5233">
                  <c:v>2.3781404224989952E-6</c:v>
                </c:pt>
                <c:pt idx="5234">
                  <c:v>1.4207623530930286E-5</c:v>
                </c:pt>
                <c:pt idx="5235">
                  <c:v>2.0734285319324189E-5</c:v>
                </c:pt>
                <c:pt idx="5236">
                  <c:v>1.0529072981628445E-4</c:v>
                </c:pt>
                <c:pt idx="5237">
                  <c:v>1.9897663730121824E-5</c:v>
                </c:pt>
                <c:pt idx="5238">
                  <c:v>3.0156070349585672E-5</c:v>
                </c:pt>
                <c:pt idx="5239">
                  <c:v>4.1565422061655053E-4</c:v>
                </c:pt>
                <c:pt idx="5240">
                  <c:v>2.8412838907514682E-6</c:v>
                </c:pt>
                <c:pt idx="5241">
                  <c:v>3.198566130909841E-5</c:v>
                </c:pt>
                <c:pt idx="5242">
                  <c:v>2.3028920427684947E-5</c:v>
                </c:pt>
                <c:pt idx="5243">
                  <c:v>3.3605070763092822E-5</c:v>
                </c:pt>
                <c:pt idx="5244">
                  <c:v>9.0791349018493147E-7</c:v>
                </c:pt>
                <c:pt idx="5245">
                  <c:v>3.3428070934850752E-5</c:v>
                </c:pt>
                <c:pt idx="5246">
                  <c:v>0</c:v>
                </c:pt>
                <c:pt idx="5247">
                  <c:v>2.5033349546505854E-6</c:v>
                </c:pt>
                <c:pt idx="5248">
                  <c:v>0</c:v>
                </c:pt>
                <c:pt idx="5249">
                  <c:v>1.5883330793509992E-5</c:v>
                </c:pt>
                <c:pt idx="5250">
                  <c:v>1.273916497856921E-4</c:v>
                </c:pt>
                <c:pt idx="5251">
                  <c:v>3.1192299412628922E-5</c:v>
                </c:pt>
                <c:pt idx="5252">
                  <c:v>0</c:v>
                </c:pt>
                <c:pt idx="5253">
                  <c:v>0</c:v>
                </c:pt>
                <c:pt idx="5254">
                  <c:v>3.048289383046399E-5</c:v>
                </c:pt>
                <c:pt idx="5255">
                  <c:v>8.8793943050417941E-8</c:v>
                </c:pt>
                <c:pt idx="5256">
                  <c:v>4.570426088015367E-5</c:v>
                </c:pt>
                <c:pt idx="5257">
                  <c:v>2.8386020999815546E-5</c:v>
                </c:pt>
                <c:pt idx="5258">
                  <c:v>5.2979118085757895E-6</c:v>
                </c:pt>
                <c:pt idx="5259">
                  <c:v>0</c:v>
                </c:pt>
                <c:pt idx="5260">
                  <c:v>2.548602938250024E-5</c:v>
                </c:pt>
                <c:pt idx="5261">
                  <c:v>4.1446843264369474E-5</c:v>
                </c:pt>
                <c:pt idx="5262">
                  <c:v>7.2208006332370054E-6</c:v>
                </c:pt>
                <c:pt idx="5263">
                  <c:v>3.3119977571535364E-5</c:v>
                </c:pt>
                <c:pt idx="5264">
                  <c:v>5.5403028846267149E-5</c:v>
                </c:pt>
                <c:pt idx="5265">
                  <c:v>5.9504031076470856E-5</c:v>
                </c:pt>
                <c:pt idx="5266">
                  <c:v>0</c:v>
                </c:pt>
                <c:pt idx="5267">
                  <c:v>1.8097864314023943E-5</c:v>
                </c:pt>
                <c:pt idx="5268">
                  <c:v>4.4695655983803923E-5</c:v>
                </c:pt>
                <c:pt idx="5269">
                  <c:v>9.5929595366364047E-6</c:v>
                </c:pt>
                <c:pt idx="5270">
                  <c:v>8.5973943646133508E-5</c:v>
                </c:pt>
                <c:pt idx="5271">
                  <c:v>1.1190484688257805E-4</c:v>
                </c:pt>
                <c:pt idx="5272">
                  <c:v>1.3554632067756574E-5</c:v>
                </c:pt>
                <c:pt idx="5273">
                  <c:v>1.7796472480083636E-5</c:v>
                </c:pt>
                <c:pt idx="5274">
                  <c:v>1.5179745408535521E-4</c:v>
                </c:pt>
                <c:pt idx="5275">
                  <c:v>1.5886898717507969E-5</c:v>
                </c:pt>
                <c:pt idx="5276">
                  <c:v>3.1157318333287815E-3</c:v>
                </c:pt>
                <c:pt idx="5277">
                  <c:v>5.5777437789391522E-5</c:v>
                </c:pt>
                <c:pt idx="5278">
                  <c:v>4.2952371649565918E-5</c:v>
                </c:pt>
                <c:pt idx="5279">
                  <c:v>1.1197218865207541E-5</c:v>
                </c:pt>
                <c:pt idx="5280">
                  <c:v>1.9708990770894185E-5</c:v>
                </c:pt>
                <c:pt idx="5281">
                  <c:v>0</c:v>
                </c:pt>
                <c:pt idx="5282">
                  <c:v>0</c:v>
                </c:pt>
                <c:pt idx="5283">
                  <c:v>2.1937930384848614E-5</c:v>
                </c:pt>
                <c:pt idx="5284">
                  <c:v>6.0630087948100639E-5</c:v>
                </c:pt>
                <c:pt idx="5285">
                  <c:v>0</c:v>
                </c:pt>
                <c:pt idx="5286">
                  <c:v>6.1747009280636498E-5</c:v>
                </c:pt>
                <c:pt idx="5287">
                  <c:v>2.7307267983514433E-5</c:v>
                </c:pt>
                <c:pt idx="5288">
                  <c:v>2.8614141510313455E-4</c:v>
                </c:pt>
                <c:pt idx="5289">
                  <c:v>3.007039400522006E-5</c:v>
                </c:pt>
                <c:pt idx="5290">
                  <c:v>3.165213488425726E-6</c:v>
                </c:pt>
                <c:pt idx="5291">
                  <c:v>0</c:v>
                </c:pt>
                <c:pt idx="5292">
                  <c:v>3.7819160979910986E-5</c:v>
                </c:pt>
                <c:pt idx="5293">
                  <c:v>8.7713282577691158E-6</c:v>
                </c:pt>
                <c:pt idx="5294">
                  <c:v>4.0844577336513446E-5</c:v>
                </c:pt>
                <c:pt idx="5295">
                  <c:v>6.5600154282754021E-5</c:v>
                </c:pt>
                <c:pt idx="5296">
                  <c:v>9.393012793538191E-6</c:v>
                </c:pt>
                <c:pt idx="5297">
                  <c:v>1.0171451234984334E-5</c:v>
                </c:pt>
                <c:pt idx="5298">
                  <c:v>2.3935597180919322E-5</c:v>
                </c:pt>
                <c:pt idx="5299">
                  <c:v>2.9962802192184402E-5</c:v>
                </c:pt>
                <c:pt idx="5300">
                  <c:v>3.5275560488510688E-6</c:v>
                </c:pt>
                <c:pt idx="5301">
                  <c:v>7.8432058196561392E-7</c:v>
                </c:pt>
                <c:pt idx="5302">
                  <c:v>2.1470881270061659E-5</c:v>
                </c:pt>
                <c:pt idx="5303">
                  <c:v>6.8569460897865934E-5</c:v>
                </c:pt>
                <c:pt idx="5304">
                  <c:v>1.8646684289260005E-5</c:v>
                </c:pt>
                <c:pt idx="5305">
                  <c:v>7.590367823428734E-8</c:v>
                </c:pt>
                <c:pt idx="5306">
                  <c:v>8.0485992915839961E-5</c:v>
                </c:pt>
                <c:pt idx="5307">
                  <c:v>1.9747633010406695E-5</c:v>
                </c:pt>
                <c:pt idx="5308">
                  <c:v>1.4362008761464555E-5</c:v>
                </c:pt>
                <c:pt idx="5309">
                  <c:v>3.4498651577661848E-5</c:v>
                </c:pt>
                <c:pt idx="5310">
                  <c:v>3.2467141467896228E-5</c:v>
                </c:pt>
                <c:pt idx="5311">
                  <c:v>3.2301379770240788E-6</c:v>
                </c:pt>
                <c:pt idx="5312">
                  <c:v>3.6042963626474545E-5</c:v>
                </c:pt>
                <c:pt idx="5313">
                  <c:v>2.3743578480562534E-5</c:v>
                </c:pt>
                <c:pt idx="5314">
                  <c:v>2.2964227041830011E-5</c:v>
                </c:pt>
                <c:pt idx="5315">
                  <c:v>1.6064261601225631E-5</c:v>
                </c:pt>
                <c:pt idx="5316">
                  <c:v>1.5118085826483609E-5</c:v>
                </c:pt>
                <c:pt idx="5317">
                  <c:v>2.3889073431808209E-5</c:v>
                </c:pt>
                <c:pt idx="5318">
                  <c:v>3.7951439515357909E-5</c:v>
                </c:pt>
                <c:pt idx="5319">
                  <c:v>1.3649150817414017E-5</c:v>
                </c:pt>
                <c:pt idx="5320">
                  <c:v>6.2796313711322232E-5</c:v>
                </c:pt>
                <c:pt idx="5321">
                  <c:v>2.2503631163596602E-3</c:v>
                </c:pt>
                <c:pt idx="5322">
                  <c:v>2.759042546926469E-5</c:v>
                </c:pt>
                <c:pt idx="5323">
                  <c:v>4.8657121260541076E-5</c:v>
                </c:pt>
                <c:pt idx="5324">
                  <c:v>5.7623953253994933E-7</c:v>
                </c:pt>
                <c:pt idx="5325">
                  <c:v>3.1227731867732241E-5</c:v>
                </c:pt>
                <c:pt idx="5326">
                  <c:v>0</c:v>
                </c:pt>
                <c:pt idx="5327">
                  <c:v>6.3463447580738995E-7</c:v>
                </c:pt>
                <c:pt idx="5328">
                  <c:v>2.5856736811864178E-5</c:v>
                </c:pt>
                <c:pt idx="5329">
                  <c:v>1.370138394048705E-5</c:v>
                </c:pt>
                <c:pt idx="5330">
                  <c:v>5.3303543446420658E-5</c:v>
                </c:pt>
                <c:pt idx="5331">
                  <c:v>5.2758611927716991E-6</c:v>
                </c:pt>
                <c:pt idx="5332">
                  <c:v>0</c:v>
                </c:pt>
                <c:pt idx="5333">
                  <c:v>0</c:v>
                </c:pt>
                <c:pt idx="5334">
                  <c:v>3.7323726196059904E-7</c:v>
                </c:pt>
                <c:pt idx="5335">
                  <c:v>3.5902617883277837E-5</c:v>
                </c:pt>
                <c:pt idx="5336">
                  <c:v>4.9098534077632735E-6</c:v>
                </c:pt>
                <c:pt idx="5337">
                  <c:v>8.764405263238818E-6</c:v>
                </c:pt>
                <c:pt idx="5338">
                  <c:v>3.7374687013790228E-6</c:v>
                </c:pt>
                <c:pt idx="5339">
                  <c:v>4.8571636363345497E-6</c:v>
                </c:pt>
                <c:pt idx="5340">
                  <c:v>1.4962915842978144E-5</c:v>
                </c:pt>
                <c:pt idx="5341">
                  <c:v>0</c:v>
                </c:pt>
                <c:pt idx="5342">
                  <c:v>1.9873837552640657E-5</c:v>
                </c:pt>
                <c:pt idx="5343">
                  <c:v>7.7944634181767899E-6</c:v>
                </c:pt>
                <c:pt idx="5344">
                  <c:v>1.2720613391368633E-5</c:v>
                </c:pt>
                <c:pt idx="5345">
                  <c:v>8.0164025037896696E-5</c:v>
                </c:pt>
                <c:pt idx="5346">
                  <c:v>3.7616403799378212E-4</c:v>
                </c:pt>
                <c:pt idx="5347">
                  <c:v>1.232048671198389E-5</c:v>
                </c:pt>
                <c:pt idx="5348">
                  <c:v>3.3246917601778117E-5</c:v>
                </c:pt>
                <c:pt idx="5349">
                  <c:v>2.7652337889905128E-5</c:v>
                </c:pt>
                <c:pt idx="5350">
                  <c:v>2.5931983707577665E-5</c:v>
                </c:pt>
                <c:pt idx="5351">
                  <c:v>2.2323460636178892E-7</c:v>
                </c:pt>
                <c:pt idx="5352">
                  <c:v>2.5922174379470602E-4</c:v>
                </c:pt>
                <c:pt idx="5353">
                  <c:v>5.9425402733002879E-5</c:v>
                </c:pt>
                <c:pt idx="5354">
                  <c:v>1.4223486977367874E-5</c:v>
                </c:pt>
                <c:pt idx="5355">
                  <c:v>9.576043773248238E-6</c:v>
                </c:pt>
                <c:pt idx="5356">
                  <c:v>5.1507256909285932E-5</c:v>
                </c:pt>
                <c:pt idx="5357">
                  <c:v>1.6406995832718362E-5</c:v>
                </c:pt>
                <c:pt idx="5358">
                  <c:v>5.6109940611128924E-5</c:v>
                </c:pt>
                <c:pt idx="5359">
                  <c:v>4.4799083140020018E-5</c:v>
                </c:pt>
                <c:pt idx="5360">
                  <c:v>6.317832878080969E-5</c:v>
                </c:pt>
                <c:pt idx="5361">
                  <c:v>3.9518972851061256E-3</c:v>
                </c:pt>
                <c:pt idx="5362">
                  <c:v>6.823984101806546E-4</c:v>
                </c:pt>
                <c:pt idx="5363">
                  <c:v>4.6479472427531868E-5</c:v>
                </c:pt>
                <c:pt idx="5364">
                  <c:v>3.8368387603698216E-6</c:v>
                </c:pt>
                <c:pt idx="5365">
                  <c:v>3.7683198570023172E-4</c:v>
                </c:pt>
                <c:pt idx="5366">
                  <c:v>3.2758323903463127E-5</c:v>
                </c:pt>
                <c:pt idx="5367">
                  <c:v>3.2112689666376376E-5</c:v>
                </c:pt>
                <c:pt idx="5368">
                  <c:v>7.3765782258021362E-5</c:v>
                </c:pt>
                <c:pt idx="5369">
                  <c:v>1.8967824174976448E-5</c:v>
                </c:pt>
                <c:pt idx="5370">
                  <c:v>3.7868584935915658E-3</c:v>
                </c:pt>
                <c:pt idx="5371">
                  <c:v>9.7459919403233047E-5</c:v>
                </c:pt>
                <c:pt idx="5372">
                  <c:v>1.157057837019731E-5</c:v>
                </c:pt>
                <c:pt idx="5373">
                  <c:v>1.8272586571550921E-5</c:v>
                </c:pt>
                <c:pt idx="5374">
                  <c:v>7.07001579453665E-7</c:v>
                </c:pt>
                <c:pt idx="5375">
                  <c:v>2.6348239487015636E-5</c:v>
                </c:pt>
                <c:pt idx="5376">
                  <c:v>2.5776953950664676E-5</c:v>
                </c:pt>
                <c:pt idx="5377">
                  <c:v>3.95168054608619E-5</c:v>
                </c:pt>
                <c:pt idx="5378">
                  <c:v>1.1352429463489429E-6</c:v>
                </c:pt>
                <c:pt idx="5379">
                  <c:v>3.1056526210332065E-5</c:v>
                </c:pt>
                <c:pt idx="5380">
                  <c:v>3.3311164949154846E-5</c:v>
                </c:pt>
                <c:pt idx="5381">
                  <c:v>6.8940411846987843E-5</c:v>
                </c:pt>
                <c:pt idx="5382">
                  <c:v>1.214075597923325E-5</c:v>
                </c:pt>
                <c:pt idx="5383">
                  <c:v>2.2280821415366488E-5</c:v>
                </c:pt>
                <c:pt idx="5384">
                  <c:v>6.014074466954552E-5</c:v>
                </c:pt>
                <c:pt idx="5385">
                  <c:v>3.32756504619445E-4</c:v>
                </c:pt>
                <c:pt idx="5386">
                  <c:v>0</c:v>
                </c:pt>
                <c:pt idx="5387">
                  <c:v>2.1663827061525497E-3</c:v>
                </c:pt>
                <c:pt idx="5388">
                  <c:v>7.5243267091300673E-6</c:v>
                </c:pt>
                <c:pt idx="5389">
                  <c:v>6.2227630307053823E-5</c:v>
                </c:pt>
                <c:pt idx="5390">
                  <c:v>1.3543641403507308E-5</c:v>
                </c:pt>
                <c:pt idx="5391">
                  <c:v>5.1717353774500337E-4</c:v>
                </c:pt>
                <c:pt idx="5392">
                  <c:v>2.8978346344510036E-6</c:v>
                </c:pt>
                <c:pt idx="5393">
                  <c:v>2.8596292463995467E-5</c:v>
                </c:pt>
                <c:pt idx="5394">
                  <c:v>3.8339052529126075E-5</c:v>
                </c:pt>
                <c:pt idx="5395">
                  <c:v>1.0268672177280049E-4</c:v>
                </c:pt>
                <c:pt idx="5396">
                  <c:v>3.2387758901092996E-5</c:v>
                </c:pt>
                <c:pt idx="5397">
                  <c:v>1.1598019770113365E-5</c:v>
                </c:pt>
                <c:pt idx="5398">
                  <c:v>4.7900308266251862E-6</c:v>
                </c:pt>
                <c:pt idx="5399">
                  <c:v>1.6381302486351084E-4</c:v>
                </c:pt>
                <c:pt idx="5400">
                  <c:v>6.5589380896530517E-4</c:v>
                </c:pt>
                <c:pt idx="5401">
                  <c:v>2.8410498789755811E-3</c:v>
                </c:pt>
                <c:pt idx="5402">
                  <c:v>2.207240015636512E-5</c:v>
                </c:pt>
                <c:pt idx="5403">
                  <c:v>1.5430884453668642E-6</c:v>
                </c:pt>
                <c:pt idx="5404">
                  <c:v>2.3508212233972952E-5</c:v>
                </c:pt>
                <c:pt idx="5405">
                  <c:v>6.3382757149517952E-5</c:v>
                </c:pt>
                <c:pt idx="5406">
                  <c:v>6.6038908373726763E-5</c:v>
                </c:pt>
                <c:pt idx="5407">
                  <c:v>1.683853565804505E-5</c:v>
                </c:pt>
                <c:pt idx="5408">
                  <c:v>5.0719472046181732E-5</c:v>
                </c:pt>
                <c:pt idx="5409">
                  <c:v>2.663899108410946E-3</c:v>
                </c:pt>
                <c:pt idx="5410">
                  <c:v>2.7121174561886596E-5</c:v>
                </c:pt>
                <c:pt idx="5411">
                  <c:v>1.0231678128147263E-5</c:v>
                </c:pt>
                <c:pt idx="5412">
                  <c:v>9.8265580185395856E-5</c:v>
                </c:pt>
                <c:pt idx="5413">
                  <c:v>3.8656314571301869E-7</c:v>
                </c:pt>
                <c:pt idx="5414">
                  <c:v>8.3038143508200955E-5</c:v>
                </c:pt>
                <c:pt idx="5415">
                  <c:v>1.0531854984034745E-5</c:v>
                </c:pt>
                <c:pt idx="5416">
                  <c:v>5.1034090992391254E-5</c:v>
                </c:pt>
                <c:pt idx="5417">
                  <c:v>2.7013782628164712E-5</c:v>
                </c:pt>
                <c:pt idx="5418">
                  <c:v>1.7046111768313574E-5</c:v>
                </c:pt>
                <c:pt idx="5419">
                  <c:v>2.4799116969189425E-5</c:v>
                </c:pt>
                <c:pt idx="5420">
                  <c:v>6.2285261354931313E-5</c:v>
                </c:pt>
                <c:pt idx="5421">
                  <c:v>1.9128645825493338E-5</c:v>
                </c:pt>
                <c:pt idx="5422">
                  <c:v>0</c:v>
                </c:pt>
                <c:pt idx="5423">
                  <c:v>1.3918425017054299E-5</c:v>
                </c:pt>
                <c:pt idx="5424">
                  <c:v>2.4372356300565251E-5</c:v>
                </c:pt>
                <c:pt idx="5425">
                  <c:v>3.2549638147802907E-5</c:v>
                </c:pt>
                <c:pt idx="5426">
                  <c:v>2.3864608851987647E-5</c:v>
                </c:pt>
                <c:pt idx="5427">
                  <c:v>2.5240652490987892E-6</c:v>
                </c:pt>
                <c:pt idx="5428">
                  <c:v>3.2617604565773602E-4</c:v>
                </c:pt>
                <c:pt idx="5429">
                  <c:v>0</c:v>
                </c:pt>
                <c:pt idx="5430">
                  <c:v>3.6448130408026015E-6</c:v>
                </c:pt>
                <c:pt idx="5431">
                  <c:v>1.6128881543182562E-4</c:v>
                </c:pt>
                <c:pt idx="5432">
                  <c:v>2.6202522913586892E-6</c:v>
                </c:pt>
                <c:pt idx="5433">
                  <c:v>2.5223679686399176E-5</c:v>
                </c:pt>
                <c:pt idx="5434">
                  <c:v>1.971098491986652E-5</c:v>
                </c:pt>
                <c:pt idx="5435">
                  <c:v>4.2869803850305837E-5</c:v>
                </c:pt>
                <c:pt idx="5436">
                  <c:v>1.6756156862517768E-6</c:v>
                </c:pt>
                <c:pt idx="5437">
                  <c:v>1.2606665499954433E-7</c:v>
                </c:pt>
                <c:pt idx="5438">
                  <c:v>3.102092609534641E-5</c:v>
                </c:pt>
                <c:pt idx="5439">
                  <c:v>2.1417589936832858E-4</c:v>
                </c:pt>
                <c:pt idx="5440">
                  <c:v>0</c:v>
                </c:pt>
                <c:pt idx="5441">
                  <c:v>3.9313015995164016E-6</c:v>
                </c:pt>
                <c:pt idx="5442">
                  <c:v>5.4373411577754402E-7</c:v>
                </c:pt>
                <c:pt idx="5443">
                  <c:v>0</c:v>
                </c:pt>
                <c:pt idx="5444">
                  <c:v>4.5040055506217734E-6</c:v>
                </c:pt>
                <c:pt idx="5445">
                  <c:v>1.7554510934027941E-4</c:v>
                </c:pt>
                <c:pt idx="5446">
                  <c:v>7.3775755246932279E-6</c:v>
                </c:pt>
                <c:pt idx="5447">
                  <c:v>4.4786817239333275E-5</c:v>
                </c:pt>
                <c:pt idx="5448">
                  <c:v>1.3270998998604265E-5</c:v>
                </c:pt>
                <c:pt idx="5449">
                  <c:v>1.4255217910302648E-5</c:v>
                </c:pt>
                <c:pt idx="5450">
                  <c:v>5.6319659372851325E-6</c:v>
                </c:pt>
                <c:pt idx="5451">
                  <c:v>4.907739206497563E-6</c:v>
                </c:pt>
                <c:pt idx="5452">
                  <c:v>2.9663178028582823E-5</c:v>
                </c:pt>
                <c:pt idx="5453">
                  <c:v>1.7904539155004007E-6</c:v>
                </c:pt>
                <c:pt idx="5454">
                  <c:v>1.9348832319539219E-6</c:v>
                </c:pt>
                <c:pt idx="5455">
                  <c:v>4.1729029035421887E-6</c:v>
                </c:pt>
                <c:pt idx="5456">
                  <c:v>8.0875257039236657E-5</c:v>
                </c:pt>
                <c:pt idx="5457">
                  <c:v>1.6429512192575636E-5</c:v>
                </c:pt>
                <c:pt idx="5458">
                  <c:v>2.23171439152133E-5</c:v>
                </c:pt>
                <c:pt idx="5459">
                  <c:v>8.7000706884996733E-7</c:v>
                </c:pt>
                <c:pt idx="5460">
                  <c:v>3.7833899707905144E-5</c:v>
                </c:pt>
                <c:pt idx="5461">
                  <c:v>3.2472506081299124E-5</c:v>
                </c:pt>
                <c:pt idx="5462">
                  <c:v>2.6296761019739105E-5</c:v>
                </c:pt>
                <c:pt idx="5463">
                  <c:v>1.8729783969260989E-5</c:v>
                </c:pt>
                <c:pt idx="5464">
                  <c:v>2.7364581580321009E-5</c:v>
                </c:pt>
                <c:pt idx="5465">
                  <c:v>4.6272781602664474E-5</c:v>
                </c:pt>
                <c:pt idx="5466">
                  <c:v>3.1897327517246515E-5</c:v>
                </c:pt>
                <c:pt idx="5467">
                  <c:v>1.4423509133993492E-5</c:v>
                </c:pt>
                <c:pt idx="5468">
                  <c:v>5.053924777955152E-6</c:v>
                </c:pt>
                <c:pt idx="5469">
                  <c:v>1.6929613704114403E-5</c:v>
                </c:pt>
                <c:pt idx="5470">
                  <c:v>1.0374303932138371E-4</c:v>
                </c:pt>
                <c:pt idx="5471">
                  <c:v>1.7230122585787752E-5</c:v>
                </c:pt>
                <c:pt idx="5472">
                  <c:v>3.2537635389356218E-5</c:v>
                </c:pt>
                <c:pt idx="5473">
                  <c:v>7.376161131959297E-5</c:v>
                </c:pt>
                <c:pt idx="5474">
                  <c:v>1.0262431236797396E-5</c:v>
                </c:pt>
                <c:pt idx="5475">
                  <c:v>0</c:v>
                </c:pt>
                <c:pt idx="5476">
                  <c:v>2.7753845559800858E-5</c:v>
                </c:pt>
                <c:pt idx="5477">
                  <c:v>1.1837798353740464E-6</c:v>
                </c:pt>
                <c:pt idx="5478">
                  <c:v>8.9854650047494322E-6</c:v>
                </c:pt>
                <c:pt idx="5479">
                  <c:v>5.5117974158584373E-6</c:v>
                </c:pt>
                <c:pt idx="5480">
                  <c:v>1.1178887337517739E-5</c:v>
                </c:pt>
                <c:pt idx="5481">
                  <c:v>2.4970794461949454E-5</c:v>
                </c:pt>
                <c:pt idx="5482">
                  <c:v>7.5341291575410501E-6</c:v>
                </c:pt>
                <c:pt idx="5483">
                  <c:v>2.7736103498761054E-6</c:v>
                </c:pt>
                <c:pt idx="5484">
                  <c:v>0</c:v>
                </c:pt>
                <c:pt idx="5485">
                  <c:v>0</c:v>
                </c:pt>
                <c:pt idx="5486">
                  <c:v>0</c:v>
                </c:pt>
                <c:pt idx="5487">
                  <c:v>8.4952043818090265E-5</c:v>
                </c:pt>
                <c:pt idx="5488">
                  <c:v>2.1691483530283456E-5</c:v>
                </c:pt>
                <c:pt idx="5489">
                  <c:v>2.3327187190348043E-5</c:v>
                </c:pt>
                <c:pt idx="5490">
                  <c:v>2.0655277457953099E-5</c:v>
                </c:pt>
                <c:pt idx="5491">
                  <c:v>1.5339281461845309E-5</c:v>
                </c:pt>
                <c:pt idx="5492">
                  <c:v>0</c:v>
                </c:pt>
                <c:pt idx="5493">
                  <c:v>8.045789476127811E-6</c:v>
                </c:pt>
                <c:pt idx="5494">
                  <c:v>8.4772678006280318E-5</c:v>
                </c:pt>
                <c:pt idx="5495">
                  <c:v>7.1341875810726845E-5</c:v>
                </c:pt>
                <c:pt idx="5496">
                  <c:v>9.894513370576266E-6</c:v>
                </c:pt>
                <c:pt idx="5497">
                  <c:v>3.6673098132060272E-6</c:v>
                </c:pt>
                <c:pt idx="5498">
                  <c:v>1.7157936852625424E-5</c:v>
                </c:pt>
                <c:pt idx="5499">
                  <c:v>0</c:v>
                </c:pt>
                <c:pt idx="5500">
                  <c:v>0</c:v>
                </c:pt>
                <c:pt idx="5501">
                  <c:v>2.2541119944492852E-5</c:v>
                </c:pt>
                <c:pt idx="5502">
                  <c:v>1.7832528976459271E-7</c:v>
                </c:pt>
                <c:pt idx="5503">
                  <c:v>3.4601368988816454E-5</c:v>
                </c:pt>
                <c:pt idx="5504">
                  <c:v>8.675034763555784E-6</c:v>
                </c:pt>
                <c:pt idx="5505">
                  <c:v>7.453230637627663E-7</c:v>
                </c:pt>
                <c:pt idx="5506">
                  <c:v>0</c:v>
                </c:pt>
                <c:pt idx="5507">
                  <c:v>8.3375892032297902E-6</c:v>
                </c:pt>
                <c:pt idx="5508">
                  <c:v>0</c:v>
                </c:pt>
                <c:pt idx="5509">
                  <c:v>1.0940827057207674E-5</c:v>
                </c:pt>
                <c:pt idx="5510">
                  <c:v>1.2341339403915289E-5</c:v>
                </c:pt>
                <c:pt idx="5511">
                  <c:v>3.0231929945450715E-5</c:v>
                </c:pt>
                <c:pt idx="5512">
                  <c:v>3.1462962041130016E-4</c:v>
                </c:pt>
                <c:pt idx="5513">
                  <c:v>1.9534458182921619E-5</c:v>
                </c:pt>
                <c:pt idx="5514">
                  <c:v>3.5770851549065655E-5</c:v>
                </c:pt>
                <c:pt idx="5515">
                  <c:v>1.4267343375599324E-5</c:v>
                </c:pt>
                <c:pt idx="5516">
                  <c:v>6.0928120707356594E-6</c:v>
                </c:pt>
                <c:pt idx="5517">
                  <c:v>3.5794883619591359E-5</c:v>
                </c:pt>
                <c:pt idx="5518">
                  <c:v>7.8802704832220551E-6</c:v>
                </c:pt>
                <c:pt idx="5519">
                  <c:v>4.9766369910815918E-5</c:v>
                </c:pt>
                <c:pt idx="5520">
                  <c:v>2.5163263653739597E-5</c:v>
                </c:pt>
                <c:pt idx="5521">
                  <c:v>1.3247706221571981E-5</c:v>
                </c:pt>
                <c:pt idx="5522">
                  <c:v>5.5898908633172506E-5</c:v>
                </c:pt>
                <c:pt idx="5523">
                  <c:v>2.3153944019618247E-7</c:v>
                </c:pt>
                <c:pt idx="5524">
                  <c:v>1.0348557289447496E-5</c:v>
                </c:pt>
                <c:pt idx="5525">
                  <c:v>2.7916026514076391E-5</c:v>
                </c:pt>
                <c:pt idx="5526">
                  <c:v>2.1055999358575766E-5</c:v>
                </c:pt>
                <c:pt idx="5527">
                  <c:v>2.4786709180094379E-5</c:v>
                </c:pt>
                <c:pt idx="5528">
                  <c:v>4.3756494217617212E-6</c:v>
                </c:pt>
                <c:pt idx="5529">
                  <c:v>1.2684131918068752E-6</c:v>
                </c:pt>
                <c:pt idx="5530">
                  <c:v>7.0321897901766997E-5</c:v>
                </c:pt>
                <c:pt idx="5531">
                  <c:v>1.7207383074671227E-5</c:v>
                </c:pt>
                <c:pt idx="5532">
                  <c:v>4.2073167690756397E-6</c:v>
                </c:pt>
                <c:pt idx="5533">
                  <c:v>1.1444173238332929E-5</c:v>
                </c:pt>
                <c:pt idx="5534">
                  <c:v>7.7249025552321281E-6</c:v>
                </c:pt>
                <c:pt idx="5535">
                  <c:v>5.2924657855111799E-5</c:v>
                </c:pt>
                <c:pt idx="5536">
                  <c:v>2.0526731658071036E-5</c:v>
                </c:pt>
                <c:pt idx="5537">
                  <c:v>6.9809454234129519E-6</c:v>
                </c:pt>
                <c:pt idx="5538">
                  <c:v>1.1011068480676915E-4</c:v>
                </c:pt>
                <c:pt idx="5539">
                  <c:v>1.3302819075264568E-4</c:v>
                </c:pt>
                <c:pt idx="5540">
                  <c:v>9.1450662325335198E-7</c:v>
                </c:pt>
                <c:pt idx="5541">
                  <c:v>8.9718088183709532E-5</c:v>
                </c:pt>
                <c:pt idx="5542">
                  <c:v>2.7678199531378045E-5</c:v>
                </c:pt>
                <c:pt idx="5543">
                  <c:v>4.0616612475592034E-3</c:v>
                </c:pt>
                <c:pt idx="5544">
                  <c:v>1.4119414229042041E-5</c:v>
                </c:pt>
                <c:pt idx="5545">
                  <c:v>0</c:v>
                </c:pt>
                <c:pt idx="5546">
                  <c:v>1.0870152432230391E-5</c:v>
                </c:pt>
                <c:pt idx="5547">
                  <c:v>5.6971232021094334E-6</c:v>
                </c:pt>
                <c:pt idx="5548">
                  <c:v>1.1234749350746913E-4</c:v>
                </c:pt>
                <c:pt idx="5549">
                  <c:v>5.4873639765667331E-5</c:v>
                </c:pt>
                <c:pt idx="5550">
                  <c:v>1.6261016620928581E-5</c:v>
                </c:pt>
                <c:pt idx="5551">
                  <c:v>3.473068446934044E-5</c:v>
                </c:pt>
                <c:pt idx="5552">
                  <c:v>3.8115514658913648E-5</c:v>
                </c:pt>
                <c:pt idx="5553">
                  <c:v>3.7775270499818302E-6</c:v>
                </c:pt>
                <c:pt idx="5554">
                  <c:v>1.6957786387074931E-4</c:v>
                </c:pt>
                <c:pt idx="5555">
                  <c:v>2.6309538096500858E-5</c:v>
                </c:pt>
                <c:pt idx="5556">
                  <c:v>1.2995292039040844E-4</c:v>
                </c:pt>
                <c:pt idx="5557">
                  <c:v>1.8798347674125199E-5</c:v>
                </c:pt>
                <c:pt idx="5558">
                  <c:v>3.1917188856064188E-4</c:v>
                </c:pt>
                <c:pt idx="5559">
                  <c:v>2.5748989893863085E-5</c:v>
                </c:pt>
                <c:pt idx="5560">
                  <c:v>4.0253808561081556E-5</c:v>
                </c:pt>
                <c:pt idx="5561">
                  <c:v>7.9090111018761204E-6</c:v>
                </c:pt>
                <c:pt idx="5562">
                  <c:v>3.0499020224621488E-5</c:v>
                </c:pt>
                <c:pt idx="5563">
                  <c:v>1.1848483709109116E-5</c:v>
                </c:pt>
                <c:pt idx="5564">
                  <c:v>2.1919629421425815E-5</c:v>
                </c:pt>
                <c:pt idx="5565">
                  <c:v>2.0175437958685826E-6</c:v>
                </c:pt>
                <c:pt idx="5566">
                  <c:v>4.7928306551209724E-6</c:v>
                </c:pt>
                <c:pt idx="5567">
                  <c:v>5.5322898691269892E-7</c:v>
                </c:pt>
                <c:pt idx="5568">
                  <c:v>3.0043408132915812E-4</c:v>
                </c:pt>
                <c:pt idx="5569">
                  <c:v>1.609446524756594E-7</c:v>
                </c:pt>
                <c:pt idx="5570">
                  <c:v>1.9427766341098234E-5</c:v>
                </c:pt>
                <c:pt idx="5571">
                  <c:v>1.4190283654936317E-6</c:v>
                </c:pt>
                <c:pt idx="5572">
                  <c:v>2.2879624870667338E-5</c:v>
                </c:pt>
                <c:pt idx="5573">
                  <c:v>2.6554270419293468E-5</c:v>
                </c:pt>
                <c:pt idx="5574">
                  <c:v>1.509370096766264E-5</c:v>
                </c:pt>
                <c:pt idx="5575">
                  <c:v>3.3352100196070755E-5</c:v>
                </c:pt>
                <c:pt idx="5576">
                  <c:v>4.6353488369827124E-6</c:v>
                </c:pt>
                <c:pt idx="5577">
                  <c:v>2.9160857268259979E-5</c:v>
                </c:pt>
                <c:pt idx="5578">
                  <c:v>4.8344758186575938E-7</c:v>
                </c:pt>
                <c:pt idx="5579">
                  <c:v>7.9508892162109119E-4</c:v>
                </c:pt>
                <c:pt idx="5580">
                  <c:v>2.202522917549826E-7</c:v>
                </c:pt>
                <c:pt idx="5581">
                  <c:v>3.1165746890113759E-5</c:v>
                </c:pt>
                <c:pt idx="5582">
                  <c:v>4.7577932159167323E-7</c:v>
                </c:pt>
                <c:pt idx="5583">
                  <c:v>6.1825044311412733E-5</c:v>
                </c:pt>
                <c:pt idx="5584">
                  <c:v>1.9673651138860955E-7</c:v>
                </c:pt>
                <c:pt idx="5585">
                  <c:v>1.8789442620144219E-4</c:v>
                </c:pt>
                <c:pt idx="5586">
                  <c:v>3.2902924639484307E-5</c:v>
                </c:pt>
                <c:pt idx="5587">
                  <c:v>1.1092046932879537E-5</c:v>
                </c:pt>
                <c:pt idx="5588">
                  <c:v>5.6112455320520444E-5</c:v>
                </c:pt>
                <c:pt idx="5589">
                  <c:v>3.8163758828132959E-5</c:v>
                </c:pt>
                <c:pt idx="5590">
                  <c:v>1.3150525098744554E-7</c:v>
                </c:pt>
                <c:pt idx="5591">
                  <c:v>4.0883884710556857E-7</c:v>
                </c:pt>
                <c:pt idx="5592">
                  <c:v>3.4412355117212825E-5</c:v>
                </c:pt>
                <c:pt idx="5593">
                  <c:v>0</c:v>
                </c:pt>
                <c:pt idx="5594">
                  <c:v>1.56002646770163E-7</c:v>
                </c:pt>
                <c:pt idx="5595">
                  <c:v>7.6941475819073471E-6</c:v>
                </c:pt>
                <c:pt idx="5596">
                  <c:v>2.8591538087249004E-5</c:v>
                </c:pt>
                <c:pt idx="5597">
                  <c:v>2.0639261829875821E-5</c:v>
                </c:pt>
                <c:pt idx="5598">
                  <c:v>3.6075360176937891E-7</c:v>
                </c:pt>
                <c:pt idx="5599">
                  <c:v>1.0362262911089895E-5</c:v>
                </c:pt>
                <c:pt idx="5600">
                  <c:v>9.0132812474541193E-8</c:v>
                </c:pt>
                <c:pt idx="5601">
                  <c:v>9.9467471195757926E-7</c:v>
                </c:pt>
                <c:pt idx="5602">
                  <c:v>2.2070211279152584E-5</c:v>
                </c:pt>
                <c:pt idx="5603">
                  <c:v>2.2697686687868188E-6</c:v>
                </c:pt>
                <c:pt idx="5604">
                  <c:v>6.0106555012171235E-6</c:v>
                </c:pt>
                <c:pt idx="5605">
                  <c:v>4.2099963180274387E-6</c:v>
                </c:pt>
                <c:pt idx="5606">
                  <c:v>2.507738434712483E-5</c:v>
                </c:pt>
                <c:pt idx="5607">
                  <c:v>1.2073237358894173E-5</c:v>
                </c:pt>
                <c:pt idx="5608">
                  <c:v>1.2009027060763023E-4</c:v>
                </c:pt>
                <c:pt idx="5609">
                  <c:v>1.1856402777731086E-6</c:v>
                </c:pt>
                <c:pt idx="5610">
                  <c:v>8.4037571026692763E-5</c:v>
                </c:pt>
                <c:pt idx="5611">
                  <c:v>6.829824004473757E-6</c:v>
                </c:pt>
                <c:pt idx="5612">
                  <c:v>1.1082782007609723E-5</c:v>
                </c:pt>
                <c:pt idx="5613">
                  <c:v>8.1224412747129694E-5</c:v>
                </c:pt>
                <c:pt idx="5614">
                  <c:v>1.3169662871733739E-5</c:v>
                </c:pt>
                <c:pt idx="5615">
                  <c:v>1.9188808860901252E-5</c:v>
                </c:pt>
                <c:pt idx="5616">
                  <c:v>5.1238729441349109E-4</c:v>
                </c:pt>
                <c:pt idx="5617">
                  <c:v>5.6401821195495994E-5</c:v>
                </c:pt>
                <c:pt idx="5618">
                  <c:v>1.8536527030969813E-5</c:v>
                </c:pt>
                <c:pt idx="5619">
                  <c:v>1.9336704814381018E-5</c:v>
                </c:pt>
                <c:pt idx="5620">
                  <c:v>2.1824110363369397E-5</c:v>
                </c:pt>
                <c:pt idx="5621">
                  <c:v>2.2404813652829385E-5</c:v>
                </c:pt>
                <c:pt idx="5622">
                  <c:v>6.6881505975441909E-5</c:v>
                </c:pt>
                <c:pt idx="5623">
                  <c:v>0</c:v>
                </c:pt>
                <c:pt idx="5624">
                  <c:v>1.985166845345476E-4</c:v>
                </c:pt>
                <c:pt idx="5625">
                  <c:v>4.5248165718044475E-5</c:v>
                </c:pt>
                <c:pt idx="5626">
                  <c:v>1.5031230111775221E-5</c:v>
                </c:pt>
                <c:pt idx="5627">
                  <c:v>5.4623131515797095E-7</c:v>
                </c:pt>
                <c:pt idx="5628">
                  <c:v>1.1859161989062656E-5</c:v>
                </c:pt>
                <c:pt idx="5629">
                  <c:v>6.1593173949741958E-5</c:v>
                </c:pt>
                <c:pt idx="5630">
                  <c:v>8.5986139526293039E-5</c:v>
                </c:pt>
                <c:pt idx="5631">
                  <c:v>3.7064826079055803E-5</c:v>
                </c:pt>
                <c:pt idx="5632">
                  <c:v>5.3115364415608308E-5</c:v>
                </c:pt>
                <c:pt idx="5633">
                  <c:v>6.1319999952859177E-6</c:v>
                </c:pt>
                <c:pt idx="5634">
                  <c:v>3.8154766829461096E-5</c:v>
                </c:pt>
                <c:pt idx="5635">
                  <c:v>5.461739125506039E-7</c:v>
                </c:pt>
                <c:pt idx="5636">
                  <c:v>1.464162008301547E-6</c:v>
                </c:pt>
                <c:pt idx="5637">
                  <c:v>1.0505488354835808E-4</c:v>
                </c:pt>
                <c:pt idx="5638">
                  <c:v>8.7672106930435047E-6</c:v>
                </c:pt>
                <c:pt idx="5639">
                  <c:v>2.7240611626117802E-3</c:v>
                </c:pt>
                <c:pt idx="5640">
                  <c:v>1.5556420415045624E-6</c:v>
                </c:pt>
                <c:pt idx="5641">
                  <c:v>8.3591180563683479E-7</c:v>
                </c:pt>
                <c:pt idx="5642">
                  <c:v>0</c:v>
                </c:pt>
                <c:pt idx="5643">
                  <c:v>1.0049757007199189E-3</c:v>
                </c:pt>
                <c:pt idx="5644">
                  <c:v>2.459458738999521E-5</c:v>
                </c:pt>
                <c:pt idx="5645">
                  <c:v>5.4479659477588984E-5</c:v>
                </c:pt>
                <c:pt idx="5646">
                  <c:v>4.5740242902224904E-5</c:v>
                </c:pt>
                <c:pt idx="5647">
                  <c:v>1.8957038046573124E-7</c:v>
                </c:pt>
                <c:pt idx="5648">
                  <c:v>1.1780457933230422E-5</c:v>
                </c:pt>
                <c:pt idx="5649">
                  <c:v>5.6244756476310158E-7</c:v>
                </c:pt>
                <c:pt idx="5650">
                  <c:v>4.6178325820147992E-5</c:v>
                </c:pt>
                <c:pt idx="5651">
                  <c:v>2.5760296494019255E-5</c:v>
                </c:pt>
                <c:pt idx="5652">
                  <c:v>7.692232665916481E-3</c:v>
                </c:pt>
                <c:pt idx="5653">
                  <c:v>1.2850936534515385E-5</c:v>
                </c:pt>
                <c:pt idx="5654">
                  <c:v>8.5345608255926763E-4</c:v>
                </c:pt>
                <c:pt idx="5655">
                  <c:v>9.4923083619167064E-5</c:v>
                </c:pt>
                <c:pt idx="5656">
                  <c:v>0</c:v>
                </c:pt>
                <c:pt idx="5657">
                  <c:v>1.7384583104358359E-5</c:v>
                </c:pt>
                <c:pt idx="5658">
                  <c:v>8.5513476403465821E-3</c:v>
                </c:pt>
                <c:pt idx="5659">
                  <c:v>3.1618762818039583E-3</c:v>
                </c:pt>
                <c:pt idx="5660">
                  <c:v>2.7298872006824121E-6</c:v>
                </c:pt>
                <c:pt idx="5661">
                  <c:v>4.2480266781956915E-7</c:v>
                </c:pt>
                <c:pt idx="5662">
                  <c:v>3.1836568475227264E-6</c:v>
                </c:pt>
                <c:pt idx="5663">
                  <c:v>4.3931098863444188E-6</c:v>
                </c:pt>
                <c:pt idx="5664">
                  <c:v>2.8211279058208427E-5</c:v>
                </c:pt>
                <c:pt idx="5665">
                  <c:v>7.0536628881014051E-6</c:v>
                </c:pt>
                <c:pt idx="5666">
                  <c:v>3.1329170231122118E-5</c:v>
                </c:pt>
                <c:pt idx="5667">
                  <c:v>2.6985138600891254E-3</c:v>
                </c:pt>
                <c:pt idx="5668">
                  <c:v>1.5100540774722681E-5</c:v>
                </c:pt>
                <c:pt idx="5669">
                  <c:v>2.5688954729618316E-5</c:v>
                </c:pt>
                <c:pt idx="5670">
                  <c:v>3.8699412601751298E-5</c:v>
                </c:pt>
                <c:pt idx="5671">
                  <c:v>3.4399125288665901E-6</c:v>
                </c:pt>
                <c:pt idx="5672">
                  <c:v>2.1340074655713417E-5</c:v>
                </c:pt>
                <c:pt idx="5673">
                  <c:v>3.5649923082165827E-6</c:v>
                </c:pt>
                <c:pt idx="5674">
                  <c:v>3.69258665046909E-4</c:v>
                </c:pt>
                <c:pt idx="5675">
                  <c:v>2.6513713011100691E-4</c:v>
                </c:pt>
                <c:pt idx="5676">
                  <c:v>1.1301289513728382E-5</c:v>
                </c:pt>
                <c:pt idx="5677">
                  <c:v>3.8079080454625593E-5</c:v>
                </c:pt>
                <c:pt idx="5678">
                  <c:v>1.1166098790827284E-5</c:v>
                </c:pt>
                <c:pt idx="5679">
                  <c:v>8.5695042650430088E-5</c:v>
                </c:pt>
                <c:pt idx="5680">
                  <c:v>0</c:v>
                </c:pt>
                <c:pt idx="5681">
                  <c:v>2.7045940361982346E-5</c:v>
                </c:pt>
                <c:pt idx="5682">
                  <c:v>1.0512491637440794E-5</c:v>
                </c:pt>
                <c:pt idx="5683">
                  <c:v>2.1897082379851862E-5</c:v>
                </c:pt>
                <c:pt idx="5684">
                  <c:v>3.2425858890555678E-5</c:v>
                </c:pt>
                <c:pt idx="5685">
                  <c:v>6.4144787659151633E-6</c:v>
                </c:pt>
                <c:pt idx="5686">
                  <c:v>1.7231640270825685E-5</c:v>
                </c:pt>
                <c:pt idx="5687">
                  <c:v>6.1189832229027835E-6</c:v>
                </c:pt>
                <c:pt idx="5688">
                  <c:v>1.5457868751972512E-7</c:v>
                </c:pt>
                <c:pt idx="5689">
                  <c:v>4.3139702666538239E-6</c:v>
                </c:pt>
                <c:pt idx="5690">
                  <c:v>0</c:v>
                </c:pt>
                <c:pt idx="5691">
                  <c:v>1.0347501817846196E-4</c:v>
                </c:pt>
                <c:pt idx="5692">
                  <c:v>1.3818185484537566E-7</c:v>
                </c:pt>
                <c:pt idx="5693">
                  <c:v>1.4164924339632834E-7</c:v>
                </c:pt>
                <c:pt idx="5694">
                  <c:v>2.0182637637426892E-5</c:v>
                </c:pt>
                <c:pt idx="5695">
                  <c:v>2.1541261473082019E-5</c:v>
                </c:pt>
                <c:pt idx="5696">
                  <c:v>2.3805155647085418E-6</c:v>
                </c:pt>
                <c:pt idx="5697">
                  <c:v>3.4064728420080402E-4</c:v>
                </c:pt>
                <c:pt idx="5698">
                  <c:v>2.4998529308324942E-6</c:v>
                </c:pt>
                <c:pt idx="5699">
                  <c:v>1.2071835989810923E-6</c:v>
                </c:pt>
                <c:pt idx="5700">
                  <c:v>6.390879959391723E-6</c:v>
                </c:pt>
                <c:pt idx="5701">
                  <c:v>9.0631013597234585E-6</c:v>
                </c:pt>
                <c:pt idx="5702">
                  <c:v>5.5861451075681364E-6</c:v>
                </c:pt>
                <c:pt idx="5703">
                  <c:v>0</c:v>
                </c:pt>
                <c:pt idx="5704">
                  <c:v>1.3193980998246321E-6</c:v>
                </c:pt>
                <c:pt idx="5705">
                  <c:v>2.3269402426633418E-6</c:v>
                </c:pt>
                <c:pt idx="5706">
                  <c:v>1.4447967193561105E-5</c:v>
                </c:pt>
                <c:pt idx="5707">
                  <c:v>2.3920513893443151E-5</c:v>
                </c:pt>
                <c:pt idx="5708">
                  <c:v>0</c:v>
                </c:pt>
                <c:pt idx="5709">
                  <c:v>3.9410298665384815E-6</c:v>
                </c:pt>
                <c:pt idx="5710">
                  <c:v>2.3041405202931001E-5</c:v>
                </c:pt>
                <c:pt idx="5711">
                  <c:v>4.7929115061147339E-7</c:v>
                </c:pt>
                <c:pt idx="5712">
                  <c:v>7.7822378913822317E-8</c:v>
                </c:pt>
                <c:pt idx="5713">
                  <c:v>1.6117666037122923E-5</c:v>
                </c:pt>
                <c:pt idx="5714">
                  <c:v>1.2003096930595007E-5</c:v>
                </c:pt>
                <c:pt idx="5715">
                  <c:v>0</c:v>
                </c:pt>
                <c:pt idx="5716">
                  <c:v>4.838723379368036E-6</c:v>
                </c:pt>
                <c:pt idx="5717">
                  <c:v>0</c:v>
                </c:pt>
                <c:pt idx="5718">
                  <c:v>0</c:v>
                </c:pt>
                <c:pt idx="5719">
                  <c:v>7.8490403528939446E-6</c:v>
                </c:pt>
                <c:pt idx="5720">
                  <c:v>0</c:v>
                </c:pt>
                <c:pt idx="5721">
                  <c:v>0</c:v>
                </c:pt>
                <c:pt idx="5722">
                  <c:v>0</c:v>
                </c:pt>
                <c:pt idx="5723">
                  <c:v>0</c:v>
                </c:pt>
                <c:pt idx="5724">
                  <c:v>0</c:v>
                </c:pt>
                <c:pt idx="5725">
                  <c:v>0</c:v>
                </c:pt>
                <c:pt idx="5726">
                  <c:v>3.0835422313722572E-5</c:v>
                </c:pt>
                <c:pt idx="5727">
                  <c:v>3.5212786332958776E-5</c:v>
                </c:pt>
                <c:pt idx="5728">
                  <c:v>1.183510974426748E-5</c:v>
                </c:pt>
                <c:pt idx="5729">
                  <c:v>1.1734610379693632E-6</c:v>
                </c:pt>
                <c:pt idx="5730">
                  <c:v>8.0086656238417047E-6</c:v>
                </c:pt>
                <c:pt idx="5731">
                  <c:v>2.2155448978534452E-4</c:v>
                </c:pt>
                <c:pt idx="5732">
                  <c:v>1.3028638984044067E-5</c:v>
                </c:pt>
                <c:pt idx="5733">
                  <c:v>5.3013769006764812E-7</c:v>
                </c:pt>
                <c:pt idx="5734">
                  <c:v>9.0522918971836487E-7</c:v>
                </c:pt>
                <c:pt idx="5735">
                  <c:v>4.1729841303308972E-6</c:v>
                </c:pt>
                <c:pt idx="5736">
                  <c:v>2.2862213306803575E-6</c:v>
                </c:pt>
                <c:pt idx="5737">
                  <c:v>1.1383656135979636E-5</c:v>
                </c:pt>
                <c:pt idx="5738">
                  <c:v>4.6116364869727422E-7</c:v>
                </c:pt>
                <c:pt idx="5739">
                  <c:v>2.0716841242165378E-5</c:v>
                </c:pt>
                <c:pt idx="5740">
                  <c:v>0</c:v>
                </c:pt>
                <c:pt idx="5741">
                  <c:v>2.0288807350154561E-5</c:v>
                </c:pt>
                <c:pt idx="5742">
                  <c:v>0</c:v>
                </c:pt>
                <c:pt idx="5743">
                  <c:v>3.4299269124500597E-6</c:v>
                </c:pt>
                <c:pt idx="5744">
                  <c:v>2.7709953601991165E-7</c:v>
                </c:pt>
                <c:pt idx="5745">
                  <c:v>0</c:v>
                </c:pt>
                <c:pt idx="5746">
                  <c:v>3.2836637208913674E-5</c:v>
                </c:pt>
                <c:pt idx="5747">
                  <c:v>1.4152139581505267E-6</c:v>
                </c:pt>
                <c:pt idx="5748">
                  <c:v>0</c:v>
                </c:pt>
                <c:pt idx="5749">
                  <c:v>6.9857451681143217E-6</c:v>
                </c:pt>
                <c:pt idx="5750">
                  <c:v>1.5863589569806661E-5</c:v>
                </c:pt>
                <c:pt idx="5751">
                  <c:v>4.0939371102973785E-7</c:v>
                </c:pt>
                <c:pt idx="5752">
                  <c:v>2.5402430982408014E-5</c:v>
                </c:pt>
                <c:pt idx="5753">
                  <c:v>1.1431093903972371E-4</c:v>
                </c:pt>
                <c:pt idx="5754">
                  <c:v>1.9671174893365388E-4</c:v>
                </c:pt>
                <c:pt idx="5755">
                  <c:v>0</c:v>
                </c:pt>
                <c:pt idx="5756">
                  <c:v>6.7196721902508653E-6</c:v>
                </c:pt>
                <c:pt idx="5757">
                  <c:v>4.3089427240688747E-6</c:v>
                </c:pt>
                <c:pt idx="5758">
                  <c:v>1.1454951747012086E-4</c:v>
                </c:pt>
                <c:pt idx="5759">
                  <c:v>6.3434700085391565E-7</c:v>
                </c:pt>
                <c:pt idx="5760">
                  <c:v>0</c:v>
                </c:pt>
                <c:pt idx="5761">
                  <c:v>3.571807226296399E-5</c:v>
                </c:pt>
                <c:pt idx="5762">
                  <c:v>0</c:v>
                </c:pt>
                <c:pt idx="5763">
                  <c:v>1.8102477102888177E-7</c:v>
                </c:pt>
                <c:pt idx="5764">
                  <c:v>0</c:v>
                </c:pt>
                <c:pt idx="5765">
                  <c:v>0</c:v>
                </c:pt>
                <c:pt idx="5766">
                  <c:v>2.0932106262046291E-6</c:v>
                </c:pt>
                <c:pt idx="5767">
                  <c:v>1.3587674502238883E-4</c:v>
                </c:pt>
                <c:pt idx="5768">
                  <c:v>1.2045147233686283E-5</c:v>
                </c:pt>
                <c:pt idx="5769">
                  <c:v>1.0027275387792694E-6</c:v>
                </c:pt>
                <c:pt idx="5770">
                  <c:v>6.9173864584566531E-6</c:v>
                </c:pt>
                <c:pt idx="5771">
                  <c:v>1.2023927713512083E-5</c:v>
                </c:pt>
                <c:pt idx="5772">
                  <c:v>2.1706518062142896E-5</c:v>
                </c:pt>
                <c:pt idx="5773">
                  <c:v>1.4711087739526944E-7</c:v>
                </c:pt>
                <c:pt idx="5774">
                  <c:v>5.1710374396583537E-5</c:v>
                </c:pt>
                <c:pt idx="5775">
                  <c:v>3.1780062590757329E-5</c:v>
                </c:pt>
                <c:pt idx="5776">
                  <c:v>1.1764564078066888E-6</c:v>
                </c:pt>
                <c:pt idx="5777">
                  <c:v>1.13914701867264E-6</c:v>
                </c:pt>
                <c:pt idx="5778">
                  <c:v>1.5427379553521457E-6</c:v>
                </c:pt>
                <c:pt idx="5779">
                  <c:v>4.1778695852537936E-5</c:v>
                </c:pt>
                <c:pt idx="5780">
                  <c:v>2.3766251703850704E-5</c:v>
                </c:pt>
                <c:pt idx="5781">
                  <c:v>0</c:v>
                </c:pt>
                <c:pt idx="5782">
                  <c:v>0</c:v>
                </c:pt>
                <c:pt idx="5783">
                  <c:v>6.5508154756179524E-6</c:v>
                </c:pt>
                <c:pt idx="5784">
                  <c:v>6.5957213434223986E-6</c:v>
                </c:pt>
                <c:pt idx="5785">
                  <c:v>9.3103668067693593E-5</c:v>
                </c:pt>
                <c:pt idx="5786">
                  <c:v>3.1078069327082704E-7</c:v>
                </c:pt>
                <c:pt idx="5787">
                  <c:v>9.7945544093768868E-6</c:v>
                </c:pt>
                <c:pt idx="5788">
                  <c:v>6.5944716217224814E-5</c:v>
                </c:pt>
                <c:pt idx="5789">
                  <c:v>3.6427953822357355E-5</c:v>
                </c:pt>
                <c:pt idx="5790">
                  <c:v>0</c:v>
                </c:pt>
                <c:pt idx="5791">
                  <c:v>4.042827212054356E-7</c:v>
                </c:pt>
                <c:pt idx="5792">
                  <c:v>9.3345803235315726E-5</c:v>
                </c:pt>
                <c:pt idx="5793">
                  <c:v>0</c:v>
                </c:pt>
                <c:pt idx="5794">
                  <c:v>0</c:v>
                </c:pt>
                <c:pt idx="5795">
                  <c:v>1.8008222176241876E-5</c:v>
                </c:pt>
                <c:pt idx="5796">
                  <c:v>0</c:v>
                </c:pt>
                <c:pt idx="5797">
                  <c:v>5.339058330586167E-5</c:v>
                </c:pt>
                <c:pt idx="5798">
                  <c:v>0</c:v>
                </c:pt>
                <c:pt idx="5799">
                  <c:v>9.8695846555147778E-7</c:v>
                </c:pt>
                <c:pt idx="5800">
                  <c:v>0</c:v>
                </c:pt>
                <c:pt idx="5801">
                  <c:v>4.5473762416855191E-5</c:v>
                </c:pt>
                <c:pt idx="5802">
                  <c:v>4.9702725150755103E-5</c:v>
                </c:pt>
                <c:pt idx="5803">
                  <c:v>0</c:v>
                </c:pt>
                <c:pt idx="5804">
                  <c:v>0</c:v>
                </c:pt>
                <c:pt idx="5805">
                  <c:v>2.3789367964730414E-5</c:v>
                </c:pt>
                <c:pt idx="5806">
                  <c:v>3.6669107976041205E-6</c:v>
                </c:pt>
                <c:pt idx="5807">
                  <c:v>5.3224141105997804E-6</c:v>
                </c:pt>
                <c:pt idx="5808">
                  <c:v>3.1563976415470556E-6</c:v>
                </c:pt>
                <c:pt idx="5809">
                  <c:v>2.3655966524034917E-4</c:v>
                </c:pt>
                <c:pt idx="5810">
                  <c:v>1.218142836555902E-6</c:v>
                </c:pt>
                <c:pt idx="5811">
                  <c:v>2.0095987989890769E-5</c:v>
                </c:pt>
                <c:pt idx="5812">
                  <c:v>3.1968283309517306E-6</c:v>
                </c:pt>
                <c:pt idx="5813">
                  <c:v>3.0567063798999592E-6</c:v>
                </c:pt>
                <c:pt idx="5814">
                  <c:v>0</c:v>
                </c:pt>
                <c:pt idx="5815">
                  <c:v>4.5301406509350113E-5</c:v>
                </c:pt>
                <c:pt idx="5816">
                  <c:v>5.8443067153169225E-6</c:v>
                </c:pt>
                <c:pt idx="5817">
                  <c:v>0</c:v>
                </c:pt>
                <c:pt idx="5818">
                  <c:v>1.0607904499736242E-5</c:v>
                </c:pt>
                <c:pt idx="5819">
                  <c:v>4.7080186329452499E-7</c:v>
                </c:pt>
                <c:pt idx="5820">
                  <c:v>1.002727538779271E-7</c:v>
                </c:pt>
                <c:pt idx="5821">
                  <c:v>0</c:v>
                </c:pt>
                <c:pt idx="5822">
                  <c:v>4.8335063918766504E-5</c:v>
                </c:pt>
                <c:pt idx="5823">
                  <c:v>5.0693496677232773E-5</c:v>
                </c:pt>
                <c:pt idx="5824">
                  <c:v>0</c:v>
                </c:pt>
                <c:pt idx="5825">
                  <c:v>7.3229500985129528E-7</c:v>
                </c:pt>
                <c:pt idx="5826">
                  <c:v>6.6422348203973984E-6</c:v>
                </c:pt>
                <c:pt idx="5827">
                  <c:v>1.0180672385872531E-5</c:v>
                </c:pt>
                <c:pt idx="5828">
                  <c:v>3.9830591433712867E-7</c:v>
                </c:pt>
                <c:pt idx="5829">
                  <c:v>0</c:v>
                </c:pt>
                <c:pt idx="5830">
                  <c:v>1.3768460111976989E-5</c:v>
                </c:pt>
                <c:pt idx="5831">
                  <c:v>4.5429086704753522E-7</c:v>
                </c:pt>
                <c:pt idx="5832">
                  <c:v>3.4250468740325589E-6</c:v>
                </c:pt>
                <c:pt idx="5833">
                  <c:v>4.9228240607296982E-5</c:v>
                </c:pt>
                <c:pt idx="5834">
                  <c:v>4.0288441111204404E-6</c:v>
                </c:pt>
                <c:pt idx="5835">
                  <c:v>7.878994291351777E-6</c:v>
                </c:pt>
                <c:pt idx="5836">
                  <c:v>5.3478802068227498E-7</c:v>
                </c:pt>
                <c:pt idx="5837">
                  <c:v>1.5915664805024641E-6</c:v>
                </c:pt>
                <c:pt idx="5838">
                  <c:v>2.8708228105768676E-5</c:v>
                </c:pt>
                <c:pt idx="5839">
                  <c:v>6.4445913697441519E-7</c:v>
                </c:pt>
                <c:pt idx="5840">
                  <c:v>1.0229166838553604E-6</c:v>
                </c:pt>
                <c:pt idx="5841">
                  <c:v>0</c:v>
                </c:pt>
                <c:pt idx="5842">
                  <c:v>1.7973418147930334E-7</c:v>
                </c:pt>
                <c:pt idx="5843">
                  <c:v>4.4159246948621839E-5</c:v>
                </c:pt>
                <c:pt idx="5844">
                  <c:v>5.4223070778649264E-5</c:v>
                </c:pt>
                <c:pt idx="5845">
                  <c:v>4.0067736019235618E-5</c:v>
                </c:pt>
                <c:pt idx="5846">
                  <c:v>0</c:v>
                </c:pt>
                <c:pt idx="5847">
                  <c:v>4.3188927591982514E-6</c:v>
                </c:pt>
                <c:pt idx="5848">
                  <c:v>2.9044490449735496E-5</c:v>
                </c:pt>
                <c:pt idx="5849">
                  <c:v>1.6041110285685328E-6</c:v>
                </c:pt>
                <c:pt idx="5850">
                  <c:v>0</c:v>
                </c:pt>
                <c:pt idx="5851">
                  <c:v>0</c:v>
                </c:pt>
                <c:pt idx="5852">
                  <c:v>0</c:v>
                </c:pt>
                <c:pt idx="5853">
                  <c:v>0</c:v>
                </c:pt>
                <c:pt idx="5854">
                  <c:v>2.7258331368737414E-5</c:v>
                </c:pt>
                <c:pt idx="5855">
                  <c:v>0</c:v>
                </c:pt>
                <c:pt idx="5856">
                  <c:v>3.0584866734671919E-6</c:v>
                </c:pt>
                <c:pt idx="5857">
                  <c:v>2.8347154702227453E-6</c:v>
                </c:pt>
                <c:pt idx="5858">
                  <c:v>1.3586938968303335E-5</c:v>
                </c:pt>
                <c:pt idx="5859">
                  <c:v>4.6620574253118145E-5</c:v>
                </c:pt>
                <c:pt idx="5860">
                  <c:v>6.9504538495922924E-7</c:v>
                </c:pt>
                <c:pt idx="5861">
                  <c:v>2.035757116537229E-5</c:v>
                </c:pt>
                <c:pt idx="5862">
                  <c:v>1.0113470801162087E-5</c:v>
                </c:pt>
                <c:pt idx="5863">
                  <c:v>5.1084205428111534E-5</c:v>
                </c:pt>
                <c:pt idx="5864">
                  <c:v>1.4599437370408681E-5</c:v>
                </c:pt>
                <c:pt idx="5865">
                  <c:v>7.0384661826967913E-5</c:v>
                </c:pt>
                <c:pt idx="5866">
                  <c:v>2.1113937663614677E-5</c:v>
                </c:pt>
                <c:pt idx="5867">
                  <c:v>0</c:v>
                </c:pt>
                <c:pt idx="5868">
                  <c:v>5.3484057068377279E-6</c:v>
                </c:pt>
                <c:pt idx="5869">
                  <c:v>0</c:v>
                </c:pt>
                <c:pt idx="5870">
                  <c:v>1.0733421541862634E-6</c:v>
                </c:pt>
                <c:pt idx="5871">
                  <c:v>1.9563885402807812E-6</c:v>
                </c:pt>
                <c:pt idx="5872">
                  <c:v>9.8039972789097052E-5</c:v>
                </c:pt>
                <c:pt idx="5873">
                  <c:v>3.8458860031303054E-5</c:v>
                </c:pt>
                <c:pt idx="5874">
                  <c:v>1.5123342359290597E-4</c:v>
                </c:pt>
                <c:pt idx="5875">
                  <c:v>7.3091217354714492E-7</c:v>
                </c:pt>
                <c:pt idx="5876">
                  <c:v>0</c:v>
                </c:pt>
                <c:pt idx="5877">
                  <c:v>0</c:v>
                </c:pt>
                <c:pt idx="5878">
                  <c:v>0</c:v>
                </c:pt>
                <c:pt idx="5879">
                  <c:v>7.6821867890347385E-8</c:v>
                </c:pt>
                <c:pt idx="5880">
                  <c:v>0</c:v>
                </c:pt>
                <c:pt idx="5881">
                  <c:v>0</c:v>
                </c:pt>
                <c:pt idx="5882">
                  <c:v>3.5899269501513204E-5</c:v>
                </c:pt>
                <c:pt idx="5883">
                  <c:v>1.7637632603991208E-5</c:v>
                </c:pt>
                <c:pt idx="5884">
                  <c:v>4.8824703608592863E-5</c:v>
                </c:pt>
                <c:pt idx="5885">
                  <c:v>0</c:v>
                </c:pt>
                <c:pt idx="5886">
                  <c:v>0</c:v>
                </c:pt>
                <c:pt idx="5887">
                  <c:v>0</c:v>
                </c:pt>
                <c:pt idx="5888">
                  <c:v>1.8914402257029632E-5</c:v>
                </c:pt>
                <c:pt idx="5889">
                  <c:v>0</c:v>
                </c:pt>
                <c:pt idx="5890">
                  <c:v>0</c:v>
                </c:pt>
                <c:pt idx="5891">
                  <c:v>1.2620887705084587E-5</c:v>
                </c:pt>
                <c:pt idx="5892">
                  <c:v>3.38699079995051E-6</c:v>
                </c:pt>
                <c:pt idx="5893">
                  <c:v>7.8344868489120163E-6</c:v>
                </c:pt>
                <c:pt idx="5894">
                  <c:v>2.3555880445883312E-4</c:v>
                </c:pt>
                <c:pt idx="5895">
                  <c:v>4.3114928968894934E-7</c:v>
                </c:pt>
                <c:pt idx="5896">
                  <c:v>7.4421184518774005E-8</c:v>
                </c:pt>
                <c:pt idx="5897">
                  <c:v>2.0979296062553287E-7</c:v>
                </c:pt>
                <c:pt idx="5898">
                  <c:v>5.908353772481432E-7</c:v>
                </c:pt>
                <c:pt idx="5899">
                  <c:v>3.3963501658964925E-5</c:v>
                </c:pt>
                <c:pt idx="5900">
                  <c:v>7.3588994713153591E-6</c:v>
                </c:pt>
                <c:pt idx="5901">
                  <c:v>2.3228919766520496E-5</c:v>
                </c:pt>
                <c:pt idx="5902">
                  <c:v>6.1916260137546563E-5</c:v>
                </c:pt>
                <c:pt idx="5903">
                  <c:v>1.0579782240397597E-5</c:v>
                </c:pt>
                <c:pt idx="5904">
                  <c:v>0</c:v>
                </c:pt>
                <c:pt idx="5905">
                  <c:v>4.6398090472155719E-5</c:v>
                </c:pt>
                <c:pt idx="5906">
                  <c:v>0</c:v>
                </c:pt>
                <c:pt idx="5907">
                  <c:v>1.1516533142695195E-5</c:v>
                </c:pt>
                <c:pt idx="5908">
                  <c:v>0</c:v>
                </c:pt>
                <c:pt idx="5909">
                  <c:v>7.1146571113206505E-7</c:v>
                </c:pt>
                <c:pt idx="5910">
                  <c:v>2.0132369035897391E-5</c:v>
                </c:pt>
                <c:pt idx="5911">
                  <c:v>8.0359184127125591E-7</c:v>
                </c:pt>
                <c:pt idx="5912">
                  <c:v>6.2940730357841832E-6</c:v>
                </c:pt>
                <c:pt idx="5913">
                  <c:v>4.2034103977983658E-5</c:v>
                </c:pt>
                <c:pt idx="5914">
                  <c:v>2.7524078716830359E-6</c:v>
                </c:pt>
                <c:pt idx="5915">
                  <c:v>7.8424386996621337E-6</c:v>
                </c:pt>
                <c:pt idx="5916">
                  <c:v>1.2558253512677615E-4</c:v>
                </c:pt>
                <c:pt idx="5917">
                  <c:v>1.2927742313867964E-5</c:v>
                </c:pt>
                <c:pt idx="5918">
                  <c:v>0</c:v>
                </c:pt>
                <c:pt idx="5919">
                  <c:v>0</c:v>
                </c:pt>
                <c:pt idx="5920">
                  <c:v>1.0470089315614759E-6</c:v>
                </c:pt>
                <c:pt idx="5921">
                  <c:v>2.0708551094600985E-3</c:v>
                </c:pt>
                <c:pt idx="5922">
                  <c:v>0</c:v>
                </c:pt>
                <c:pt idx="5923">
                  <c:v>0</c:v>
                </c:pt>
                <c:pt idx="5924">
                  <c:v>3.7511525668476621E-6</c:v>
                </c:pt>
                <c:pt idx="5925">
                  <c:v>0</c:v>
                </c:pt>
                <c:pt idx="5926">
                  <c:v>1.8932747786221353E-5</c:v>
                </c:pt>
                <c:pt idx="5927">
                  <c:v>1.0790545776835264E-5</c:v>
                </c:pt>
                <c:pt idx="5928">
                  <c:v>1.219911234149792E-4</c:v>
                </c:pt>
                <c:pt idx="5929">
                  <c:v>1.1376483160649721E-5</c:v>
                </c:pt>
                <c:pt idx="5930">
                  <c:v>3.6054683503346077E-2</c:v>
                </c:pt>
                <c:pt idx="5931">
                  <c:v>5.4829746762055883E-6</c:v>
                </c:pt>
                <c:pt idx="5932">
                  <c:v>3.7029782773189763E-6</c:v>
                </c:pt>
                <c:pt idx="5933">
                  <c:v>0</c:v>
                </c:pt>
                <c:pt idx="5934">
                  <c:v>0</c:v>
                </c:pt>
                <c:pt idx="5935">
                  <c:v>1.4740338466205426E-6</c:v>
                </c:pt>
                <c:pt idx="5936">
                  <c:v>0</c:v>
                </c:pt>
                <c:pt idx="5937">
                  <c:v>3.8023658340021995E-6</c:v>
                </c:pt>
                <c:pt idx="5938">
                  <c:v>1.125049086626638E-5</c:v>
                </c:pt>
                <c:pt idx="5939">
                  <c:v>2.5531960067409341E-6</c:v>
                </c:pt>
                <c:pt idx="5940">
                  <c:v>0</c:v>
                </c:pt>
                <c:pt idx="5941">
                  <c:v>1.7731839884988153E-5</c:v>
                </c:pt>
                <c:pt idx="5942">
                  <c:v>4.4938577289288727E-6</c:v>
                </c:pt>
                <c:pt idx="5943">
                  <c:v>4.2539014681966973E-7</c:v>
                </c:pt>
                <c:pt idx="5944">
                  <c:v>0</c:v>
                </c:pt>
                <c:pt idx="5945">
                  <c:v>0</c:v>
                </c:pt>
                <c:pt idx="5946">
                  <c:v>1.1474499076484441E-5</c:v>
                </c:pt>
                <c:pt idx="5947">
                  <c:v>0</c:v>
                </c:pt>
                <c:pt idx="5948">
                  <c:v>1.8823363031936133E-5</c:v>
                </c:pt>
                <c:pt idx="5949">
                  <c:v>2.6116130944782648E-6</c:v>
                </c:pt>
                <c:pt idx="5950">
                  <c:v>0</c:v>
                </c:pt>
                <c:pt idx="5951">
                  <c:v>1.6320110321499796E-7</c:v>
                </c:pt>
                <c:pt idx="5952">
                  <c:v>5.8609366709003523E-6</c:v>
                </c:pt>
                <c:pt idx="5953">
                  <c:v>0</c:v>
                </c:pt>
                <c:pt idx="5954">
                  <c:v>1.4504480606638639E-5</c:v>
                </c:pt>
                <c:pt idx="5955">
                  <c:v>0</c:v>
                </c:pt>
                <c:pt idx="5956">
                  <c:v>2.1921855654765598E-6</c:v>
                </c:pt>
                <c:pt idx="5957">
                  <c:v>1.1551711220940469E-5</c:v>
                </c:pt>
                <c:pt idx="5958">
                  <c:v>0</c:v>
                </c:pt>
                <c:pt idx="5959">
                  <c:v>0</c:v>
                </c:pt>
                <c:pt idx="5960">
                  <c:v>2.0641195272812717E-7</c:v>
                </c:pt>
                <c:pt idx="5961">
                  <c:v>2.3507273187622009E-6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1.5769015912253625E-6</c:v>
                </c:pt>
                <c:pt idx="5966">
                  <c:v>1.714723572041259E-5</c:v>
                </c:pt>
                <c:pt idx="5967">
                  <c:v>2.1939149821121957E-5</c:v>
                </c:pt>
                <c:pt idx="5968">
                  <c:v>5.1666771791564024E-6</c:v>
                </c:pt>
                <c:pt idx="5969">
                  <c:v>1.0861273470891941E-6</c:v>
                </c:pt>
                <c:pt idx="5970">
                  <c:v>5.3163540240628836E-5</c:v>
                </c:pt>
                <c:pt idx="5971">
                  <c:v>0</c:v>
                </c:pt>
                <c:pt idx="5972">
                  <c:v>1.8241059782719035E-5</c:v>
                </c:pt>
                <c:pt idx="5973">
                  <c:v>0</c:v>
                </c:pt>
                <c:pt idx="5974">
                  <c:v>5.3460044157996908E-8</c:v>
                </c:pt>
                <c:pt idx="5975">
                  <c:v>0</c:v>
                </c:pt>
                <c:pt idx="5976">
                  <c:v>0</c:v>
                </c:pt>
                <c:pt idx="5977">
                  <c:v>2.1487972092471771E-5</c:v>
                </c:pt>
                <c:pt idx="5978">
                  <c:v>0</c:v>
                </c:pt>
                <c:pt idx="5979">
                  <c:v>1.1618699354840841E-5</c:v>
                </c:pt>
                <c:pt idx="5980">
                  <c:v>2.7342007221675332E-5</c:v>
                </c:pt>
                <c:pt idx="5981">
                  <c:v>2.4736127896645015E-5</c:v>
                </c:pt>
                <c:pt idx="5982">
                  <c:v>2.2528990669108936E-6</c:v>
                </c:pt>
                <c:pt idx="5983">
                  <c:v>3.9388890761101002E-6</c:v>
                </c:pt>
                <c:pt idx="5984">
                  <c:v>1.2898239162444859E-4</c:v>
                </c:pt>
                <c:pt idx="5985">
                  <c:v>6.5437804192846447E-5</c:v>
                </c:pt>
                <c:pt idx="5986">
                  <c:v>5.1470946117072443E-5</c:v>
                </c:pt>
                <c:pt idx="5987">
                  <c:v>2.5721757762900242E-4</c:v>
                </c:pt>
                <c:pt idx="5988">
                  <c:v>7.6049444036512837E-6</c:v>
                </c:pt>
                <c:pt idx="5989">
                  <c:v>2.230275890983028E-5</c:v>
                </c:pt>
                <c:pt idx="5990">
                  <c:v>6.2133646731605182E-5</c:v>
                </c:pt>
                <c:pt idx="5991">
                  <c:v>0</c:v>
                </c:pt>
                <c:pt idx="5992">
                  <c:v>2.3137472568054481E-5</c:v>
                </c:pt>
                <c:pt idx="5993">
                  <c:v>2.6529637529928059E-5</c:v>
                </c:pt>
                <c:pt idx="5994">
                  <c:v>9.4570004810364723E-5</c:v>
                </c:pt>
                <c:pt idx="5995">
                  <c:v>3.5191256672419276E-5</c:v>
                </c:pt>
                <c:pt idx="5996">
                  <c:v>7.2274963210040177E-5</c:v>
                </c:pt>
                <c:pt idx="5997">
                  <c:v>1.2145748151991164E-5</c:v>
                </c:pt>
                <c:pt idx="5998">
                  <c:v>4.7630036310063534E-5</c:v>
                </c:pt>
                <c:pt idx="5999">
                  <c:v>0</c:v>
                </c:pt>
                <c:pt idx="6000">
                  <c:v>1.737483867120791E-5</c:v>
                </c:pt>
                <c:pt idx="6001">
                  <c:v>2.8613648283501698E-5</c:v>
                </c:pt>
                <c:pt idx="6002">
                  <c:v>2.1431876025150294E-5</c:v>
                </c:pt>
                <c:pt idx="6003">
                  <c:v>3.0182516549842491E-5</c:v>
                </c:pt>
                <c:pt idx="6004">
                  <c:v>5.2459925220335195E-5</c:v>
                </c:pt>
                <c:pt idx="6005">
                  <c:v>1.8648735542839769E-5</c:v>
                </c:pt>
                <c:pt idx="6006">
                  <c:v>1.1654439803455323E-4</c:v>
                </c:pt>
                <c:pt idx="6007">
                  <c:v>2.1389686075995811E-5</c:v>
                </c:pt>
                <c:pt idx="6008">
                  <c:v>1.7181115601835745E-5</c:v>
                </c:pt>
                <c:pt idx="6009">
                  <c:v>1.9773570031821315E-6</c:v>
                </c:pt>
                <c:pt idx="6010">
                  <c:v>0</c:v>
                </c:pt>
                <c:pt idx="6011">
                  <c:v>1.0718894933658229E-4</c:v>
                </c:pt>
                <c:pt idx="6012">
                  <c:v>2.4789139934293651E-5</c:v>
                </c:pt>
                <c:pt idx="6013">
                  <c:v>8.9722451136116297E-6</c:v>
                </c:pt>
                <c:pt idx="6014">
                  <c:v>5.4851586396535591E-5</c:v>
                </c:pt>
                <c:pt idx="6015">
                  <c:v>1.6872375218940336E-4</c:v>
                </c:pt>
                <c:pt idx="6016">
                  <c:v>2.3533321983274339E-5</c:v>
                </c:pt>
                <c:pt idx="6017">
                  <c:v>5.5338091692890705E-5</c:v>
                </c:pt>
                <c:pt idx="6018">
                  <c:v>0</c:v>
                </c:pt>
                <c:pt idx="6019">
                  <c:v>9.5939477554721568E-6</c:v>
                </c:pt>
                <c:pt idx="6020">
                  <c:v>2.3677592860525708E-5</c:v>
                </c:pt>
                <c:pt idx="6021">
                  <c:v>0</c:v>
                </c:pt>
                <c:pt idx="6022">
                  <c:v>1.7398475342831081E-5</c:v>
                </c:pt>
                <c:pt idx="6023">
                  <c:v>1.6303908742134114E-5</c:v>
                </c:pt>
                <c:pt idx="6024">
                  <c:v>2.5407285074459555E-6</c:v>
                </c:pt>
                <c:pt idx="6025">
                  <c:v>3.3587272255263095E-5</c:v>
                </c:pt>
                <c:pt idx="6026">
                  <c:v>1.0902330893737433E-7</c:v>
                </c:pt>
                <c:pt idx="6027">
                  <c:v>0</c:v>
                </c:pt>
                <c:pt idx="6028">
                  <c:v>2.0685770730354347E-5</c:v>
                </c:pt>
                <c:pt idx="6029">
                  <c:v>1.2042899497086684E-5</c:v>
                </c:pt>
                <c:pt idx="6030">
                  <c:v>5.0655547871654559E-6</c:v>
                </c:pt>
                <c:pt idx="6031">
                  <c:v>0</c:v>
                </c:pt>
                <c:pt idx="6032">
                  <c:v>0</c:v>
                </c:pt>
                <c:pt idx="6033">
                  <c:v>1.2738886296629211E-5</c:v>
                </c:pt>
                <c:pt idx="6034">
                  <c:v>0</c:v>
                </c:pt>
                <c:pt idx="6035">
                  <c:v>3.6208924112315495E-5</c:v>
                </c:pt>
                <c:pt idx="6036">
                  <c:v>7.0852443141423159E-7</c:v>
                </c:pt>
                <c:pt idx="6037">
                  <c:v>0</c:v>
                </c:pt>
                <c:pt idx="6038">
                  <c:v>4.7087130435324791E-6</c:v>
                </c:pt>
                <c:pt idx="6039">
                  <c:v>0</c:v>
                </c:pt>
                <c:pt idx="6040">
                  <c:v>0</c:v>
                </c:pt>
                <c:pt idx="6041">
                  <c:v>9.6940812136367816E-7</c:v>
                </c:pt>
                <c:pt idx="6042">
                  <c:v>4.8818377068559814E-7</c:v>
                </c:pt>
                <c:pt idx="6043">
                  <c:v>0</c:v>
                </c:pt>
                <c:pt idx="6044">
                  <c:v>3.3585756234146902E-5</c:v>
                </c:pt>
                <c:pt idx="6045">
                  <c:v>0</c:v>
                </c:pt>
                <c:pt idx="6046">
                  <c:v>2.026860766853031E-6</c:v>
                </c:pt>
                <c:pt idx="6047">
                  <c:v>0</c:v>
                </c:pt>
                <c:pt idx="6048">
                  <c:v>1.8655128691145248E-5</c:v>
                </c:pt>
                <c:pt idx="6049">
                  <c:v>7.3987663055557848E-7</c:v>
                </c:pt>
                <c:pt idx="6050">
                  <c:v>1.5912289907144365E-5</c:v>
                </c:pt>
                <c:pt idx="6051">
                  <c:v>1.4534676041516286E-3</c:v>
                </c:pt>
                <c:pt idx="6052">
                  <c:v>1.0326247909072121E-6</c:v>
                </c:pt>
                <c:pt idx="6053">
                  <c:v>1.0093040523540998E-5</c:v>
                </c:pt>
                <c:pt idx="6054">
                  <c:v>2.2115060997699256E-5</c:v>
                </c:pt>
                <c:pt idx="6055">
                  <c:v>6.5651774072640652E-6</c:v>
                </c:pt>
                <c:pt idx="6056">
                  <c:v>1.02575437989986E-5</c:v>
                </c:pt>
                <c:pt idx="6057">
                  <c:v>2.2632328299871798E-5</c:v>
                </c:pt>
                <c:pt idx="6058">
                  <c:v>8.4563612065511111E-6</c:v>
                </c:pt>
                <c:pt idx="6059">
                  <c:v>7.3326682615939845E-7</c:v>
                </c:pt>
                <c:pt idx="6060">
                  <c:v>3.790147725676536E-5</c:v>
                </c:pt>
                <c:pt idx="6061">
                  <c:v>5.9157120525712662E-6</c:v>
                </c:pt>
                <c:pt idx="6062">
                  <c:v>3.6288090590530969E-7</c:v>
                </c:pt>
                <c:pt idx="6063">
                  <c:v>0</c:v>
                </c:pt>
                <c:pt idx="6064">
                  <c:v>1.0584346242670072E-6</c:v>
                </c:pt>
                <c:pt idx="6065">
                  <c:v>1.8321388622449315E-5</c:v>
                </c:pt>
                <c:pt idx="6066">
                  <c:v>3.2600926422120942E-6</c:v>
                </c:pt>
                <c:pt idx="6067">
                  <c:v>7.2429775772978924E-6</c:v>
                </c:pt>
                <c:pt idx="6068">
                  <c:v>1.8044340303255376E-7</c:v>
                </c:pt>
                <c:pt idx="6069">
                  <c:v>0</c:v>
                </c:pt>
                <c:pt idx="6070">
                  <c:v>1.9509716577783634E-5</c:v>
                </c:pt>
                <c:pt idx="6071">
                  <c:v>1.4124065662966285E-6</c:v>
                </c:pt>
                <c:pt idx="6072">
                  <c:v>0</c:v>
                </c:pt>
                <c:pt idx="6073">
                  <c:v>2.4590710169109432E-5</c:v>
                </c:pt>
                <c:pt idx="6074">
                  <c:v>0</c:v>
                </c:pt>
                <c:pt idx="6075">
                  <c:v>0</c:v>
                </c:pt>
                <c:pt idx="6076">
                  <c:v>1.8616019530053436E-6</c:v>
                </c:pt>
                <c:pt idx="6077">
                  <c:v>4.7000573930961794E-5</c:v>
                </c:pt>
                <c:pt idx="6078">
                  <c:v>1.1145140936845579E-5</c:v>
                </c:pt>
                <c:pt idx="6079">
                  <c:v>0</c:v>
                </c:pt>
                <c:pt idx="6080">
                  <c:v>2.94191036784028E-7</c:v>
                </c:pt>
                <c:pt idx="6081">
                  <c:v>1.9313130311737082E-6</c:v>
                </c:pt>
                <c:pt idx="6082">
                  <c:v>2.9462458090277151E-5</c:v>
                </c:pt>
                <c:pt idx="6083">
                  <c:v>2.1931667309067078E-5</c:v>
                </c:pt>
                <c:pt idx="6084">
                  <c:v>7.3125312926087483E-5</c:v>
                </c:pt>
                <c:pt idx="6085">
                  <c:v>2.9104161371017834E-6</c:v>
                </c:pt>
                <c:pt idx="6086">
                  <c:v>0</c:v>
                </c:pt>
                <c:pt idx="6087">
                  <c:v>0</c:v>
                </c:pt>
                <c:pt idx="6088">
                  <c:v>0</c:v>
                </c:pt>
                <c:pt idx="6089">
                  <c:v>0</c:v>
                </c:pt>
                <c:pt idx="6090">
                  <c:v>5.3055985084131502E-6</c:v>
                </c:pt>
                <c:pt idx="6091">
                  <c:v>0</c:v>
                </c:pt>
                <c:pt idx="6092">
                  <c:v>9.194700165869764E-5</c:v>
                </c:pt>
                <c:pt idx="6093">
                  <c:v>1.5182873320119885E-5</c:v>
                </c:pt>
                <c:pt idx="6094">
                  <c:v>0</c:v>
                </c:pt>
                <c:pt idx="6095">
                  <c:v>1.3626784355521229E-6</c:v>
                </c:pt>
                <c:pt idx="6096">
                  <c:v>5.9188299246764951E-5</c:v>
                </c:pt>
                <c:pt idx="6097">
                  <c:v>2.4154610363682959E-7</c:v>
                </c:pt>
                <c:pt idx="6098">
                  <c:v>3.5628321129896158E-5</c:v>
                </c:pt>
                <c:pt idx="6099">
                  <c:v>0</c:v>
                </c:pt>
                <c:pt idx="6100">
                  <c:v>3.8029469201901031E-5</c:v>
                </c:pt>
                <c:pt idx="6101">
                  <c:v>3.3593421553082015E-7</c:v>
                </c:pt>
                <c:pt idx="6102">
                  <c:v>3.2480707907960255E-6</c:v>
                </c:pt>
                <c:pt idx="6103">
                  <c:v>3.0991606166568188E-5</c:v>
                </c:pt>
                <c:pt idx="6104">
                  <c:v>1.3311317545366736E-7</c:v>
                </c:pt>
                <c:pt idx="6105">
                  <c:v>7.5338772740671379E-6</c:v>
                </c:pt>
                <c:pt idx="6106">
                  <c:v>1.1098100966328107E-5</c:v>
                </c:pt>
                <c:pt idx="6107">
                  <c:v>1.7828054128941881E-5</c:v>
                </c:pt>
                <c:pt idx="6108">
                  <c:v>4.0250786594967312E-5</c:v>
                </c:pt>
                <c:pt idx="6109">
                  <c:v>4.2045403005365132E-7</c:v>
                </c:pt>
                <c:pt idx="6110">
                  <c:v>4.485867451723348E-5</c:v>
                </c:pt>
                <c:pt idx="6111">
                  <c:v>1.2102190816798069E-5</c:v>
                </c:pt>
                <c:pt idx="6112">
                  <c:v>1.9047687509516351E-5</c:v>
                </c:pt>
                <c:pt idx="6113">
                  <c:v>7.3216227046197085E-6</c:v>
                </c:pt>
                <c:pt idx="6114">
                  <c:v>7.5650479339930817E-7</c:v>
                </c:pt>
                <c:pt idx="6115">
                  <c:v>1.8390713742310709E-5</c:v>
                </c:pt>
                <c:pt idx="6116">
                  <c:v>9.7121308298401809E-6</c:v>
                </c:pt>
                <c:pt idx="6117">
                  <c:v>2.6990583292271654E-6</c:v>
                </c:pt>
                <c:pt idx="6118">
                  <c:v>3.5824550480039652E-5</c:v>
                </c:pt>
                <c:pt idx="6119">
                  <c:v>5.3508393478508134E-6</c:v>
                </c:pt>
                <c:pt idx="6120">
                  <c:v>1.2087566203675531E-5</c:v>
                </c:pt>
                <c:pt idx="6121">
                  <c:v>7.3169111925621147E-7</c:v>
                </c:pt>
                <c:pt idx="6122">
                  <c:v>6.288199140708205E-5</c:v>
                </c:pt>
                <c:pt idx="6123">
                  <c:v>9.4061070028187194E-6</c:v>
                </c:pt>
                <c:pt idx="6124">
                  <c:v>0</c:v>
                </c:pt>
                <c:pt idx="6125">
                  <c:v>1.4586263094711223E-5</c:v>
                </c:pt>
                <c:pt idx="6126">
                  <c:v>7.8064279537254943E-6</c:v>
                </c:pt>
                <c:pt idx="6127">
                  <c:v>3.8151311386600933E-5</c:v>
                </c:pt>
                <c:pt idx="6128">
                  <c:v>4.2925817495663692E-5</c:v>
                </c:pt>
                <c:pt idx="6129">
                  <c:v>0</c:v>
                </c:pt>
                <c:pt idx="6130">
                  <c:v>1.6165355201834107E-5</c:v>
                </c:pt>
                <c:pt idx="6131">
                  <c:v>6.8244011519532525E-6</c:v>
                </c:pt>
                <c:pt idx="6132">
                  <c:v>2.3926936561137866E-7</c:v>
                </c:pt>
                <c:pt idx="6133">
                  <c:v>2.5522189501175586E-5</c:v>
                </c:pt>
                <c:pt idx="6134">
                  <c:v>2.3384656085532621E-5</c:v>
                </c:pt>
                <c:pt idx="6135">
                  <c:v>1.8726972314360188E-6</c:v>
                </c:pt>
                <c:pt idx="6136">
                  <c:v>0</c:v>
                </c:pt>
                <c:pt idx="6137">
                  <c:v>2.1505283445680394E-5</c:v>
                </c:pt>
                <c:pt idx="6138">
                  <c:v>8.9003551176464768E-6</c:v>
                </c:pt>
                <c:pt idx="6139">
                  <c:v>1.0360704657289485E-5</c:v>
                </c:pt>
                <c:pt idx="6140">
                  <c:v>2.5750914211518573E-5</c:v>
                </c:pt>
                <c:pt idx="6141">
                  <c:v>1.2287418067364481E-5</c:v>
                </c:pt>
                <c:pt idx="6142">
                  <c:v>3.2878889242877934E-5</c:v>
                </c:pt>
                <c:pt idx="6143">
                  <c:v>7.7448543038003251E-6</c:v>
                </c:pt>
                <c:pt idx="6144">
                  <c:v>7.5563994435813839E-6</c:v>
                </c:pt>
                <c:pt idx="6145">
                  <c:v>1.6962179449253659E-5</c:v>
                </c:pt>
                <c:pt idx="6146">
                  <c:v>6.8118067751019653E-6</c:v>
                </c:pt>
                <c:pt idx="6147">
                  <c:v>1.6093624507945645E-6</c:v>
                </c:pt>
                <c:pt idx="6148">
                  <c:v>1.0364866129422121E-5</c:v>
                </c:pt>
                <c:pt idx="6149">
                  <c:v>2.4776331808361535E-6</c:v>
                </c:pt>
                <c:pt idx="6150">
                  <c:v>1.9415870814579528E-6</c:v>
                </c:pt>
                <c:pt idx="6151">
                  <c:v>0</c:v>
                </c:pt>
                <c:pt idx="6152">
                  <c:v>0</c:v>
                </c:pt>
                <c:pt idx="6153">
                  <c:v>1.6950039891107966E-6</c:v>
                </c:pt>
                <c:pt idx="6154">
                  <c:v>4.9431757587094436E-7</c:v>
                </c:pt>
                <c:pt idx="6155">
                  <c:v>0</c:v>
                </c:pt>
                <c:pt idx="6156">
                  <c:v>4.0627103329239883E-6</c:v>
                </c:pt>
                <c:pt idx="6157">
                  <c:v>4.440202246434399E-5</c:v>
                </c:pt>
                <c:pt idx="6158">
                  <c:v>1.0113077065812068E-5</c:v>
                </c:pt>
                <c:pt idx="6159">
                  <c:v>7.1961473761003361E-7</c:v>
                </c:pt>
                <c:pt idx="6160">
                  <c:v>1.0414847080590061E-6</c:v>
                </c:pt>
                <c:pt idx="6161">
                  <c:v>8.7711350620271204E-7</c:v>
                </c:pt>
                <c:pt idx="6162">
                  <c:v>1.7215407693449245E-5</c:v>
                </c:pt>
                <c:pt idx="6163">
                  <c:v>4.2611525708787212E-4</c:v>
                </c:pt>
                <c:pt idx="6164">
                  <c:v>2.0180278042520485E-4</c:v>
                </c:pt>
                <c:pt idx="6165">
                  <c:v>2.2412714903256126E-5</c:v>
                </c:pt>
                <c:pt idx="6166">
                  <c:v>2.2770234302690951E-5</c:v>
                </c:pt>
                <c:pt idx="6167">
                  <c:v>1.3013607860718697E-6</c:v>
                </c:pt>
                <c:pt idx="6168">
                  <c:v>3.7578902796425952E-6</c:v>
                </c:pt>
                <c:pt idx="6169">
                  <c:v>0</c:v>
                </c:pt>
                <c:pt idx="6170">
                  <c:v>6.9047857957755138E-5</c:v>
                </c:pt>
                <c:pt idx="6171">
                  <c:v>0</c:v>
                </c:pt>
                <c:pt idx="6172">
                  <c:v>2.6826725777133187E-5</c:v>
                </c:pt>
                <c:pt idx="6173">
                  <c:v>0</c:v>
                </c:pt>
                <c:pt idx="6174">
                  <c:v>1.5060729831467347E-7</c:v>
                </c:pt>
                <c:pt idx="6175">
                  <c:v>3.6812969495972158E-7</c:v>
                </c:pt>
                <c:pt idx="6176">
                  <c:v>2.5591221787249091E-5</c:v>
                </c:pt>
                <c:pt idx="6177">
                  <c:v>8.0924355216431871E-6</c:v>
                </c:pt>
                <c:pt idx="6178">
                  <c:v>0</c:v>
                </c:pt>
                <c:pt idx="6179">
                  <c:v>6.6696643760123669E-6</c:v>
                </c:pt>
                <c:pt idx="6180">
                  <c:v>1.4383400476876761E-5</c:v>
                </c:pt>
                <c:pt idx="6181">
                  <c:v>2.149712071341204E-7</c:v>
                </c:pt>
                <c:pt idx="6182">
                  <c:v>2.3666861163734211E-7</c:v>
                </c:pt>
                <c:pt idx="6183">
                  <c:v>9.8490921810695064E-6</c:v>
                </c:pt>
                <c:pt idx="6184">
                  <c:v>2.0899744243431312E-6</c:v>
                </c:pt>
                <c:pt idx="6185">
                  <c:v>1.531200857521444E-5</c:v>
                </c:pt>
                <c:pt idx="6186">
                  <c:v>1.5937353971768285E-5</c:v>
                </c:pt>
                <c:pt idx="6187">
                  <c:v>0</c:v>
                </c:pt>
                <c:pt idx="6188">
                  <c:v>0</c:v>
                </c:pt>
                <c:pt idx="6189">
                  <c:v>4.3492375692292634E-5</c:v>
                </c:pt>
                <c:pt idx="6190">
                  <c:v>0</c:v>
                </c:pt>
                <c:pt idx="6191">
                  <c:v>0</c:v>
                </c:pt>
                <c:pt idx="6192">
                  <c:v>0</c:v>
                </c:pt>
                <c:pt idx="6193">
                  <c:v>8.8229492383990106E-5</c:v>
                </c:pt>
                <c:pt idx="6194">
                  <c:v>8.8710804268007251E-5</c:v>
                </c:pt>
                <c:pt idx="6195">
                  <c:v>1.6167854865322742E-6</c:v>
                </c:pt>
                <c:pt idx="6196">
                  <c:v>0</c:v>
                </c:pt>
                <c:pt idx="6197">
                  <c:v>1.9627924338621885E-6</c:v>
                </c:pt>
                <c:pt idx="6198">
                  <c:v>1.8828975084379993E-6</c:v>
                </c:pt>
                <c:pt idx="6199">
                  <c:v>1.4277225836071051E-5</c:v>
                </c:pt>
                <c:pt idx="6200">
                  <c:v>0</c:v>
                </c:pt>
                <c:pt idx="6201">
                  <c:v>0</c:v>
                </c:pt>
                <c:pt idx="6202">
                  <c:v>0</c:v>
                </c:pt>
                <c:pt idx="6203">
                  <c:v>1.4596599970103641E-6</c:v>
                </c:pt>
                <c:pt idx="6204">
                  <c:v>2.2761502397634282E-5</c:v>
                </c:pt>
                <c:pt idx="6205">
                  <c:v>2.1964563903369215E-5</c:v>
                </c:pt>
                <c:pt idx="6206">
                  <c:v>1.0713022263290941E-5</c:v>
                </c:pt>
                <c:pt idx="6207">
                  <c:v>5.5540700847518411E-6</c:v>
                </c:pt>
                <c:pt idx="6208">
                  <c:v>9.5829487850029532E-6</c:v>
                </c:pt>
                <c:pt idx="6209">
                  <c:v>1.2079842108515487E-5</c:v>
                </c:pt>
                <c:pt idx="6210">
                  <c:v>6.8714594037029929E-6</c:v>
                </c:pt>
                <c:pt idx="6211">
                  <c:v>5.0114978600387133E-6</c:v>
                </c:pt>
                <c:pt idx="6212">
                  <c:v>1.3108183569504043E-5</c:v>
                </c:pt>
                <c:pt idx="6213">
                  <c:v>2.8399107060639861E-5</c:v>
                </c:pt>
                <c:pt idx="6214">
                  <c:v>2.8546992686418673E-5</c:v>
                </c:pt>
                <c:pt idx="6215">
                  <c:v>0</c:v>
                </c:pt>
                <c:pt idx="6216">
                  <c:v>4.9558327595431971E-6</c:v>
                </c:pt>
                <c:pt idx="6217">
                  <c:v>5.2609073805170981E-4</c:v>
                </c:pt>
                <c:pt idx="6218">
                  <c:v>1.6556189299388497E-5</c:v>
                </c:pt>
                <c:pt idx="6219">
                  <c:v>1.9262780726204946E-6</c:v>
                </c:pt>
                <c:pt idx="6220">
                  <c:v>0</c:v>
                </c:pt>
                <c:pt idx="6221">
                  <c:v>7.6559518281208193E-6</c:v>
                </c:pt>
                <c:pt idx="6222">
                  <c:v>9.1084413881144565E-7</c:v>
                </c:pt>
                <c:pt idx="6223">
                  <c:v>3.1885896630637779E-7</c:v>
                </c:pt>
                <c:pt idx="6224">
                  <c:v>0</c:v>
                </c:pt>
                <c:pt idx="6225">
                  <c:v>1.317085879169355E-5</c:v>
                </c:pt>
                <c:pt idx="6226">
                  <c:v>2.1587028655941003E-6</c:v>
                </c:pt>
                <c:pt idx="6227">
                  <c:v>1.4711832615294292E-6</c:v>
                </c:pt>
                <c:pt idx="6228">
                  <c:v>4.9073022157037058E-5</c:v>
                </c:pt>
                <c:pt idx="6229">
                  <c:v>1.1280227657781024E-4</c:v>
                </c:pt>
                <c:pt idx="6230">
                  <c:v>7.7063023707083203E-5</c:v>
                </c:pt>
                <c:pt idx="6231">
                  <c:v>5.0434969693726794E-7</c:v>
                </c:pt>
                <c:pt idx="6232">
                  <c:v>4.7529673633557048E-8</c:v>
                </c:pt>
                <c:pt idx="6233">
                  <c:v>1.9662510760691892E-6</c:v>
                </c:pt>
                <c:pt idx="6234">
                  <c:v>0</c:v>
                </c:pt>
                <c:pt idx="6235">
                  <c:v>5.2202033205972334E-7</c:v>
                </c:pt>
                <c:pt idx="6236">
                  <c:v>7.9079645169677804E-7</c:v>
                </c:pt>
                <c:pt idx="6237">
                  <c:v>3.9830548924502956E-5</c:v>
                </c:pt>
                <c:pt idx="6238">
                  <c:v>3.0669484247198283E-5</c:v>
                </c:pt>
                <c:pt idx="6239">
                  <c:v>4.2999019302785789E-5</c:v>
                </c:pt>
                <c:pt idx="6240">
                  <c:v>1.9549880161382752E-6</c:v>
                </c:pt>
                <c:pt idx="6241">
                  <c:v>5.7686625699511261E-6</c:v>
                </c:pt>
                <c:pt idx="6242">
                  <c:v>5.3330494208869432E-6</c:v>
                </c:pt>
                <c:pt idx="6243">
                  <c:v>2.3913841561393E-5</c:v>
                </c:pt>
                <c:pt idx="6244">
                  <c:v>2.9910547456871628E-4</c:v>
                </c:pt>
                <c:pt idx="6245">
                  <c:v>0</c:v>
                </c:pt>
                <c:pt idx="6246">
                  <c:v>7.4013506248582659E-6</c:v>
                </c:pt>
                <c:pt idx="6247">
                  <c:v>2.4179680924595612E-5</c:v>
                </c:pt>
                <c:pt idx="6248">
                  <c:v>4.0665816985405913E-6</c:v>
                </c:pt>
                <c:pt idx="6249">
                  <c:v>7.3886100620095911E-6</c:v>
                </c:pt>
                <c:pt idx="6250">
                  <c:v>8.4725125840892668E-6</c:v>
                </c:pt>
                <c:pt idx="6251">
                  <c:v>3.4561142581050356E-6</c:v>
                </c:pt>
                <c:pt idx="6252">
                  <c:v>7.4718739612051949E-6</c:v>
                </c:pt>
                <c:pt idx="6253">
                  <c:v>4.60844170893221E-5</c:v>
                </c:pt>
                <c:pt idx="6254">
                  <c:v>6.2058993517097945E-5</c:v>
                </c:pt>
                <c:pt idx="6255">
                  <c:v>0</c:v>
                </c:pt>
                <c:pt idx="6256">
                  <c:v>4.247894460053616E-7</c:v>
                </c:pt>
                <c:pt idx="6257">
                  <c:v>3.8151335643166141E-7</c:v>
                </c:pt>
                <c:pt idx="6258">
                  <c:v>2.5291542777380108E-5</c:v>
                </c:pt>
                <c:pt idx="6259">
                  <c:v>1.4714046769050774E-4</c:v>
                </c:pt>
                <c:pt idx="6260">
                  <c:v>1.5348206701287647E-5</c:v>
                </c:pt>
                <c:pt idx="6261">
                  <c:v>6.6138231202114848E-6</c:v>
                </c:pt>
                <c:pt idx="6262">
                  <c:v>8.577756978597376E-7</c:v>
                </c:pt>
                <c:pt idx="6263">
                  <c:v>3.1158250896571215E-5</c:v>
                </c:pt>
                <c:pt idx="6264">
                  <c:v>8.4097417334196225E-6</c:v>
                </c:pt>
                <c:pt idx="6265">
                  <c:v>2.6902647585805768E-5</c:v>
                </c:pt>
                <c:pt idx="6266">
                  <c:v>6.4857270593068525E-6</c:v>
                </c:pt>
                <c:pt idx="6267">
                  <c:v>2.9709244279318324E-5</c:v>
                </c:pt>
                <c:pt idx="6268">
                  <c:v>0</c:v>
                </c:pt>
                <c:pt idx="6269">
                  <c:v>1.1410679930211754E-5</c:v>
                </c:pt>
                <c:pt idx="6270">
                  <c:v>4.7260336711457015E-6</c:v>
                </c:pt>
                <c:pt idx="6271">
                  <c:v>9.6149202127626698E-7</c:v>
                </c:pt>
                <c:pt idx="6272">
                  <c:v>1.0782971988122186E-3</c:v>
                </c:pt>
                <c:pt idx="6273">
                  <c:v>1.3387853649482107E-4</c:v>
                </c:pt>
                <c:pt idx="6274">
                  <c:v>1.3572671977111464E-5</c:v>
                </c:pt>
                <c:pt idx="6275">
                  <c:v>1.2480615364610104E-6</c:v>
                </c:pt>
                <c:pt idx="6276">
                  <c:v>2.3828534786711561E-5</c:v>
                </c:pt>
                <c:pt idx="6277">
                  <c:v>1.0926409331354792E-5</c:v>
                </c:pt>
                <c:pt idx="6278">
                  <c:v>9.2613973591853433E-7</c:v>
                </c:pt>
                <c:pt idx="6279">
                  <c:v>2.77357565319187E-6</c:v>
                </c:pt>
                <c:pt idx="6280">
                  <c:v>3.6318010935927148E-7</c:v>
                </c:pt>
                <c:pt idx="6281">
                  <c:v>1.0837760233829321E-4</c:v>
                </c:pt>
                <c:pt idx="6282">
                  <c:v>4.0122998827380329E-5</c:v>
                </c:pt>
                <c:pt idx="6283">
                  <c:v>7.8328278879897155E-6</c:v>
                </c:pt>
                <c:pt idx="6284">
                  <c:v>1.1236239326700461E-5</c:v>
                </c:pt>
                <c:pt idx="6285">
                  <c:v>0</c:v>
                </c:pt>
                <c:pt idx="6286">
                  <c:v>3.8635873663823429E-6</c:v>
                </c:pt>
                <c:pt idx="6287">
                  <c:v>0</c:v>
                </c:pt>
                <c:pt idx="6288">
                  <c:v>1.8086269593545377E-5</c:v>
                </c:pt>
                <c:pt idx="6289">
                  <c:v>1.8242888060881454E-5</c:v>
                </c:pt>
                <c:pt idx="6290">
                  <c:v>3.155581488497919E-7</c:v>
                </c:pt>
                <c:pt idx="6291">
                  <c:v>7.9875466271544124E-6</c:v>
                </c:pt>
                <c:pt idx="6292">
                  <c:v>2.6763758754760496E-4</c:v>
                </c:pt>
                <c:pt idx="6293">
                  <c:v>0</c:v>
                </c:pt>
                <c:pt idx="6294">
                  <c:v>0</c:v>
                </c:pt>
                <c:pt idx="6295">
                  <c:v>0</c:v>
                </c:pt>
                <c:pt idx="6296">
                  <c:v>0</c:v>
                </c:pt>
                <c:pt idx="6297">
                  <c:v>3.7499628488194763E-5</c:v>
                </c:pt>
                <c:pt idx="6298">
                  <c:v>3.0002871239064784E-7</c:v>
                </c:pt>
                <c:pt idx="6299">
                  <c:v>3.7779900212618765E-6</c:v>
                </c:pt>
                <c:pt idx="6300">
                  <c:v>0</c:v>
                </c:pt>
                <c:pt idx="6301">
                  <c:v>0</c:v>
                </c:pt>
                <c:pt idx="6302">
                  <c:v>0</c:v>
                </c:pt>
                <c:pt idx="6303">
                  <c:v>1.6319984618771488E-6</c:v>
                </c:pt>
                <c:pt idx="6304">
                  <c:v>0</c:v>
                </c:pt>
                <c:pt idx="6305">
                  <c:v>0</c:v>
                </c:pt>
                <c:pt idx="6306">
                  <c:v>2.5223791008996987E-5</c:v>
                </c:pt>
                <c:pt idx="6307">
                  <c:v>3.6948487082317879E-7</c:v>
                </c:pt>
                <c:pt idx="6308">
                  <c:v>2.5934057279287805E-5</c:v>
                </c:pt>
                <c:pt idx="6309">
                  <c:v>1.7416003449499903E-5</c:v>
                </c:pt>
                <c:pt idx="6310">
                  <c:v>3.79463013618445E-6</c:v>
                </c:pt>
                <c:pt idx="6311">
                  <c:v>0</c:v>
                </c:pt>
                <c:pt idx="6312">
                  <c:v>0</c:v>
                </c:pt>
                <c:pt idx="6313">
                  <c:v>8.7047334644753228E-6</c:v>
                </c:pt>
                <c:pt idx="6314">
                  <c:v>6.4816203698222094E-6</c:v>
                </c:pt>
                <c:pt idx="6315">
                  <c:v>2.9084312007068807E-5</c:v>
                </c:pt>
                <c:pt idx="6316">
                  <c:v>4.5210202271144894E-6</c:v>
                </c:pt>
                <c:pt idx="6317">
                  <c:v>6.2316660816184222E-6</c:v>
                </c:pt>
                <c:pt idx="6318">
                  <c:v>8.5907507710771742E-5</c:v>
                </c:pt>
                <c:pt idx="6319">
                  <c:v>1.0116624826831502E-4</c:v>
                </c:pt>
                <c:pt idx="6320">
                  <c:v>2.8604454398970853E-5</c:v>
                </c:pt>
                <c:pt idx="6321">
                  <c:v>1.6490381583423304E-6</c:v>
                </c:pt>
                <c:pt idx="6322">
                  <c:v>1.0353093628508801E-5</c:v>
                </c:pt>
                <c:pt idx="6323">
                  <c:v>0</c:v>
                </c:pt>
                <c:pt idx="6324">
                  <c:v>2.1320253891191771E-5</c:v>
                </c:pt>
                <c:pt idx="6325">
                  <c:v>0</c:v>
                </c:pt>
                <c:pt idx="6326">
                  <c:v>5.1802266489007864E-7</c:v>
                </c:pt>
                <c:pt idx="6327">
                  <c:v>1.3135716291740643E-5</c:v>
                </c:pt>
                <c:pt idx="6328">
                  <c:v>3.6206158691631308E-7</c:v>
                </c:pt>
                <c:pt idx="6329">
                  <c:v>1.7586298372436406E-7</c:v>
                </c:pt>
                <c:pt idx="6330">
                  <c:v>1.2816674451671441E-6</c:v>
                </c:pt>
                <c:pt idx="6331">
                  <c:v>0</c:v>
                </c:pt>
                <c:pt idx="6332">
                  <c:v>4.4040635046869789E-6</c:v>
                </c:pt>
                <c:pt idx="6333">
                  <c:v>6.0079504216544885E-5</c:v>
                </c:pt>
                <c:pt idx="6334">
                  <c:v>1.2631043029926665E-6</c:v>
                </c:pt>
                <c:pt idx="6335">
                  <c:v>4.7442875908588911E-6</c:v>
                </c:pt>
                <c:pt idx="6336">
                  <c:v>4.8191269390468483E-5</c:v>
                </c:pt>
                <c:pt idx="6337">
                  <c:v>7.1728158265386773E-5</c:v>
                </c:pt>
                <c:pt idx="6338">
                  <c:v>1.3234467746605691E-7</c:v>
                </c:pt>
                <c:pt idx="6339">
                  <c:v>0</c:v>
                </c:pt>
                <c:pt idx="6340">
                  <c:v>0</c:v>
                </c:pt>
                <c:pt idx="6341">
                  <c:v>1.5793087192175476E-5</c:v>
                </c:pt>
                <c:pt idx="6342">
                  <c:v>0</c:v>
                </c:pt>
                <c:pt idx="6343">
                  <c:v>0</c:v>
                </c:pt>
                <c:pt idx="6344">
                  <c:v>0</c:v>
                </c:pt>
                <c:pt idx="6345">
                  <c:v>0</c:v>
                </c:pt>
                <c:pt idx="6346">
                  <c:v>0</c:v>
                </c:pt>
                <c:pt idx="6347">
                  <c:v>3.3323547908771487E-5</c:v>
                </c:pt>
                <c:pt idx="6348">
                  <c:v>4.8069448083743514E-5</c:v>
                </c:pt>
                <c:pt idx="6349">
                  <c:v>5.173099317189889E-5</c:v>
                </c:pt>
                <c:pt idx="6350">
                  <c:v>8.8912403245850734E-6</c:v>
                </c:pt>
                <c:pt idx="6351">
                  <c:v>0</c:v>
                </c:pt>
                <c:pt idx="6352">
                  <c:v>2.1542697652925549E-7</c:v>
                </c:pt>
                <c:pt idx="6353">
                  <c:v>4.5312444455088817E-5</c:v>
                </c:pt>
                <c:pt idx="6354">
                  <c:v>1.6953791534421471E-7</c:v>
                </c:pt>
                <c:pt idx="6355">
                  <c:v>4.9000722019721875E-5</c:v>
                </c:pt>
                <c:pt idx="6356">
                  <c:v>5.0759873888330114E-5</c:v>
                </c:pt>
                <c:pt idx="6357">
                  <c:v>1.4671342016464735E-4</c:v>
                </c:pt>
                <c:pt idx="6358">
                  <c:v>0</c:v>
                </c:pt>
                <c:pt idx="6359">
                  <c:v>3.324200346661916E-7</c:v>
                </c:pt>
                <c:pt idx="6360">
                  <c:v>0</c:v>
                </c:pt>
                <c:pt idx="6361">
                  <c:v>0</c:v>
                </c:pt>
                <c:pt idx="6362">
                  <c:v>7.7894863580211976E-5</c:v>
                </c:pt>
                <c:pt idx="6363">
                  <c:v>1.123203803667934E-5</c:v>
                </c:pt>
                <c:pt idx="6364">
                  <c:v>1.6981612098278539E-5</c:v>
                </c:pt>
                <c:pt idx="6365">
                  <c:v>0</c:v>
                </c:pt>
                <c:pt idx="6366">
                  <c:v>2.6743189281293897E-5</c:v>
                </c:pt>
                <c:pt idx="6367">
                  <c:v>1.2243879123198559E-5</c:v>
                </c:pt>
                <c:pt idx="6368">
                  <c:v>6.4005425582371921E-7</c:v>
                </c:pt>
                <c:pt idx="6369">
                  <c:v>0</c:v>
                </c:pt>
                <c:pt idx="6370">
                  <c:v>4.0835779762245839E-5</c:v>
                </c:pt>
                <c:pt idx="6371">
                  <c:v>0</c:v>
                </c:pt>
                <c:pt idx="6372">
                  <c:v>1.0292818611937124E-6</c:v>
                </c:pt>
                <c:pt idx="6373">
                  <c:v>8.9752217221781707E-6</c:v>
                </c:pt>
                <c:pt idx="6374">
                  <c:v>9.6952773108802999E-5</c:v>
                </c:pt>
                <c:pt idx="6375">
                  <c:v>5.7592441513783948E-5</c:v>
                </c:pt>
                <c:pt idx="6376">
                  <c:v>2.6624937236549666E-5</c:v>
                </c:pt>
                <c:pt idx="6377">
                  <c:v>1.942576929574923E-7</c:v>
                </c:pt>
                <c:pt idx="6378">
                  <c:v>0</c:v>
                </c:pt>
                <c:pt idx="6379">
                  <c:v>4.8767336798945838E-6</c:v>
                </c:pt>
                <c:pt idx="6380">
                  <c:v>0</c:v>
                </c:pt>
                <c:pt idx="6381">
                  <c:v>1.5170524334770052E-5</c:v>
                </c:pt>
                <c:pt idx="6382">
                  <c:v>3.2451383489289943E-5</c:v>
                </c:pt>
                <c:pt idx="6383">
                  <c:v>1.7549175117380469E-7</c:v>
                </c:pt>
                <c:pt idx="6384">
                  <c:v>1.5056151557478523E-5</c:v>
                </c:pt>
                <c:pt idx="6385">
                  <c:v>0</c:v>
                </c:pt>
                <c:pt idx="6386">
                  <c:v>0</c:v>
                </c:pt>
                <c:pt idx="6387">
                  <c:v>2.8595607109652628E-7</c:v>
                </c:pt>
                <c:pt idx="6388">
                  <c:v>0</c:v>
                </c:pt>
                <c:pt idx="6389">
                  <c:v>1.0454179995591149E-5</c:v>
                </c:pt>
                <c:pt idx="6390">
                  <c:v>1.2367958382644231E-5</c:v>
                </c:pt>
                <c:pt idx="6391">
                  <c:v>1.9649533507591699E-5</c:v>
                </c:pt>
                <c:pt idx="6392">
                  <c:v>1.1226388524238156E-5</c:v>
                </c:pt>
                <c:pt idx="6393">
                  <c:v>0</c:v>
                </c:pt>
                <c:pt idx="6394">
                  <c:v>0</c:v>
                </c:pt>
                <c:pt idx="6395">
                  <c:v>2.428528458135055E-4</c:v>
                </c:pt>
                <c:pt idx="6396">
                  <c:v>1.5813170792632193E-5</c:v>
                </c:pt>
                <c:pt idx="6397">
                  <c:v>1.3299249771755869E-5</c:v>
                </c:pt>
                <c:pt idx="6398">
                  <c:v>0</c:v>
                </c:pt>
                <c:pt idx="6399">
                  <c:v>6.3028755892107098E-4</c:v>
                </c:pt>
                <c:pt idx="6400">
                  <c:v>2.4516612346372041E-5</c:v>
                </c:pt>
                <c:pt idx="6401">
                  <c:v>8.4991082782631135E-7</c:v>
                </c:pt>
                <c:pt idx="6402">
                  <c:v>4.0102850919267705E-7</c:v>
                </c:pt>
                <c:pt idx="6403">
                  <c:v>1.0568623095365286E-8</c:v>
                </c:pt>
                <c:pt idx="6404">
                  <c:v>3.7771108472186856E-6</c:v>
                </c:pt>
                <c:pt idx="6405">
                  <c:v>0</c:v>
                </c:pt>
                <c:pt idx="6406">
                  <c:v>0</c:v>
                </c:pt>
                <c:pt idx="6407">
                  <c:v>8.6407925857635716E-7</c:v>
                </c:pt>
                <c:pt idx="6408">
                  <c:v>2.7946477088639307E-7</c:v>
                </c:pt>
                <c:pt idx="6409">
                  <c:v>0</c:v>
                </c:pt>
                <c:pt idx="6410">
                  <c:v>0</c:v>
                </c:pt>
                <c:pt idx="6411">
                  <c:v>0</c:v>
                </c:pt>
                <c:pt idx="6412">
                  <c:v>6.9180443408565424E-5</c:v>
                </c:pt>
                <c:pt idx="6413">
                  <c:v>1.2957975432490464E-5</c:v>
                </c:pt>
                <c:pt idx="6414">
                  <c:v>5.6515232947623187E-6</c:v>
                </c:pt>
                <c:pt idx="6415">
                  <c:v>8.2242920971210243E-7</c:v>
                </c:pt>
                <c:pt idx="6416">
                  <c:v>1.0158787605135318E-5</c:v>
                </c:pt>
                <c:pt idx="6417">
                  <c:v>7.0366844826615602E-8</c:v>
                </c:pt>
                <c:pt idx="6418">
                  <c:v>2.1145661266225325E-5</c:v>
                </c:pt>
                <c:pt idx="6419">
                  <c:v>8.3679312452276678E-6</c:v>
                </c:pt>
                <c:pt idx="6420">
                  <c:v>2.4548946511812432E-5</c:v>
                </c:pt>
                <c:pt idx="6421">
                  <c:v>1.0376484140442448E-5</c:v>
                </c:pt>
                <c:pt idx="6422">
                  <c:v>0</c:v>
                </c:pt>
                <c:pt idx="6423">
                  <c:v>1.5565398495121901E-4</c:v>
                </c:pt>
                <c:pt idx="6424">
                  <c:v>7.7338518240275791E-5</c:v>
                </c:pt>
                <c:pt idx="6425">
                  <c:v>1.7994638240194678E-7</c:v>
                </c:pt>
                <c:pt idx="6426">
                  <c:v>8.2969101815048347E-6</c:v>
                </c:pt>
                <c:pt idx="6427">
                  <c:v>0</c:v>
                </c:pt>
                <c:pt idx="6428">
                  <c:v>1.1220963206137249E-6</c:v>
                </c:pt>
                <c:pt idx="6429">
                  <c:v>0</c:v>
                </c:pt>
                <c:pt idx="6430">
                  <c:v>2.7706919658366749E-5</c:v>
                </c:pt>
                <c:pt idx="6431">
                  <c:v>1.7084009147229867E-5</c:v>
                </c:pt>
                <c:pt idx="6432">
                  <c:v>4.600098017509775E-5</c:v>
                </c:pt>
                <c:pt idx="6433">
                  <c:v>2.667789648859475E-5</c:v>
                </c:pt>
                <c:pt idx="6434">
                  <c:v>4.7094786975734943E-6</c:v>
                </c:pt>
                <c:pt idx="6435">
                  <c:v>4.7481181401590396E-7</c:v>
                </c:pt>
                <c:pt idx="6436">
                  <c:v>1.4372712263769861E-5</c:v>
                </c:pt>
                <c:pt idx="6437">
                  <c:v>2.07610511016936E-6</c:v>
                </c:pt>
                <c:pt idx="6438">
                  <c:v>1.651295621823937E-6</c:v>
                </c:pt>
                <c:pt idx="6439">
                  <c:v>0</c:v>
                </c:pt>
                <c:pt idx="6440">
                  <c:v>1.0170730507098533E-5</c:v>
                </c:pt>
                <c:pt idx="6441">
                  <c:v>1.6650332912838025E-6</c:v>
                </c:pt>
                <c:pt idx="6442">
                  <c:v>3.30870500183495E-6</c:v>
                </c:pt>
                <c:pt idx="6443">
                  <c:v>2.2556681481096826E-6</c:v>
                </c:pt>
                <c:pt idx="6444">
                  <c:v>0</c:v>
                </c:pt>
                <c:pt idx="6445">
                  <c:v>5.0040634285022402E-5</c:v>
                </c:pt>
                <c:pt idx="6446">
                  <c:v>3.7926682287074505E-7</c:v>
                </c:pt>
                <c:pt idx="6447">
                  <c:v>1.7264766430297106E-5</c:v>
                </c:pt>
                <c:pt idx="6448">
                  <c:v>2.0493961222433051E-6</c:v>
                </c:pt>
                <c:pt idx="6449">
                  <c:v>6.5055798610696134E-5</c:v>
                </c:pt>
                <c:pt idx="6450">
                  <c:v>9.6778522640783418E-6</c:v>
                </c:pt>
                <c:pt idx="6451">
                  <c:v>4.6390704546616115E-6</c:v>
                </c:pt>
                <c:pt idx="6452">
                  <c:v>3.2949105058562584E-5</c:v>
                </c:pt>
                <c:pt idx="6453">
                  <c:v>9.3234581519433195E-6</c:v>
                </c:pt>
                <c:pt idx="6454">
                  <c:v>0</c:v>
                </c:pt>
                <c:pt idx="6455">
                  <c:v>2.3124498159606783E-4</c:v>
                </c:pt>
                <c:pt idx="6456">
                  <c:v>0</c:v>
                </c:pt>
                <c:pt idx="6457">
                  <c:v>8.1894399230367039E-5</c:v>
                </c:pt>
                <c:pt idx="6458">
                  <c:v>1.7826267356075896E-7</c:v>
                </c:pt>
                <c:pt idx="6459">
                  <c:v>4.0929403594914393E-5</c:v>
                </c:pt>
                <c:pt idx="6460">
                  <c:v>3.6562252471809521E-6</c:v>
                </c:pt>
                <c:pt idx="6461">
                  <c:v>3.1717877668226285E-5</c:v>
                </c:pt>
                <c:pt idx="6462">
                  <c:v>4.2856295781362359E-5</c:v>
                </c:pt>
                <c:pt idx="6463">
                  <c:v>7.6108705408517515E-6</c:v>
                </c:pt>
                <c:pt idx="6464">
                  <c:v>9.4229554437211173E-7</c:v>
                </c:pt>
                <c:pt idx="6465">
                  <c:v>0</c:v>
                </c:pt>
                <c:pt idx="6466">
                  <c:v>1.1634690354722803E-4</c:v>
                </c:pt>
                <c:pt idx="6467">
                  <c:v>0</c:v>
                </c:pt>
                <c:pt idx="6468">
                  <c:v>8.1224305042584257E-5</c:v>
                </c:pt>
                <c:pt idx="6469">
                  <c:v>0</c:v>
                </c:pt>
                <c:pt idx="6470">
                  <c:v>0</c:v>
                </c:pt>
                <c:pt idx="6471">
                  <c:v>0</c:v>
                </c:pt>
                <c:pt idx="6472">
                  <c:v>0</c:v>
                </c:pt>
                <c:pt idx="6473">
                  <c:v>0</c:v>
                </c:pt>
                <c:pt idx="6474">
                  <c:v>9.67711656472693E-6</c:v>
                </c:pt>
                <c:pt idx="6475">
                  <c:v>7.9694259543269919E-5</c:v>
                </c:pt>
                <c:pt idx="6476">
                  <c:v>1.1138472997162277E-5</c:v>
                </c:pt>
                <c:pt idx="6477">
                  <c:v>7.6245936378004522E-7</c:v>
                </c:pt>
                <c:pt idx="6478">
                  <c:v>0</c:v>
                </c:pt>
                <c:pt idx="6479">
                  <c:v>1.7352898781391423E-5</c:v>
                </c:pt>
                <c:pt idx="6480">
                  <c:v>1.4751349493692247E-5</c:v>
                </c:pt>
                <c:pt idx="6481">
                  <c:v>2.354431611322424E-5</c:v>
                </c:pt>
                <c:pt idx="6482">
                  <c:v>2.7918485929884051E-5</c:v>
                </c:pt>
                <c:pt idx="6483">
                  <c:v>4.5398016907808836E-7</c:v>
                </c:pt>
                <c:pt idx="6484">
                  <c:v>5.6160530641193073E-5</c:v>
                </c:pt>
                <c:pt idx="6485">
                  <c:v>4.9741569003412133E-5</c:v>
                </c:pt>
                <c:pt idx="6486">
                  <c:v>4.0207211386975432E-5</c:v>
                </c:pt>
                <c:pt idx="6487">
                  <c:v>1.1198720491877241E-7</c:v>
                </c:pt>
                <c:pt idx="6488">
                  <c:v>8.2819816116618148E-6</c:v>
                </c:pt>
                <c:pt idx="6489">
                  <c:v>2.6761082394610296E-5</c:v>
                </c:pt>
                <c:pt idx="6490">
                  <c:v>1.183941066841882E-6</c:v>
                </c:pt>
                <c:pt idx="6491">
                  <c:v>1.4166367964063801E-6</c:v>
                </c:pt>
                <c:pt idx="6492">
                  <c:v>1.7232790100763706E-6</c:v>
                </c:pt>
                <c:pt idx="6493">
                  <c:v>3.7092465632681545E-5</c:v>
                </c:pt>
                <c:pt idx="6494">
                  <c:v>1.6054327847975089E-5</c:v>
                </c:pt>
                <c:pt idx="6495">
                  <c:v>0</c:v>
                </c:pt>
                <c:pt idx="6496">
                  <c:v>1.7478407646087683E-5</c:v>
                </c:pt>
                <c:pt idx="6497">
                  <c:v>9.339621500458216E-6</c:v>
                </c:pt>
                <c:pt idx="6498">
                  <c:v>0</c:v>
                </c:pt>
                <c:pt idx="6499">
                  <c:v>0</c:v>
                </c:pt>
                <c:pt idx="6500">
                  <c:v>0</c:v>
                </c:pt>
                <c:pt idx="6501">
                  <c:v>2.5346472216316384E-5</c:v>
                </c:pt>
                <c:pt idx="6502">
                  <c:v>4.2917686134092789E-5</c:v>
                </c:pt>
                <c:pt idx="6503">
                  <c:v>0</c:v>
                </c:pt>
                <c:pt idx="6504">
                  <c:v>0</c:v>
                </c:pt>
                <c:pt idx="6505">
                  <c:v>0</c:v>
                </c:pt>
                <c:pt idx="6506">
                  <c:v>5.6722835944699037E-6</c:v>
                </c:pt>
                <c:pt idx="6507">
                  <c:v>0</c:v>
                </c:pt>
                <c:pt idx="6508">
                  <c:v>0</c:v>
                </c:pt>
                <c:pt idx="6509">
                  <c:v>0</c:v>
                </c:pt>
                <c:pt idx="6510">
                  <c:v>0</c:v>
                </c:pt>
                <c:pt idx="6511">
                  <c:v>2.2141700875291229E-5</c:v>
                </c:pt>
                <c:pt idx="6512">
                  <c:v>0</c:v>
                </c:pt>
                <c:pt idx="6513">
                  <c:v>1.0729182518800585E-6</c:v>
                </c:pt>
                <c:pt idx="6514">
                  <c:v>8.6309887283283267E-6</c:v>
                </c:pt>
                <c:pt idx="6515">
                  <c:v>6.2479296575704033E-6</c:v>
                </c:pt>
                <c:pt idx="6516">
                  <c:v>4.2771110879653416E-6</c:v>
                </c:pt>
                <c:pt idx="6517">
                  <c:v>1.1483060371440619E-6</c:v>
                </c:pt>
                <c:pt idx="6518">
                  <c:v>5.8353828246318633E-6</c:v>
                </c:pt>
                <c:pt idx="6519">
                  <c:v>2.9281648599821433E-4</c:v>
                </c:pt>
                <c:pt idx="6520">
                  <c:v>1.2289162563650209E-5</c:v>
                </c:pt>
                <c:pt idx="6521">
                  <c:v>3.164947770165988E-4</c:v>
                </c:pt>
                <c:pt idx="6522">
                  <c:v>5.8367656676668946E-5</c:v>
                </c:pt>
                <c:pt idx="6523">
                  <c:v>0</c:v>
                </c:pt>
                <c:pt idx="6524">
                  <c:v>2.2185529242277807E-7</c:v>
                </c:pt>
                <c:pt idx="6525">
                  <c:v>1.1315271289674724E-6</c:v>
                </c:pt>
                <c:pt idx="6526">
                  <c:v>6.859317257549663E-8</c:v>
                </c:pt>
                <c:pt idx="6527">
                  <c:v>3.1024978631753813E-7</c:v>
                </c:pt>
                <c:pt idx="6528">
                  <c:v>1.4222407579104061E-4</c:v>
                </c:pt>
                <c:pt idx="6529">
                  <c:v>8.9183490868606853E-8</c:v>
                </c:pt>
                <c:pt idx="6530">
                  <c:v>7.5686308897128667E-5</c:v>
                </c:pt>
                <c:pt idx="6531">
                  <c:v>2.4524460336332561E-5</c:v>
                </c:pt>
                <c:pt idx="6532">
                  <c:v>0</c:v>
                </c:pt>
                <c:pt idx="6533">
                  <c:v>1.9030356735994063E-5</c:v>
                </c:pt>
                <c:pt idx="6534">
                  <c:v>1.2582215865084555E-6</c:v>
                </c:pt>
                <c:pt idx="6535">
                  <c:v>7.9512747675173896E-5</c:v>
                </c:pt>
                <c:pt idx="6536">
                  <c:v>8.1521888669077543E-7</c:v>
                </c:pt>
                <c:pt idx="6537">
                  <c:v>2.5227640205276874E-5</c:v>
                </c:pt>
                <c:pt idx="6538">
                  <c:v>0</c:v>
                </c:pt>
                <c:pt idx="6539">
                  <c:v>0</c:v>
                </c:pt>
                <c:pt idx="6540">
                  <c:v>1.2704420706060372E-7</c:v>
                </c:pt>
                <c:pt idx="6541">
                  <c:v>0</c:v>
                </c:pt>
                <c:pt idx="6542">
                  <c:v>0</c:v>
                </c:pt>
                <c:pt idx="6543">
                  <c:v>0</c:v>
                </c:pt>
                <c:pt idx="6544">
                  <c:v>0</c:v>
                </c:pt>
                <c:pt idx="6545">
                  <c:v>3.28358093830753E-7</c:v>
                </c:pt>
                <c:pt idx="6546">
                  <c:v>9.0929993650152609E-7</c:v>
                </c:pt>
                <c:pt idx="6547">
                  <c:v>1.7549003578006761E-5</c:v>
                </c:pt>
                <c:pt idx="6548">
                  <c:v>1.8059069760882233E-4</c:v>
                </c:pt>
                <c:pt idx="6549">
                  <c:v>4.9330648349735123E-5</c:v>
                </c:pt>
                <c:pt idx="6550">
                  <c:v>0</c:v>
                </c:pt>
                <c:pt idx="6551">
                  <c:v>4.6019631185786149E-7</c:v>
                </c:pt>
                <c:pt idx="6552">
                  <c:v>4.2289302547261727E-5</c:v>
                </c:pt>
                <c:pt idx="6553">
                  <c:v>3.7458969059732103E-5</c:v>
                </c:pt>
                <c:pt idx="6554">
                  <c:v>1.4740288771223292E-7</c:v>
                </c:pt>
                <c:pt idx="6555">
                  <c:v>0</c:v>
                </c:pt>
                <c:pt idx="6556">
                  <c:v>2.2748445655887796E-7</c:v>
                </c:pt>
                <c:pt idx="6557">
                  <c:v>0</c:v>
                </c:pt>
                <c:pt idx="6558">
                  <c:v>8.6747060983957711E-8</c:v>
                </c:pt>
                <c:pt idx="6559">
                  <c:v>0</c:v>
                </c:pt>
                <c:pt idx="6560">
                  <c:v>3.3645603950209378E-7</c:v>
                </c:pt>
                <c:pt idx="6561">
                  <c:v>2.4851122927523747E-6</c:v>
                </c:pt>
                <c:pt idx="6562">
                  <c:v>2.5846742629690506E-5</c:v>
                </c:pt>
                <c:pt idx="6563">
                  <c:v>5.3466106707755512E-5</c:v>
                </c:pt>
                <c:pt idx="6564">
                  <c:v>2.4839389923367239E-5</c:v>
                </c:pt>
                <c:pt idx="6565">
                  <c:v>4.8167244262928602E-6</c:v>
                </c:pt>
                <c:pt idx="6566">
                  <c:v>0</c:v>
                </c:pt>
                <c:pt idx="6567">
                  <c:v>5.8190388097439132E-7</c:v>
                </c:pt>
                <c:pt idx="6568">
                  <c:v>4.2573906674426974E-7</c:v>
                </c:pt>
                <c:pt idx="6569">
                  <c:v>0</c:v>
                </c:pt>
                <c:pt idx="6570">
                  <c:v>6.9384485232677985E-8</c:v>
                </c:pt>
                <c:pt idx="6571">
                  <c:v>0</c:v>
                </c:pt>
                <c:pt idx="6572">
                  <c:v>6.1006231011201147E-6</c:v>
                </c:pt>
                <c:pt idx="6573">
                  <c:v>7.5452765294281636E-7</c:v>
                </c:pt>
                <c:pt idx="6574">
                  <c:v>6.1164734189963129E-6</c:v>
                </c:pt>
                <c:pt idx="6575">
                  <c:v>0</c:v>
                </c:pt>
                <c:pt idx="6576">
                  <c:v>2.0380304823278844E-6</c:v>
                </c:pt>
                <c:pt idx="6577">
                  <c:v>0</c:v>
                </c:pt>
                <c:pt idx="6578">
                  <c:v>7.2096568140321517E-6</c:v>
                </c:pt>
                <c:pt idx="6579">
                  <c:v>0</c:v>
                </c:pt>
                <c:pt idx="6580">
                  <c:v>0</c:v>
                </c:pt>
                <c:pt idx="6581">
                  <c:v>0</c:v>
                </c:pt>
                <c:pt idx="6582">
                  <c:v>6.984883761912357E-5</c:v>
                </c:pt>
                <c:pt idx="6583">
                  <c:v>2.4904344100400079E-6</c:v>
                </c:pt>
                <c:pt idx="6584">
                  <c:v>0</c:v>
                </c:pt>
                <c:pt idx="6585">
                  <c:v>7.9084021740961506E-5</c:v>
                </c:pt>
                <c:pt idx="6586">
                  <c:v>1.0853700548359947E-5</c:v>
                </c:pt>
                <c:pt idx="6587">
                  <c:v>4.7187178295494813E-7</c:v>
                </c:pt>
                <c:pt idx="6588">
                  <c:v>3.7522181020533487E-5</c:v>
                </c:pt>
                <c:pt idx="6589">
                  <c:v>0</c:v>
                </c:pt>
                <c:pt idx="6590">
                  <c:v>5.6578347109688322E-7</c:v>
                </c:pt>
                <c:pt idx="6591">
                  <c:v>5.411588784352602E-6</c:v>
                </c:pt>
                <c:pt idx="6592">
                  <c:v>0</c:v>
                </c:pt>
                <c:pt idx="6593">
                  <c:v>4.8838445547123236E-6</c:v>
                </c:pt>
                <c:pt idx="6594">
                  <c:v>0</c:v>
                </c:pt>
                <c:pt idx="6595">
                  <c:v>3.0143274647648546E-5</c:v>
                </c:pt>
                <c:pt idx="6596">
                  <c:v>2.4940270636916034E-5</c:v>
                </c:pt>
                <c:pt idx="6597">
                  <c:v>0</c:v>
                </c:pt>
                <c:pt idx="6598">
                  <c:v>0</c:v>
                </c:pt>
                <c:pt idx="6599">
                  <c:v>2.5884299386199684E-3</c:v>
                </c:pt>
                <c:pt idx="6600">
                  <c:v>8.70443094771269E-8</c:v>
                </c:pt>
                <c:pt idx="6601">
                  <c:v>1.5767038906576633E-6</c:v>
                </c:pt>
                <c:pt idx="6602">
                  <c:v>8.3677670773583869E-6</c:v>
                </c:pt>
                <c:pt idx="6603">
                  <c:v>4.8291520129880481E-6</c:v>
                </c:pt>
                <c:pt idx="6604">
                  <c:v>0</c:v>
                </c:pt>
                <c:pt idx="6605">
                  <c:v>9.0767575697915504E-6</c:v>
                </c:pt>
                <c:pt idx="6606">
                  <c:v>1.8192995306891041E-5</c:v>
                </c:pt>
                <c:pt idx="6607">
                  <c:v>2.7727820424866282E-5</c:v>
                </c:pt>
                <c:pt idx="6608">
                  <c:v>0</c:v>
                </c:pt>
                <c:pt idx="6609">
                  <c:v>5.5566371490962848E-7</c:v>
                </c:pt>
                <c:pt idx="6610">
                  <c:v>0</c:v>
                </c:pt>
                <c:pt idx="6611">
                  <c:v>4.0433596634275206E-5</c:v>
                </c:pt>
                <c:pt idx="6612">
                  <c:v>2.404015550385628E-7</c:v>
                </c:pt>
                <c:pt idx="6613">
                  <c:v>0</c:v>
                </c:pt>
                <c:pt idx="6614">
                  <c:v>3.4327609435686542E-7</c:v>
                </c:pt>
                <c:pt idx="6615">
                  <c:v>3.8896671630371337E-4</c:v>
                </c:pt>
                <c:pt idx="6616">
                  <c:v>1.1992847466048929E-5</c:v>
                </c:pt>
                <c:pt idx="6617">
                  <c:v>2.8975732478085384E-5</c:v>
                </c:pt>
                <c:pt idx="6618">
                  <c:v>1.325344225169117E-5</c:v>
                </c:pt>
                <c:pt idx="6619">
                  <c:v>0</c:v>
                </c:pt>
                <c:pt idx="6620">
                  <c:v>6.1894248078963996E-7</c:v>
                </c:pt>
                <c:pt idx="6621">
                  <c:v>2.6002488440082842E-6</c:v>
                </c:pt>
                <c:pt idx="6622">
                  <c:v>4.0340567589739974E-6</c:v>
                </c:pt>
                <c:pt idx="6623">
                  <c:v>2.3906333738243178E-5</c:v>
                </c:pt>
                <c:pt idx="6624">
                  <c:v>0</c:v>
                </c:pt>
                <c:pt idx="6625">
                  <c:v>1.1926595468915449E-5</c:v>
                </c:pt>
                <c:pt idx="6626">
                  <c:v>0</c:v>
                </c:pt>
                <c:pt idx="6627">
                  <c:v>3.2866446938453755E-5</c:v>
                </c:pt>
                <c:pt idx="6628">
                  <c:v>5.1318042385080324E-7</c:v>
                </c:pt>
                <c:pt idx="6629">
                  <c:v>9.8576774662431949E-6</c:v>
                </c:pt>
                <c:pt idx="6630">
                  <c:v>2.3814779046007492E-7</c:v>
                </c:pt>
                <c:pt idx="6631">
                  <c:v>6.4218596754113465E-5</c:v>
                </c:pt>
                <c:pt idx="6632">
                  <c:v>0</c:v>
                </c:pt>
                <c:pt idx="6633">
                  <c:v>9.3543449679365479E-6</c:v>
                </c:pt>
                <c:pt idx="6634">
                  <c:v>2.861746218541038E-5</c:v>
                </c:pt>
                <c:pt idx="6635">
                  <c:v>6.4485629946736967E-6</c:v>
                </c:pt>
                <c:pt idx="6636">
                  <c:v>3.2326025837602072E-5</c:v>
                </c:pt>
                <c:pt idx="6637">
                  <c:v>3.9533608390827235E-4</c:v>
                </c:pt>
                <c:pt idx="6638">
                  <c:v>1.0496872306780258E-7</c:v>
                </c:pt>
                <c:pt idx="6639">
                  <c:v>0</c:v>
                </c:pt>
                <c:pt idx="6640">
                  <c:v>3.7633343669735623E-6</c:v>
                </c:pt>
                <c:pt idx="6641">
                  <c:v>0</c:v>
                </c:pt>
                <c:pt idx="6642">
                  <c:v>3.4426292501826232E-6</c:v>
                </c:pt>
                <c:pt idx="6643">
                  <c:v>3.5125605967658409E-6</c:v>
                </c:pt>
                <c:pt idx="6644">
                  <c:v>0</c:v>
                </c:pt>
                <c:pt idx="6645">
                  <c:v>1.9205661084801484E-5</c:v>
                </c:pt>
                <c:pt idx="6646">
                  <c:v>0</c:v>
                </c:pt>
                <c:pt idx="6647">
                  <c:v>0</c:v>
                </c:pt>
                <c:pt idx="6648">
                  <c:v>0</c:v>
                </c:pt>
                <c:pt idx="6649">
                  <c:v>1.1609692593191899E-5</c:v>
                </c:pt>
                <c:pt idx="6650">
                  <c:v>0</c:v>
                </c:pt>
                <c:pt idx="6651">
                  <c:v>7.3154601267309133E-5</c:v>
                </c:pt>
                <c:pt idx="6652">
                  <c:v>4.2237479761967284E-5</c:v>
                </c:pt>
                <c:pt idx="6653">
                  <c:v>1.1400316772125521E-5</c:v>
                </c:pt>
                <c:pt idx="6654">
                  <c:v>0</c:v>
                </c:pt>
                <c:pt idx="6655">
                  <c:v>0</c:v>
                </c:pt>
                <c:pt idx="6656">
                  <c:v>0</c:v>
                </c:pt>
                <c:pt idx="6657">
                  <c:v>2.8754459320765925E-3</c:v>
                </c:pt>
                <c:pt idx="6658">
                  <c:v>1.1245894082236915E-5</c:v>
                </c:pt>
                <c:pt idx="6659">
                  <c:v>0</c:v>
                </c:pt>
                <c:pt idx="6660">
                  <c:v>2.1748786209951202E-7</c:v>
                </c:pt>
                <c:pt idx="6661">
                  <c:v>7.3128210403902253E-6</c:v>
                </c:pt>
                <c:pt idx="6662">
                  <c:v>2.2761492230895042E-5</c:v>
                </c:pt>
                <c:pt idx="6663">
                  <c:v>2.1458921937809451E-5</c:v>
                </c:pt>
                <c:pt idx="6664">
                  <c:v>0</c:v>
                </c:pt>
                <c:pt idx="6665">
                  <c:v>0</c:v>
                </c:pt>
                <c:pt idx="6666">
                  <c:v>1.6306464576543156E-5</c:v>
                </c:pt>
                <c:pt idx="6667">
                  <c:v>0</c:v>
                </c:pt>
                <c:pt idx="6668">
                  <c:v>1.4394849410294961E-5</c:v>
                </c:pt>
                <c:pt idx="6669">
                  <c:v>3.448873944944088E-5</c:v>
                </c:pt>
                <c:pt idx="6670">
                  <c:v>2.8288794793772002E-6</c:v>
                </c:pt>
                <c:pt idx="6671">
                  <c:v>4.0643889571852867E-7</c:v>
                </c:pt>
                <c:pt idx="6672">
                  <c:v>2.4159593855763552E-5</c:v>
                </c:pt>
                <c:pt idx="6673">
                  <c:v>1.9195791674363848E-7</c:v>
                </c:pt>
                <c:pt idx="6674">
                  <c:v>3.8905516699605459E-6</c:v>
                </c:pt>
                <c:pt idx="6675">
                  <c:v>0</c:v>
                </c:pt>
                <c:pt idx="6676">
                  <c:v>2.3227553619243052E-5</c:v>
                </c:pt>
                <c:pt idx="6677">
                  <c:v>7.3525774215358366E-5</c:v>
                </c:pt>
                <c:pt idx="6678">
                  <c:v>9.2847883880671047E-5</c:v>
                </c:pt>
                <c:pt idx="6679">
                  <c:v>1.8711505444664066E-5</c:v>
                </c:pt>
                <c:pt idx="6680">
                  <c:v>1.6015671697508929E-5</c:v>
                </c:pt>
                <c:pt idx="6681">
                  <c:v>3.1926951318132084E-5</c:v>
                </c:pt>
                <c:pt idx="6682">
                  <c:v>3.2646610168050951E-5</c:v>
                </c:pt>
                <c:pt idx="6683">
                  <c:v>2.1272098519811528E-7</c:v>
                </c:pt>
                <c:pt idx="6684">
                  <c:v>1.2246132042923347E-4</c:v>
                </c:pt>
                <c:pt idx="6685">
                  <c:v>2.9330725976397411E-5</c:v>
                </c:pt>
                <c:pt idx="6686">
                  <c:v>3.3216152415274464E-6</c:v>
                </c:pt>
                <c:pt idx="6687">
                  <c:v>2.0434331291545091E-5</c:v>
                </c:pt>
                <c:pt idx="6688">
                  <c:v>4.5487375076075803E-5</c:v>
                </c:pt>
                <c:pt idx="6689">
                  <c:v>2.1217807781129786E-6</c:v>
                </c:pt>
                <c:pt idx="6690">
                  <c:v>2.4660731665460492E-5</c:v>
                </c:pt>
                <c:pt idx="6691">
                  <c:v>4.7168504235760811E-5</c:v>
                </c:pt>
                <c:pt idx="6692">
                  <c:v>3.9625811201492827E-5</c:v>
                </c:pt>
                <c:pt idx="6693">
                  <c:v>5.8546208090932103E-6</c:v>
                </c:pt>
                <c:pt idx="6694">
                  <c:v>4.3075248015388192E-7</c:v>
                </c:pt>
                <c:pt idx="6695">
                  <c:v>7.5639992999726615E-6</c:v>
                </c:pt>
                <c:pt idx="6696">
                  <c:v>6.6909502826964888E-6</c:v>
                </c:pt>
                <c:pt idx="6697">
                  <c:v>2.0253548991884611E-3</c:v>
                </c:pt>
                <c:pt idx="6698">
                  <c:v>4.7957631972727562E-5</c:v>
                </c:pt>
                <c:pt idx="6699">
                  <c:v>1.3929173721020404E-3</c:v>
                </c:pt>
                <c:pt idx="6700">
                  <c:v>1.5683623075376001E-5</c:v>
                </c:pt>
                <c:pt idx="6701">
                  <c:v>3.7448301202567354E-7</c:v>
                </c:pt>
                <c:pt idx="6702">
                  <c:v>0</c:v>
                </c:pt>
                <c:pt idx="6703">
                  <c:v>6.0481978529543292E-7</c:v>
                </c:pt>
                <c:pt idx="6704">
                  <c:v>4.8789519694813513E-5</c:v>
                </c:pt>
                <c:pt idx="6705">
                  <c:v>2.1747419657230987E-5</c:v>
                </c:pt>
                <c:pt idx="6706">
                  <c:v>3.6609182774582783E-5</c:v>
                </c:pt>
                <c:pt idx="6707">
                  <c:v>7.8174093354239787E-7</c:v>
                </c:pt>
                <c:pt idx="6708">
                  <c:v>1.1028282083587686E-5</c:v>
                </c:pt>
                <c:pt idx="6709">
                  <c:v>3.3023059637321251E-5</c:v>
                </c:pt>
                <c:pt idx="6710">
                  <c:v>1.0368520516131216E-5</c:v>
                </c:pt>
                <c:pt idx="6711">
                  <c:v>5.5270315675611733E-6</c:v>
                </c:pt>
                <c:pt idx="6712">
                  <c:v>9.7698934418900026E-6</c:v>
                </c:pt>
                <c:pt idx="6713">
                  <c:v>2.1631813979651217E-6</c:v>
                </c:pt>
                <c:pt idx="6714">
                  <c:v>7.388023393138861E-7</c:v>
                </c:pt>
                <c:pt idx="6715">
                  <c:v>7.521475384866117E-6</c:v>
                </c:pt>
                <c:pt idx="6716">
                  <c:v>6.7940556939539772E-7</c:v>
                </c:pt>
                <c:pt idx="6717">
                  <c:v>4.2981893817818581E-5</c:v>
                </c:pt>
                <c:pt idx="6718">
                  <c:v>9.0689345415987114E-7</c:v>
                </c:pt>
                <c:pt idx="6719">
                  <c:v>0</c:v>
                </c:pt>
                <c:pt idx="6720">
                  <c:v>4.4960054836120786E-7</c:v>
                </c:pt>
                <c:pt idx="6721">
                  <c:v>0</c:v>
                </c:pt>
                <c:pt idx="6722">
                  <c:v>0</c:v>
                </c:pt>
                <c:pt idx="6723">
                  <c:v>2.7398440373106556E-5</c:v>
                </c:pt>
                <c:pt idx="6724">
                  <c:v>0</c:v>
                </c:pt>
                <c:pt idx="6725">
                  <c:v>0</c:v>
                </c:pt>
                <c:pt idx="6726">
                  <c:v>0</c:v>
                </c:pt>
                <c:pt idx="6727">
                  <c:v>2.9878293578689686E-5</c:v>
                </c:pt>
                <c:pt idx="6728">
                  <c:v>1.7355958695225764E-5</c:v>
                </c:pt>
                <c:pt idx="6729">
                  <c:v>1.5872736831042421E-4</c:v>
                </c:pt>
                <c:pt idx="6730">
                  <c:v>4.088844259782481E-5</c:v>
                </c:pt>
                <c:pt idx="6731">
                  <c:v>3.7915354197788259E-6</c:v>
                </c:pt>
                <c:pt idx="6732">
                  <c:v>0</c:v>
                </c:pt>
                <c:pt idx="6733">
                  <c:v>1.4617528613833674E-5</c:v>
                </c:pt>
                <c:pt idx="6734">
                  <c:v>1.7352445589181745E-5</c:v>
                </c:pt>
                <c:pt idx="6735">
                  <c:v>0</c:v>
                </c:pt>
                <c:pt idx="6736">
                  <c:v>9.867123475613459E-6</c:v>
                </c:pt>
                <c:pt idx="6737">
                  <c:v>0</c:v>
                </c:pt>
                <c:pt idx="6738">
                  <c:v>1.2320711239487953E-5</c:v>
                </c:pt>
                <c:pt idx="6739">
                  <c:v>2.4252507731018612E-6</c:v>
                </c:pt>
                <c:pt idx="6740">
                  <c:v>0</c:v>
                </c:pt>
                <c:pt idx="6741">
                  <c:v>0</c:v>
                </c:pt>
                <c:pt idx="6742">
                  <c:v>1.1472828874983075E-7</c:v>
                </c:pt>
                <c:pt idx="6743">
                  <c:v>0</c:v>
                </c:pt>
                <c:pt idx="6744">
                  <c:v>5.9206519314484809E-5</c:v>
                </c:pt>
                <c:pt idx="6745">
                  <c:v>0</c:v>
                </c:pt>
                <c:pt idx="6746">
                  <c:v>2.2465169831243614E-5</c:v>
                </c:pt>
                <c:pt idx="6747">
                  <c:v>8.7735732954249153E-6</c:v>
                </c:pt>
                <c:pt idx="6748">
                  <c:v>5.2818020786589807E-6</c:v>
                </c:pt>
                <c:pt idx="6749">
                  <c:v>9.5021398549565594E-6</c:v>
                </c:pt>
                <c:pt idx="6750">
                  <c:v>4.3722294527659842E-5</c:v>
                </c:pt>
                <c:pt idx="6751">
                  <c:v>9.3476888964569123E-6</c:v>
                </c:pt>
                <c:pt idx="6752">
                  <c:v>0</c:v>
                </c:pt>
                <c:pt idx="6753">
                  <c:v>3.6190954331136879E-5</c:v>
                </c:pt>
                <c:pt idx="6754">
                  <c:v>5.0190335211361814E-6</c:v>
                </c:pt>
                <c:pt idx="6755">
                  <c:v>0</c:v>
                </c:pt>
                <c:pt idx="6756">
                  <c:v>4.6383014575303987E-8</c:v>
                </c:pt>
                <c:pt idx="6757">
                  <c:v>1.0216634858156081E-6</c:v>
                </c:pt>
                <c:pt idx="6758">
                  <c:v>5.4826160228980435E-6</c:v>
                </c:pt>
                <c:pt idx="6759">
                  <c:v>9.5792561749498742E-6</c:v>
                </c:pt>
                <c:pt idx="6760">
                  <c:v>2.9739431394038648E-7</c:v>
                </c:pt>
                <c:pt idx="6761">
                  <c:v>7.4438399139232033E-8</c:v>
                </c:pt>
                <c:pt idx="6762">
                  <c:v>1.6245096753414336E-5</c:v>
                </c:pt>
                <c:pt idx="6763">
                  <c:v>3.4378310877175268E-6</c:v>
                </c:pt>
                <c:pt idx="6764">
                  <c:v>2.3788529627428052E-6</c:v>
                </c:pt>
                <c:pt idx="6765">
                  <c:v>0</c:v>
                </c:pt>
                <c:pt idx="6766">
                  <c:v>0</c:v>
                </c:pt>
                <c:pt idx="6767">
                  <c:v>0</c:v>
                </c:pt>
                <c:pt idx="6768">
                  <c:v>5.8640477463739433E-6</c:v>
                </c:pt>
                <c:pt idx="6769">
                  <c:v>3.478168008008222E-7</c:v>
                </c:pt>
                <c:pt idx="6770">
                  <c:v>5.7310349985365538E-6</c:v>
                </c:pt>
                <c:pt idx="6771">
                  <c:v>0</c:v>
                </c:pt>
                <c:pt idx="6772">
                  <c:v>3.2237415838664673E-5</c:v>
                </c:pt>
                <c:pt idx="6773">
                  <c:v>6.5012142608869114E-6</c:v>
                </c:pt>
                <c:pt idx="6774">
                  <c:v>2.1717953009082442E-6</c:v>
                </c:pt>
                <c:pt idx="6775">
                  <c:v>1.0141622699526022E-5</c:v>
                </c:pt>
                <c:pt idx="6776">
                  <c:v>0</c:v>
                </c:pt>
                <c:pt idx="6777">
                  <c:v>1.2145672495488768E-5</c:v>
                </c:pt>
                <c:pt idx="6778">
                  <c:v>2.1095515626925191E-5</c:v>
                </c:pt>
                <c:pt idx="6779">
                  <c:v>8.0170802005845889E-7</c:v>
                </c:pt>
                <c:pt idx="6780">
                  <c:v>6.8808964206893829E-4</c:v>
                </c:pt>
                <c:pt idx="6781">
                  <c:v>0</c:v>
                </c:pt>
                <c:pt idx="6782">
                  <c:v>1.68651786159466E-5</c:v>
                </c:pt>
                <c:pt idx="6783">
                  <c:v>2.1382420948170001E-5</c:v>
                </c:pt>
                <c:pt idx="6784">
                  <c:v>0</c:v>
                </c:pt>
                <c:pt idx="6785">
                  <c:v>1.868037989558242E-5</c:v>
                </c:pt>
                <c:pt idx="6786">
                  <c:v>0</c:v>
                </c:pt>
                <c:pt idx="6787">
                  <c:v>7.9240827012209552E-7</c:v>
                </c:pt>
                <c:pt idx="6788">
                  <c:v>9.5400296275614568E-6</c:v>
                </c:pt>
                <c:pt idx="6789">
                  <c:v>7.8772285646262991E-6</c:v>
                </c:pt>
                <c:pt idx="6790">
                  <c:v>4.5331966772420132E-5</c:v>
                </c:pt>
                <c:pt idx="6791">
                  <c:v>1.9604008324623658E-5</c:v>
                </c:pt>
                <c:pt idx="6792">
                  <c:v>3.5195169337732451E-7</c:v>
                </c:pt>
                <c:pt idx="6793">
                  <c:v>0</c:v>
                </c:pt>
                <c:pt idx="6794">
                  <c:v>3.2430193334681942E-7</c:v>
                </c:pt>
                <c:pt idx="6795">
                  <c:v>2.988521292048015E-7</c:v>
                </c:pt>
                <c:pt idx="6796">
                  <c:v>7.2312353046389318E-6</c:v>
                </c:pt>
                <c:pt idx="6797">
                  <c:v>8.1723003911725697E-5</c:v>
                </c:pt>
                <c:pt idx="6798">
                  <c:v>4.4593799817846008E-6</c:v>
                </c:pt>
                <c:pt idx="6799">
                  <c:v>1.3185627087100645E-5</c:v>
                </c:pt>
                <c:pt idx="6800">
                  <c:v>5.7896388770458667E-6</c:v>
                </c:pt>
                <c:pt idx="6801">
                  <c:v>5.761835853263207E-6</c:v>
                </c:pt>
                <c:pt idx="6802">
                  <c:v>9.8697107526716068E-5</c:v>
                </c:pt>
                <c:pt idx="6803">
                  <c:v>3.2205494772012547E-4</c:v>
                </c:pt>
                <c:pt idx="6804">
                  <c:v>1.9346542673491827E-5</c:v>
                </c:pt>
                <c:pt idx="6805">
                  <c:v>1.3087981694459464E-5</c:v>
                </c:pt>
                <c:pt idx="6806">
                  <c:v>3.8051070623586303E-5</c:v>
                </c:pt>
                <c:pt idx="6807">
                  <c:v>7.0189977283782678E-7</c:v>
                </c:pt>
                <c:pt idx="6808">
                  <c:v>1.5675793568262929E-5</c:v>
                </c:pt>
                <c:pt idx="6809">
                  <c:v>1.9161961823456992E-5</c:v>
                </c:pt>
                <c:pt idx="6810">
                  <c:v>4.7912729094989821E-6</c:v>
                </c:pt>
                <c:pt idx="6811">
                  <c:v>7.7132887598405398E-8</c:v>
                </c:pt>
                <c:pt idx="6812">
                  <c:v>4.5678185899109722E-7</c:v>
                </c:pt>
                <c:pt idx="6813">
                  <c:v>2.6420770802590709E-6</c:v>
                </c:pt>
                <c:pt idx="6814">
                  <c:v>1.1987655737460173E-4</c:v>
                </c:pt>
                <c:pt idx="6815">
                  <c:v>3.3653032875789247E-8</c:v>
                </c:pt>
                <c:pt idx="6816">
                  <c:v>1.2759112021564583E-6</c:v>
                </c:pt>
                <c:pt idx="6817">
                  <c:v>0</c:v>
                </c:pt>
                <c:pt idx="6818">
                  <c:v>0</c:v>
                </c:pt>
                <c:pt idx="6819">
                  <c:v>1.1513339243814909E-4</c:v>
                </c:pt>
                <c:pt idx="6820">
                  <c:v>9.2759673208823303E-6</c:v>
                </c:pt>
                <c:pt idx="6821">
                  <c:v>0</c:v>
                </c:pt>
                <c:pt idx="6822">
                  <c:v>7.1223964826000817E-7</c:v>
                </c:pt>
                <c:pt idx="6823">
                  <c:v>1.0246544569505456E-5</c:v>
                </c:pt>
                <c:pt idx="6824">
                  <c:v>9.8693999346887224E-6</c:v>
                </c:pt>
                <c:pt idx="6825">
                  <c:v>0</c:v>
                </c:pt>
                <c:pt idx="6826">
                  <c:v>2.12869533372135E-7</c:v>
                </c:pt>
                <c:pt idx="6827">
                  <c:v>0</c:v>
                </c:pt>
                <c:pt idx="6828">
                  <c:v>1.2573719844653523E-5</c:v>
                </c:pt>
                <c:pt idx="6829">
                  <c:v>0</c:v>
                </c:pt>
                <c:pt idx="6830">
                  <c:v>1.0179518460048061E-6</c:v>
                </c:pt>
                <c:pt idx="6831">
                  <c:v>8.0335291769671615E-7</c:v>
                </c:pt>
                <c:pt idx="6832">
                  <c:v>8.2087827500280851E-5</c:v>
                </c:pt>
                <c:pt idx="6833">
                  <c:v>5.9062077176196963E-5</c:v>
                </c:pt>
                <c:pt idx="6834">
                  <c:v>6.9208478538084173E-6</c:v>
                </c:pt>
                <c:pt idx="6835">
                  <c:v>1.8762148682509221E-5</c:v>
                </c:pt>
                <c:pt idx="6836">
                  <c:v>2.3198924816210911E-5</c:v>
                </c:pt>
                <c:pt idx="6837">
                  <c:v>1.1175280907109213E-4</c:v>
                </c:pt>
                <c:pt idx="6838">
                  <c:v>0</c:v>
                </c:pt>
                <c:pt idx="6839">
                  <c:v>0</c:v>
                </c:pt>
                <c:pt idx="6840">
                  <c:v>5.8278142913286985E-5</c:v>
                </c:pt>
                <c:pt idx="6841">
                  <c:v>0</c:v>
                </c:pt>
                <c:pt idx="6842">
                  <c:v>0</c:v>
                </c:pt>
                <c:pt idx="6843">
                  <c:v>7.3643640516655827E-6</c:v>
                </c:pt>
                <c:pt idx="6844">
                  <c:v>1.317423833545922E-5</c:v>
                </c:pt>
                <c:pt idx="6845">
                  <c:v>6.3681298061212434E-6</c:v>
                </c:pt>
                <c:pt idx="6846">
                  <c:v>5.3026151320468791E-6</c:v>
                </c:pt>
                <c:pt idx="6847">
                  <c:v>1.1001717562580445E-5</c:v>
                </c:pt>
                <c:pt idx="6848">
                  <c:v>2.5213526903530256E-7</c:v>
                </c:pt>
                <c:pt idx="6849">
                  <c:v>0</c:v>
                </c:pt>
                <c:pt idx="6850">
                  <c:v>1.9692382747962936E-5</c:v>
                </c:pt>
                <c:pt idx="6851">
                  <c:v>2.9324944264068542E-3</c:v>
                </c:pt>
                <c:pt idx="6852">
                  <c:v>0</c:v>
                </c:pt>
                <c:pt idx="6853">
                  <c:v>0</c:v>
                </c:pt>
                <c:pt idx="6854">
                  <c:v>1.8071224830266428E-5</c:v>
                </c:pt>
                <c:pt idx="6855">
                  <c:v>0</c:v>
                </c:pt>
                <c:pt idx="6856">
                  <c:v>0</c:v>
                </c:pt>
                <c:pt idx="6857">
                  <c:v>0</c:v>
                </c:pt>
                <c:pt idx="6858">
                  <c:v>0</c:v>
                </c:pt>
                <c:pt idx="6859">
                  <c:v>2.9112379535208292E-6</c:v>
                </c:pt>
                <c:pt idx="6860">
                  <c:v>8.8733408232688341E-5</c:v>
                </c:pt>
                <c:pt idx="6861">
                  <c:v>0</c:v>
                </c:pt>
                <c:pt idx="6862">
                  <c:v>0</c:v>
                </c:pt>
                <c:pt idx="6863">
                  <c:v>1.3533615627395009E-7</c:v>
                </c:pt>
                <c:pt idx="6864">
                  <c:v>1.3829701056066322E-5</c:v>
                </c:pt>
                <c:pt idx="6865">
                  <c:v>7.4121154834331204E-7</c:v>
                </c:pt>
                <c:pt idx="6866">
                  <c:v>5.3924760466917932E-6</c:v>
                </c:pt>
                <c:pt idx="6867">
                  <c:v>0</c:v>
                </c:pt>
                <c:pt idx="6868">
                  <c:v>0</c:v>
                </c:pt>
                <c:pt idx="6869">
                  <c:v>1.0824899566367165E-7</c:v>
                </c:pt>
                <c:pt idx="6870">
                  <c:v>2.930306665692721E-6</c:v>
                </c:pt>
                <c:pt idx="6871">
                  <c:v>2.5860883493815867E-5</c:v>
                </c:pt>
                <c:pt idx="6872">
                  <c:v>1.1855032573824898E-5</c:v>
                </c:pt>
                <c:pt idx="6873">
                  <c:v>2.7575482425304262E-7</c:v>
                </c:pt>
                <c:pt idx="6874">
                  <c:v>0</c:v>
                </c:pt>
                <c:pt idx="6875">
                  <c:v>1.5120494632385852E-7</c:v>
                </c:pt>
                <c:pt idx="6876">
                  <c:v>0</c:v>
                </c:pt>
                <c:pt idx="6877">
                  <c:v>1.2555736937972821E-7</c:v>
                </c:pt>
                <c:pt idx="6878">
                  <c:v>2.5444839047487281E-7</c:v>
                </c:pt>
                <c:pt idx="6879">
                  <c:v>1.5731231348832691E-4</c:v>
                </c:pt>
                <c:pt idx="6880">
                  <c:v>9.7514130731510191E-8</c:v>
                </c:pt>
                <c:pt idx="6881">
                  <c:v>1.3704976743286674E-7</c:v>
                </c:pt>
                <c:pt idx="6882">
                  <c:v>1.6528012131301922E-5</c:v>
                </c:pt>
                <c:pt idx="6883">
                  <c:v>0</c:v>
                </c:pt>
                <c:pt idx="6884">
                  <c:v>2.9878641908326092E-5</c:v>
                </c:pt>
                <c:pt idx="6885">
                  <c:v>5.6659697358531314E-7</c:v>
                </c:pt>
                <c:pt idx="6886">
                  <c:v>8.9563692905480466E-5</c:v>
                </c:pt>
                <c:pt idx="6887">
                  <c:v>0</c:v>
                </c:pt>
                <c:pt idx="6888">
                  <c:v>0</c:v>
                </c:pt>
                <c:pt idx="6889">
                  <c:v>1.2413315489160822E-5</c:v>
                </c:pt>
                <c:pt idx="6890">
                  <c:v>0</c:v>
                </c:pt>
                <c:pt idx="6891">
                  <c:v>2.187162049521316E-6</c:v>
                </c:pt>
                <c:pt idx="6892">
                  <c:v>0</c:v>
                </c:pt>
                <c:pt idx="6893">
                  <c:v>3.8239652019210447E-4</c:v>
                </c:pt>
                <c:pt idx="6894">
                  <c:v>3.878778887958179E-5</c:v>
                </c:pt>
                <c:pt idx="6895">
                  <c:v>8.6035889359304448E-5</c:v>
                </c:pt>
                <c:pt idx="6896">
                  <c:v>3.048291717542512E-5</c:v>
                </c:pt>
                <c:pt idx="6897">
                  <c:v>1.2800542568200837E-5</c:v>
                </c:pt>
                <c:pt idx="6898">
                  <c:v>5.2245128972817552E-5</c:v>
                </c:pt>
                <c:pt idx="6899">
                  <c:v>1.0147614694248293E-5</c:v>
                </c:pt>
                <c:pt idx="6900">
                  <c:v>9.8088594882566059E-6</c:v>
                </c:pt>
                <c:pt idx="6901">
                  <c:v>0</c:v>
                </c:pt>
                <c:pt idx="6902">
                  <c:v>8.2818535100255046E-6</c:v>
                </c:pt>
                <c:pt idx="6903">
                  <c:v>0</c:v>
                </c:pt>
                <c:pt idx="6904">
                  <c:v>0</c:v>
                </c:pt>
                <c:pt idx="6905">
                  <c:v>1.9553010245844589E-5</c:v>
                </c:pt>
                <c:pt idx="6906">
                  <c:v>0</c:v>
                </c:pt>
                <c:pt idx="6907">
                  <c:v>2.2294664505661916E-6</c:v>
                </c:pt>
                <c:pt idx="6908">
                  <c:v>3.8008624911333863E-7</c:v>
                </c:pt>
                <c:pt idx="6909">
                  <c:v>0</c:v>
                </c:pt>
                <c:pt idx="6910">
                  <c:v>3.1155637097354306E-5</c:v>
                </c:pt>
                <c:pt idx="6911">
                  <c:v>1.6830328771162414E-5</c:v>
                </c:pt>
                <c:pt idx="6912">
                  <c:v>0</c:v>
                </c:pt>
                <c:pt idx="6913">
                  <c:v>9.0666610886909487E-6</c:v>
                </c:pt>
                <c:pt idx="6914">
                  <c:v>1.0903701995249642E-5</c:v>
                </c:pt>
                <c:pt idx="6915">
                  <c:v>0</c:v>
                </c:pt>
                <c:pt idx="6916">
                  <c:v>0</c:v>
                </c:pt>
                <c:pt idx="6917">
                  <c:v>1.4179308996317777E-6</c:v>
                </c:pt>
                <c:pt idx="6918">
                  <c:v>0</c:v>
                </c:pt>
                <c:pt idx="6919">
                  <c:v>5.6310825472948514E-7</c:v>
                </c:pt>
                <c:pt idx="6920">
                  <c:v>2.201064673016331E-5</c:v>
                </c:pt>
                <c:pt idx="6921">
                  <c:v>8.7114875184429722E-6</c:v>
                </c:pt>
                <c:pt idx="6922">
                  <c:v>3.8486822907951048E-5</c:v>
                </c:pt>
                <c:pt idx="6923">
                  <c:v>2.3736639089221337E-5</c:v>
                </c:pt>
                <c:pt idx="6924">
                  <c:v>1.6778161316922207E-5</c:v>
                </c:pt>
                <c:pt idx="6925">
                  <c:v>4.9749826531702903E-7</c:v>
                </c:pt>
                <c:pt idx="6926">
                  <c:v>2.5534784873405411E-5</c:v>
                </c:pt>
                <c:pt idx="6927">
                  <c:v>4.5232067302312457E-6</c:v>
                </c:pt>
                <c:pt idx="6928">
                  <c:v>4.8715597222894289E-6</c:v>
                </c:pt>
                <c:pt idx="6929">
                  <c:v>1.0908713220148981E-4</c:v>
                </c:pt>
                <c:pt idx="6930">
                  <c:v>5.7430667078679709E-8</c:v>
                </c:pt>
                <c:pt idx="6931">
                  <c:v>3.687449625132199E-5</c:v>
                </c:pt>
                <c:pt idx="6932">
                  <c:v>1.3673722237841815E-5</c:v>
                </c:pt>
                <c:pt idx="6933">
                  <c:v>8.9126204613162419E-6</c:v>
                </c:pt>
                <c:pt idx="6934">
                  <c:v>9.3915141876653059E-6</c:v>
                </c:pt>
                <c:pt idx="6935">
                  <c:v>1.0577955906764951E-5</c:v>
                </c:pt>
                <c:pt idx="6936">
                  <c:v>0</c:v>
                </c:pt>
                <c:pt idx="6937">
                  <c:v>0</c:v>
                </c:pt>
                <c:pt idx="6938">
                  <c:v>0</c:v>
                </c:pt>
                <c:pt idx="6939">
                  <c:v>8.8169179605174119E-6</c:v>
                </c:pt>
                <c:pt idx="6940">
                  <c:v>1.8681902206725598E-5</c:v>
                </c:pt>
                <c:pt idx="6941">
                  <c:v>1.1835979925722122E-6</c:v>
                </c:pt>
                <c:pt idx="6942">
                  <c:v>0</c:v>
                </c:pt>
                <c:pt idx="6943">
                  <c:v>0</c:v>
                </c:pt>
                <c:pt idx="6944">
                  <c:v>2.1227658202569457E-7</c:v>
                </c:pt>
                <c:pt idx="6945">
                  <c:v>1.2787277979141919E-5</c:v>
                </c:pt>
                <c:pt idx="6946">
                  <c:v>5.2385087675411489E-7</c:v>
                </c:pt>
                <c:pt idx="6947">
                  <c:v>6.4192783254885914E-7</c:v>
                </c:pt>
                <c:pt idx="6948">
                  <c:v>4.4805015272079803E-6</c:v>
                </c:pt>
                <c:pt idx="6949">
                  <c:v>7.7450272289772563E-6</c:v>
                </c:pt>
                <c:pt idx="6950">
                  <c:v>0</c:v>
                </c:pt>
                <c:pt idx="6951">
                  <c:v>0</c:v>
                </c:pt>
                <c:pt idx="6952">
                  <c:v>1.6035205565821088E-6</c:v>
                </c:pt>
                <c:pt idx="6953">
                  <c:v>0</c:v>
                </c:pt>
                <c:pt idx="6954">
                  <c:v>3.2837585283708091E-6</c:v>
                </c:pt>
                <c:pt idx="6955">
                  <c:v>0</c:v>
                </c:pt>
                <c:pt idx="6956">
                  <c:v>0</c:v>
                </c:pt>
                <c:pt idx="6957">
                  <c:v>1.5843512047240051E-7</c:v>
                </c:pt>
                <c:pt idx="6958">
                  <c:v>0</c:v>
                </c:pt>
                <c:pt idx="6959">
                  <c:v>0</c:v>
                </c:pt>
                <c:pt idx="6960">
                  <c:v>0</c:v>
                </c:pt>
                <c:pt idx="6961">
                  <c:v>9.0369946261997262E-7</c:v>
                </c:pt>
                <c:pt idx="6962">
                  <c:v>2.5088869990665691E-5</c:v>
                </c:pt>
                <c:pt idx="6963">
                  <c:v>6.0373531060812336E-5</c:v>
                </c:pt>
                <c:pt idx="6964">
                  <c:v>2.7605234459076952E-6</c:v>
                </c:pt>
                <c:pt idx="6965">
                  <c:v>4.2755129569517164E-5</c:v>
                </c:pt>
                <c:pt idx="6966">
                  <c:v>0</c:v>
                </c:pt>
                <c:pt idx="6967">
                  <c:v>1.3792086525969621E-5</c:v>
                </c:pt>
                <c:pt idx="6968">
                  <c:v>3.2583015369739521E-5</c:v>
                </c:pt>
                <c:pt idx="6969">
                  <c:v>1.3073205922453161E-6</c:v>
                </c:pt>
                <c:pt idx="6970">
                  <c:v>7.2734233502599768E-5</c:v>
                </c:pt>
                <c:pt idx="6971">
                  <c:v>8.7532953003920206E-5</c:v>
                </c:pt>
                <c:pt idx="6972">
                  <c:v>4.455646905784708E-5</c:v>
                </c:pt>
                <c:pt idx="6973">
                  <c:v>2.4479248673959993E-6</c:v>
                </c:pt>
                <c:pt idx="6974">
                  <c:v>1.39789772878737E-7</c:v>
                </c:pt>
                <c:pt idx="6975">
                  <c:v>1.7174368635630873E-5</c:v>
                </c:pt>
                <c:pt idx="6976">
                  <c:v>1.7445384070187546E-5</c:v>
                </c:pt>
                <c:pt idx="6977">
                  <c:v>1.5217111211506501E-7</c:v>
                </c:pt>
                <c:pt idx="6978">
                  <c:v>9.9121660252328558E-6</c:v>
                </c:pt>
                <c:pt idx="6979">
                  <c:v>1.3194831580793482E-4</c:v>
                </c:pt>
                <c:pt idx="6980">
                  <c:v>0</c:v>
                </c:pt>
                <c:pt idx="6981">
                  <c:v>8.9981170829744574E-5</c:v>
                </c:pt>
                <c:pt idx="6982">
                  <c:v>1.4641073500358471E-5</c:v>
                </c:pt>
                <c:pt idx="6983">
                  <c:v>9.8360374100138264E-6</c:v>
                </c:pt>
                <c:pt idx="6984">
                  <c:v>9.9225401928179635E-5</c:v>
                </c:pt>
                <c:pt idx="6985">
                  <c:v>0</c:v>
                </c:pt>
                <c:pt idx="6986">
                  <c:v>8.0363467518045547E-5</c:v>
                </c:pt>
                <c:pt idx="6987">
                  <c:v>1.682107613849152E-7</c:v>
                </c:pt>
                <c:pt idx="6988">
                  <c:v>8.2576268567989151E-4</c:v>
                </c:pt>
                <c:pt idx="6989">
                  <c:v>0</c:v>
                </c:pt>
                <c:pt idx="6990">
                  <c:v>0</c:v>
                </c:pt>
                <c:pt idx="6991">
                  <c:v>3.0768698122999955E-5</c:v>
                </c:pt>
                <c:pt idx="6992">
                  <c:v>1.1972045051806193E-5</c:v>
                </c:pt>
                <c:pt idx="6993">
                  <c:v>0</c:v>
                </c:pt>
                <c:pt idx="6994">
                  <c:v>1.0618167623183854E-7</c:v>
                </c:pt>
                <c:pt idx="6995">
                  <c:v>1.7950325951676464E-6</c:v>
                </c:pt>
                <c:pt idx="6996">
                  <c:v>0</c:v>
                </c:pt>
                <c:pt idx="6997">
                  <c:v>3.8290936151282952E-5</c:v>
                </c:pt>
                <c:pt idx="6998">
                  <c:v>0</c:v>
                </c:pt>
                <c:pt idx="6999">
                  <c:v>7.0972225775908691E-7</c:v>
                </c:pt>
                <c:pt idx="7000">
                  <c:v>0</c:v>
                </c:pt>
                <c:pt idx="7001">
                  <c:v>6.9069148399450821E-5</c:v>
                </c:pt>
                <c:pt idx="7002">
                  <c:v>0</c:v>
                </c:pt>
                <c:pt idx="7003">
                  <c:v>1.2571790867544079E-4</c:v>
                </c:pt>
                <c:pt idx="7004">
                  <c:v>1.103050650113297E-6</c:v>
                </c:pt>
                <c:pt idx="7005">
                  <c:v>2.6968990778750785E-6</c:v>
                </c:pt>
                <c:pt idx="7006">
                  <c:v>4.6601333275913314E-6</c:v>
                </c:pt>
                <c:pt idx="7007">
                  <c:v>1.5794676701715725E-5</c:v>
                </c:pt>
                <c:pt idx="7008">
                  <c:v>1.3303235687070557E-5</c:v>
                </c:pt>
                <c:pt idx="7009">
                  <c:v>2.3209515486150802E-5</c:v>
                </c:pt>
                <c:pt idx="7010">
                  <c:v>1.8219180866372931E-5</c:v>
                </c:pt>
                <c:pt idx="7011">
                  <c:v>2.0870040872567356E-5</c:v>
                </c:pt>
                <c:pt idx="7012">
                  <c:v>2.4112913314017651E-5</c:v>
                </c:pt>
                <c:pt idx="7013">
                  <c:v>0</c:v>
                </c:pt>
                <c:pt idx="7014">
                  <c:v>0</c:v>
                </c:pt>
                <c:pt idx="7015">
                  <c:v>7.9037369407341287E-5</c:v>
                </c:pt>
                <c:pt idx="7016">
                  <c:v>3.2181101419487509E-5</c:v>
                </c:pt>
                <c:pt idx="7017">
                  <c:v>1.5889349808541087E-4</c:v>
                </c:pt>
                <c:pt idx="7018">
                  <c:v>3.7402352366735876E-7</c:v>
                </c:pt>
                <c:pt idx="7019">
                  <c:v>9.4987650933083995E-5</c:v>
                </c:pt>
                <c:pt idx="7020">
                  <c:v>3.551168148003824E-7</c:v>
                </c:pt>
                <c:pt idx="7021">
                  <c:v>4.3478144843798183E-5</c:v>
                </c:pt>
                <c:pt idx="7022">
                  <c:v>1.0372521928496129E-5</c:v>
                </c:pt>
                <c:pt idx="7023">
                  <c:v>2.1767296082197754E-5</c:v>
                </c:pt>
                <c:pt idx="7024">
                  <c:v>3.6406625677427325E-5</c:v>
                </c:pt>
                <c:pt idx="7025">
                  <c:v>3.0510311165415894E-5</c:v>
                </c:pt>
                <c:pt idx="7026">
                  <c:v>5.4901999457816728E-7</c:v>
                </c:pt>
                <c:pt idx="7027">
                  <c:v>0</c:v>
                </c:pt>
                <c:pt idx="7028">
                  <c:v>0</c:v>
                </c:pt>
                <c:pt idx="7029">
                  <c:v>3.1694054755140592E-5</c:v>
                </c:pt>
                <c:pt idx="7030">
                  <c:v>1.1912765479213801E-5</c:v>
                </c:pt>
                <c:pt idx="7031">
                  <c:v>1.8230036609769551E-5</c:v>
                </c:pt>
                <c:pt idx="7032">
                  <c:v>7.8968783746845113E-5</c:v>
                </c:pt>
                <c:pt idx="7033">
                  <c:v>2.5071454682962916E-5</c:v>
                </c:pt>
                <c:pt idx="7034">
                  <c:v>4.0305618709122734E-5</c:v>
                </c:pt>
                <c:pt idx="7035">
                  <c:v>9.4992350551288763E-6</c:v>
                </c:pt>
                <c:pt idx="7036">
                  <c:v>4.798757331647133E-7</c:v>
                </c:pt>
                <c:pt idx="7037">
                  <c:v>1.1296218210758797E-4</c:v>
                </c:pt>
                <c:pt idx="7038">
                  <c:v>1.1966918153536813E-7</c:v>
                </c:pt>
                <c:pt idx="7039">
                  <c:v>7.0227752604696641E-6</c:v>
                </c:pt>
                <c:pt idx="7040">
                  <c:v>5.2331188289939534E-6</c:v>
                </c:pt>
                <c:pt idx="7041">
                  <c:v>1.9384345829181213E-5</c:v>
                </c:pt>
                <c:pt idx="7042">
                  <c:v>8.5257549287737033E-6</c:v>
                </c:pt>
                <c:pt idx="7043">
                  <c:v>6.5310495549203087E-6</c:v>
                </c:pt>
                <c:pt idx="7044">
                  <c:v>4.2579205543303794E-6</c:v>
                </c:pt>
                <c:pt idx="7045">
                  <c:v>1.2348956433136461E-6</c:v>
                </c:pt>
                <c:pt idx="7046">
                  <c:v>5.0372620417363951E-6</c:v>
                </c:pt>
                <c:pt idx="7047">
                  <c:v>2.9949496561141805E-6</c:v>
                </c:pt>
                <c:pt idx="7048">
                  <c:v>7.2358864731621291E-7</c:v>
                </c:pt>
                <c:pt idx="7049">
                  <c:v>1.3519310736302726E-7</c:v>
                </c:pt>
                <c:pt idx="7050">
                  <c:v>1.0137620873712261E-4</c:v>
                </c:pt>
                <c:pt idx="7051">
                  <c:v>4.4209432184523268E-6</c:v>
                </c:pt>
                <c:pt idx="7052">
                  <c:v>6.1301849740212564E-6</c:v>
                </c:pt>
                <c:pt idx="7053">
                  <c:v>2.1550640371155346E-5</c:v>
                </c:pt>
                <c:pt idx="7054">
                  <c:v>1.3735518851404179E-5</c:v>
                </c:pt>
                <c:pt idx="7055">
                  <c:v>5.8921448327434788E-6</c:v>
                </c:pt>
                <c:pt idx="7056">
                  <c:v>4.6848745664277065E-7</c:v>
                </c:pt>
                <c:pt idx="7057">
                  <c:v>5.528872481272533E-6</c:v>
                </c:pt>
                <c:pt idx="7058">
                  <c:v>0</c:v>
                </c:pt>
                <c:pt idx="7059">
                  <c:v>4.6111690047288513E-6</c:v>
                </c:pt>
                <c:pt idx="7060">
                  <c:v>0</c:v>
                </c:pt>
                <c:pt idx="7061">
                  <c:v>8.1505126146764292E-7</c:v>
                </c:pt>
                <c:pt idx="7062">
                  <c:v>4.0485551901130424E-6</c:v>
                </c:pt>
                <c:pt idx="7063">
                  <c:v>0</c:v>
                </c:pt>
                <c:pt idx="7064">
                  <c:v>1.5348683142457185E-7</c:v>
                </c:pt>
                <c:pt idx="7065">
                  <c:v>7.899068471074505E-6</c:v>
                </c:pt>
                <c:pt idx="7066">
                  <c:v>2.985594238872656E-7</c:v>
                </c:pt>
                <c:pt idx="7067">
                  <c:v>1.8823771676443102E-5</c:v>
                </c:pt>
                <c:pt idx="7068">
                  <c:v>2.369866210706322E-5</c:v>
                </c:pt>
                <c:pt idx="7069">
                  <c:v>1.5872267101804741E-6</c:v>
                </c:pt>
                <c:pt idx="7070">
                  <c:v>3.4296356316642999E-6</c:v>
                </c:pt>
                <c:pt idx="7071">
                  <c:v>2.4002991709234465E-5</c:v>
                </c:pt>
                <c:pt idx="7072">
                  <c:v>0</c:v>
                </c:pt>
                <c:pt idx="7073">
                  <c:v>7.8705402420030726E-8</c:v>
                </c:pt>
                <c:pt idx="7074">
                  <c:v>4.1047359795005355E-5</c:v>
                </c:pt>
                <c:pt idx="7075">
                  <c:v>9.8650217407179753E-7</c:v>
                </c:pt>
                <c:pt idx="7076">
                  <c:v>0</c:v>
                </c:pt>
                <c:pt idx="7077">
                  <c:v>4.0428656635768562E-7</c:v>
                </c:pt>
                <c:pt idx="7078">
                  <c:v>9.4953990363721804E-6</c:v>
                </c:pt>
                <c:pt idx="7079">
                  <c:v>2.4582997724911185E-7</c:v>
                </c:pt>
                <c:pt idx="7080">
                  <c:v>1.3139952560831181E-6</c:v>
                </c:pt>
                <c:pt idx="7081">
                  <c:v>1.1763002514528625E-5</c:v>
                </c:pt>
                <c:pt idx="7082">
                  <c:v>1.854441975741947E-5</c:v>
                </c:pt>
                <c:pt idx="7083">
                  <c:v>0</c:v>
                </c:pt>
                <c:pt idx="7084">
                  <c:v>1.976171752338629E-5</c:v>
                </c:pt>
                <c:pt idx="7085">
                  <c:v>2.7258231458355881E-6</c:v>
                </c:pt>
                <c:pt idx="7086">
                  <c:v>1.9536546572756385E-5</c:v>
                </c:pt>
                <c:pt idx="7087">
                  <c:v>9.6979833292935364E-7</c:v>
                </c:pt>
                <c:pt idx="7088">
                  <c:v>3.6550260406342605E-7</c:v>
                </c:pt>
                <c:pt idx="7089">
                  <c:v>2.009137153411616E-5</c:v>
                </c:pt>
                <c:pt idx="7090">
                  <c:v>0</c:v>
                </c:pt>
                <c:pt idx="7091">
                  <c:v>1.0130954749261757E-6</c:v>
                </c:pt>
                <c:pt idx="7092">
                  <c:v>0</c:v>
                </c:pt>
                <c:pt idx="7093">
                  <c:v>0</c:v>
                </c:pt>
                <c:pt idx="7094">
                  <c:v>5.5478844270551161E-5</c:v>
                </c:pt>
                <c:pt idx="7095">
                  <c:v>7.2434719821699972E-5</c:v>
                </c:pt>
                <c:pt idx="7096">
                  <c:v>1.4553289229707915E-5</c:v>
                </c:pt>
                <c:pt idx="7097">
                  <c:v>3.3417971383918996E-6</c:v>
                </c:pt>
                <c:pt idx="7098">
                  <c:v>0</c:v>
                </c:pt>
                <c:pt idx="7099">
                  <c:v>2.9231729837140615E-5</c:v>
                </c:pt>
                <c:pt idx="7100">
                  <c:v>3.0055560069594488E-5</c:v>
                </c:pt>
                <c:pt idx="7101">
                  <c:v>5.7933820260154786E-7</c:v>
                </c:pt>
                <c:pt idx="7102">
                  <c:v>2.0106810635991432E-5</c:v>
                </c:pt>
                <c:pt idx="7103">
                  <c:v>4.4827775448029453E-6</c:v>
                </c:pt>
                <c:pt idx="7104">
                  <c:v>9.7285905890073869E-6</c:v>
                </c:pt>
                <c:pt idx="7105">
                  <c:v>1.1150815523922453E-4</c:v>
                </c:pt>
                <c:pt idx="7106">
                  <c:v>4.9406562488357122E-5</c:v>
                </c:pt>
                <c:pt idx="7107">
                  <c:v>0</c:v>
                </c:pt>
                <c:pt idx="7108">
                  <c:v>1.4655248643696981E-6</c:v>
                </c:pt>
                <c:pt idx="7109">
                  <c:v>3.1006032997058921E-6</c:v>
                </c:pt>
                <c:pt idx="7110">
                  <c:v>1.4740186829748903E-5</c:v>
                </c:pt>
                <c:pt idx="7111">
                  <c:v>2.4651194936689415E-5</c:v>
                </c:pt>
                <c:pt idx="7112">
                  <c:v>7.7334204164880669E-5</c:v>
                </c:pt>
                <c:pt idx="7113">
                  <c:v>8.8202885355584011E-7</c:v>
                </c:pt>
                <c:pt idx="7114">
                  <c:v>0</c:v>
                </c:pt>
                <c:pt idx="7115">
                  <c:v>2.0873812965880722E-5</c:v>
                </c:pt>
                <c:pt idx="7116">
                  <c:v>0</c:v>
                </c:pt>
                <c:pt idx="7117">
                  <c:v>2.0951414872220228E-4</c:v>
                </c:pt>
                <c:pt idx="7118">
                  <c:v>3.8476861301334882E-5</c:v>
                </c:pt>
                <c:pt idx="7119">
                  <c:v>2.7632722758461935E-5</c:v>
                </c:pt>
                <c:pt idx="7120">
                  <c:v>3.1490616920340615E-7</c:v>
                </c:pt>
                <c:pt idx="7121">
                  <c:v>1.9176364880460587E-5</c:v>
                </c:pt>
                <c:pt idx="7122">
                  <c:v>3.6632979416736006E-4</c:v>
                </c:pt>
                <c:pt idx="7123">
                  <c:v>2.3498292723306049E-7</c:v>
                </c:pt>
                <c:pt idx="7124">
                  <c:v>8.3248434868801806E-6</c:v>
                </c:pt>
                <c:pt idx="7125">
                  <c:v>2.9119531515936811E-5</c:v>
                </c:pt>
                <c:pt idx="7126">
                  <c:v>0</c:v>
                </c:pt>
                <c:pt idx="7127">
                  <c:v>0</c:v>
                </c:pt>
                <c:pt idx="7128">
                  <c:v>3.7058090954602819E-4</c:v>
                </c:pt>
                <c:pt idx="7129">
                  <c:v>5.1548830593492105E-5</c:v>
                </c:pt>
                <c:pt idx="7130">
                  <c:v>2.1931266454824646E-5</c:v>
                </c:pt>
                <c:pt idx="7131">
                  <c:v>1.5491164835070323E-6</c:v>
                </c:pt>
                <c:pt idx="7132">
                  <c:v>3.0121459662934456E-7</c:v>
                </c:pt>
                <c:pt idx="7133">
                  <c:v>1.5145802513466325E-5</c:v>
                </c:pt>
                <c:pt idx="7134">
                  <c:v>3.2185130221687887E-7</c:v>
                </c:pt>
                <c:pt idx="7135">
                  <c:v>5.5049797836632209E-7</c:v>
                </c:pt>
                <c:pt idx="7136">
                  <c:v>1.3779369647513004E-5</c:v>
                </c:pt>
                <c:pt idx="7137">
                  <c:v>4.8916195176206925E-7</c:v>
                </c:pt>
                <c:pt idx="7138">
                  <c:v>3.2295349181878902E-5</c:v>
                </c:pt>
                <c:pt idx="7139">
                  <c:v>2.3939109748673781E-5</c:v>
                </c:pt>
                <c:pt idx="7140">
                  <c:v>5.1455196182919222E-5</c:v>
                </c:pt>
                <c:pt idx="7141">
                  <c:v>0</c:v>
                </c:pt>
                <c:pt idx="7142">
                  <c:v>4.6046702687144513E-7</c:v>
                </c:pt>
                <c:pt idx="7143">
                  <c:v>0</c:v>
                </c:pt>
                <c:pt idx="7144">
                  <c:v>1.6259070312204655E-5</c:v>
                </c:pt>
                <c:pt idx="7145">
                  <c:v>6.0381321969378083E-5</c:v>
                </c:pt>
                <c:pt idx="7146">
                  <c:v>4.5375548314928392E-5</c:v>
                </c:pt>
                <c:pt idx="7147">
                  <c:v>7.2105391813104744E-6</c:v>
                </c:pt>
                <c:pt idx="7148">
                  <c:v>2.992772737087166E-5</c:v>
                </c:pt>
                <c:pt idx="7149">
                  <c:v>6.9120680055929297E-5</c:v>
                </c:pt>
                <c:pt idx="7150">
                  <c:v>2.7705014789140854E-6</c:v>
                </c:pt>
                <c:pt idx="7151">
                  <c:v>2.1465147077356247E-4</c:v>
                </c:pt>
                <c:pt idx="7152">
                  <c:v>2.7745120055145146E-6</c:v>
                </c:pt>
                <c:pt idx="7153">
                  <c:v>0</c:v>
                </c:pt>
                <c:pt idx="7154">
                  <c:v>0</c:v>
                </c:pt>
                <c:pt idx="7155">
                  <c:v>9.056273880212264E-6</c:v>
                </c:pt>
                <c:pt idx="7156">
                  <c:v>3.0027205656770516E-5</c:v>
                </c:pt>
                <c:pt idx="7157">
                  <c:v>1.5102808136776792E-5</c:v>
                </c:pt>
                <c:pt idx="7158">
                  <c:v>1.6914072417386467E-5</c:v>
                </c:pt>
                <c:pt idx="7159">
                  <c:v>8.8613131333981803E-7</c:v>
                </c:pt>
                <c:pt idx="7160">
                  <c:v>5.1491414153329182E-7</c:v>
                </c:pt>
                <c:pt idx="7161">
                  <c:v>5.014745500972958E-5</c:v>
                </c:pt>
                <c:pt idx="7162">
                  <c:v>1.642063303876674E-5</c:v>
                </c:pt>
                <c:pt idx="7163">
                  <c:v>0</c:v>
                </c:pt>
                <c:pt idx="7164">
                  <c:v>4.4775142742199902E-8</c:v>
                </c:pt>
                <c:pt idx="7165">
                  <c:v>0</c:v>
                </c:pt>
                <c:pt idx="7166">
                  <c:v>1.1787982145625811E-5</c:v>
                </c:pt>
                <c:pt idx="7167">
                  <c:v>1.5632265230955086E-6</c:v>
                </c:pt>
                <c:pt idx="7168">
                  <c:v>0</c:v>
                </c:pt>
                <c:pt idx="7169">
                  <c:v>1.7654806637354351E-5</c:v>
                </c:pt>
                <c:pt idx="7170">
                  <c:v>2.3020176336455884E-5</c:v>
                </c:pt>
                <c:pt idx="7171">
                  <c:v>8.4698869244375861E-6</c:v>
                </c:pt>
                <c:pt idx="7172">
                  <c:v>2.3317534648185757E-5</c:v>
                </c:pt>
                <c:pt idx="7173">
                  <c:v>3.8918035751657496E-6</c:v>
                </c:pt>
                <c:pt idx="7174">
                  <c:v>3.1413966199934654E-5</c:v>
                </c:pt>
                <c:pt idx="7175">
                  <c:v>6.9903731468681484E-6</c:v>
                </c:pt>
                <c:pt idx="7176">
                  <c:v>8.1312511409708361E-4</c:v>
                </c:pt>
                <c:pt idx="7177">
                  <c:v>4.8158899159015843E-6</c:v>
                </c:pt>
                <c:pt idx="7178">
                  <c:v>9.5442915412279357E-6</c:v>
                </c:pt>
                <c:pt idx="7179">
                  <c:v>2.0083125222953948E-5</c:v>
                </c:pt>
                <c:pt idx="7180">
                  <c:v>0</c:v>
                </c:pt>
                <c:pt idx="7181">
                  <c:v>6.4675090595066378E-6</c:v>
                </c:pt>
                <c:pt idx="7182">
                  <c:v>1.6459784495821734E-5</c:v>
                </c:pt>
                <c:pt idx="7183">
                  <c:v>3.0790825433221879E-7</c:v>
                </c:pt>
                <c:pt idx="7184">
                  <c:v>7.591664076253928E-6</c:v>
                </c:pt>
                <c:pt idx="7185">
                  <c:v>1.5944529607858072E-5</c:v>
                </c:pt>
                <c:pt idx="7186">
                  <c:v>1.8903503747157E-6</c:v>
                </c:pt>
                <c:pt idx="7187">
                  <c:v>3.2284767903346908E-7</c:v>
                </c:pt>
                <c:pt idx="7188">
                  <c:v>2.2121130028221847E-7</c:v>
                </c:pt>
                <c:pt idx="7189">
                  <c:v>2.0121309930836132E-5</c:v>
                </c:pt>
                <c:pt idx="7190">
                  <c:v>1.0413418912038921E-5</c:v>
                </c:pt>
                <c:pt idx="7191">
                  <c:v>1.8592611360442808E-5</c:v>
                </c:pt>
                <c:pt idx="7192">
                  <c:v>2.6096336262957769E-6</c:v>
                </c:pt>
                <c:pt idx="7193">
                  <c:v>4.3595277363655816E-7</c:v>
                </c:pt>
                <c:pt idx="7194">
                  <c:v>0</c:v>
                </c:pt>
                <c:pt idx="7195">
                  <c:v>7.1023935309515195E-5</c:v>
                </c:pt>
                <c:pt idx="7196">
                  <c:v>1.6921175487847838E-6</c:v>
                </c:pt>
                <c:pt idx="7197">
                  <c:v>1.3744413201800538E-7</c:v>
                </c:pt>
                <c:pt idx="7198">
                  <c:v>5.0720275130289789E-5</c:v>
                </c:pt>
                <c:pt idx="7199">
                  <c:v>1.8972815148044188E-5</c:v>
                </c:pt>
                <c:pt idx="7200">
                  <c:v>2.8198813301470619E-7</c:v>
                </c:pt>
                <c:pt idx="7201">
                  <c:v>9.9445344650641079E-7</c:v>
                </c:pt>
                <c:pt idx="7202">
                  <c:v>9.2827510397974392E-7</c:v>
                </c:pt>
                <c:pt idx="7203">
                  <c:v>2.6010343174671816E-7</c:v>
                </c:pt>
                <c:pt idx="7204">
                  <c:v>5.3802380066357398E-5</c:v>
                </c:pt>
                <c:pt idx="7205">
                  <c:v>8.1907478143027247E-6</c:v>
                </c:pt>
                <c:pt idx="7206">
                  <c:v>5.7535979894004891E-7</c:v>
                </c:pt>
                <c:pt idx="7207">
                  <c:v>6.9914947658004267E-7</c:v>
                </c:pt>
                <c:pt idx="7208">
                  <c:v>2.5920022761922896E-5</c:v>
                </c:pt>
                <c:pt idx="7209">
                  <c:v>0</c:v>
                </c:pt>
                <c:pt idx="7210">
                  <c:v>2.0464098739021491E-6</c:v>
                </c:pt>
                <c:pt idx="7211">
                  <c:v>3.8216183874167638E-6</c:v>
                </c:pt>
                <c:pt idx="7212">
                  <c:v>1.2856001035095788E-5</c:v>
                </c:pt>
                <c:pt idx="7213">
                  <c:v>2.8005345290737246E-5</c:v>
                </c:pt>
                <c:pt idx="7214">
                  <c:v>0</c:v>
                </c:pt>
                <c:pt idx="7215">
                  <c:v>7.5951169599652996E-6</c:v>
                </c:pt>
                <c:pt idx="7216">
                  <c:v>1.0003955280852448E-6</c:v>
                </c:pt>
                <c:pt idx="7217">
                  <c:v>7.2126977985610944E-6</c:v>
                </c:pt>
                <c:pt idx="7218">
                  <c:v>4.8129535010248487E-6</c:v>
                </c:pt>
                <c:pt idx="7219">
                  <c:v>5.6099328726033856E-9</c:v>
                </c:pt>
                <c:pt idx="7220">
                  <c:v>2.4123989049363606E-7</c:v>
                </c:pt>
                <c:pt idx="7221">
                  <c:v>0</c:v>
                </c:pt>
                <c:pt idx="7222">
                  <c:v>0</c:v>
                </c:pt>
                <c:pt idx="7223">
                  <c:v>4.5339653641237299E-8</c:v>
                </c:pt>
                <c:pt idx="7224">
                  <c:v>2.9522274727606607E-7</c:v>
                </c:pt>
                <c:pt idx="7225">
                  <c:v>4.8977646397623518E-4</c:v>
                </c:pt>
                <c:pt idx="7226">
                  <c:v>9.5806562890321243E-7</c:v>
                </c:pt>
                <c:pt idx="7227">
                  <c:v>0</c:v>
                </c:pt>
                <c:pt idx="7228">
                  <c:v>0</c:v>
                </c:pt>
                <c:pt idx="7229">
                  <c:v>8.6510473596611035E-5</c:v>
                </c:pt>
                <c:pt idx="7230">
                  <c:v>0</c:v>
                </c:pt>
                <c:pt idx="7231">
                  <c:v>5.9559762577083413E-5</c:v>
                </c:pt>
                <c:pt idx="7232">
                  <c:v>3.9758984918054767E-6</c:v>
                </c:pt>
                <c:pt idx="7233">
                  <c:v>8.4487021005791862E-7</c:v>
                </c:pt>
                <c:pt idx="7234">
                  <c:v>1.3572091353023069E-7</c:v>
                </c:pt>
                <c:pt idx="7235">
                  <c:v>0</c:v>
                </c:pt>
                <c:pt idx="7236">
                  <c:v>3.6677522165593871E-6</c:v>
                </c:pt>
                <c:pt idx="7237">
                  <c:v>0</c:v>
                </c:pt>
                <c:pt idx="7238">
                  <c:v>3.0775166602592652E-5</c:v>
                </c:pt>
                <c:pt idx="7239">
                  <c:v>3.2268966979129903E-5</c:v>
                </c:pt>
                <c:pt idx="7240">
                  <c:v>0</c:v>
                </c:pt>
                <c:pt idx="7241">
                  <c:v>1.2521437071236083E-4</c:v>
                </c:pt>
                <c:pt idx="7242">
                  <c:v>6.6185739742872192E-7</c:v>
                </c:pt>
                <c:pt idx="7243">
                  <c:v>5.1759397469240799E-5</c:v>
                </c:pt>
                <c:pt idx="7244">
                  <c:v>4.8805338945282083E-5</c:v>
                </c:pt>
                <c:pt idx="7245">
                  <c:v>3.2209516627027911E-5</c:v>
                </c:pt>
                <c:pt idx="7246">
                  <c:v>0</c:v>
                </c:pt>
                <c:pt idx="7247">
                  <c:v>4.0020860991286513E-5</c:v>
                </c:pt>
                <c:pt idx="7248">
                  <c:v>0</c:v>
                </c:pt>
                <c:pt idx="7249">
                  <c:v>1.5705444990978025E-4</c:v>
                </c:pt>
                <c:pt idx="7250">
                  <c:v>2.4063068881629367E-5</c:v>
                </c:pt>
                <c:pt idx="7251">
                  <c:v>7.2995822507211999E-5</c:v>
                </c:pt>
                <c:pt idx="7252">
                  <c:v>2.8688288771204396E-6</c:v>
                </c:pt>
                <c:pt idx="7253">
                  <c:v>1.3137550685797459E-5</c:v>
                </c:pt>
                <c:pt idx="7254">
                  <c:v>5.6216689807331386E-7</c:v>
                </c:pt>
                <c:pt idx="7255">
                  <c:v>2.437381560642999E-6</c:v>
                </c:pt>
                <c:pt idx="7256">
                  <c:v>4.9239661906371398E-7</c:v>
                </c:pt>
                <c:pt idx="7257">
                  <c:v>3.9079718034797696E-6</c:v>
                </c:pt>
                <c:pt idx="7258">
                  <c:v>1.5605600280605372E-6</c:v>
                </c:pt>
                <c:pt idx="7259">
                  <c:v>0</c:v>
                </c:pt>
                <c:pt idx="7260">
                  <c:v>3.1432315187357462E-5</c:v>
                </c:pt>
                <c:pt idx="7261">
                  <c:v>4.3694144087338813E-5</c:v>
                </c:pt>
                <c:pt idx="7262">
                  <c:v>0</c:v>
                </c:pt>
                <c:pt idx="7263">
                  <c:v>8.8270995691530364E-7</c:v>
                </c:pt>
                <c:pt idx="7264">
                  <c:v>5.9395293095339907E-6</c:v>
                </c:pt>
                <c:pt idx="7265">
                  <c:v>2.3545592599118653E-6</c:v>
                </c:pt>
                <c:pt idx="7266">
                  <c:v>1.5748635204795632E-5</c:v>
                </c:pt>
                <c:pt idx="7267">
                  <c:v>8.1432332448517468E-6</c:v>
                </c:pt>
                <c:pt idx="7268">
                  <c:v>0</c:v>
                </c:pt>
                <c:pt idx="7269">
                  <c:v>5.0342788261253103E-6</c:v>
                </c:pt>
                <c:pt idx="7270">
                  <c:v>1.8735659053753669E-7</c:v>
                </c:pt>
                <c:pt idx="7271">
                  <c:v>0</c:v>
                </c:pt>
                <c:pt idx="7272">
                  <c:v>0</c:v>
                </c:pt>
                <c:pt idx="7273">
                  <c:v>0</c:v>
                </c:pt>
                <c:pt idx="7274">
                  <c:v>3.3065072300178928E-5</c:v>
                </c:pt>
                <c:pt idx="7275">
                  <c:v>1.0054642102463094E-4</c:v>
                </c:pt>
                <c:pt idx="7276">
                  <c:v>0</c:v>
                </c:pt>
                <c:pt idx="7277">
                  <c:v>1.2796961895207631E-6</c:v>
                </c:pt>
                <c:pt idx="7278">
                  <c:v>3.5102945519200678E-5</c:v>
                </c:pt>
                <c:pt idx="7279">
                  <c:v>3.3564154243545132E-6</c:v>
                </c:pt>
                <c:pt idx="7280">
                  <c:v>8.8871626804428259E-8</c:v>
                </c:pt>
                <c:pt idx="7281">
                  <c:v>3.2890501919389059E-8</c:v>
                </c:pt>
                <c:pt idx="7282">
                  <c:v>2.9123806221869068E-6</c:v>
                </c:pt>
                <c:pt idx="7283">
                  <c:v>2.4465067854153683E-5</c:v>
                </c:pt>
                <c:pt idx="7284">
                  <c:v>1.2281538617177174E-5</c:v>
                </c:pt>
                <c:pt idx="7285">
                  <c:v>2.1475788567717441E-4</c:v>
                </c:pt>
                <c:pt idx="7286">
                  <c:v>3.7672985907763423E-5</c:v>
                </c:pt>
                <c:pt idx="7287">
                  <c:v>1.1988399468052823E-5</c:v>
                </c:pt>
                <c:pt idx="7288">
                  <c:v>5.9326289898258374E-5</c:v>
                </c:pt>
                <c:pt idx="7289">
                  <c:v>4.1182860706039731E-5</c:v>
                </c:pt>
                <c:pt idx="7290">
                  <c:v>4.4127672160580709E-6</c:v>
                </c:pt>
                <c:pt idx="7291">
                  <c:v>1.9871523584673878E-7</c:v>
                </c:pt>
                <c:pt idx="7292">
                  <c:v>0</c:v>
                </c:pt>
                <c:pt idx="7293">
                  <c:v>0</c:v>
                </c:pt>
                <c:pt idx="7294">
                  <c:v>1.6008945461988203E-5</c:v>
                </c:pt>
                <c:pt idx="7295">
                  <c:v>3.8532014588224444E-5</c:v>
                </c:pt>
                <c:pt idx="7296">
                  <c:v>2.5251250445590698E-5</c:v>
                </c:pt>
                <c:pt idx="7297">
                  <c:v>4.8058559326720095E-6</c:v>
                </c:pt>
                <c:pt idx="7298">
                  <c:v>0</c:v>
                </c:pt>
                <c:pt idx="7299">
                  <c:v>6.6656357786797034E-6</c:v>
                </c:pt>
                <c:pt idx="7300">
                  <c:v>9.1424666470451426E-6</c:v>
                </c:pt>
                <c:pt idx="7301">
                  <c:v>1.7335118803962412E-5</c:v>
                </c:pt>
                <c:pt idx="7302">
                  <c:v>7.2828005357947211E-7</c:v>
                </c:pt>
                <c:pt idx="7303">
                  <c:v>4.7354061394237909E-6</c:v>
                </c:pt>
                <c:pt idx="7304">
                  <c:v>5.3989743148442721E-5</c:v>
                </c:pt>
                <c:pt idx="7305">
                  <c:v>2.5328184048996365E-5</c:v>
                </c:pt>
                <c:pt idx="7306">
                  <c:v>2.3708475980098418E-5</c:v>
                </c:pt>
                <c:pt idx="7307">
                  <c:v>1.6155701148970356E-5</c:v>
                </c:pt>
                <c:pt idx="7308">
                  <c:v>1.5502890724028594E-5</c:v>
                </c:pt>
                <c:pt idx="7309">
                  <c:v>1.2214382726265861E-5</c:v>
                </c:pt>
                <c:pt idx="7310">
                  <c:v>3.1822056091421588E-5</c:v>
                </c:pt>
                <c:pt idx="7311">
                  <c:v>2.5594815789899411E-5</c:v>
                </c:pt>
                <c:pt idx="7312">
                  <c:v>0</c:v>
                </c:pt>
                <c:pt idx="7313">
                  <c:v>2.3043827262631688E-5</c:v>
                </c:pt>
                <c:pt idx="7314">
                  <c:v>1.363256545040865E-4</c:v>
                </c:pt>
                <c:pt idx="7315">
                  <c:v>5.6834072571756884E-5</c:v>
                </c:pt>
                <c:pt idx="7316">
                  <c:v>1.9199328634855379E-5</c:v>
                </c:pt>
                <c:pt idx="7317">
                  <c:v>7.6053266629808508E-6</c:v>
                </c:pt>
                <c:pt idx="7318">
                  <c:v>5.6691838302249193E-6</c:v>
                </c:pt>
                <c:pt idx="7319">
                  <c:v>2.9297975903456944E-5</c:v>
                </c:pt>
                <c:pt idx="7320">
                  <c:v>2.3318164941626783E-5</c:v>
                </c:pt>
                <c:pt idx="7321">
                  <c:v>1.2262175282132134E-5</c:v>
                </c:pt>
                <c:pt idx="7322">
                  <c:v>3.3098672157286485E-4</c:v>
                </c:pt>
                <c:pt idx="7323">
                  <c:v>2.5797728518285401E-7</c:v>
                </c:pt>
                <c:pt idx="7324">
                  <c:v>6.7157366851522295E-6</c:v>
                </c:pt>
                <c:pt idx="7325">
                  <c:v>1.78914056102055E-5</c:v>
                </c:pt>
                <c:pt idx="7326">
                  <c:v>0</c:v>
                </c:pt>
                <c:pt idx="7327">
                  <c:v>6.9417829497719605E-6</c:v>
                </c:pt>
                <c:pt idx="7328">
                  <c:v>2.3881536157826023E-5</c:v>
                </c:pt>
                <c:pt idx="7329">
                  <c:v>7.1504212232260991E-6</c:v>
                </c:pt>
                <c:pt idx="7330">
                  <c:v>0</c:v>
                </c:pt>
                <c:pt idx="7331">
                  <c:v>7.0728488086585278E-6</c:v>
                </c:pt>
                <c:pt idx="7332">
                  <c:v>4.8381218950139313E-5</c:v>
                </c:pt>
                <c:pt idx="7333">
                  <c:v>1.1292019051296902E-7</c:v>
                </c:pt>
                <c:pt idx="7334">
                  <c:v>0</c:v>
                </c:pt>
                <c:pt idx="7335">
                  <c:v>2.4585838772554292E-4</c:v>
                </c:pt>
                <c:pt idx="7336">
                  <c:v>7.4441848231605832E-5</c:v>
                </c:pt>
                <c:pt idx="7337">
                  <c:v>0</c:v>
                </c:pt>
                <c:pt idx="7338">
                  <c:v>1.2424394590866225E-4</c:v>
                </c:pt>
                <c:pt idx="7339">
                  <c:v>1.064735678012466E-5</c:v>
                </c:pt>
                <c:pt idx="7340">
                  <c:v>1.1879830874944267E-5</c:v>
                </c:pt>
                <c:pt idx="7341">
                  <c:v>1.8075407706017983E-5</c:v>
                </c:pt>
                <c:pt idx="7342">
                  <c:v>1.8331997192115006E-5</c:v>
                </c:pt>
                <c:pt idx="7343">
                  <c:v>3.313641313288702E-5</c:v>
                </c:pt>
                <c:pt idx="7344">
                  <c:v>7.1936224964401839E-6</c:v>
                </c:pt>
                <c:pt idx="7345">
                  <c:v>0</c:v>
                </c:pt>
                <c:pt idx="7346">
                  <c:v>1.2527226237899881E-6</c:v>
                </c:pt>
                <c:pt idx="7347">
                  <c:v>1.7303404406887179E-4</c:v>
                </c:pt>
                <c:pt idx="7348">
                  <c:v>2.2525122794944045E-5</c:v>
                </c:pt>
                <c:pt idx="7349">
                  <c:v>3.3200567268135248E-3</c:v>
                </c:pt>
                <c:pt idx="7350">
                  <c:v>7.4271650935450273E-7</c:v>
                </c:pt>
                <c:pt idx="7351">
                  <c:v>1.6392185945214778E-6</c:v>
                </c:pt>
                <c:pt idx="7352">
                  <c:v>1.2767873101613453E-5</c:v>
                </c:pt>
                <c:pt idx="7353">
                  <c:v>1.7942300618937626E-5</c:v>
                </c:pt>
                <c:pt idx="7354">
                  <c:v>1.4050826504905183E-6</c:v>
                </c:pt>
                <c:pt idx="7355">
                  <c:v>7.1808992176418786E-7</c:v>
                </c:pt>
                <c:pt idx="7356">
                  <c:v>3.1687024094479953E-7</c:v>
                </c:pt>
                <c:pt idx="7357">
                  <c:v>0</c:v>
                </c:pt>
                <c:pt idx="7358">
                  <c:v>7.0994655079423945E-7</c:v>
                </c:pt>
                <c:pt idx="7359">
                  <c:v>6.0903422736290969E-5</c:v>
                </c:pt>
                <c:pt idx="7360">
                  <c:v>3.7731829189463885E-5</c:v>
                </c:pt>
                <c:pt idx="7361">
                  <c:v>1.252044539967094E-5</c:v>
                </c:pt>
                <c:pt idx="7362">
                  <c:v>0</c:v>
                </c:pt>
                <c:pt idx="7363">
                  <c:v>8.0847210492951733E-7</c:v>
                </c:pt>
                <c:pt idx="7364">
                  <c:v>6.1029338534723903E-5</c:v>
                </c:pt>
                <c:pt idx="7365">
                  <c:v>3.8737598163347215E-5</c:v>
                </c:pt>
                <c:pt idx="7366">
                  <c:v>6.1790036598743733E-5</c:v>
                </c:pt>
                <c:pt idx="7367">
                  <c:v>6.3594409758095647E-5</c:v>
                </c:pt>
                <c:pt idx="7368">
                  <c:v>6.9970959177484432E-6</c:v>
                </c:pt>
                <c:pt idx="7369">
                  <c:v>9.5400794503445223E-6</c:v>
                </c:pt>
                <c:pt idx="7370">
                  <c:v>7.6481043064792511E-6</c:v>
                </c:pt>
                <c:pt idx="7371">
                  <c:v>1.7537780161429581E-5</c:v>
                </c:pt>
                <c:pt idx="7372">
                  <c:v>1.2452448114693841E-6</c:v>
                </c:pt>
                <c:pt idx="7373">
                  <c:v>7.2685192337350094E-5</c:v>
                </c:pt>
                <c:pt idx="7374">
                  <c:v>1.238563135189031E-6</c:v>
                </c:pt>
                <c:pt idx="7375">
                  <c:v>5.3166744814091586E-5</c:v>
                </c:pt>
                <c:pt idx="7376">
                  <c:v>1.0180171001424184E-5</c:v>
                </c:pt>
                <c:pt idx="7377">
                  <c:v>1.0340879580230934E-5</c:v>
                </c:pt>
                <c:pt idx="7378">
                  <c:v>3.6970929307227839E-6</c:v>
                </c:pt>
                <c:pt idx="7379">
                  <c:v>1.0849002088832376E-6</c:v>
                </c:pt>
                <c:pt idx="7380">
                  <c:v>2.7350993639856908E-5</c:v>
                </c:pt>
                <c:pt idx="7381">
                  <c:v>1.183347181604022E-7</c:v>
                </c:pt>
                <c:pt idx="7382">
                  <c:v>0</c:v>
                </c:pt>
                <c:pt idx="7383">
                  <c:v>1.7302405450125816E-5</c:v>
                </c:pt>
                <c:pt idx="7384">
                  <c:v>7.1388564821755987E-7</c:v>
                </c:pt>
                <c:pt idx="7385">
                  <c:v>1.7581846832455413E-6</c:v>
                </c:pt>
                <c:pt idx="7386">
                  <c:v>1.6165473026869351E-5</c:v>
                </c:pt>
                <c:pt idx="7387">
                  <c:v>1.5853620427075226E-5</c:v>
                </c:pt>
                <c:pt idx="7388">
                  <c:v>1.5004235210770483E-4</c:v>
                </c:pt>
                <c:pt idx="7389">
                  <c:v>1.4037105834441925E-4</c:v>
                </c:pt>
                <c:pt idx="7390">
                  <c:v>5.3714391504651607E-6</c:v>
                </c:pt>
                <c:pt idx="7391">
                  <c:v>7.2050976065203047E-7</c:v>
                </c:pt>
                <c:pt idx="7392">
                  <c:v>5.3966455616881674E-6</c:v>
                </c:pt>
                <c:pt idx="7393">
                  <c:v>3.5436593341703652E-4</c:v>
                </c:pt>
                <c:pt idx="7394">
                  <c:v>1.9178037248170628E-5</c:v>
                </c:pt>
                <c:pt idx="7395">
                  <c:v>1.1413437715335433E-6</c:v>
                </c:pt>
                <c:pt idx="7396">
                  <c:v>1.6051564590012802E-5</c:v>
                </c:pt>
                <c:pt idx="7397">
                  <c:v>1.3127833855407069E-3</c:v>
                </c:pt>
                <c:pt idx="7398">
                  <c:v>4.527165917656888E-6</c:v>
                </c:pt>
                <c:pt idx="7399">
                  <c:v>3.1621137945039608E-5</c:v>
                </c:pt>
                <c:pt idx="7400">
                  <c:v>2.1322301133628772E-5</c:v>
                </c:pt>
                <c:pt idx="7401">
                  <c:v>2.2348572373255871E-5</c:v>
                </c:pt>
                <c:pt idx="7402">
                  <c:v>0</c:v>
                </c:pt>
                <c:pt idx="7403">
                  <c:v>0</c:v>
                </c:pt>
                <c:pt idx="7404">
                  <c:v>1.9897465521468517E-7</c:v>
                </c:pt>
                <c:pt idx="7405">
                  <c:v>0</c:v>
                </c:pt>
                <c:pt idx="7406">
                  <c:v>2.2728142306704831E-5</c:v>
                </c:pt>
                <c:pt idx="7407">
                  <c:v>5.0083291681675816E-5</c:v>
                </c:pt>
                <c:pt idx="7408">
                  <c:v>3.8087776566709488E-7</c:v>
                </c:pt>
                <c:pt idx="7409">
                  <c:v>1.4721865888013943E-5</c:v>
                </c:pt>
                <c:pt idx="7410">
                  <c:v>8.0491951629891701E-6</c:v>
                </c:pt>
                <c:pt idx="7411">
                  <c:v>1.8860191112683773E-5</c:v>
                </c:pt>
                <c:pt idx="7412">
                  <c:v>1.1248308922099543E-7</c:v>
                </c:pt>
                <c:pt idx="7413">
                  <c:v>0</c:v>
                </c:pt>
                <c:pt idx="7414">
                  <c:v>0</c:v>
                </c:pt>
                <c:pt idx="7415">
                  <c:v>0</c:v>
                </c:pt>
                <c:pt idx="7416">
                  <c:v>5.4744248574080424E-6</c:v>
                </c:pt>
                <c:pt idx="7417">
                  <c:v>0</c:v>
                </c:pt>
                <c:pt idx="7418">
                  <c:v>0</c:v>
                </c:pt>
                <c:pt idx="7419">
                  <c:v>0</c:v>
                </c:pt>
                <c:pt idx="7420">
                  <c:v>0</c:v>
                </c:pt>
                <c:pt idx="7421">
                  <c:v>0</c:v>
                </c:pt>
                <c:pt idx="7422">
                  <c:v>0</c:v>
                </c:pt>
                <c:pt idx="7423">
                  <c:v>0</c:v>
                </c:pt>
                <c:pt idx="7424">
                  <c:v>4.3977737743479717E-6</c:v>
                </c:pt>
                <c:pt idx="7425">
                  <c:v>7.2307409532075229E-6</c:v>
                </c:pt>
                <c:pt idx="7426">
                  <c:v>0</c:v>
                </c:pt>
                <c:pt idx="7427">
                  <c:v>1.1946873506169032E-6</c:v>
                </c:pt>
                <c:pt idx="7428">
                  <c:v>5.1769991674356957E-6</c:v>
                </c:pt>
                <c:pt idx="7429">
                  <c:v>0</c:v>
                </c:pt>
                <c:pt idx="7430">
                  <c:v>6.0061451316099489E-5</c:v>
                </c:pt>
                <c:pt idx="7431">
                  <c:v>0</c:v>
                </c:pt>
                <c:pt idx="7432">
                  <c:v>2.4799142411810118E-6</c:v>
                </c:pt>
                <c:pt idx="7433">
                  <c:v>2.5354545608071098E-6</c:v>
                </c:pt>
                <c:pt idx="7434">
                  <c:v>4.4498487948880953E-5</c:v>
                </c:pt>
                <c:pt idx="7435">
                  <c:v>0</c:v>
                </c:pt>
                <c:pt idx="7436">
                  <c:v>0</c:v>
                </c:pt>
                <c:pt idx="7437">
                  <c:v>0</c:v>
                </c:pt>
                <c:pt idx="7438">
                  <c:v>0</c:v>
                </c:pt>
                <c:pt idx="7439">
                  <c:v>0</c:v>
                </c:pt>
                <c:pt idx="7440">
                  <c:v>0</c:v>
                </c:pt>
                <c:pt idx="7441">
                  <c:v>2.031226335824254E-5</c:v>
                </c:pt>
                <c:pt idx="7442">
                  <c:v>0</c:v>
                </c:pt>
                <c:pt idx="7443">
                  <c:v>0</c:v>
                </c:pt>
                <c:pt idx="7444">
                  <c:v>1.0942472928459113E-5</c:v>
                </c:pt>
                <c:pt idx="7445">
                  <c:v>1.3690023666988897E-5</c:v>
                </c:pt>
                <c:pt idx="7446">
                  <c:v>2.7966219172297054E-5</c:v>
                </c:pt>
                <c:pt idx="7447">
                  <c:v>0</c:v>
                </c:pt>
                <c:pt idx="7448">
                  <c:v>7.6572101301651632E-6</c:v>
                </c:pt>
                <c:pt idx="7449">
                  <c:v>1.9973499030445676E-5</c:v>
                </c:pt>
                <c:pt idx="7450">
                  <c:v>1.6271989756456236E-6</c:v>
                </c:pt>
                <c:pt idx="7451">
                  <c:v>0</c:v>
                </c:pt>
                <c:pt idx="7452">
                  <c:v>0</c:v>
                </c:pt>
                <c:pt idx="7453">
                  <c:v>0</c:v>
                </c:pt>
                <c:pt idx="7454">
                  <c:v>3.5153281754897621E-7</c:v>
                </c:pt>
                <c:pt idx="7455">
                  <c:v>0</c:v>
                </c:pt>
                <c:pt idx="7456">
                  <c:v>2.3320794747181143E-7</c:v>
                </c:pt>
                <c:pt idx="7457">
                  <c:v>1.4826321585063146E-7</c:v>
                </c:pt>
                <c:pt idx="7458">
                  <c:v>2.378654277465556E-4</c:v>
                </c:pt>
                <c:pt idx="7459">
                  <c:v>0</c:v>
                </c:pt>
                <c:pt idx="7460">
                  <c:v>7.3512658941117484E-7</c:v>
                </c:pt>
                <c:pt idx="7461">
                  <c:v>3.4501368195156527E-8</c:v>
                </c:pt>
                <c:pt idx="7462">
                  <c:v>7.4348578485097033E-7</c:v>
                </c:pt>
                <c:pt idx="7463">
                  <c:v>1.6293225430275249E-6</c:v>
                </c:pt>
                <c:pt idx="7464">
                  <c:v>1.6601812608366981E-5</c:v>
                </c:pt>
                <c:pt idx="7465">
                  <c:v>0</c:v>
                </c:pt>
                <c:pt idx="7466">
                  <c:v>5.5473916613084229E-7</c:v>
                </c:pt>
                <c:pt idx="7467">
                  <c:v>0</c:v>
                </c:pt>
                <c:pt idx="7468">
                  <c:v>5.0450136108380927E-5</c:v>
                </c:pt>
                <c:pt idx="7469">
                  <c:v>2.0825269619635451E-6</c:v>
                </c:pt>
                <c:pt idx="7470">
                  <c:v>8.2452679007609527E-5</c:v>
                </c:pt>
                <c:pt idx="7471">
                  <c:v>2.9183554467080385E-5</c:v>
                </c:pt>
                <c:pt idx="7472">
                  <c:v>0</c:v>
                </c:pt>
                <c:pt idx="7473">
                  <c:v>0</c:v>
                </c:pt>
                <c:pt idx="7474">
                  <c:v>1.4914606445351747E-5</c:v>
                </c:pt>
                <c:pt idx="7475">
                  <c:v>6.4967854174957001E-8</c:v>
                </c:pt>
                <c:pt idx="7476">
                  <c:v>1.6566802814614044E-6</c:v>
                </c:pt>
                <c:pt idx="7477">
                  <c:v>9.1383760635484468E-6</c:v>
                </c:pt>
                <c:pt idx="7478">
                  <c:v>0</c:v>
                </c:pt>
                <c:pt idx="7479">
                  <c:v>0</c:v>
                </c:pt>
                <c:pt idx="7480">
                  <c:v>0</c:v>
                </c:pt>
                <c:pt idx="7481">
                  <c:v>1.3733208876704881E-6</c:v>
                </c:pt>
                <c:pt idx="7482">
                  <c:v>9.7268142338548647E-6</c:v>
                </c:pt>
                <c:pt idx="7483">
                  <c:v>0</c:v>
                </c:pt>
                <c:pt idx="7484">
                  <c:v>8.6123886639274731E-6</c:v>
                </c:pt>
                <c:pt idx="7485">
                  <c:v>2.8920140596591485E-4</c:v>
                </c:pt>
                <c:pt idx="7486">
                  <c:v>2.2031503707488225E-5</c:v>
                </c:pt>
                <c:pt idx="7487">
                  <c:v>1.079338507564694E-5</c:v>
                </c:pt>
                <c:pt idx="7488">
                  <c:v>7.6365637762527053E-6</c:v>
                </c:pt>
                <c:pt idx="7489">
                  <c:v>0</c:v>
                </c:pt>
                <c:pt idx="7490">
                  <c:v>2.441072354717319E-5</c:v>
                </c:pt>
                <c:pt idx="7491">
                  <c:v>5.7036690504210652E-7</c:v>
                </c:pt>
                <c:pt idx="7492">
                  <c:v>4.8804641287138053E-6</c:v>
                </c:pt>
                <c:pt idx="7493">
                  <c:v>0</c:v>
                </c:pt>
                <c:pt idx="7494">
                  <c:v>0</c:v>
                </c:pt>
                <c:pt idx="7495">
                  <c:v>0</c:v>
                </c:pt>
                <c:pt idx="7496">
                  <c:v>0</c:v>
                </c:pt>
                <c:pt idx="7497">
                  <c:v>4.2139229327780203E-7</c:v>
                </c:pt>
                <c:pt idx="7498">
                  <c:v>3.9893152965396638E-6</c:v>
                </c:pt>
                <c:pt idx="7499">
                  <c:v>3.4877479609713726E-7</c:v>
                </c:pt>
                <c:pt idx="7500">
                  <c:v>0</c:v>
                </c:pt>
                <c:pt idx="7501">
                  <c:v>1.9967165459433119E-5</c:v>
                </c:pt>
                <c:pt idx="7502">
                  <c:v>1.0286502718871193E-5</c:v>
                </c:pt>
                <c:pt idx="7503">
                  <c:v>3.6731164198178315E-6</c:v>
                </c:pt>
                <c:pt idx="7504">
                  <c:v>4.4187836145463986E-5</c:v>
                </c:pt>
                <c:pt idx="7505">
                  <c:v>1.089007883376078E-5</c:v>
                </c:pt>
                <c:pt idx="7506">
                  <c:v>1.4439043408154693E-7</c:v>
                </c:pt>
                <c:pt idx="7507">
                  <c:v>5.9954991562070527E-7</c:v>
                </c:pt>
                <c:pt idx="7508">
                  <c:v>1.0204152211514588E-5</c:v>
                </c:pt>
                <c:pt idx="7509">
                  <c:v>3.5635200983703381E-5</c:v>
                </c:pt>
                <c:pt idx="7510">
                  <c:v>0</c:v>
                </c:pt>
                <c:pt idx="7511">
                  <c:v>0</c:v>
                </c:pt>
                <c:pt idx="7512">
                  <c:v>0</c:v>
                </c:pt>
                <c:pt idx="7513">
                  <c:v>5.1930012229794984E-7</c:v>
                </c:pt>
                <c:pt idx="7514">
                  <c:v>0</c:v>
                </c:pt>
                <c:pt idx="7515">
                  <c:v>2.6820522274428819E-6</c:v>
                </c:pt>
                <c:pt idx="7516">
                  <c:v>3.661611673139913E-6</c:v>
                </c:pt>
                <c:pt idx="7517">
                  <c:v>0</c:v>
                </c:pt>
                <c:pt idx="7518">
                  <c:v>5.2067094560205974E-6</c:v>
                </c:pt>
                <c:pt idx="7519">
                  <c:v>0</c:v>
                </c:pt>
                <c:pt idx="7520">
                  <c:v>3.7646475298945713E-6</c:v>
                </c:pt>
                <c:pt idx="7521">
                  <c:v>5.7787520718274541E-7</c:v>
                </c:pt>
                <c:pt idx="7522">
                  <c:v>4.4929256304678923E-6</c:v>
                </c:pt>
                <c:pt idx="7523">
                  <c:v>0</c:v>
                </c:pt>
                <c:pt idx="7524">
                  <c:v>4.1034696202351695E-6</c:v>
                </c:pt>
                <c:pt idx="7525">
                  <c:v>1.3608445169147239E-6</c:v>
                </c:pt>
                <c:pt idx="7526">
                  <c:v>0</c:v>
                </c:pt>
                <c:pt idx="7527">
                  <c:v>4.0849636570201582E-4</c:v>
                </c:pt>
                <c:pt idx="7528">
                  <c:v>9.2500175186895659E-6</c:v>
                </c:pt>
                <c:pt idx="7529">
                  <c:v>3.2449508399448249E-6</c:v>
                </c:pt>
                <c:pt idx="7530">
                  <c:v>4.3923511785143718E-7</c:v>
                </c:pt>
                <c:pt idx="7531">
                  <c:v>8.2386262645647941E-7</c:v>
                </c:pt>
                <c:pt idx="7532">
                  <c:v>0</c:v>
                </c:pt>
                <c:pt idx="7533">
                  <c:v>0</c:v>
                </c:pt>
                <c:pt idx="7534">
                  <c:v>0</c:v>
                </c:pt>
                <c:pt idx="7535">
                  <c:v>6.8021787053117237E-5</c:v>
                </c:pt>
                <c:pt idx="7536">
                  <c:v>8.125148371246261E-6</c:v>
                </c:pt>
                <c:pt idx="7537">
                  <c:v>0</c:v>
                </c:pt>
                <c:pt idx="7538">
                  <c:v>0</c:v>
                </c:pt>
                <c:pt idx="7539">
                  <c:v>2.6961851739052055E-5</c:v>
                </c:pt>
                <c:pt idx="7540">
                  <c:v>1.6120312695608332E-6</c:v>
                </c:pt>
                <c:pt idx="7541">
                  <c:v>5.0330258149376374E-5</c:v>
                </c:pt>
                <c:pt idx="7542">
                  <c:v>0</c:v>
                </c:pt>
                <c:pt idx="7543">
                  <c:v>0</c:v>
                </c:pt>
                <c:pt idx="7544">
                  <c:v>0</c:v>
                </c:pt>
                <c:pt idx="7545">
                  <c:v>0</c:v>
                </c:pt>
                <c:pt idx="7546">
                  <c:v>0</c:v>
                </c:pt>
                <c:pt idx="7547">
                  <c:v>9.1806968426700245E-8</c:v>
                </c:pt>
                <c:pt idx="7548">
                  <c:v>1.2351562115034943E-4</c:v>
                </c:pt>
                <c:pt idx="7549">
                  <c:v>8.930542142252853E-6</c:v>
                </c:pt>
                <c:pt idx="7550">
                  <c:v>0</c:v>
                </c:pt>
                <c:pt idx="7551">
                  <c:v>0</c:v>
                </c:pt>
                <c:pt idx="7552">
                  <c:v>3.8712221803535096E-8</c:v>
                </c:pt>
                <c:pt idx="7553">
                  <c:v>0</c:v>
                </c:pt>
                <c:pt idx="7554">
                  <c:v>0</c:v>
                </c:pt>
                <c:pt idx="7555">
                  <c:v>6.4515173730715105E-5</c:v>
                </c:pt>
                <c:pt idx="7556">
                  <c:v>0</c:v>
                </c:pt>
                <c:pt idx="7557">
                  <c:v>4.8891072049966176E-5</c:v>
                </c:pt>
                <c:pt idx="7558">
                  <c:v>6.5688992292777432E-5</c:v>
                </c:pt>
                <c:pt idx="7559">
                  <c:v>3.559202139117897E-5</c:v>
                </c:pt>
                <c:pt idx="7560">
                  <c:v>3.6242327654692715E-5</c:v>
                </c:pt>
                <c:pt idx="7561">
                  <c:v>6.619987187194272E-7</c:v>
                </c:pt>
                <c:pt idx="7562">
                  <c:v>0</c:v>
                </c:pt>
                <c:pt idx="7563">
                  <c:v>6.8835593063540505E-6</c:v>
                </c:pt>
                <c:pt idx="7564">
                  <c:v>3.9673595813949303E-5</c:v>
                </c:pt>
                <c:pt idx="7565">
                  <c:v>1.3286412152862294E-6</c:v>
                </c:pt>
                <c:pt idx="7566">
                  <c:v>0</c:v>
                </c:pt>
                <c:pt idx="7567">
                  <c:v>2.3809428164381412E-6</c:v>
                </c:pt>
                <c:pt idx="7568">
                  <c:v>5.4507424152707443E-7</c:v>
                </c:pt>
                <c:pt idx="7569">
                  <c:v>2.0262294609862832E-5</c:v>
                </c:pt>
                <c:pt idx="7570">
                  <c:v>6.593084246150402E-7</c:v>
                </c:pt>
                <c:pt idx="7571">
                  <c:v>9.4496971647363848E-7</c:v>
                </c:pt>
                <c:pt idx="7572">
                  <c:v>5.1414012572099814E-5</c:v>
                </c:pt>
                <c:pt idx="7573">
                  <c:v>5.6648816759295393E-7</c:v>
                </c:pt>
                <c:pt idx="7574">
                  <c:v>3.4019063645290048E-5</c:v>
                </c:pt>
                <c:pt idx="7575">
                  <c:v>6.3624629697039492E-5</c:v>
                </c:pt>
                <c:pt idx="7576">
                  <c:v>1.7642815880139844E-5</c:v>
                </c:pt>
                <c:pt idx="7577">
                  <c:v>6.1943990394104184E-5</c:v>
                </c:pt>
                <c:pt idx="7578">
                  <c:v>0</c:v>
                </c:pt>
                <c:pt idx="7579">
                  <c:v>2.1255378908927603E-5</c:v>
                </c:pt>
                <c:pt idx="7580">
                  <c:v>4.8009744308804729E-5</c:v>
                </c:pt>
                <c:pt idx="7581">
                  <c:v>5.0790566174298504E-6</c:v>
                </c:pt>
                <c:pt idx="7582">
                  <c:v>2.1611594538129578E-5</c:v>
                </c:pt>
                <c:pt idx="7583">
                  <c:v>2.6861302689979153E-5</c:v>
                </c:pt>
                <c:pt idx="7584">
                  <c:v>0</c:v>
                </c:pt>
                <c:pt idx="7585">
                  <c:v>4.9487726795280484E-7</c:v>
                </c:pt>
                <c:pt idx="7586">
                  <c:v>2.0767953121632071E-5</c:v>
                </c:pt>
                <c:pt idx="7587">
                  <c:v>6.1570657255789421E-5</c:v>
                </c:pt>
                <c:pt idx="7588">
                  <c:v>0</c:v>
                </c:pt>
                <c:pt idx="7589">
                  <c:v>0</c:v>
                </c:pt>
                <c:pt idx="7590">
                  <c:v>3.8711153719818336E-7</c:v>
                </c:pt>
                <c:pt idx="7591">
                  <c:v>1.126180493937398E-6</c:v>
                </c:pt>
                <c:pt idx="7592">
                  <c:v>0</c:v>
                </c:pt>
                <c:pt idx="7593">
                  <c:v>0</c:v>
                </c:pt>
                <c:pt idx="7594">
                  <c:v>3.5637431250076913E-5</c:v>
                </c:pt>
                <c:pt idx="7595">
                  <c:v>1.5806541662924865E-6</c:v>
                </c:pt>
                <c:pt idx="7596">
                  <c:v>0</c:v>
                </c:pt>
                <c:pt idx="7597">
                  <c:v>0</c:v>
                </c:pt>
                <c:pt idx="7598">
                  <c:v>1.4178101013437138E-6</c:v>
                </c:pt>
                <c:pt idx="7599">
                  <c:v>6.3775509634703327E-6</c:v>
                </c:pt>
                <c:pt idx="7600">
                  <c:v>1.9911744062063579E-5</c:v>
                </c:pt>
                <c:pt idx="7601">
                  <c:v>1.1098269815862562E-5</c:v>
                </c:pt>
                <c:pt idx="7602">
                  <c:v>4.71385317199326E-6</c:v>
                </c:pt>
                <c:pt idx="7603">
                  <c:v>1.3641156500316662E-5</c:v>
                </c:pt>
                <c:pt idx="7604">
                  <c:v>2.3634009231844291E-5</c:v>
                </c:pt>
                <c:pt idx="7605">
                  <c:v>2.7280802918333298E-5</c:v>
                </c:pt>
                <c:pt idx="7606">
                  <c:v>9.0797521212439777E-5</c:v>
                </c:pt>
                <c:pt idx="7607">
                  <c:v>7.1825695056120553E-6</c:v>
                </c:pt>
                <c:pt idx="7608">
                  <c:v>2.572886455413045E-5</c:v>
                </c:pt>
                <c:pt idx="7609">
                  <c:v>3.2584768108903019E-5</c:v>
                </c:pt>
                <c:pt idx="7610">
                  <c:v>0</c:v>
                </c:pt>
                <c:pt idx="7611">
                  <c:v>0</c:v>
                </c:pt>
                <c:pt idx="7612">
                  <c:v>5.2711409678931144E-6</c:v>
                </c:pt>
                <c:pt idx="7613">
                  <c:v>0</c:v>
                </c:pt>
                <c:pt idx="7614">
                  <c:v>0</c:v>
                </c:pt>
                <c:pt idx="7615">
                  <c:v>0</c:v>
                </c:pt>
                <c:pt idx="7616">
                  <c:v>1.0888698602678515E-5</c:v>
                </c:pt>
                <c:pt idx="7617">
                  <c:v>8.0056062357654155E-7</c:v>
                </c:pt>
                <c:pt idx="7618">
                  <c:v>0</c:v>
                </c:pt>
                <c:pt idx="7619">
                  <c:v>0</c:v>
                </c:pt>
                <c:pt idx="7620">
                  <c:v>0</c:v>
                </c:pt>
                <c:pt idx="7621">
                  <c:v>0</c:v>
                </c:pt>
                <c:pt idx="7622">
                  <c:v>0</c:v>
                </c:pt>
                <c:pt idx="7623">
                  <c:v>0</c:v>
                </c:pt>
                <c:pt idx="7624">
                  <c:v>0</c:v>
                </c:pt>
                <c:pt idx="7625">
                  <c:v>0</c:v>
                </c:pt>
                <c:pt idx="7626">
                  <c:v>1.7338118114790862E-5</c:v>
                </c:pt>
                <c:pt idx="7627">
                  <c:v>5.9525942761159067E-5</c:v>
                </c:pt>
                <c:pt idx="7628">
                  <c:v>8.7761947307019634E-6</c:v>
                </c:pt>
                <c:pt idx="7629">
                  <c:v>5.6400886263196114E-6</c:v>
                </c:pt>
                <c:pt idx="7630">
                  <c:v>0</c:v>
                </c:pt>
                <c:pt idx="7631">
                  <c:v>0</c:v>
                </c:pt>
                <c:pt idx="7632">
                  <c:v>3.5976385354198387E-7</c:v>
                </c:pt>
                <c:pt idx="7633">
                  <c:v>3.7860362273904009E-6</c:v>
                </c:pt>
                <c:pt idx="7634">
                  <c:v>1.160118386893651E-5</c:v>
                </c:pt>
                <c:pt idx="7635">
                  <c:v>0</c:v>
                </c:pt>
                <c:pt idx="7636">
                  <c:v>2.906734576474909E-6</c:v>
                </c:pt>
                <c:pt idx="7637">
                  <c:v>7.4972584380880664E-6</c:v>
                </c:pt>
                <c:pt idx="7638">
                  <c:v>8.7991925854672887E-7</c:v>
                </c:pt>
                <c:pt idx="7639">
                  <c:v>0</c:v>
                </c:pt>
                <c:pt idx="7640">
                  <c:v>1.6282498894582155E-5</c:v>
                </c:pt>
                <c:pt idx="7641">
                  <c:v>0</c:v>
                </c:pt>
                <c:pt idx="7642">
                  <c:v>0</c:v>
                </c:pt>
                <c:pt idx="7643">
                  <c:v>0</c:v>
                </c:pt>
                <c:pt idx="7644">
                  <c:v>0</c:v>
                </c:pt>
                <c:pt idx="7645">
                  <c:v>0</c:v>
                </c:pt>
                <c:pt idx="7646">
                  <c:v>0</c:v>
                </c:pt>
                <c:pt idx="7647">
                  <c:v>1.2660445951584783E-5</c:v>
                </c:pt>
                <c:pt idx="7648">
                  <c:v>8.3912650515123761E-6</c:v>
                </c:pt>
                <c:pt idx="7649">
                  <c:v>3.155409486215803E-6</c:v>
                </c:pt>
                <c:pt idx="7650">
                  <c:v>1.6996328882370449E-5</c:v>
                </c:pt>
                <c:pt idx="7651">
                  <c:v>5.6011893550430522E-7</c:v>
                </c:pt>
                <c:pt idx="7652">
                  <c:v>0</c:v>
                </c:pt>
                <c:pt idx="7653">
                  <c:v>0</c:v>
                </c:pt>
                <c:pt idx="7654">
                  <c:v>0</c:v>
                </c:pt>
                <c:pt idx="7655">
                  <c:v>0</c:v>
                </c:pt>
                <c:pt idx="7656">
                  <c:v>0</c:v>
                </c:pt>
                <c:pt idx="7657">
                  <c:v>2.2558320353714005E-5</c:v>
                </c:pt>
                <c:pt idx="7658">
                  <c:v>2.0139782131882804E-5</c:v>
                </c:pt>
                <c:pt idx="7659">
                  <c:v>6.6267211258456049E-7</c:v>
                </c:pt>
                <c:pt idx="7660">
                  <c:v>5.1182137820497472E-5</c:v>
                </c:pt>
                <c:pt idx="7661">
                  <c:v>6.5829629179650894E-5</c:v>
                </c:pt>
                <c:pt idx="7662">
                  <c:v>6.6274367365006494E-5</c:v>
                </c:pt>
                <c:pt idx="7663">
                  <c:v>8.7019097983137264E-6</c:v>
                </c:pt>
                <c:pt idx="7664">
                  <c:v>1.5893035161919754E-5</c:v>
                </c:pt>
                <c:pt idx="7665">
                  <c:v>2.8106150858212466E-5</c:v>
                </c:pt>
                <c:pt idx="7666">
                  <c:v>9.5385340254730081E-5</c:v>
                </c:pt>
                <c:pt idx="7667">
                  <c:v>0</c:v>
                </c:pt>
                <c:pt idx="7668">
                  <c:v>3.4852496911337115E-5</c:v>
                </c:pt>
                <c:pt idx="7669">
                  <c:v>0</c:v>
                </c:pt>
                <c:pt idx="7670">
                  <c:v>0</c:v>
                </c:pt>
                <c:pt idx="7671">
                  <c:v>0</c:v>
                </c:pt>
                <c:pt idx="7672">
                  <c:v>8.4467797497631724E-5</c:v>
                </c:pt>
                <c:pt idx="7673">
                  <c:v>0</c:v>
                </c:pt>
                <c:pt idx="7674">
                  <c:v>4.6734258523077562E-5</c:v>
                </c:pt>
                <c:pt idx="7675">
                  <c:v>0</c:v>
                </c:pt>
                <c:pt idx="7676">
                  <c:v>7.6268083580900333E-6</c:v>
                </c:pt>
                <c:pt idx="7677">
                  <c:v>3.6003049808287725E-6</c:v>
                </c:pt>
                <c:pt idx="7678">
                  <c:v>0</c:v>
                </c:pt>
                <c:pt idx="7679">
                  <c:v>0</c:v>
                </c:pt>
                <c:pt idx="7680">
                  <c:v>2.4527123165506396E-5</c:v>
                </c:pt>
                <c:pt idx="7681">
                  <c:v>0</c:v>
                </c:pt>
                <c:pt idx="7682">
                  <c:v>0</c:v>
                </c:pt>
                <c:pt idx="7683">
                  <c:v>0</c:v>
                </c:pt>
                <c:pt idx="7684">
                  <c:v>0</c:v>
                </c:pt>
                <c:pt idx="7685">
                  <c:v>0</c:v>
                </c:pt>
                <c:pt idx="7686">
                  <c:v>0</c:v>
                </c:pt>
                <c:pt idx="7687">
                  <c:v>0</c:v>
                </c:pt>
                <c:pt idx="7688">
                  <c:v>0</c:v>
                </c:pt>
                <c:pt idx="7689">
                  <c:v>0</c:v>
                </c:pt>
                <c:pt idx="7690">
                  <c:v>1.9010371988261162E-4</c:v>
                </c:pt>
                <c:pt idx="7691">
                  <c:v>0</c:v>
                </c:pt>
                <c:pt idx="7692">
                  <c:v>0</c:v>
                </c:pt>
                <c:pt idx="7693">
                  <c:v>4.2933686167450323E-6</c:v>
                </c:pt>
                <c:pt idx="7694">
                  <c:v>0</c:v>
                </c:pt>
                <c:pt idx="7695">
                  <c:v>5.2018629998105555E-7</c:v>
                </c:pt>
                <c:pt idx="7696">
                  <c:v>1.5680819791021409E-5</c:v>
                </c:pt>
                <c:pt idx="7697">
                  <c:v>9.3840568578830193E-6</c:v>
                </c:pt>
                <c:pt idx="7698">
                  <c:v>7.3342901822685532E-4</c:v>
                </c:pt>
                <c:pt idx="7699">
                  <c:v>1.1848781267135691E-6</c:v>
                </c:pt>
                <c:pt idx="7700">
                  <c:v>0</c:v>
                </c:pt>
                <c:pt idx="7701">
                  <c:v>0</c:v>
                </c:pt>
                <c:pt idx="7702">
                  <c:v>0</c:v>
                </c:pt>
                <c:pt idx="7703">
                  <c:v>0</c:v>
                </c:pt>
                <c:pt idx="7704">
                  <c:v>3.0850928041116934E-5</c:v>
                </c:pt>
                <c:pt idx="7705">
                  <c:v>0</c:v>
                </c:pt>
                <c:pt idx="7706">
                  <c:v>1.967243800362496E-8</c:v>
                </c:pt>
                <c:pt idx="7707">
                  <c:v>2.0947283189280251E-7</c:v>
                </c:pt>
                <c:pt idx="7708">
                  <c:v>0</c:v>
                </c:pt>
                <c:pt idx="7709">
                  <c:v>9.2464178170271608E-6</c:v>
                </c:pt>
                <c:pt idx="7710">
                  <c:v>3.997635488930463E-7</c:v>
                </c:pt>
                <c:pt idx="7711">
                  <c:v>1.8076215410059548E-7</c:v>
                </c:pt>
                <c:pt idx="7712">
                  <c:v>1.0157792630356641E-7</c:v>
                </c:pt>
                <c:pt idx="7713">
                  <c:v>3.6111105343494874E-6</c:v>
                </c:pt>
                <c:pt idx="7714">
                  <c:v>0</c:v>
                </c:pt>
                <c:pt idx="7715">
                  <c:v>4.3121696239505406E-7</c:v>
                </c:pt>
                <c:pt idx="7716">
                  <c:v>2.0153960881401862E-5</c:v>
                </c:pt>
                <c:pt idx="7717">
                  <c:v>3.8549576234597351E-5</c:v>
                </c:pt>
                <c:pt idx="7718">
                  <c:v>0</c:v>
                </c:pt>
                <c:pt idx="7719">
                  <c:v>4.7797344590482569E-5</c:v>
                </c:pt>
                <c:pt idx="7720">
                  <c:v>0</c:v>
                </c:pt>
                <c:pt idx="7721">
                  <c:v>5.0332508158735492E-7</c:v>
                </c:pt>
                <c:pt idx="7722">
                  <c:v>1.9336699012344568E-5</c:v>
                </c:pt>
                <c:pt idx="7723">
                  <c:v>0</c:v>
                </c:pt>
                <c:pt idx="7724">
                  <c:v>5.3355072383314313E-7</c:v>
                </c:pt>
                <c:pt idx="7725">
                  <c:v>5.6503236656712051E-7</c:v>
                </c:pt>
                <c:pt idx="7726">
                  <c:v>1.1635889617586167E-7</c:v>
                </c:pt>
                <c:pt idx="7727">
                  <c:v>1.8708252537134001E-6</c:v>
                </c:pt>
                <c:pt idx="7728">
                  <c:v>1.6992332970172917E-5</c:v>
                </c:pt>
                <c:pt idx="7729">
                  <c:v>3.8898456504364101E-7</c:v>
                </c:pt>
                <c:pt idx="7730">
                  <c:v>1.4109590796526901E-5</c:v>
                </c:pt>
                <c:pt idx="7731">
                  <c:v>3.6840217670359257E-7</c:v>
                </c:pt>
                <c:pt idx="7732">
                  <c:v>4.0912472982617947E-7</c:v>
                </c:pt>
                <c:pt idx="7733">
                  <c:v>5.3224794503668114E-5</c:v>
                </c:pt>
                <c:pt idx="7734">
                  <c:v>1.4394040525422422E-7</c:v>
                </c:pt>
                <c:pt idx="7735">
                  <c:v>5.2740229110776785E-5</c:v>
                </c:pt>
                <c:pt idx="7736">
                  <c:v>5.0727419303726583E-7</c:v>
                </c:pt>
                <c:pt idx="7737">
                  <c:v>1.9195830648573665E-6</c:v>
                </c:pt>
                <c:pt idx="7738">
                  <c:v>6.6073802712054218E-5</c:v>
                </c:pt>
                <c:pt idx="7739">
                  <c:v>4.9722208972154465E-7</c:v>
                </c:pt>
                <c:pt idx="7740">
                  <c:v>1.1972322263304345E-6</c:v>
                </c:pt>
                <c:pt idx="7741">
                  <c:v>7.0620750481242714E-5</c:v>
                </c:pt>
                <c:pt idx="7742">
                  <c:v>2.7456315606151916E-7</c:v>
                </c:pt>
                <c:pt idx="7743">
                  <c:v>3.9026292295623721E-7</c:v>
                </c:pt>
                <c:pt idx="7744">
                  <c:v>1.0237910228036264E-7</c:v>
                </c:pt>
                <c:pt idx="7745">
                  <c:v>5.0829016989425015E-7</c:v>
                </c:pt>
                <c:pt idx="7746">
                  <c:v>0</c:v>
                </c:pt>
                <c:pt idx="7747">
                  <c:v>7.8119693552418091E-6</c:v>
                </c:pt>
                <c:pt idx="7748">
                  <c:v>0</c:v>
                </c:pt>
                <c:pt idx="7749">
                  <c:v>6.0507108787580312E-5</c:v>
                </c:pt>
                <c:pt idx="7750">
                  <c:v>5.3332616080542147E-7</c:v>
                </c:pt>
                <c:pt idx="7751">
                  <c:v>1.5479438661313552E-6</c:v>
                </c:pt>
                <c:pt idx="7752">
                  <c:v>2.8062541721749104E-5</c:v>
                </c:pt>
                <c:pt idx="7753">
                  <c:v>0</c:v>
                </c:pt>
                <c:pt idx="7754">
                  <c:v>0</c:v>
                </c:pt>
                <c:pt idx="7755">
                  <c:v>0</c:v>
                </c:pt>
                <c:pt idx="7756">
                  <c:v>0</c:v>
                </c:pt>
                <c:pt idx="7757">
                  <c:v>0</c:v>
                </c:pt>
                <c:pt idx="7758">
                  <c:v>0</c:v>
                </c:pt>
                <c:pt idx="7759">
                  <c:v>0</c:v>
                </c:pt>
                <c:pt idx="7760">
                  <c:v>0</c:v>
                </c:pt>
                <c:pt idx="7761">
                  <c:v>0</c:v>
                </c:pt>
                <c:pt idx="7762">
                  <c:v>1.2775740644966405E-7</c:v>
                </c:pt>
                <c:pt idx="7763">
                  <c:v>0</c:v>
                </c:pt>
                <c:pt idx="7764">
                  <c:v>0</c:v>
                </c:pt>
                <c:pt idx="7765">
                  <c:v>0</c:v>
                </c:pt>
                <c:pt idx="7766">
                  <c:v>0</c:v>
                </c:pt>
                <c:pt idx="7767">
                  <c:v>0</c:v>
                </c:pt>
                <c:pt idx="7768">
                  <c:v>0</c:v>
                </c:pt>
                <c:pt idx="7769">
                  <c:v>0</c:v>
                </c:pt>
                <c:pt idx="7770">
                  <c:v>0</c:v>
                </c:pt>
                <c:pt idx="7771">
                  <c:v>0</c:v>
                </c:pt>
                <c:pt idx="7772">
                  <c:v>1.4315006821858766E-6</c:v>
                </c:pt>
                <c:pt idx="7773">
                  <c:v>0</c:v>
                </c:pt>
                <c:pt idx="7774">
                  <c:v>0</c:v>
                </c:pt>
                <c:pt idx="7775">
                  <c:v>0</c:v>
                </c:pt>
                <c:pt idx="7776">
                  <c:v>0</c:v>
                </c:pt>
                <c:pt idx="7777">
                  <c:v>0</c:v>
                </c:pt>
                <c:pt idx="7778">
                  <c:v>0</c:v>
                </c:pt>
                <c:pt idx="7779">
                  <c:v>0</c:v>
                </c:pt>
                <c:pt idx="7780">
                  <c:v>0</c:v>
                </c:pt>
                <c:pt idx="7781">
                  <c:v>0</c:v>
                </c:pt>
                <c:pt idx="7782">
                  <c:v>0</c:v>
                </c:pt>
                <c:pt idx="7783">
                  <c:v>0</c:v>
                </c:pt>
                <c:pt idx="7784">
                  <c:v>0</c:v>
                </c:pt>
                <c:pt idx="7785">
                  <c:v>4.8669497952034442E-5</c:v>
                </c:pt>
                <c:pt idx="7786">
                  <c:v>1.0282010504002174E-7</c:v>
                </c:pt>
                <c:pt idx="7787">
                  <c:v>0</c:v>
                </c:pt>
                <c:pt idx="7788">
                  <c:v>5.4825390609513999E-7</c:v>
                </c:pt>
                <c:pt idx="7789">
                  <c:v>0</c:v>
                </c:pt>
                <c:pt idx="7790">
                  <c:v>0</c:v>
                </c:pt>
                <c:pt idx="7791">
                  <c:v>0</c:v>
                </c:pt>
                <c:pt idx="7792">
                  <c:v>0</c:v>
                </c:pt>
                <c:pt idx="7793">
                  <c:v>0</c:v>
                </c:pt>
                <c:pt idx="7794">
                  <c:v>0</c:v>
                </c:pt>
                <c:pt idx="7795">
                  <c:v>0</c:v>
                </c:pt>
                <c:pt idx="7796">
                  <c:v>0</c:v>
                </c:pt>
                <c:pt idx="7797">
                  <c:v>1.5553881806025512E-5</c:v>
                </c:pt>
                <c:pt idx="7798">
                  <c:v>3.5681220381794159E-5</c:v>
                </c:pt>
                <c:pt idx="7799">
                  <c:v>0</c:v>
                </c:pt>
                <c:pt idx="7800">
                  <c:v>0</c:v>
                </c:pt>
                <c:pt idx="7801">
                  <c:v>1.4551515185878027E-6</c:v>
                </c:pt>
                <c:pt idx="7802">
                  <c:v>2.296182694955295E-4</c:v>
                </c:pt>
                <c:pt idx="7803">
                  <c:v>3.4336776908406048E-6</c:v>
                </c:pt>
                <c:pt idx="7804">
                  <c:v>1.9258655209858853E-5</c:v>
                </c:pt>
                <c:pt idx="7805">
                  <c:v>2.6738369132912892E-6</c:v>
                </c:pt>
                <c:pt idx="7806">
                  <c:v>4.4537680382150426E-3</c:v>
                </c:pt>
                <c:pt idx="7807">
                  <c:v>3.2823612541603222E-5</c:v>
                </c:pt>
                <c:pt idx="7808">
                  <c:v>8.2788175850447208E-6</c:v>
                </c:pt>
                <c:pt idx="7809">
                  <c:v>4.8482082168201924E-5</c:v>
                </c:pt>
                <c:pt idx="7810">
                  <c:v>6.0348070488775833E-5</c:v>
                </c:pt>
                <c:pt idx="7811">
                  <c:v>6.3475410376932371E-8</c:v>
                </c:pt>
                <c:pt idx="7812">
                  <c:v>0</c:v>
                </c:pt>
                <c:pt idx="7813">
                  <c:v>1.5661618129166869E-6</c:v>
                </c:pt>
                <c:pt idx="7814">
                  <c:v>9.7919126063475321E-6</c:v>
                </c:pt>
                <c:pt idx="7815">
                  <c:v>1.9901589591603602E-6</c:v>
                </c:pt>
                <c:pt idx="7816">
                  <c:v>1.0955541687945949E-5</c:v>
                </c:pt>
                <c:pt idx="7817">
                  <c:v>1.0450412020526904E-5</c:v>
                </c:pt>
                <c:pt idx="7818">
                  <c:v>1.3172496768219905E-5</c:v>
                </c:pt>
                <c:pt idx="7819">
                  <c:v>1.1947104402793915E-5</c:v>
                </c:pt>
                <c:pt idx="7820">
                  <c:v>1.4779431187221081E-5</c:v>
                </c:pt>
                <c:pt idx="7821">
                  <c:v>2.788866651390565E-5</c:v>
                </c:pt>
                <c:pt idx="7822">
                  <c:v>2.766381751393302E-5</c:v>
                </c:pt>
                <c:pt idx="7823">
                  <c:v>2.1467870611609484E-6</c:v>
                </c:pt>
                <c:pt idx="7824">
                  <c:v>3.5855591184567851E-6</c:v>
                </c:pt>
                <c:pt idx="7825">
                  <c:v>2.1371672465019446E-5</c:v>
                </c:pt>
                <c:pt idx="7826">
                  <c:v>2.4595626906032053E-6</c:v>
                </c:pt>
                <c:pt idx="7827">
                  <c:v>9.5568158490940102E-5</c:v>
                </c:pt>
                <c:pt idx="7828">
                  <c:v>4.3575405257442413E-7</c:v>
                </c:pt>
                <c:pt idx="7829">
                  <c:v>8.8594693461366696E-7</c:v>
                </c:pt>
                <c:pt idx="7830">
                  <c:v>2.7661449345634978E-7</c:v>
                </c:pt>
                <c:pt idx="7831">
                  <c:v>0</c:v>
                </c:pt>
                <c:pt idx="7832">
                  <c:v>0</c:v>
                </c:pt>
                <c:pt idx="7833">
                  <c:v>0</c:v>
                </c:pt>
                <c:pt idx="7834">
                  <c:v>1.79177843368262E-6</c:v>
                </c:pt>
                <c:pt idx="7835">
                  <c:v>7.0856799458784047E-6</c:v>
                </c:pt>
                <c:pt idx="7836">
                  <c:v>1.5496496173900762E-5</c:v>
                </c:pt>
                <c:pt idx="7837">
                  <c:v>0</c:v>
                </c:pt>
                <c:pt idx="7838">
                  <c:v>5.1086931049380481E-5</c:v>
                </c:pt>
                <c:pt idx="7839">
                  <c:v>2.161216551783418E-6</c:v>
                </c:pt>
                <c:pt idx="7840">
                  <c:v>2.9517971578121557E-5</c:v>
                </c:pt>
                <c:pt idx="7841">
                  <c:v>1.0451051965358624E-6</c:v>
                </c:pt>
                <c:pt idx="7842">
                  <c:v>0</c:v>
                </c:pt>
                <c:pt idx="7843">
                  <c:v>4.7453138750560305E-5</c:v>
                </c:pt>
                <c:pt idx="7844">
                  <c:v>0</c:v>
                </c:pt>
                <c:pt idx="7845">
                  <c:v>9.4373589462904523E-6</c:v>
                </c:pt>
                <c:pt idx="7846">
                  <c:v>6.2550445647516754E-7</c:v>
                </c:pt>
                <c:pt idx="7847">
                  <c:v>3.7419772822227364E-5</c:v>
                </c:pt>
                <c:pt idx="7848">
                  <c:v>3.5118568178444321E-7</c:v>
                </c:pt>
                <c:pt idx="7849">
                  <c:v>0</c:v>
                </c:pt>
                <c:pt idx="7850">
                  <c:v>0</c:v>
                </c:pt>
                <c:pt idx="7851">
                  <c:v>3.2087281240936457E-6</c:v>
                </c:pt>
                <c:pt idx="7852">
                  <c:v>5.5711618494518942E-5</c:v>
                </c:pt>
                <c:pt idx="7853">
                  <c:v>1.3184652759035392E-6</c:v>
                </c:pt>
                <c:pt idx="7854">
                  <c:v>0</c:v>
                </c:pt>
                <c:pt idx="7855">
                  <c:v>0</c:v>
                </c:pt>
                <c:pt idx="7856">
                  <c:v>3.8454649974608412E-5</c:v>
                </c:pt>
                <c:pt idx="7857">
                  <c:v>0</c:v>
                </c:pt>
                <c:pt idx="7858">
                  <c:v>3.9017412302584638E-6</c:v>
                </c:pt>
                <c:pt idx="7859">
                  <c:v>1.1693046262429503E-5</c:v>
                </c:pt>
                <c:pt idx="7860">
                  <c:v>0</c:v>
                </c:pt>
                <c:pt idx="7861">
                  <c:v>4.1417007036535035E-7</c:v>
                </c:pt>
                <c:pt idx="7862">
                  <c:v>0</c:v>
                </c:pt>
                <c:pt idx="7863">
                  <c:v>0</c:v>
                </c:pt>
                <c:pt idx="7864">
                  <c:v>0</c:v>
                </c:pt>
                <c:pt idx="7865">
                  <c:v>1.0421002629618834E-4</c:v>
                </c:pt>
                <c:pt idx="7866">
                  <c:v>3.5437011368158399E-8</c:v>
                </c:pt>
                <c:pt idx="7867">
                  <c:v>0</c:v>
                </c:pt>
                <c:pt idx="7868">
                  <c:v>0</c:v>
                </c:pt>
                <c:pt idx="7869">
                  <c:v>4.5509256679671002E-5</c:v>
                </c:pt>
                <c:pt idx="7870">
                  <c:v>0</c:v>
                </c:pt>
                <c:pt idx="7871">
                  <c:v>0</c:v>
                </c:pt>
                <c:pt idx="7872">
                  <c:v>3.3945342070033187E-7</c:v>
                </c:pt>
                <c:pt idx="7873">
                  <c:v>1.2291498862455556E-6</c:v>
                </c:pt>
                <c:pt idx="7874">
                  <c:v>4.638477882616782E-6</c:v>
                </c:pt>
                <c:pt idx="7875">
                  <c:v>4.0109101551170529E-6</c:v>
                </c:pt>
                <c:pt idx="7876">
                  <c:v>5.47320865962542E-7</c:v>
                </c:pt>
                <c:pt idx="7877">
                  <c:v>1.4521701407128829E-5</c:v>
                </c:pt>
                <c:pt idx="7878">
                  <c:v>3.7858042053194366E-6</c:v>
                </c:pt>
                <c:pt idx="7879">
                  <c:v>0</c:v>
                </c:pt>
                <c:pt idx="7880">
                  <c:v>2.6498163058736369E-7</c:v>
                </c:pt>
                <c:pt idx="7881">
                  <c:v>1.3788088430243684E-5</c:v>
                </c:pt>
                <c:pt idx="7882">
                  <c:v>0</c:v>
                </c:pt>
                <c:pt idx="7883">
                  <c:v>0</c:v>
                </c:pt>
                <c:pt idx="7884">
                  <c:v>0</c:v>
                </c:pt>
                <c:pt idx="7885">
                  <c:v>0</c:v>
                </c:pt>
                <c:pt idx="7886">
                  <c:v>0</c:v>
                </c:pt>
                <c:pt idx="7887">
                  <c:v>0</c:v>
                </c:pt>
                <c:pt idx="7888">
                  <c:v>0</c:v>
                </c:pt>
                <c:pt idx="7889">
                  <c:v>0</c:v>
                </c:pt>
                <c:pt idx="7890">
                  <c:v>0</c:v>
                </c:pt>
                <c:pt idx="7891">
                  <c:v>0</c:v>
                </c:pt>
                <c:pt idx="7892">
                  <c:v>6.0428690442733156E-6</c:v>
                </c:pt>
                <c:pt idx="7893">
                  <c:v>5.3857854070036866E-6</c:v>
                </c:pt>
                <c:pt idx="7894">
                  <c:v>3.6189680610459728E-7</c:v>
                </c:pt>
                <c:pt idx="7895">
                  <c:v>1.1796794573873743E-7</c:v>
                </c:pt>
                <c:pt idx="7896">
                  <c:v>2.544805374053396E-7</c:v>
                </c:pt>
                <c:pt idx="7897">
                  <c:v>3.6418712966224454E-3</c:v>
                </c:pt>
                <c:pt idx="7898">
                  <c:v>5.8870414573676594E-6</c:v>
                </c:pt>
                <c:pt idx="7899">
                  <c:v>0</c:v>
                </c:pt>
                <c:pt idx="7900">
                  <c:v>2.2644159948800092E-3</c:v>
                </c:pt>
                <c:pt idx="7901">
                  <c:v>7.383456192709882E-3</c:v>
                </c:pt>
                <c:pt idx="7902">
                  <c:v>3.4493827304830964E-4</c:v>
                </c:pt>
                <c:pt idx="7903">
                  <c:v>1.0940392449634805E-5</c:v>
                </c:pt>
                <c:pt idx="7904">
                  <c:v>1.9926261097927962E-5</c:v>
                </c:pt>
                <c:pt idx="7905">
                  <c:v>0</c:v>
                </c:pt>
                <c:pt idx="7906">
                  <c:v>2.5415328377231416E-5</c:v>
                </c:pt>
                <c:pt idx="7907">
                  <c:v>0</c:v>
                </c:pt>
                <c:pt idx="7908">
                  <c:v>1.3212983847134167E-5</c:v>
                </c:pt>
                <c:pt idx="7909">
                  <c:v>0</c:v>
                </c:pt>
                <c:pt idx="7910">
                  <c:v>0</c:v>
                </c:pt>
                <c:pt idx="7911">
                  <c:v>7.4427116638965492E-6</c:v>
                </c:pt>
                <c:pt idx="7912">
                  <c:v>0</c:v>
                </c:pt>
                <c:pt idx="7913">
                  <c:v>0</c:v>
                </c:pt>
                <c:pt idx="7914">
                  <c:v>0</c:v>
                </c:pt>
                <c:pt idx="7915">
                  <c:v>3.8954980597366206E-6</c:v>
                </c:pt>
                <c:pt idx="7916">
                  <c:v>1.1211567562153755E-5</c:v>
                </c:pt>
                <c:pt idx="7917">
                  <c:v>0</c:v>
                </c:pt>
                <c:pt idx="7918">
                  <c:v>0</c:v>
                </c:pt>
                <c:pt idx="7919">
                  <c:v>0</c:v>
                </c:pt>
                <c:pt idx="7920">
                  <c:v>6.2679463943395881E-7</c:v>
                </c:pt>
                <c:pt idx="7921">
                  <c:v>1.4438595584642741E-6</c:v>
                </c:pt>
                <c:pt idx="7922">
                  <c:v>0</c:v>
                </c:pt>
                <c:pt idx="7923">
                  <c:v>5.4973873841759347E-6</c:v>
                </c:pt>
                <c:pt idx="7924">
                  <c:v>1.7356521898787426E-4</c:v>
                </c:pt>
                <c:pt idx="7925">
                  <c:v>2.3111221385262452E-7</c:v>
                </c:pt>
                <c:pt idx="7926">
                  <c:v>3.0852164441726399E-7</c:v>
                </c:pt>
                <c:pt idx="7927">
                  <c:v>4.1661200279177567E-5</c:v>
                </c:pt>
                <c:pt idx="7928">
                  <c:v>1.3167054094404855E-5</c:v>
                </c:pt>
                <c:pt idx="7929">
                  <c:v>0</c:v>
                </c:pt>
                <c:pt idx="7930">
                  <c:v>1.2100915996120881E-5</c:v>
                </c:pt>
                <c:pt idx="7931">
                  <c:v>9.0436719680560722E-8</c:v>
                </c:pt>
                <c:pt idx="7932">
                  <c:v>3.665689837784718E-5</c:v>
                </c:pt>
                <c:pt idx="7933">
                  <c:v>1.4937109439730933E-5</c:v>
                </c:pt>
                <c:pt idx="7934">
                  <c:v>6.5938004208089949E-7</c:v>
                </c:pt>
                <c:pt idx="7935">
                  <c:v>0</c:v>
                </c:pt>
                <c:pt idx="7936">
                  <c:v>4.0069658886401784E-5</c:v>
                </c:pt>
                <c:pt idx="7937">
                  <c:v>0</c:v>
                </c:pt>
                <c:pt idx="7938">
                  <c:v>1.70946189876386E-5</c:v>
                </c:pt>
                <c:pt idx="7939">
                  <c:v>1.9062188030716636E-4</c:v>
                </c:pt>
                <c:pt idx="7940">
                  <c:v>2.1253366004972696E-5</c:v>
                </c:pt>
                <c:pt idx="7941">
                  <c:v>2.9321711504336804E-5</c:v>
                </c:pt>
                <c:pt idx="7942">
                  <c:v>4.4832548239618161E-6</c:v>
                </c:pt>
                <c:pt idx="7943">
                  <c:v>8.8872557291616319E-6</c:v>
                </c:pt>
                <c:pt idx="7944">
                  <c:v>6.8164157004679199E-7</c:v>
                </c:pt>
                <c:pt idx="7945">
                  <c:v>0</c:v>
                </c:pt>
                <c:pt idx="7946">
                  <c:v>2.6882096409688257E-7</c:v>
                </c:pt>
                <c:pt idx="7947">
                  <c:v>1.4008331507745021E-5</c:v>
                </c:pt>
                <c:pt idx="7948">
                  <c:v>3.6757180190691959E-6</c:v>
                </c:pt>
                <c:pt idx="7949">
                  <c:v>1.9794102064214029E-7</c:v>
                </c:pt>
                <c:pt idx="7950">
                  <c:v>0</c:v>
                </c:pt>
                <c:pt idx="7951">
                  <c:v>1.7766450239760588E-7</c:v>
                </c:pt>
                <c:pt idx="7952">
                  <c:v>9.2776707072201944E-5</c:v>
                </c:pt>
                <c:pt idx="7953">
                  <c:v>2.0513707196926851E-5</c:v>
                </c:pt>
                <c:pt idx="7954">
                  <c:v>4.7257154244673805E-6</c:v>
                </c:pt>
                <c:pt idx="7955">
                  <c:v>8.1645692964115745E-5</c:v>
                </c:pt>
                <c:pt idx="7956">
                  <c:v>4.8140230106616111E-5</c:v>
                </c:pt>
                <c:pt idx="7957">
                  <c:v>1.4626728374851246E-6</c:v>
                </c:pt>
                <c:pt idx="7958">
                  <c:v>1.6639566277786416E-5</c:v>
                </c:pt>
                <c:pt idx="7959">
                  <c:v>4.9461284360725586E-5</c:v>
                </c:pt>
                <c:pt idx="7960">
                  <c:v>1.3151037839076991E-4</c:v>
                </c:pt>
                <c:pt idx="7961">
                  <c:v>0</c:v>
                </c:pt>
                <c:pt idx="7962">
                  <c:v>0</c:v>
                </c:pt>
                <c:pt idx="7963">
                  <c:v>0</c:v>
                </c:pt>
                <c:pt idx="7964">
                  <c:v>3.1884843901486291E-5</c:v>
                </c:pt>
                <c:pt idx="7965">
                  <c:v>3.9161664033748808E-6</c:v>
                </c:pt>
                <c:pt idx="7966">
                  <c:v>0</c:v>
                </c:pt>
                <c:pt idx="7967">
                  <c:v>4.0514986263909714E-4</c:v>
                </c:pt>
                <c:pt idx="7968">
                  <c:v>0</c:v>
                </c:pt>
                <c:pt idx="7969">
                  <c:v>0</c:v>
                </c:pt>
                <c:pt idx="7970">
                  <c:v>0</c:v>
                </c:pt>
                <c:pt idx="7971">
                  <c:v>0</c:v>
                </c:pt>
                <c:pt idx="7972">
                  <c:v>0</c:v>
                </c:pt>
                <c:pt idx="7973">
                  <c:v>1.6239233322378952E-3</c:v>
                </c:pt>
                <c:pt idx="7974">
                  <c:v>0</c:v>
                </c:pt>
                <c:pt idx="7975">
                  <c:v>8.212689125448329E-6</c:v>
                </c:pt>
                <c:pt idx="7976">
                  <c:v>0</c:v>
                </c:pt>
                <c:pt idx="7977">
                  <c:v>3.8838508399145418E-5</c:v>
                </c:pt>
                <c:pt idx="7978">
                  <c:v>0</c:v>
                </c:pt>
                <c:pt idx="7979">
                  <c:v>0</c:v>
                </c:pt>
                <c:pt idx="7980">
                  <c:v>6.0048163074419484E-6</c:v>
                </c:pt>
                <c:pt idx="7981">
                  <c:v>3.8096905323412519E-6</c:v>
                </c:pt>
                <c:pt idx="7982">
                  <c:v>0</c:v>
                </c:pt>
                <c:pt idx="7983">
                  <c:v>0</c:v>
                </c:pt>
                <c:pt idx="7984">
                  <c:v>9.7853426840745207E-6</c:v>
                </c:pt>
                <c:pt idx="7985">
                  <c:v>0</c:v>
                </c:pt>
                <c:pt idx="7986">
                  <c:v>0</c:v>
                </c:pt>
                <c:pt idx="7987">
                  <c:v>1.2527200144704569E-4</c:v>
                </c:pt>
                <c:pt idx="7988">
                  <c:v>0</c:v>
                </c:pt>
                <c:pt idx="7989">
                  <c:v>0</c:v>
                </c:pt>
                <c:pt idx="7990">
                  <c:v>0</c:v>
                </c:pt>
                <c:pt idx="7991">
                  <c:v>4.5784779804587188E-6</c:v>
                </c:pt>
                <c:pt idx="7992">
                  <c:v>0</c:v>
                </c:pt>
                <c:pt idx="7993">
                  <c:v>6.8756291926657775E-4</c:v>
                </c:pt>
                <c:pt idx="7994">
                  <c:v>0</c:v>
                </c:pt>
                <c:pt idx="7995">
                  <c:v>3.2706992681212304E-7</c:v>
                </c:pt>
                <c:pt idx="7996">
                  <c:v>1.0431416525095319E-5</c:v>
                </c:pt>
                <c:pt idx="7997">
                  <c:v>1.9282312605259071E-5</c:v>
                </c:pt>
                <c:pt idx="7998">
                  <c:v>0</c:v>
                </c:pt>
                <c:pt idx="7999">
                  <c:v>1.2533287208495068E-6</c:v>
                </c:pt>
                <c:pt idx="8000">
                  <c:v>4.1687301065244562E-5</c:v>
                </c:pt>
                <c:pt idx="8001">
                  <c:v>0</c:v>
                </c:pt>
                <c:pt idx="8002">
                  <c:v>9.8186808273049509E-5</c:v>
                </c:pt>
                <c:pt idx="8003">
                  <c:v>5.5065894221517089E-4</c:v>
                </c:pt>
                <c:pt idx="8004">
                  <c:v>0</c:v>
                </c:pt>
                <c:pt idx="8005">
                  <c:v>0</c:v>
                </c:pt>
                <c:pt idx="8006">
                  <c:v>7.7324652791600283E-6</c:v>
                </c:pt>
                <c:pt idx="8007">
                  <c:v>0</c:v>
                </c:pt>
                <c:pt idx="8008">
                  <c:v>5.3372889561005833E-6</c:v>
                </c:pt>
                <c:pt idx="8009">
                  <c:v>1.8750476322838564E-6</c:v>
                </c:pt>
                <c:pt idx="8010">
                  <c:v>9.7285905890073869E-6</c:v>
                </c:pt>
                <c:pt idx="8011">
                  <c:v>5.6678746987966073E-5</c:v>
                </c:pt>
                <c:pt idx="8012">
                  <c:v>0</c:v>
                </c:pt>
                <c:pt idx="8013">
                  <c:v>1.092308631399149E-5</c:v>
                </c:pt>
                <c:pt idx="8014">
                  <c:v>0</c:v>
                </c:pt>
                <c:pt idx="8015">
                  <c:v>0</c:v>
                </c:pt>
                <c:pt idx="8016">
                  <c:v>0</c:v>
                </c:pt>
                <c:pt idx="8017">
                  <c:v>5.9900928954150214E-6</c:v>
                </c:pt>
                <c:pt idx="8018">
                  <c:v>6.0481978529543292E-7</c:v>
                </c:pt>
                <c:pt idx="8019">
                  <c:v>1.842374115207617E-5</c:v>
                </c:pt>
                <c:pt idx="8020">
                  <c:v>5.4027558432727041E-6</c:v>
                </c:pt>
                <c:pt idx="8021">
                  <c:v>1.7125234370162792E-6</c:v>
                </c:pt>
                <c:pt idx="8022">
                  <c:v>0</c:v>
                </c:pt>
                <c:pt idx="8023">
                  <c:v>1.7218446314258195E-5</c:v>
                </c:pt>
                <c:pt idx="8024">
                  <c:v>2.2080147978377026E-4</c:v>
                </c:pt>
                <c:pt idx="8025">
                  <c:v>1.0751386470645252E-3</c:v>
                </c:pt>
                <c:pt idx="8026">
                  <c:v>0</c:v>
                </c:pt>
                <c:pt idx="8027">
                  <c:v>4.6896795659830516E-7</c:v>
                </c:pt>
                <c:pt idx="8028">
                  <c:v>0</c:v>
                </c:pt>
                <c:pt idx="8029">
                  <c:v>0</c:v>
                </c:pt>
                <c:pt idx="8030">
                  <c:v>2.7216890338294317E-6</c:v>
                </c:pt>
                <c:pt idx="8031">
                  <c:v>2.7314441916567844E-6</c:v>
                </c:pt>
                <c:pt idx="8032">
                  <c:v>1.6633061987253721E-4</c:v>
                </c:pt>
                <c:pt idx="8033">
                  <c:v>5.3790543106499774E-5</c:v>
                </c:pt>
                <c:pt idx="8034">
                  <c:v>8.7093828273551228E-5</c:v>
                </c:pt>
                <c:pt idx="8035">
                  <c:v>1.1779191183933212E-5</c:v>
                </c:pt>
                <c:pt idx="8036">
                  <c:v>0</c:v>
                </c:pt>
                <c:pt idx="8037">
                  <c:v>4.1227609848794926E-6</c:v>
                </c:pt>
                <c:pt idx="8038">
                  <c:v>1.9286917821430882E-5</c:v>
                </c:pt>
                <c:pt idx="8039">
                  <c:v>4.0752563073381987E-7</c:v>
                </c:pt>
                <c:pt idx="8040">
                  <c:v>1.879278312668922E-7</c:v>
                </c:pt>
                <c:pt idx="8041">
                  <c:v>0</c:v>
                </c:pt>
                <c:pt idx="8042">
                  <c:v>4.841501196811598E-6</c:v>
                </c:pt>
                <c:pt idx="8043">
                  <c:v>7.3808516171645947E-7</c:v>
                </c:pt>
                <c:pt idx="8044">
                  <c:v>0</c:v>
                </c:pt>
                <c:pt idx="8045">
                  <c:v>7.7508521753524839E-6</c:v>
                </c:pt>
                <c:pt idx="8046">
                  <c:v>2.0683944521260474E-4</c:v>
                </c:pt>
                <c:pt idx="8047">
                  <c:v>3.7715161531328095E-5</c:v>
                </c:pt>
                <c:pt idx="8048">
                  <c:v>0</c:v>
                </c:pt>
                <c:pt idx="8049">
                  <c:v>1.0358128603791201E-4</c:v>
                </c:pt>
                <c:pt idx="8050">
                  <c:v>3.5422857887120655E-6</c:v>
                </c:pt>
                <c:pt idx="8051">
                  <c:v>2.0878710396499809E-6</c:v>
                </c:pt>
                <c:pt idx="8052">
                  <c:v>0</c:v>
                </c:pt>
                <c:pt idx="8053">
                  <c:v>6.8366518180789041E-6</c:v>
                </c:pt>
                <c:pt idx="8054">
                  <c:v>0</c:v>
                </c:pt>
                <c:pt idx="8055">
                  <c:v>0</c:v>
                </c:pt>
                <c:pt idx="8056">
                  <c:v>0</c:v>
                </c:pt>
                <c:pt idx="8057">
                  <c:v>7.1537005933948026E-6</c:v>
                </c:pt>
                <c:pt idx="8058">
                  <c:v>3.81036464736122E-4</c:v>
                </c:pt>
                <c:pt idx="8059">
                  <c:v>0</c:v>
                </c:pt>
                <c:pt idx="8060">
                  <c:v>7.5980515303109207E-6</c:v>
                </c:pt>
                <c:pt idx="8061">
                  <c:v>9.4525617731424109E-6</c:v>
                </c:pt>
                <c:pt idx="8062">
                  <c:v>0</c:v>
                </c:pt>
                <c:pt idx="8063">
                  <c:v>2.8371662293868612E-5</c:v>
                </c:pt>
                <c:pt idx="8064">
                  <c:v>0</c:v>
                </c:pt>
                <c:pt idx="8065">
                  <c:v>0</c:v>
                </c:pt>
                <c:pt idx="8066">
                  <c:v>0</c:v>
                </c:pt>
                <c:pt idx="8067">
                  <c:v>0</c:v>
                </c:pt>
                <c:pt idx="8068">
                  <c:v>0</c:v>
                </c:pt>
                <c:pt idx="8069">
                  <c:v>2.2807055131997455E-5</c:v>
                </c:pt>
                <c:pt idx="8070">
                  <c:v>0</c:v>
                </c:pt>
                <c:pt idx="8071">
                  <c:v>0</c:v>
                </c:pt>
                <c:pt idx="8072">
                  <c:v>0</c:v>
                </c:pt>
                <c:pt idx="8073">
                  <c:v>0</c:v>
                </c:pt>
                <c:pt idx="8074">
                  <c:v>0</c:v>
                </c:pt>
                <c:pt idx="8075">
                  <c:v>0</c:v>
                </c:pt>
                <c:pt idx="8076">
                  <c:v>0</c:v>
                </c:pt>
                <c:pt idx="8077">
                  <c:v>8.0945555209453254E-7</c:v>
                </c:pt>
                <c:pt idx="8078">
                  <c:v>0</c:v>
                </c:pt>
                <c:pt idx="8079">
                  <c:v>0</c:v>
                </c:pt>
                <c:pt idx="8080">
                  <c:v>1.6043640620394289E-6</c:v>
                </c:pt>
                <c:pt idx="8081">
                  <c:v>0</c:v>
                </c:pt>
                <c:pt idx="8082">
                  <c:v>4.0250330781942326E-7</c:v>
                </c:pt>
                <c:pt idx="8083">
                  <c:v>0</c:v>
                </c:pt>
                <c:pt idx="8084">
                  <c:v>0</c:v>
                </c:pt>
                <c:pt idx="8085">
                  <c:v>0</c:v>
                </c:pt>
                <c:pt idx="8086">
                  <c:v>0</c:v>
                </c:pt>
                <c:pt idx="8087">
                  <c:v>2.6409035950850506E-5</c:v>
                </c:pt>
                <c:pt idx="8088">
                  <c:v>0</c:v>
                </c:pt>
                <c:pt idx="8089">
                  <c:v>2.4582997724911163E-6</c:v>
                </c:pt>
                <c:pt idx="8090">
                  <c:v>0</c:v>
                </c:pt>
                <c:pt idx="8091">
                  <c:v>6.7515310822196397E-5</c:v>
                </c:pt>
                <c:pt idx="8092">
                  <c:v>0</c:v>
                </c:pt>
                <c:pt idx="8093">
                  <c:v>0</c:v>
                </c:pt>
                <c:pt idx="8094">
                  <c:v>0</c:v>
                </c:pt>
                <c:pt idx="8095">
                  <c:v>0</c:v>
                </c:pt>
                <c:pt idx="8096">
                  <c:v>9.0447435398217029E-5</c:v>
                </c:pt>
                <c:pt idx="8097">
                  <c:v>2.2647040994717486E-7</c:v>
                </c:pt>
                <c:pt idx="8098">
                  <c:v>0</c:v>
                </c:pt>
                <c:pt idx="8099">
                  <c:v>0</c:v>
                </c:pt>
                <c:pt idx="8100">
                  <c:v>4.6459048235631882E-5</c:v>
                </c:pt>
                <c:pt idx="8101">
                  <c:v>1.6358878210919794E-6</c:v>
                </c:pt>
                <c:pt idx="8102">
                  <c:v>0</c:v>
                </c:pt>
                <c:pt idx="8103">
                  <c:v>0</c:v>
                </c:pt>
                <c:pt idx="8104">
                  <c:v>0</c:v>
                </c:pt>
                <c:pt idx="8105">
                  <c:v>0</c:v>
                </c:pt>
                <c:pt idx="8106">
                  <c:v>0</c:v>
                </c:pt>
                <c:pt idx="8107">
                  <c:v>1.8157542653701765E-5</c:v>
                </c:pt>
                <c:pt idx="8108">
                  <c:v>0</c:v>
                </c:pt>
                <c:pt idx="8109">
                  <c:v>0</c:v>
                </c:pt>
                <c:pt idx="8110">
                  <c:v>0</c:v>
                </c:pt>
                <c:pt idx="8111">
                  <c:v>0</c:v>
                </c:pt>
                <c:pt idx="8112">
                  <c:v>3.7174289242548384E-6</c:v>
                </c:pt>
                <c:pt idx="8113">
                  <c:v>1.1580385968064685E-6</c:v>
                </c:pt>
                <c:pt idx="8114">
                  <c:v>0</c:v>
                </c:pt>
                <c:pt idx="8115">
                  <c:v>0</c:v>
                </c:pt>
                <c:pt idx="8116">
                  <c:v>5.3364226436477406E-7</c:v>
                </c:pt>
                <c:pt idx="8117">
                  <c:v>1.1339502020932601E-4</c:v>
                </c:pt>
                <c:pt idx="8118">
                  <c:v>6.9798431696865455E-5</c:v>
                </c:pt>
                <c:pt idx="8119">
                  <c:v>1.0580965228430923E-7</c:v>
                </c:pt>
                <c:pt idx="8120">
                  <c:v>1.9692345290026E-5</c:v>
                </c:pt>
                <c:pt idx="8121">
                  <c:v>2.9458485919911975E-6</c:v>
                </c:pt>
                <c:pt idx="8122">
                  <c:v>3.1135304558545694E-6</c:v>
                </c:pt>
                <c:pt idx="8123">
                  <c:v>1.2602808575636206E-5</c:v>
                </c:pt>
                <c:pt idx="8124">
                  <c:v>1.9120857184207309E-5</c:v>
                </c:pt>
                <c:pt idx="8125">
                  <c:v>3.424008773771861E-6</c:v>
                </c:pt>
                <c:pt idx="8126">
                  <c:v>4.5343290923655608E-6</c:v>
                </c:pt>
                <c:pt idx="8127">
                  <c:v>0</c:v>
                </c:pt>
                <c:pt idx="8128">
                  <c:v>2.3711574161539212E-7</c:v>
                </c:pt>
                <c:pt idx="8129">
                  <c:v>0</c:v>
                </c:pt>
                <c:pt idx="8130">
                  <c:v>5.715546971041829E-6</c:v>
                </c:pt>
                <c:pt idx="8131">
                  <c:v>1.3618506033437796E-3</c:v>
                </c:pt>
                <c:pt idx="8132">
                  <c:v>2.9189301311265097E-5</c:v>
                </c:pt>
                <c:pt idx="8133">
                  <c:v>0</c:v>
                </c:pt>
                <c:pt idx="8134">
                  <c:v>0</c:v>
                </c:pt>
                <c:pt idx="8135">
                  <c:v>1.128661547129E-4</c:v>
                </c:pt>
                <c:pt idx="8136">
                  <c:v>4.5639553011261819E-5</c:v>
                </c:pt>
                <c:pt idx="8137">
                  <c:v>2.3058304877839855E-4</c:v>
                </c:pt>
                <c:pt idx="8138">
                  <c:v>0</c:v>
                </c:pt>
                <c:pt idx="8139">
                  <c:v>1.3270751928119202E-7</c:v>
                </c:pt>
                <c:pt idx="8140">
                  <c:v>0</c:v>
                </c:pt>
                <c:pt idx="8141">
                  <c:v>0</c:v>
                </c:pt>
                <c:pt idx="8142">
                  <c:v>0</c:v>
                </c:pt>
                <c:pt idx="8143">
                  <c:v>2.5307294568608822E-6</c:v>
                </c:pt>
                <c:pt idx="8144">
                  <c:v>2.3871550222146608E-5</c:v>
                </c:pt>
                <c:pt idx="8145">
                  <c:v>6.4213088115601644E-7</c:v>
                </c:pt>
                <c:pt idx="8146">
                  <c:v>1.3342594068834709E-5</c:v>
                </c:pt>
                <c:pt idx="8147">
                  <c:v>3.4336005837320226E-7</c:v>
                </c:pt>
                <c:pt idx="8148">
                  <c:v>4.5149009403057825E-6</c:v>
                </c:pt>
                <c:pt idx="8149">
                  <c:v>2.3662277362747256E-5</c:v>
                </c:pt>
                <c:pt idx="8150">
                  <c:v>1.0100370171931671E-7</c:v>
                </c:pt>
                <c:pt idx="8151">
                  <c:v>2.4792854212970031E-5</c:v>
                </c:pt>
                <c:pt idx="8152">
                  <c:v>2.2095652078210499E-6</c:v>
                </c:pt>
                <c:pt idx="8153">
                  <c:v>2.9233589610433776E-5</c:v>
                </c:pt>
                <c:pt idx="8154">
                  <c:v>1.0343148074386261E-5</c:v>
                </c:pt>
                <c:pt idx="8155">
                  <c:v>0</c:v>
                </c:pt>
                <c:pt idx="8156">
                  <c:v>1.5719367939386882E-6</c:v>
                </c:pt>
                <c:pt idx="8157">
                  <c:v>7.9458878216339535E-6</c:v>
                </c:pt>
                <c:pt idx="8158">
                  <c:v>2.5743655483214056E-6</c:v>
                </c:pt>
                <c:pt idx="8159">
                  <c:v>1.1805506351436296E-6</c:v>
                </c:pt>
                <c:pt idx="8160">
                  <c:v>5.3109161791397416E-6</c:v>
                </c:pt>
                <c:pt idx="8161">
                  <c:v>6.4444966540673546E-7</c:v>
                </c:pt>
                <c:pt idx="8162">
                  <c:v>8.9897014146391358E-7</c:v>
                </c:pt>
                <c:pt idx="8163">
                  <c:v>2.3476953762469479E-6</c:v>
                </c:pt>
                <c:pt idx="8164">
                  <c:v>1.4455448973137781E-5</c:v>
                </c:pt>
                <c:pt idx="8165">
                  <c:v>4.1003659031164893E-5</c:v>
                </c:pt>
                <c:pt idx="8166">
                  <c:v>3.519936082473712E-5</c:v>
                </c:pt>
                <c:pt idx="8167">
                  <c:v>1.1979835071998197E-6</c:v>
                </c:pt>
                <c:pt idx="8168">
                  <c:v>2.6467517791639088E-6</c:v>
                </c:pt>
                <c:pt idx="8169">
                  <c:v>4.9484503482962532E-6</c:v>
                </c:pt>
                <c:pt idx="8170">
                  <c:v>3.7495300855153662E-5</c:v>
                </c:pt>
                <c:pt idx="8171">
                  <c:v>3.248343537677869E-5</c:v>
                </c:pt>
                <c:pt idx="8172">
                  <c:v>1.3456304988965091E-7</c:v>
                </c:pt>
                <c:pt idx="8173">
                  <c:v>3.0361471293714761E-7</c:v>
                </c:pt>
                <c:pt idx="8174">
                  <c:v>1.0764320542778518E-6</c:v>
                </c:pt>
                <c:pt idx="8175">
                  <c:v>0</c:v>
                </c:pt>
                <c:pt idx="8176">
                  <c:v>1.9305454731105488E-5</c:v>
                </c:pt>
                <c:pt idx="8177">
                  <c:v>2.2105083696381377E-6</c:v>
                </c:pt>
                <c:pt idx="8178">
                  <c:v>2.0239529682113556E-6</c:v>
                </c:pt>
                <c:pt idx="8179">
                  <c:v>4.7662237336921162E-7</c:v>
                </c:pt>
                <c:pt idx="8180">
                  <c:v>6.9387819586825942E-5</c:v>
                </c:pt>
                <c:pt idx="8181">
                  <c:v>1.576248594096722E-5</c:v>
                </c:pt>
                <c:pt idx="8182">
                  <c:v>3.4812282180463682E-7</c:v>
                </c:pt>
                <c:pt idx="8183">
                  <c:v>1.4742092282632921E-5</c:v>
                </c:pt>
                <c:pt idx="8184">
                  <c:v>0</c:v>
                </c:pt>
                <c:pt idx="8185">
                  <c:v>4.8679687069064002E-6</c:v>
                </c:pt>
                <c:pt idx="8186">
                  <c:v>1.8352241629174141E-5</c:v>
                </c:pt>
                <c:pt idx="8187">
                  <c:v>2.4649456998818991E-6</c:v>
                </c:pt>
                <c:pt idx="8188">
                  <c:v>1.9297601332618351E-6</c:v>
                </c:pt>
                <c:pt idx="8189">
                  <c:v>1.0872365997874921E-6</c:v>
                </c:pt>
                <c:pt idx="8190">
                  <c:v>4.2271088667172458E-6</c:v>
                </c:pt>
                <c:pt idx="8191">
                  <c:v>8.2330809561864095E-7</c:v>
                </c:pt>
                <c:pt idx="8192">
                  <c:v>2.0543185851858402E-6</c:v>
                </c:pt>
                <c:pt idx="8193">
                  <c:v>8.5961509660654369E-7</c:v>
                </c:pt>
                <c:pt idx="8194">
                  <c:v>3.0045369276615869E-6</c:v>
                </c:pt>
                <c:pt idx="8195">
                  <c:v>2.1733747235389619E-7</c:v>
                </c:pt>
                <c:pt idx="8196">
                  <c:v>7.72075200496635E-6</c:v>
                </c:pt>
                <c:pt idx="8197">
                  <c:v>7.3337886043607979E-7</c:v>
                </c:pt>
                <c:pt idx="8198">
                  <c:v>7.1059545838366163E-7</c:v>
                </c:pt>
                <c:pt idx="8199">
                  <c:v>3.4952110163230119E-6</c:v>
                </c:pt>
                <c:pt idx="8200">
                  <c:v>6.6083600453143222E-7</c:v>
                </c:pt>
                <c:pt idx="8201">
                  <c:v>1.3824472506651749E-5</c:v>
                </c:pt>
                <c:pt idx="8202">
                  <c:v>1.9121760554361925E-6</c:v>
                </c:pt>
                <c:pt idx="8203">
                  <c:v>5.5103996755965945E-6</c:v>
                </c:pt>
                <c:pt idx="8204">
                  <c:v>4.0190689153640736E-6</c:v>
                </c:pt>
                <c:pt idx="8205">
                  <c:v>7.6980495097657497E-6</c:v>
                </c:pt>
                <c:pt idx="8206">
                  <c:v>2.3871250728112325E-6</c:v>
                </c:pt>
                <c:pt idx="8207">
                  <c:v>6.428519255839056E-6</c:v>
                </c:pt>
                <c:pt idx="8208">
                  <c:v>4.9518896593519581E-6</c:v>
                </c:pt>
                <c:pt idx="8209">
                  <c:v>9.4996916126443197E-6</c:v>
                </c:pt>
                <c:pt idx="8210">
                  <c:v>1.6491755770119911E-6</c:v>
                </c:pt>
                <c:pt idx="8211">
                  <c:v>8.2305641837799528E-6</c:v>
                </c:pt>
                <c:pt idx="8212">
                  <c:v>6.2773006914592309E-6</c:v>
                </c:pt>
                <c:pt idx="8213">
                  <c:v>2.239160857461352E-6</c:v>
                </c:pt>
                <c:pt idx="8214">
                  <c:v>3.0372036284062289E-6</c:v>
                </c:pt>
                <c:pt idx="8215">
                  <c:v>4.7604504489483114E-5</c:v>
                </c:pt>
                <c:pt idx="8216">
                  <c:v>1.5649726796695448E-5</c:v>
                </c:pt>
                <c:pt idx="8217">
                  <c:v>7.4072433051821488E-7</c:v>
                </c:pt>
                <c:pt idx="8218">
                  <c:v>7.9637178545236538E-6</c:v>
                </c:pt>
                <c:pt idx="8219">
                  <c:v>1.3325542276184184E-6</c:v>
                </c:pt>
                <c:pt idx="8220">
                  <c:v>7.8775032074627361E-7</c:v>
                </c:pt>
                <c:pt idx="8221">
                  <c:v>4.0912687143924711E-5</c:v>
                </c:pt>
                <c:pt idx="8222">
                  <c:v>3.6474212165614935E-5</c:v>
                </c:pt>
                <c:pt idx="8223">
                  <c:v>2.1205984746915279E-5</c:v>
                </c:pt>
                <c:pt idx="8224">
                  <c:v>1.5575949414598201E-5</c:v>
                </c:pt>
                <c:pt idx="8225">
                  <c:v>2.3340976481999653E-5</c:v>
                </c:pt>
                <c:pt idx="8226">
                  <c:v>6.4861987610368324E-5</c:v>
                </c:pt>
                <c:pt idx="8227">
                  <c:v>8.5854509183689771E-6</c:v>
                </c:pt>
                <c:pt idx="8228">
                  <c:v>3.7620793207814802E-7</c:v>
                </c:pt>
                <c:pt idx="8229">
                  <c:v>1.0222686912237592E-6</c:v>
                </c:pt>
                <c:pt idx="8230">
                  <c:v>7.8998924718442588E-6</c:v>
                </c:pt>
                <c:pt idx="8231">
                  <c:v>1.024512695880122E-5</c:v>
                </c:pt>
                <c:pt idx="8232">
                  <c:v>4.3096295855267343E-5</c:v>
                </c:pt>
                <c:pt idx="8233">
                  <c:v>5.6882805008031862E-5</c:v>
                </c:pt>
                <c:pt idx="8234">
                  <c:v>0</c:v>
                </c:pt>
                <c:pt idx="8235">
                  <c:v>2.5592312701758281E-5</c:v>
                </c:pt>
                <c:pt idx="8236">
                  <c:v>5.8847330461177049E-7</c:v>
                </c:pt>
                <c:pt idx="8237">
                  <c:v>0</c:v>
                </c:pt>
                <c:pt idx="8238">
                  <c:v>0</c:v>
                </c:pt>
                <c:pt idx="8239">
                  <c:v>5.4829296654130708E-6</c:v>
                </c:pt>
                <c:pt idx="8240">
                  <c:v>0</c:v>
                </c:pt>
                <c:pt idx="8241">
                  <c:v>6.5231892847398136E-7</c:v>
                </c:pt>
                <c:pt idx="8242">
                  <c:v>3.4405098396037975E-7</c:v>
                </c:pt>
                <c:pt idx="8243">
                  <c:v>6.3860860011640729E-7</c:v>
                </c:pt>
                <c:pt idx="8244">
                  <c:v>4.7555253009188488E-7</c:v>
                </c:pt>
                <c:pt idx="8245">
                  <c:v>2.7216890338294325E-7</c:v>
                </c:pt>
                <c:pt idx="8246">
                  <c:v>4.9405052153792134E-7</c:v>
                </c:pt>
                <c:pt idx="8247">
                  <c:v>1.4811598375866505E-5</c:v>
                </c:pt>
                <c:pt idx="8248">
                  <c:v>5.876476978064919E-4</c:v>
                </c:pt>
                <c:pt idx="8249">
                  <c:v>5.6530416378867707E-6</c:v>
                </c:pt>
                <c:pt idx="8250">
                  <c:v>1.046932369867251E-5</c:v>
                </c:pt>
                <c:pt idx="8251">
                  <c:v>0</c:v>
                </c:pt>
                <c:pt idx="8252">
                  <c:v>0</c:v>
                </c:pt>
                <c:pt idx="8253">
                  <c:v>0</c:v>
                </c:pt>
                <c:pt idx="8254">
                  <c:v>1.4331765642020608E-5</c:v>
                </c:pt>
                <c:pt idx="8255">
                  <c:v>0</c:v>
                </c:pt>
                <c:pt idx="8256">
                  <c:v>3.7788740304408781E-7</c:v>
                </c:pt>
                <c:pt idx="8257">
                  <c:v>0</c:v>
                </c:pt>
                <c:pt idx="8258">
                  <c:v>1.9153854530491687E-5</c:v>
                </c:pt>
                <c:pt idx="8259">
                  <c:v>2.0235312118076005E-5</c:v>
                </c:pt>
                <c:pt idx="8260">
                  <c:v>1.4557267038629265E-7</c:v>
                </c:pt>
                <c:pt idx="8261">
                  <c:v>6.6653608991741645E-7</c:v>
                </c:pt>
                <c:pt idx="8262">
                  <c:v>4.3327585650342775E-6</c:v>
                </c:pt>
                <c:pt idx="8263">
                  <c:v>0</c:v>
                </c:pt>
                <c:pt idx="8264">
                  <c:v>2.4963094094953984E-5</c:v>
                </c:pt>
                <c:pt idx="8265">
                  <c:v>6.210305781320664E-5</c:v>
                </c:pt>
                <c:pt idx="8266">
                  <c:v>7.4550599840734798E-6</c:v>
                </c:pt>
                <c:pt idx="8267">
                  <c:v>1.4112461656893424E-7</c:v>
                </c:pt>
                <c:pt idx="8268">
                  <c:v>0</c:v>
                </c:pt>
                <c:pt idx="8269">
                  <c:v>3.800589739948662E-7</c:v>
                </c:pt>
                <c:pt idx="8270">
                  <c:v>3.7335292429851346E-4</c:v>
                </c:pt>
                <c:pt idx="8271">
                  <c:v>6.3506077456020543E-7</c:v>
                </c:pt>
                <c:pt idx="8272">
                  <c:v>3.2493016392786998E-6</c:v>
                </c:pt>
                <c:pt idx="8273">
                  <c:v>1.8369697671388087E-6</c:v>
                </c:pt>
                <c:pt idx="8274">
                  <c:v>4.5697956111188194E-6</c:v>
                </c:pt>
                <c:pt idx="8275">
                  <c:v>6.0197868895588495E-5</c:v>
                </c:pt>
                <c:pt idx="8276">
                  <c:v>2.8304681294858532E-6</c:v>
                </c:pt>
                <c:pt idx="8277">
                  <c:v>1.406582024523646E-4</c:v>
                </c:pt>
                <c:pt idx="8278">
                  <c:v>3.528596455936856E-5</c:v>
                </c:pt>
                <c:pt idx="8279">
                  <c:v>1.9840808229421655E-5</c:v>
                </c:pt>
                <c:pt idx="8280">
                  <c:v>2.4104877587856909E-5</c:v>
                </c:pt>
                <c:pt idx="8281">
                  <c:v>6.0678005008624474E-5</c:v>
                </c:pt>
                <c:pt idx="8282">
                  <c:v>2.1643614440701487E-5</c:v>
                </c:pt>
                <c:pt idx="8283">
                  <c:v>1.9943597152276173E-5</c:v>
                </c:pt>
                <c:pt idx="8284">
                  <c:v>2.5538721109439592E-5</c:v>
                </c:pt>
                <c:pt idx="8285">
                  <c:v>0</c:v>
                </c:pt>
                <c:pt idx="8286">
                  <c:v>0</c:v>
                </c:pt>
                <c:pt idx="8287">
                  <c:v>1.9005814186606256E-5</c:v>
                </c:pt>
                <c:pt idx="8288">
                  <c:v>1.0737409226478339E-5</c:v>
                </c:pt>
                <c:pt idx="8289">
                  <c:v>4.5117374348407955E-7</c:v>
                </c:pt>
                <c:pt idx="8290">
                  <c:v>1.3357861767259069E-5</c:v>
                </c:pt>
                <c:pt idx="8291">
                  <c:v>1.2842921333029248E-5</c:v>
                </c:pt>
                <c:pt idx="8292">
                  <c:v>3.0886083697090282E-3</c:v>
                </c:pt>
                <c:pt idx="8293">
                  <c:v>0</c:v>
                </c:pt>
                <c:pt idx="8294">
                  <c:v>1.4956217682813031E-5</c:v>
                </c:pt>
                <c:pt idx="8295">
                  <c:v>3.9671520351465638E-5</c:v>
                </c:pt>
                <c:pt idx="8296">
                  <c:v>0</c:v>
                </c:pt>
                <c:pt idx="8297">
                  <c:v>0</c:v>
                </c:pt>
                <c:pt idx="8298">
                  <c:v>2.3685853436986531E-5</c:v>
                </c:pt>
                <c:pt idx="8299">
                  <c:v>0</c:v>
                </c:pt>
                <c:pt idx="8300">
                  <c:v>2.0149145312677221E-5</c:v>
                </c:pt>
                <c:pt idx="8301">
                  <c:v>5.8672184100778771E-6</c:v>
                </c:pt>
                <c:pt idx="8302">
                  <c:v>7.7327340042343899E-6</c:v>
                </c:pt>
                <c:pt idx="8303">
                  <c:v>4.3906209618550893E-5</c:v>
                </c:pt>
                <c:pt idx="8304">
                  <c:v>1.8314908053987273E-5</c:v>
                </c:pt>
                <c:pt idx="8305">
                  <c:v>4.2967364120983931E-5</c:v>
                </c:pt>
                <c:pt idx="8306">
                  <c:v>3.144730107863469E-7</c:v>
                </c:pt>
                <c:pt idx="8307">
                  <c:v>2.1078574484658856E-5</c:v>
                </c:pt>
                <c:pt idx="8308">
                  <c:v>1.8352422473408992E-5</c:v>
                </c:pt>
                <c:pt idx="8309">
                  <c:v>9.2572820040001419E-5</c:v>
                </c:pt>
                <c:pt idx="8310">
                  <c:v>3.0645648088563049E-5</c:v>
                </c:pt>
                <c:pt idx="8311">
                  <c:v>8.7858523897631181E-5</c:v>
                </c:pt>
                <c:pt idx="8312">
                  <c:v>5.1230511690405188E-4</c:v>
                </c:pt>
                <c:pt idx="8313">
                  <c:v>1.544279852106555E-5</c:v>
                </c:pt>
                <c:pt idx="8314">
                  <c:v>1.9052140799832473E-5</c:v>
                </c:pt>
                <c:pt idx="8315">
                  <c:v>0</c:v>
                </c:pt>
                <c:pt idx="8316">
                  <c:v>0</c:v>
                </c:pt>
                <c:pt idx="8317">
                  <c:v>2.8826149445045311E-6</c:v>
                </c:pt>
                <c:pt idx="8318">
                  <c:v>2.0885143219880353E-5</c:v>
                </c:pt>
                <c:pt idx="8319">
                  <c:v>1.034502758389476E-4</c:v>
                </c:pt>
                <c:pt idx="8320">
                  <c:v>2.8841767241596953E-5</c:v>
                </c:pt>
                <c:pt idx="8321">
                  <c:v>7.4306457442317129E-5</c:v>
                </c:pt>
                <c:pt idx="8322">
                  <c:v>5.0720328084218022E-7</c:v>
                </c:pt>
                <c:pt idx="8323">
                  <c:v>3.8812672054139553E-5</c:v>
                </c:pt>
                <c:pt idx="8324">
                  <c:v>0</c:v>
                </c:pt>
                <c:pt idx="8325">
                  <c:v>2.246866496490764E-5</c:v>
                </c:pt>
                <c:pt idx="8326">
                  <c:v>1.6248224515932851E-5</c:v>
                </c:pt>
                <c:pt idx="8327">
                  <c:v>1.1777293840382198E-5</c:v>
                </c:pt>
                <c:pt idx="8328">
                  <c:v>1.3605725800406578E-5</c:v>
                </c:pt>
                <c:pt idx="8329">
                  <c:v>2.4591568232006372E-5</c:v>
                </c:pt>
                <c:pt idx="8330">
                  <c:v>2.8451201076824573E-5</c:v>
                </c:pt>
                <c:pt idx="8331">
                  <c:v>2.824675138045581E-5</c:v>
                </c:pt>
                <c:pt idx="8332">
                  <c:v>5.3031304806338428E-5</c:v>
                </c:pt>
                <c:pt idx="8333">
                  <c:v>1.6121257044845546E-5</c:v>
                </c:pt>
                <c:pt idx="8334">
                  <c:v>9.6773370746198685E-8</c:v>
                </c:pt>
                <c:pt idx="8335">
                  <c:v>1.8231409795986735E-7</c:v>
                </c:pt>
                <c:pt idx="8336">
                  <c:v>1.1724493308577616E-5</c:v>
                </c:pt>
                <c:pt idx="8337">
                  <c:v>1.4399061409929349E-5</c:v>
                </c:pt>
                <c:pt idx="8338">
                  <c:v>6.0642426151772912E-6</c:v>
                </c:pt>
                <c:pt idx="8339">
                  <c:v>0</c:v>
                </c:pt>
                <c:pt idx="8340">
                  <c:v>2.6067256064594153E-5</c:v>
                </c:pt>
                <c:pt idx="8341">
                  <c:v>2.8472067605203881E-3</c:v>
                </c:pt>
                <c:pt idx="8342">
                  <c:v>1.7074372908754439E-5</c:v>
                </c:pt>
                <c:pt idx="8343">
                  <c:v>1.5548124249884128E-5</c:v>
                </c:pt>
                <c:pt idx="8344">
                  <c:v>9.9195344374679829E-5</c:v>
                </c:pt>
                <c:pt idx="8345">
                  <c:v>0</c:v>
                </c:pt>
                <c:pt idx="8346">
                  <c:v>1.9781319293318614E-4</c:v>
                </c:pt>
                <c:pt idx="8347">
                  <c:v>1.8941860283868072E-5</c:v>
                </c:pt>
                <c:pt idx="8348">
                  <c:v>6.6546611203120109E-6</c:v>
                </c:pt>
                <c:pt idx="8349">
                  <c:v>3.7818200326061555E-7</c:v>
                </c:pt>
                <c:pt idx="8350">
                  <c:v>1.2984554904305964E-5</c:v>
                </c:pt>
                <c:pt idx="8351">
                  <c:v>1.0214965691721561E-5</c:v>
                </c:pt>
                <c:pt idx="8352">
                  <c:v>1.0942173328332184E-5</c:v>
                </c:pt>
                <c:pt idx="8353">
                  <c:v>1.8915101776561796E-5</c:v>
                </c:pt>
                <c:pt idx="8354">
                  <c:v>5.0261414649241509E-5</c:v>
                </c:pt>
                <c:pt idx="8355">
                  <c:v>1.7583023337212893E-6</c:v>
                </c:pt>
                <c:pt idx="8356">
                  <c:v>0</c:v>
                </c:pt>
                <c:pt idx="8357">
                  <c:v>4.3449170317369715E-5</c:v>
                </c:pt>
                <c:pt idx="8358">
                  <c:v>2.7042067260886164E-5</c:v>
                </c:pt>
                <c:pt idx="8359">
                  <c:v>1.7334735846555564E-5</c:v>
                </c:pt>
                <c:pt idx="8360">
                  <c:v>2.0411564256697418E-5</c:v>
                </c:pt>
                <c:pt idx="8361">
                  <c:v>1.1469063831479005E-5</c:v>
                </c:pt>
                <c:pt idx="8362">
                  <c:v>1.93838756082488E-5</c:v>
                </c:pt>
                <c:pt idx="8363">
                  <c:v>4.2375750082123434E-5</c:v>
                </c:pt>
                <c:pt idx="8364">
                  <c:v>0</c:v>
                </c:pt>
                <c:pt idx="8365">
                  <c:v>5.9558295438594346E-5</c:v>
                </c:pt>
                <c:pt idx="8366">
                  <c:v>3.9033862674092267E-5</c:v>
                </c:pt>
                <c:pt idx="8367">
                  <c:v>1.2119705070512263E-4</c:v>
                </c:pt>
                <c:pt idx="8368">
                  <c:v>7.3482401806634865E-5</c:v>
                </c:pt>
                <c:pt idx="8369">
                  <c:v>2.7216890338294325E-7</c:v>
                </c:pt>
                <c:pt idx="8370">
                  <c:v>8.9080513494973709E-6</c:v>
                </c:pt>
                <c:pt idx="8371">
                  <c:v>4.4783892078685435E-7</c:v>
                </c:pt>
                <c:pt idx="8372">
                  <c:v>3.4137050829197265E-5</c:v>
                </c:pt>
                <c:pt idx="8373">
                  <c:v>1.2478265301732419E-5</c:v>
                </c:pt>
                <c:pt idx="8374">
                  <c:v>3.4785376781455807E-5</c:v>
                </c:pt>
                <c:pt idx="8375">
                  <c:v>3.8627455275131202E-5</c:v>
                </c:pt>
                <c:pt idx="8376">
                  <c:v>2.9334128322015707E-5</c:v>
                </c:pt>
                <c:pt idx="8377">
                  <c:v>1.4892390034199532E-4</c:v>
                </c:pt>
                <c:pt idx="8378">
                  <c:v>0</c:v>
                </c:pt>
                <c:pt idx="8379">
                  <c:v>0</c:v>
                </c:pt>
                <c:pt idx="8380">
                  <c:v>3.1288190668169119E-3</c:v>
                </c:pt>
                <c:pt idx="8381">
                  <c:v>1.6005759828967218E-5</c:v>
                </c:pt>
                <c:pt idx="8382">
                  <c:v>2.9554978216585529E-5</c:v>
                </c:pt>
                <c:pt idx="8383">
                  <c:v>1.7999317735320183E-5</c:v>
                </c:pt>
                <c:pt idx="8384">
                  <c:v>1.4779435183255917E-5</c:v>
                </c:pt>
                <c:pt idx="8385">
                  <c:v>1.4621263654984761E-5</c:v>
                </c:pt>
                <c:pt idx="8386">
                  <c:v>5.4819268064677414E-5</c:v>
                </c:pt>
                <c:pt idx="8387">
                  <c:v>4.1343381233937133E-4</c:v>
                </c:pt>
                <c:pt idx="8388">
                  <c:v>6.152344657963644E-6</c:v>
                </c:pt>
                <c:pt idx="8389">
                  <c:v>7.8650530434152291E-5</c:v>
                </c:pt>
                <c:pt idx="8390">
                  <c:v>7.9388737707917505E-5</c:v>
                </c:pt>
                <c:pt idx="8391">
                  <c:v>1.61899264975496E-5</c:v>
                </c:pt>
                <c:pt idx="8392">
                  <c:v>2.208875490085081E-6</c:v>
                </c:pt>
                <c:pt idx="8393">
                  <c:v>8.4151746634674308E-5</c:v>
                </c:pt>
                <c:pt idx="8394">
                  <c:v>9.2962251992338731E-6</c:v>
                </c:pt>
                <c:pt idx="8395">
                  <c:v>1.7600733715887415E-5</c:v>
                </c:pt>
                <c:pt idx="8396">
                  <c:v>4.3806863685881332E-5</c:v>
                </c:pt>
                <c:pt idx="8397">
                  <c:v>1.1736436052353241E-5</c:v>
                </c:pt>
                <c:pt idx="8398">
                  <c:v>2.2344972463350509E-5</c:v>
                </c:pt>
                <c:pt idx="8399">
                  <c:v>1.5221814103000916E-5</c:v>
                </c:pt>
                <c:pt idx="8400">
                  <c:v>9.8566440411784781E-6</c:v>
                </c:pt>
                <c:pt idx="8401">
                  <c:v>7.2348695835972765E-7</c:v>
                </c:pt>
                <c:pt idx="8402">
                  <c:v>1.7591034770523823E-5</c:v>
                </c:pt>
                <c:pt idx="8403">
                  <c:v>4.5077761846342302E-4</c:v>
                </c:pt>
                <c:pt idx="8404">
                  <c:v>1.5443708303518865E-5</c:v>
                </c:pt>
                <c:pt idx="8405">
                  <c:v>3.7305430056162491E-5</c:v>
                </c:pt>
                <c:pt idx="8406">
                  <c:v>9.1737068036211976E-7</c:v>
                </c:pt>
                <c:pt idx="8407">
                  <c:v>0</c:v>
                </c:pt>
                <c:pt idx="8408">
                  <c:v>2.5535812549718901E-5</c:v>
                </c:pt>
                <c:pt idx="8409">
                  <c:v>3.947005724450105E-5</c:v>
                </c:pt>
                <c:pt idx="8410">
                  <c:v>5.8985316673955383E-6</c:v>
                </c:pt>
                <c:pt idx="8411">
                  <c:v>2.0525844617487692E-5</c:v>
                </c:pt>
                <c:pt idx="8412">
                  <c:v>1.8035241208148198E-5</c:v>
                </c:pt>
                <c:pt idx="8413">
                  <c:v>1.0241060625111113E-5</c:v>
                </c:pt>
                <c:pt idx="8414">
                  <c:v>3.0619315321444864E-5</c:v>
                </c:pt>
                <c:pt idx="8415">
                  <c:v>4.3125243095755265E-3</c:v>
                </c:pt>
                <c:pt idx="8416">
                  <c:v>2.1899764073093108E-4</c:v>
                </c:pt>
                <c:pt idx="8417">
                  <c:v>5.0966880288962532E-5</c:v>
                </c:pt>
                <c:pt idx="8418">
                  <c:v>1.0340764879212901E-4</c:v>
                </c:pt>
                <c:pt idx="8419">
                  <c:v>3.4877873037356924E-5</c:v>
                </c:pt>
                <c:pt idx="8420">
                  <c:v>5.4060830658310237E-6</c:v>
                </c:pt>
                <c:pt idx="8421">
                  <c:v>2.1127443758208021E-7</c:v>
                </c:pt>
                <c:pt idx="8422">
                  <c:v>0</c:v>
                </c:pt>
                <c:pt idx="8423">
                  <c:v>4.3907938231868924E-5</c:v>
                </c:pt>
                <c:pt idx="8424">
                  <c:v>1.2611902859082543E-4</c:v>
                </c:pt>
                <c:pt idx="8425">
                  <c:v>0</c:v>
                </c:pt>
                <c:pt idx="8426">
                  <c:v>4.3852667201634246E-5</c:v>
                </c:pt>
                <c:pt idx="8427">
                  <c:v>1.8027786053245943E-5</c:v>
                </c:pt>
                <c:pt idx="8428">
                  <c:v>2.8793930959638952E-5</c:v>
                </c:pt>
                <c:pt idx="8429">
                  <c:v>3.7663953449435643E-6</c:v>
                </c:pt>
                <c:pt idx="8430">
                  <c:v>4.3407687464443211E-4</c:v>
                </c:pt>
                <c:pt idx="8431">
                  <c:v>0</c:v>
                </c:pt>
                <c:pt idx="8432">
                  <c:v>1.7877134330299754E-5</c:v>
                </c:pt>
                <c:pt idx="8433">
                  <c:v>8.5678090828115945E-5</c:v>
                </c:pt>
                <c:pt idx="8434">
                  <c:v>2.7356089584718245E-5</c:v>
                </c:pt>
                <c:pt idx="8435">
                  <c:v>9.6701277798876813E-6</c:v>
                </c:pt>
                <c:pt idx="8436">
                  <c:v>7.0287929856115593E-6</c:v>
                </c:pt>
                <c:pt idx="8437">
                  <c:v>6.4804736382756799E-5</c:v>
                </c:pt>
                <c:pt idx="8438">
                  <c:v>2.5566609494094046E-6</c:v>
                </c:pt>
                <c:pt idx="8439">
                  <c:v>3.6910852664199857E-5</c:v>
                </c:pt>
                <c:pt idx="8440">
                  <c:v>1.019873667289999E-5</c:v>
                </c:pt>
                <c:pt idx="8441">
                  <c:v>0</c:v>
                </c:pt>
                <c:pt idx="8442">
                  <c:v>1.8157773953761985E-4</c:v>
                </c:pt>
                <c:pt idx="8443">
                  <c:v>2.5236871254292724E-5</c:v>
                </c:pt>
                <c:pt idx="8444">
                  <c:v>0</c:v>
                </c:pt>
                <c:pt idx="8445">
                  <c:v>7.9664901471340421E-5</c:v>
                </c:pt>
                <c:pt idx="8446">
                  <c:v>2.313572893687352E-6</c:v>
                </c:pt>
                <c:pt idx="8447">
                  <c:v>3.489189515798062E-5</c:v>
                </c:pt>
                <c:pt idx="8448">
                  <c:v>1.2718447710430525E-4</c:v>
                </c:pt>
                <c:pt idx="8449">
                  <c:v>9.1814894716254056E-6</c:v>
                </c:pt>
                <c:pt idx="8450">
                  <c:v>2.2313022278104611E-5</c:v>
                </c:pt>
                <c:pt idx="8451">
                  <c:v>2.5360164042337408E-7</c:v>
                </c:pt>
                <c:pt idx="8452">
                  <c:v>8.9762939990347545E-6</c:v>
                </c:pt>
                <c:pt idx="8453">
                  <c:v>2.9947683756708201E-5</c:v>
                </c:pt>
                <c:pt idx="8454">
                  <c:v>8.5094071670854305E-6</c:v>
                </c:pt>
                <c:pt idx="8455">
                  <c:v>2.210011495469499E-4</c:v>
                </c:pt>
                <c:pt idx="8456">
                  <c:v>2.4907787436446912E-6</c:v>
                </c:pt>
                <c:pt idx="8457">
                  <c:v>4.7231606408788454E-5</c:v>
                </c:pt>
                <c:pt idx="8458">
                  <c:v>2.4401287263006601E-5</c:v>
                </c:pt>
                <c:pt idx="8459">
                  <c:v>5.398334085676597E-5</c:v>
                </c:pt>
                <c:pt idx="8460">
                  <c:v>7.879029717476339E-5</c:v>
                </c:pt>
                <c:pt idx="8461">
                  <c:v>1.7217294771716057E-5</c:v>
                </c:pt>
                <c:pt idx="8462">
                  <c:v>2.6601028605258742E-7</c:v>
                </c:pt>
                <c:pt idx="8463">
                  <c:v>1.1749245853231961E-4</c:v>
                </c:pt>
                <c:pt idx="8464">
                  <c:v>1.1254141543875511E-3</c:v>
                </c:pt>
                <c:pt idx="8465">
                  <c:v>9.6922135416847804E-6</c:v>
                </c:pt>
                <c:pt idx="8466">
                  <c:v>1.3213108186218022E-5</c:v>
                </c:pt>
                <c:pt idx="8467">
                  <c:v>3.0278225307642857E-5</c:v>
                </c:pt>
                <c:pt idx="8468">
                  <c:v>9.8028077683426883E-4</c:v>
                </c:pt>
                <c:pt idx="8469">
                  <c:v>2.4965723132500571E-5</c:v>
                </c:pt>
                <c:pt idx="8470">
                  <c:v>2.4945218715615798E-5</c:v>
                </c:pt>
                <c:pt idx="8471">
                  <c:v>3.7964490362402191E-5</c:v>
                </c:pt>
                <c:pt idx="8472">
                  <c:v>1.5405014304918062E-5</c:v>
                </c:pt>
                <c:pt idx="8473">
                  <c:v>7.4764502663511952E-6</c:v>
                </c:pt>
                <c:pt idx="8474">
                  <c:v>3.15518882564299E-5</c:v>
                </c:pt>
                <c:pt idx="8475">
                  <c:v>6.0891846540514774E-5</c:v>
                </c:pt>
                <c:pt idx="8476">
                  <c:v>2.4923077891526815E-5</c:v>
                </c:pt>
                <c:pt idx="8477">
                  <c:v>1.1655967656082691E-5</c:v>
                </c:pt>
                <c:pt idx="8478">
                  <c:v>2.1656117739976386E-5</c:v>
                </c:pt>
                <c:pt idx="8479">
                  <c:v>1.100654736488639E-5</c:v>
                </c:pt>
                <c:pt idx="8480">
                  <c:v>5.6831385080689482E-5</c:v>
                </c:pt>
                <c:pt idx="8481">
                  <c:v>0</c:v>
                </c:pt>
                <c:pt idx="8482">
                  <c:v>2.4948147547207604E-3</c:v>
                </c:pt>
                <c:pt idx="8483">
                  <c:v>3.4608913228044614E-4</c:v>
                </c:pt>
                <c:pt idx="8484">
                  <c:v>8.5250341668753537E-6</c:v>
                </c:pt>
                <c:pt idx="8485">
                  <c:v>3.4724138943819071E-5</c:v>
                </c:pt>
                <c:pt idx="8486">
                  <c:v>7.5835320944022071E-7</c:v>
                </c:pt>
                <c:pt idx="8487">
                  <c:v>9.6750485880318757E-6</c:v>
                </c:pt>
                <c:pt idx="8488">
                  <c:v>1.0873899009413164E-4</c:v>
                </c:pt>
                <c:pt idx="8489">
                  <c:v>3.8934321189414264E-4</c:v>
                </c:pt>
                <c:pt idx="8490">
                  <c:v>6.1621294406242073E-5</c:v>
                </c:pt>
                <c:pt idx="8491">
                  <c:v>1.0738778455654841E-5</c:v>
                </c:pt>
                <c:pt idx="8492">
                  <c:v>1.7086041434363744E-5</c:v>
                </c:pt>
                <c:pt idx="8493">
                  <c:v>3.7217183937510418E-5</c:v>
                </c:pt>
                <c:pt idx="8494">
                  <c:v>1.7973418147930334E-7</c:v>
                </c:pt>
                <c:pt idx="8495">
                  <c:v>7.2525412783662914E-6</c:v>
                </c:pt>
                <c:pt idx="8496">
                  <c:v>9.649522315446606E-6</c:v>
                </c:pt>
                <c:pt idx="8497">
                  <c:v>4.1006081909482886E-5</c:v>
                </c:pt>
                <c:pt idx="8498">
                  <c:v>1.6999482455573157E-5</c:v>
                </c:pt>
                <c:pt idx="8499">
                  <c:v>4.2578407148023085E-5</c:v>
                </c:pt>
                <c:pt idx="8500">
                  <c:v>8.8181997395640076E-6</c:v>
                </c:pt>
                <c:pt idx="8501">
                  <c:v>6.9249928155184804E-5</c:v>
                </c:pt>
                <c:pt idx="8502">
                  <c:v>1.4357710582217509E-5</c:v>
                </c:pt>
                <c:pt idx="8503">
                  <c:v>2.4235381509850608E-5</c:v>
                </c:pt>
                <c:pt idx="8504">
                  <c:v>2.6252010613926728E-5</c:v>
                </c:pt>
                <c:pt idx="8505">
                  <c:v>1.8193090852786313E-5</c:v>
                </c:pt>
                <c:pt idx="8506">
                  <c:v>1.367242382309914E-4</c:v>
                </c:pt>
                <c:pt idx="8507">
                  <c:v>1.0646629876027824E-5</c:v>
                </c:pt>
                <c:pt idx="8508">
                  <c:v>7.2080410199392921E-7</c:v>
                </c:pt>
                <c:pt idx="8509">
                  <c:v>5.3963838179777333E-5</c:v>
                </c:pt>
                <c:pt idx="8510">
                  <c:v>2.6387933987979232E-5</c:v>
                </c:pt>
                <c:pt idx="8511">
                  <c:v>0</c:v>
                </c:pt>
                <c:pt idx="8512">
                  <c:v>0</c:v>
                </c:pt>
                <c:pt idx="8513">
                  <c:v>1.9718163674565705E-5</c:v>
                </c:pt>
                <c:pt idx="8514">
                  <c:v>7.9586643706851623E-5</c:v>
                </c:pt>
                <c:pt idx="8515">
                  <c:v>1.8772369303715314E-5</c:v>
                </c:pt>
                <c:pt idx="8516">
                  <c:v>5.5861677215388245E-4</c:v>
                </c:pt>
                <c:pt idx="8517">
                  <c:v>0</c:v>
                </c:pt>
                <c:pt idx="8518">
                  <c:v>1.6138835582520005E-5</c:v>
                </c:pt>
                <c:pt idx="8519">
                  <c:v>2.8719170937991752E-5</c:v>
                </c:pt>
                <c:pt idx="8520">
                  <c:v>1.9967006705208685E-5</c:v>
                </c:pt>
                <c:pt idx="8521">
                  <c:v>0</c:v>
                </c:pt>
                <c:pt idx="8522">
                  <c:v>1.5108010970080081E-5</c:v>
                </c:pt>
                <c:pt idx="8523">
                  <c:v>1.8468332309322685E-5</c:v>
                </c:pt>
                <c:pt idx="8524">
                  <c:v>5.1669150333084558E-6</c:v>
                </c:pt>
                <c:pt idx="8525">
                  <c:v>2.2251143260520384E-5</c:v>
                </c:pt>
                <c:pt idx="8526">
                  <c:v>1.2725231879927707E-5</c:v>
                </c:pt>
                <c:pt idx="8527">
                  <c:v>3.7446253784331156E-5</c:v>
                </c:pt>
                <c:pt idx="8528">
                  <c:v>1.5016215359058986E-6</c:v>
                </c:pt>
                <c:pt idx="8529">
                  <c:v>3.364379544657838E-5</c:v>
                </c:pt>
                <c:pt idx="8530">
                  <c:v>1.5353918102597917E-5</c:v>
                </c:pt>
                <c:pt idx="8531">
                  <c:v>1.2186164343617537E-4</c:v>
                </c:pt>
                <c:pt idx="8532">
                  <c:v>1.1723992597326013E-6</c:v>
                </c:pt>
                <c:pt idx="8533">
                  <c:v>2.2717977847161268E-5</c:v>
                </c:pt>
                <c:pt idx="8534">
                  <c:v>6.6346788342597275E-5</c:v>
                </c:pt>
                <c:pt idx="8535">
                  <c:v>0</c:v>
                </c:pt>
                <c:pt idx="8536">
                  <c:v>2.2353043438108529E-5</c:v>
                </c:pt>
                <c:pt idx="8537">
                  <c:v>3.2830742255179199E-6</c:v>
                </c:pt>
                <c:pt idx="8538">
                  <c:v>5.6600808872433172E-5</c:v>
                </c:pt>
                <c:pt idx="8539">
                  <c:v>7.1006004910329797E-5</c:v>
                </c:pt>
                <c:pt idx="8540">
                  <c:v>1.2274774571859094E-4</c:v>
                </c:pt>
                <c:pt idx="8541">
                  <c:v>9.3027991593361833E-6</c:v>
                </c:pt>
                <c:pt idx="8542">
                  <c:v>3.1991526668803254E-6</c:v>
                </c:pt>
                <c:pt idx="8543">
                  <c:v>1.9853737261416676E-5</c:v>
                </c:pt>
                <c:pt idx="8544">
                  <c:v>5.4694229387782737E-7</c:v>
                </c:pt>
                <c:pt idx="8545">
                  <c:v>7.3570890434843313E-6</c:v>
                </c:pt>
                <c:pt idx="8546">
                  <c:v>2.0004349428995389E-5</c:v>
                </c:pt>
                <c:pt idx="8547">
                  <c:v>0</c:v>
                </c:pt>
                <c:pt idx="8548">
                  <c:v>1.4648547831462981E-4</c:v>
                </c:pt>
                <c:pt idx="8549">
                  <c:v>3.7887214484754588E-5</c:v>
                </c:pt>
                <c:pt idx="8550">
                  <c:v>5.629730268843792E-6</c:v>
                </c:pt>
                <c:pt idx="8551">
                  <c:v>1.9025641793009628E-5</c:v>
                </c:pt>
                <c:pt idx="8552">
                  <c:v>1.6969765176125474E-5</c:v>
                </c:pt>
                <c:pt idx="8553">
                  <c:v>2.9940717061432018E-6</c:v>
                </c:pt>
                <c:pt idx="8554">
                  <c:v>1.0482433692878232E-7</c:v>
                </c:pt>
                <c:pt idx="8555">
                  <c:v>2.6245666889089351E-6</c:v>
                </c:pt>
                <c:pt idx="8556">
                  <c:v>0</c:v>
                </c:pt>
                <c:pt idx="8557">
                  <c:v>3.0697953427981226E-5</c:v>
                </c:pt>
                <c:pt idx="8558">
                  <c:v>1.2353663677022958E-3</c:v>
                </c:pt>
                <c:pt idx="8559">
                  <c:v>1.091363232855876E-5</c:v>
                </c:pt>
                <c:pt idx="8560">
                  <c:v>1.7341973724971287E-4</c:v>
                </c:pt>
                <c:pt idx="8561">
                  <c:v>1.0626784146343142E-4</c:v>
                </c:pt>
                <c:pt idx="8562">
                  <c:v>2.1585655630221348E-5</c:v>
                </c:pt>
                <c:pt idx="8563">
                  <c:v>2.0150341492833809E-5</c:v>
                </c:pt>
                <c:pt idx="8564">
                  <c:v>4.5928144187197871E-5</c:v>
                </c:pt>
                <c:pt idx="8565">
                  <c:v>0</c:v>
                </c:pt>
                <c:pt idx="8566">
                  <c:v>1.0878093716063304E-5</c:v>
                </c:pt>
                <c:pt idx="8567">
                  <c:v>1.4910907442929363E-5</c:v>
                </c:pt>
                <c:pt idx="8568">
                  <c:v>7.3779793735694422E-7</c:v>
                </c:pt>
                <c:pt idx="8569">
                  <c:v>1.6490390573724529E-5</c:v>
                </c:pt>
                <c:pt idx="8570">
                  <c:v>5.6298719648595941E-6</c:v>
                </c:pt>
                <c:pt idx="8571">
                  <c:v>9.1457770831478741E-5</c:v>
                </c:pt>
                <c:pt idx="8572">
                  <c:v>1.1635037920933911E-5</c:v>
                </c:pt>
                <c:pt idx="8573">
                  <c:v>4.3804097826259791E-6</c:v>
                </c:pt>
                <c:pt idx="8574">
                  <c:v>9.3771650703905262E-5</c:v>
                </c:pt>
                <c:pt idx="8575">
                  <c:v>3.1640278806086076E-5</c:v>
                </c:pt>
                <c:pt idx="8576">
                  <c:v>1.0712642333113451E-5</c:v>
                </c:pt>
                <c:pt idx="8577">
                  <c:v>2.0255419698492795E-5</c:v>
                </c:pt>
                <c:pt idx="8578">
                  <c:v>3.4844002839723006E-6</c:v>
                </c:pt>
                <c:pt idx="8579">
                  <c:v>4.0419612799784715E-6</c:v>
                </c:pt>
                <c:pt idx="8580">
                  <c:v>2.6010171587062846E-5</c:v>
                </c:pt>
                <c:pt idx="8581">
                  <c:v>2.4391335767577567E-4</c:v>
                </c:pt>
                <c:pt idx="8582">
                  <c:v>7.3840674717821752E-6</c:v>
                </c:pt>
                <c:pt idx="8583">
                  <c:v>3.9444340120033661E-6</c:v>
                </c:pt>
                <c:pt idx="8584">
                  <c:v>1.8431561949756653E-4</c:v>
                </c:pt>
                <c:pt idx="8585">
                  <c:v>2.8879610008531293E-5</c:v>
                </c:pt>
                <c:pt idx="8586">
                  <c:v>3.5944350781198481E-5</c:v>
                </c:pt>
                <c:pt idx="8587">
                  <c:v>1.2095519618365466E-5</c:v>
                </c:pt>
                <c:pt idx="8588">
                  <c:v>2.1235727863876914E-5</c:v>
                </c:pt>
                <c:pt idx="8589">
                  <c:v>3.9403824598785502E-7</c:v>
                </c:pt>
                <c:pt idx="8590">
                  <c:v>0</c:v>
                </c:pt>
                <c:pt idx="8591">
                  <c:v>4.8510820427835174E-5</c:v>
                </c:pt>
                <c:pt idx="8592">
                  <c:v>2.3603004536575828E-5</c:v>
                </c:pt>
                <c:pt idx="8593">
                  <c:v>3.1781826614436255E-6</c:v>
                </c:pt>
                <c:pt idx="8594">
                  <c:v>2.5737186948741052E-5</c:v>
                </c:pt>
                <c:pt idx="8595">
                  <c:v>2.5997852246631487E-6</c:v>
                </c:pt>
                <c:pt idx="8596">
                  <c:v>2.3690472398086577E-3</c:v>
                </c:pt>
                <c:pt idx="8597">
                  <c:v>2.2425337575050446E-5</c:v>
                </c:pt>
                <c:pt idx="8598">
                  <c:v>2.939684299749221E-5</c:v>
                </c:pt>
                <c:pt idx="8599">
                  <c:v>2.0465349563277899E-5</c:v>
                </c:pt>
                <c:pt idx="8600">
                  <c:v>7.3999132170600183E-5</c:v>
                </c:pt>
                <c:pt idx="8601">
                  <c:v>1.8770269200126758E-7</c:v>
                </c:pt>
                <c:pt idx="8602">
                  <c:v>1.6798457469695627E-5</c:v>
                </c:pt>
                <c:pt idx="8603">
                  <c:v>4.9731915585882984E-5</c:v>
                </c:pt>
                <c:pt idx="8604">
                  <c:v>0</c:v>
                </c:pt>
                <c:pt idx="8605">
                  <c:v>2.3060245995724134E-7</c:v>
                </c:pt>
                <c:pt idx="8606">
                  <c:v>8.6676562885006226E-6</c:v>
                </c:pt>
                <c:pt idx="8607">
                  <c:v>8.7329274435630894E-5</c:v>
                </c:pt>
                <c:pt idx="8608">
                  <c:v>3.1243013376276072E-5</c:v>
                </c:pt>
                <c:pt idx="8609">
                  <c:v>5.2726665095345005E-5</c:v>
                </c:pt>
                <c:pt idx="8610">
                  <c:v>6.737244332082847E-5</c:v>
                </c:pt>
                <c:pt idx="8611">
                  <c:v>2.0397137548076212E-5</c:v>
                </c:pt>
                <c:pt idx="8612">
                  <c:v>0</c:v>
                </c:pt>
                <c:pt idx="8613">
                  <c:v>5.5254738439370574E-5</c:v>
                </c:pt>
                <c:pt idx="8614">
                  <c:v>4.8271355532692795E-4</c:v>
                </c:pt>
                <c:pt idx="8615">
                  <c:v>6.2752341212406819E-6</c:v>
                </c:pt>
                <c:pt idx="8616">
                  <c:v>2.1937319676450266E-5</c:v>
                </c:pt>
                <c:pt idx="8617">
                  <c:v>1.1805799908573909E-4</c:v>
                </c:pt>
                <c:pt idx="8618">
                  <c:v>5.7807114973730913E-4</c:v>
                </c:pt>
                <c:pt idx="8619">
                  <c:v>2.621709949424482E-5</c:v>
                </c:pt>
                <c:pt idx="8620">
                  <c:v>2.8964573711145491E-5</c:v>
                </c:pt>
                <c:pt idx="8621">
                  <c:v>4.0937388083385434E-6</c:v>
                </c:pt>
                <c:pt idx="8622">
                  <c:v>0</c:v>
                </c:pt>
                <c:pt idx="8623">
                  <c:v>6.1219315625013373E-5</c:v>
                </c:pt>
                <c:pt idx="8624">
                  <c:v>3.4380173508840792E-5</c:v>
                </c:pt>
                <c:pt idx="8625">
                  <c:v>3.6078494136964821E-5</c:v>
                </c:pt>
                <c:pt idx="8626">
                  <c:v>8.6156789016929568E-6</c:v>
                </c:pt>
                <c:pt idx="8627">
                  <c:v>1.1234280047090045E-5</c:v>
                </c:pt>
                <c:pt idx="8628">
                  <c:v>1.0944389863390161E-5</c:v>
                </c:pt>
                <c:pt idx="8629">
                  <c:v>1.8980334100098388E-5</c:v>
                </c:pt>
                <c:pt idx="8630">
                  <c:v>1.3877733087274947E-5</c:v>
                </c:pt>
                <c:pt idx="8631">
                  <c:v>6.085076952081804E-5</c:v>
                </c:pt>
                <c:pt idx="8632">
                  <c:v>6.5038562323915089E-6</c:v>
                </c:pt>
                <c:pt idx="8633">
                  <c:v>5.2268015404717624E-6</c:v>
                </c:pt>
                <c:pt idx="8634">
                  <c:v>2.2132478643261891E-5</c:v>
                </c:pt>
                <c:pt idx="8635">
                  <c:v>8.7398100976286027E-7</c:v>
                </c:pt>
                <c:pt idx="8636">
                  <c:v>1.0439478042049201E-4</c:v>
                </c:pt>
                <c:pt idx="8637">
                  <c:v>8.3036092415816782E-6</c:v>
                </c:pt>
                <c:pt idx="8638">
                  <c:v>2.2223675962947807E-5</c:v>
                </c:pt>
                <c:pt idx="8639">
                  <c:v>1.2743694472779963E-7</c:v>
                </c:pt>
                <c:pt idx="8640">
                  <c:v>5.5418329344665503E-5</c:v>
                </c:pt>
                <c:pt idx="8641">
                  <c:v>1.9572057524453115E-5</c:v>
                </c:pt>
                <c:pt idx="8642">
                  <c:v>4.5314320647430628E-6</c:v>
                </c:pt>
                <c:pt idx="8643">
                  <c:v>1.2816395516268283E-5</c:v>
                </c:pt>
                <c:pt idx="8644">
                  <c:v>3.2671117396913791E-5</c:v>
                </c:pt>
                <c:pt idx="8645">
                  <c:v>3.1581062837933927E-5</c:v>
                </c:pt>
                <c:pt idx="8646">
                  <c:v>1.5282687285700995E-4</c:v>
                </c:pt>
                <c:pt idx="8647">
                  <c:v>6.6997372678859069E-5</c:v>
                </c:pt>
                <c:pt idx="8648">
                  <c:v>9.7091817996956418E-6</c:v>
                </c:pt>
                <c:pt idx="8649">
                  <c:v>6.5353530684629198E-5</c:v>
                </c:pt>
                <c:pt idx="8650">
                  <c:v>1.0799096474197432E-5</c:v>
                </c:pt>
                <c:pt idx="8651">
                  <c:v>1.9247580931613836E-6</c:v>
                </c:pt>
                <c:pt idx="8652">
                  <c:v>1.1362156784993785E-2</c:v>
                </c:pt>
                <c:pt idx="8653">
                  <c:v>2.5902646983924199E-5</c:v>
                </c:pt>
                <c:pt idx="8654">
                  <c:v>9.2837821896487032E-6</c:v>
                </c:pt>
                <c:pt idx="8655">
                  <c:v>1.1208306527624294E-3</c:v>
                </c:pt>
                <c:pt idx="8656">
                  <c:v>1.0840297716532614E-7</c:v>
                </c:pt>
                <c:pt idx="8657">
                  <c:v>5.9856137667997622E-4</c:v>
                </c:pt>
                <c:pt idx="8658">
                  <c:v>1.8436006909460185E-6</c:v>
                </c:pt>
                <c:pt idx="8659">
                  <c:v>1.4532615976792808E-5</c:v>
                </c:pt>
                <c:pt idx="8660">
                  <c:v>1.6800992293666668E-4</c:v>
                </c:pt>
                <c:pt idx="8661">
                  <c:v>7.8120072540121795E-5</c:v>
                </c:pt>
                <c:pt idx="8662">
                  <c:v>1.0532321063121701E-5</c:v>
                </c:pt>
                <c:pt idx="8663">
                  <c:v>2.2121130028053187E-7</c:v>
                </c:pt>
                <c:pt idx="8664">
                  <c:v>5.9760916956769948E-6</c:v>
                </c:pt>
                <c:pt idx="8665">
                  <c:v>2.6941789542261619E-4</c:v>
                </c:pt>
                <c:pt idx="8666">
                  <c:v>2.0751670505017876E-4</c:v>
                </c:pt>
                <c:pt idx="8667">
                  <c:v>9.5584006468398149E-5</c:v>
                </c:pt>
                <c:pt idx="8668">
                  <c:v>4.4513651968303338E-5</c:v>
                </c:pt>
                <c:pt idx="8669">
                  <c:v>1.1210848664882782E-6</c:v>
                </c:pt>
                <c:pt idx="8670">
                  <c:v>2.2204753662090997E-5</c:v>
                </c:pt>
                <c:pt idx="8671">
                  <c:v>0</c:v>
                </c:pt>
                <c:pt idx="8672">
                  <c:v>1.1003551034175161E-6</c:v>
                </c:pt>
                <c:pt idx="8673">
                  <c:v>1.7290529521647561E-4</c:v>
                </c:pt>
                <c:pt idx="8674">
                  <c:v>1.2393939437720345E-5</c:v>
                </c:pt>
                <c:pt idx="8675">
                  <c:v>1.902624536197724E-5</c:v>
                </c:pt>
                <c:pt idx="8676">
                  <c:v>3.6183536864139898E-5</c:v>
                </c:pt>
                <c:pt idx="8677">
                  <c:v>0</c:v>
                </c:pt>
                <c:pt idx="8678">
                  <c:v>0</c:v>
                </c:pt>
                <c:pt idx="8679">
                  <c:v>0</c:v>
                </c:pt>
                <c:pt idx="8680">
                  <c:v>0</c:v>
                </c:pt>
                <c:pt idx="8681">
                  <c:v>1.4438878325918434E-5</c:v>
                </c:pt>
                <c:pt idx="8682">
                  <c:v>0</c:v>
                </c:pt>
                <c:pt idx="8683">
                  <c:v>0</c:v>
                </c:pt>
                <c:pt idx="8684">
                  <c:v>0</c:v>
                </c:pt>
                <c:pt idx="8685">
                  <c:v>2.3872830315020425E-4</c:v>
                </c:pt>
                <c:pt idx="8686">
                  <c:v>1.4068914092394171E-5</c:v>
                </c:pt>
                <c:pt idx="8687">
                  <c:v>2.1605921028682243E-5</c:v>
                </c:pt>
                <c:pt idx="8688">
                  <c:v>0</c:v>
                </c:pt>
                <c:pt idx="8689">
                  <c:v>1.1125152255069291E-6</c:v>
                </c:pt>
                <c:pt idx="8690">
                  <c:v>2.5387924125146892E-5</c:v>
                </c:pt>
                <c:pt idx="8691">
                  <c:v>0</c:v>
                </c:pt>
                <c:pt idx="8692">
                  <c:v>0</c:v>
                </c:pt>
                <c:pt idx="8693">
                  <c:v>2.6085320298311205E-5</c:v>
                </c:pt>
                <c:pt idx="8694">
                  <c:v>5.0937157298287572E-5</c:v>
                </c:pt>
                <c:pt idx="8695">
                  <c:v>0</c:v>
                </c:pt>
                <c:pt idx="8696">
                  <c:v>0</c:v>
                </c:pt>
                <c:pt idx="8697">
                  <c:v>0</c:v>
                </c:pt>
                <c:pt idx="8698">
                  <c:v>4.4893724463374503E-7</c:v>
                </c:pt>
                <c:pt idx="8699">
                  <c:v>0</c:v>
                </c:pt>
                <c:pt idx="8700">
                  <c:v>0</c:v>
                </c:pt>
                <c:pt idx="8701">
                  <c:v>9.7576943361278744E-6</c:v>
                </c:pt>
                <c:pt idx="8702">
                  <c:v>0</c:v>
                </c:pt>
                <c:pt idx="8703">
                  <c:v>0</c:v>
                </c:pt>
                <c:pt idx="8704">
                  <c:v>0</c:v>
                </c:pt>
                <c:pt idx="8705">
                  <c:v>0</c:v>
                </c:pt>
                <c:pt idx="8706">
                  <c:v>1.3632213898011325E-4</c:v>
                </c:pt>
                <c:pt idx="8707">
                  <c:v>4.9520842429438024E-5</c:v>
                </c:pt>
                <c:pt idx="8708">
                  <c:v>4.1580987617812366E-5</c:v>
                </c:pt>
                <c:pt idx="8709">
                  <c:v>2.1463136353113866E-5</c:v>
                </c:pt>
                <c:pt idx="8710">
                  <c:v>7.7548276741173472E-5</c:v>
                </c:pt>
                <c:pt idx="8711">
                  <c:v>0</c:v>
                </c:pt>
                <c:pt idx="8712">
                  <c:v>0</c:v>
                </c:pt>
                <c:pt idx="8713">
                  <c:v>0</c:v>
                </c:pt>
                <c:pt idx="8714">
                  <c:v>0</c:v>
                </c:pt>
                <c:pt idx="8715">
                  <c:v>1.3308053097348601E-4</c:v>
                </c:pt>
                <c:pt idx="8716">
                  <c:v>1.1242215802745721E-5</c:v>
                </c:pt>
                <c:pt idx="8717">
                  <c:v>2.3781816125066475E-5</c:v>
                </c:pt>
                <c:pt idx="8718">
                  <c:v>0</c:v>
                </c:pt>
                <c:pt idx="8719">
                  <c:v>0</c:v>
                </c:pt>
                <c:pt idx="8720">
                  <c:v>0</c:v>
                </c:pt>
                <c:pt idx="8721">
                  <c:v>2.2390264106125876E-5</c:v>
                </c:pt>
                <c:pt idx="8722">
                  <c:v>2.9512379341307946E-5</c:v>
                </c:pt>
                <c:pt idx="8723">
                  <c:v>3.7114123554347496E-5</c:v>
                </c:pt>
                <c:pt idx="8724">
                  <c:v>0</c:v>
                </c:pt>
                <c:pt idx="8725">
                  <c:v>1.3431569571395101E-3</c:v>
                </c:pt>
                <c:pt idx="8726">
                  <c:v>0</c:v>
                </c:pt>
                <c:pt idx="8727">
                  <c:v>0</c:v>
                </c:pt>
                <c:pt idx="8728">
                  <c:v>1.6464319698222516E-5</c:v>
                </c:pt>
                <c:pt idx="8729">
                  <c:v>1.9578161638919678E-5</c:v>
                </c:pt>
                <c:pt idx="8730">
                  <c:v>2.9291567336767454E-5</c:v>
                </c:pt>
                <c:pt idx="8731">
                  <c:v>1.9991495092432544E-5</c:v>
                </c:pt>
                <c:pt idx="8732">
                  <c:v>2.0562115614124096E-6</c:v>
                </c:pt>
                <c:pt idx="8733">
                  <c:v>0</c:v>
                </c:pt>
                <c:pt idx="8734">
                  <c:v>9.7133735190424086E-6</c:v>
                </c:pt>
                <c:pt idx="8735">
                  <c:v>2.4771753208346802E-5</c:v>
                </c:pt>
                <c:pt idx="8736">
                  <c:v>0</c:v>
                </c:pt>
                <c:pt idx="8737">
                  <c:v>0</c:v>
                </c:pt>
                <c:pt idx="8738">
                  <c:v>0</c:v>
                </c:pt>
                <c:pt idx="8739">
                  <c:v>0</c:v>
                </c:pt>
                <c:pt idx="8740">
                  <c:v>4.4082215038002533E-4</c:v>
                </c:pt>
                <c:pt idx="8741">
                  <c:v>9.4183744799397642E-6</c:v>
                </c:pt>
                <c:pt idx="8742">
                  <c:v>4.1544648694379057E-7</c:v>
                </c:pt>
                <c:pt idx="8743">
                  <c:v>9.2935723106371331E-7</c:v>
                </c:pt>
                <c:pt idx="8744">
                  <c:v>1.1825933284362571E-5</c:v>
                </c:pt>
                <c:pt idx="8745">
                  <c:v>0</c:v>
                </c:pt>
                <c:pt idx="8746">
                  <c:v>2.4192791411817092E-6</c:v>
                </c:pt>
                <c:pt idx="8747">
                  <c:v>1.0643476668606806E-6</c:v>
                </c:pt>
                <c:pt idx="8748">
                  <c:v>1.3419899357958068E-4</c:v>
                </c:pt>
                <c:pt idx="8749">
                  <c:v>2.9898901102607811E-5</c:v>
                </c:pt>
                <c:pt idx="8750">
                  <c:v>7.2903805448833447E-6</c:v>
                </c:pt>
                <c:pt idx="8751">
                  <c:v>1.8357720938116447E-5</c:v>
                </c:pt>
                <c:pt idx="8752">
                  <c:v>9.3845892638577075E-5</c:v>
                </c:pt>
                <c:pt idx="8753">
                  <c:v>1.7983870325673272E-5</c:v>
                </c:pt>
                <c:pt idx="8754">
                  <c:v>2.93774142882005E-5</c:v>
                </c:pt>
                <c:pt idx="8755">
                  <c:v>3.0179035123943481E-5</c:v>
                </c:pt>
                <c:pt idx="8756">
                  <c:v>6.3730271415537955E-5</c:v>
                </c:pt>
                <c:pt idx="8757">
                  <c:v>0</c:v>
                </c:pt>
                <c:pt idx="8758">
                  <c:v>0</c:v>
                </c:pt>
                <c:pt idx="8759">
                  <c:v>0</c:v>
                </c:pt>
                <c:pt idx="8760">
                  <c:v>0</c:v>
                </c:pt>
                <c:pt idx="8761">
                  <c:v>0</c:v>
                </c:pt>
                <c:pt idx="8762">
                  <c:v>4.3307085708726185E-5</c:v>
                </c:pt>
                <c:pt idx="8763">
                  <c:v>2.5072492322816012E-4</c:v>
                </c:pt>
                <c:pt idx="8764">
                  <c:v>1.4774899439616764E-5</c:v>
                </c:pt>
                <c:pt idx="8765">
                  <c:v>3.6928829562897932E-3</c:v>
                </c:pt>
                <c:pt idx="8766">
                  <c:v>0</c:v>
                </c:pt>
                <c:pt idx="8767">
                  <c:v>0</c:v>
                </c:pt>
                <c:pt idx="8768">
                  <c:v>4.4306872694432109E-6</c:v>
                </c:pt>
                <c:pt idx="8769">
                  <c:v>8.4308043347895455E-7</c:v>
                </c:pt>
                <c:pt idx="8770">
                  <c:v>1.8232333222176497E-5</c:v>
                </c:pt>
                <c:pt idx="8771">
                  <c:v>2.4698825309586659E-5</c:v>
                </c:pt>
                <c:pt idx="8772">
                  <c:v>6.5580463730707841E-6</c:v>
                </c:pt>
                <c:pt idx="8773">
                  <c:v>7.6448678905395935E-6</c:v>
                </c:pt>
                <c:pt idx="8774">
                  <c:v>1.2308552670058587E-5</c:v>
                </c:pt>
                <c:pt idx="8775">
                  <c:v>0</c:v>
                </c:pt>
                <c:pt idx="8776">
                  <c:v>0</c:v>
                </c:pt>
                <c:pt idx="8777">
                  <c:v>2.9706586931735848E-5</c:v>
                </c:pt>
                <c:pt idx="8778">
                  <c:v>0</c:v>
                </c:pt>
                <c:pt idx="8779">
                  <c:v>4.2684466591040178E-6</c:v>
                </c:pt>
                <c:pt idx="8780">
                  <c:v>0</c:v>
                </c:pt>
                <c:pt idx="8781">
                  <c:v>1.6060605481844881E-5</c:v>
                </c:pt>
                <c:pt idx="8782">
                  <c:v>5.723181253970932E-6</c:v>
                </c:pt>
                <c:pt idx="8783">
                  <c:v>3.1002494249900791E-5</c:v>
                </c:pt>
                <c:pt idx="8784">
                  <c:v>0</c:v>
                </c:pt>
                <c:pt idx="8785">
                  <c:v>0</c:v>
                </c:pt>
                <c:pt idx="8786">
                  <c:v>0</c:v>
                </c:pt>
                <c:pt idx="8787">
                  <c:v>8.2292238092539568E-6</c:v>
                </c:pt>
                <c:pt idx="8788">
                  <c:v>3.5791943534139881E-5</c:v>
                </c:pt>
                <c:pt idx="8789">
                  <c:v>0</c:v>
                </c:pt>
                <c:pt idx="8790">
                  <c:v>0</c:v>
                </c:pt>
                <c:pt idx="8791">
                  <c:v>3.3019097835442401E-5</c:v>
                </c:pt>
                <c:pt idx="8792">
                  <c:v>3.2047226818696309E-6</c:v>
                </c:pt>
                <c:pt idx="8793">
                  <c:v>1.8875277594622647E-5</c:v>
                </c:pt>
                <c:pt idx="8794">
                  <c:v>1.0107068030135886E-7</c:v>
                </c:pt>
                <c:pt idx="8795">
                  <c:v>4.7756053822459166E-5</c:v>
                </c:pt>
                <c:pt idx="8796">
                  <c:v>4.8428192472163436E-5</c:v>
                </c:pt>
                <c:pt idx="8797">
                  <c:v>0</c:v>
                </c:pt>
                <c:pt idx="8798">
                  <c:v>4.7086113029035814E-5</c:v>
                </c:pt>
                <c:pt idx="8799">
                  <c:v>6.9442638659686934E-5</c:v>
                </c:pt>
                <c:pt idx="8800">
                  <c:v>0</c:v>
                </c:pt>
                <c:pt idx="8801">
                  <c:v>7.7727501949270515E-5</c:v>
                </c:pt>
                <c:pt idx="8802">
                  <c:v>0</c:v>
                </c:pt>
                <c:pt idx="8803">
                  <c:v>0</c:v>
                </c:pt>
                <c:pt idx="8804">
                  <c:v>0</c:v>
                </c:pt>
                <c:pt idx="8805">
                  <c:v>1.1941683718361217E-5</c:v>
                </c:pt>
                <c:pt idx="8806">
                  <c:v>0</c:v>
                </c:pt>
                <c:pt idx="8807">
                  <c:v>1.3243067048422909E-5</c:v>
                </c:pt>
                <c:pt idx="8808">
                  <c:v>0</c:v>
                </c:pt>
                <c:pt idx="8809">
                  <c:v>1.0709085382236521E-5</c:v>
                </c:pt>
                <c:pt idx="8810">
                  <c:v>2.0646122228312139E-5</c:v>
                </c:pt>
                <c:pt idx="8811">
                  <c:v>2.0167272673778747E-5</c:v>
                </c:pt>
                <c:pt idx="8812">
                  <c:v>0</c:v>
                </c:pt>
                <c:pt idx="8813">
                  <c:v>0</c:v>
                </c:pt>
                <c:pt idx="8814">
                  <c:v>0</c:v>
                </c:pt>
                <c:pt idx="8815">
                  <c:v>3.8208320917275803E-5</c:v>
                </c:pt>
                <c:pt idx="8816">
                  <c:v>0</c:v>
                </c:pt>
                <c:pt idx="8817">
                  <c:v>4.2073068874889423E-5</c:v>
                </c:pt>
                <c:pt idx="8818">
                  <c:v>8.5231485699205546E-6</c:v>
                </c:pt>
                <c:pt idx="8819">
                  <c:v>2.9310497287393872E-7</c:v>
                </c:pt>
                <c:pt idx="8820">
                  <c:v>0</c:v>
                </c:pt>
                <c:pt idx="8821">
                  <c:v>6.5311040501268326E-5</c:v>
                </c:pt>
                <c:pt idx="8822">
                  <c:v>0</c:v>
                </c:pt>
                <c:pt idx="8823">
                  <c:v>3.8245069475148644E-3</c:v>
                </c:pt>
                <c:pt idx="8824">
                  <c:v>0</c:v>
                </c:pt>
                <c:pt idx="8825">
                  <c:v>0</c:v>
                </c:pt>
                <c:pt idx="8826">
                  <c:v>5.1723022309197933E-6</c:v>
                </c:pt>
                <c:pt idx="8827">
                  <c:v>5.078396258444883E-6</c:v>
                </c:pt>
                <c:pt idx="8828">
                  <c:v>0</c:v>
                </c:pt>
                <c:pt idx="8829">
                  <c:v>0</c:v>
                </c:pt>
                <c:pt idx="8830">
                  <c:v>2.8308229207398386E-5</c:v>
                </c:pt>
                <c:pt idx="8831">
                  <c:v>0</c:v>
                </c:pt>
                <c:pt idx="8832">
                  <c:v>0</c:v>
                </c:pt>
                <c:pt idx="8833">
                  <c:v>0</c:v>
                </c:pt>
                <c:pt idx="8834">
                  <c:v>3.9527645926481651E-4</c:v>
                </c:pt>
                <c:pt idx="8835">
                  <c:v>0</c:v>
                </c:pt>
                <c:pt idx="8836">
                  <c:v>5.4149815277942012E-7</c:v>
                </c:pt>
                <c:pt idx="8837">
                  <c:v>0</c:v>
                </c:pt>
                <c:pt idx="8838">
                  <c:v>0</c:v>
                </c:pt>
                <c:pt idx="8839">
                  <c:v>0</c:v>
                </c:pt>
                <c:pt idx="8840">
                  <c:v>3.4065600613551935E-6</c:v>
                </c:pt>
                <c:pt idx="8841">
                  <c:v>0</c:v>
                </c:pt>
                <c:pt idx="8842">
                  <c:v>2.450864805271041E-4</c:v>
                </c:pt>
                <c:pt idx="8843">
                  <c:v>0</c:v>
                </c:pt>
                <c:pt idx="8844">
                  <c:v>0</c:v>
                </c:pt>
                <c:pt idx="8845">
                  <c:v>2.4744808817832112E-5</c:v>
                </c:pt>
                <c:pt idx="8846">
                  <c:v>8.5974664144174312E-6</c:v>
                </c:pt>
                <c:pt idx="8847">
                  <c:v>0</c:v>
                </c:pt>
                <c:pt idx="8848">
                  <c:v>0</c:v>
                </c:pt>
                <c:pt idx="8849">
                  <c:v>0</c:v>
                </c:pt>
                <c:pt idx="8850">
                  <c:v>1.0159127362475677E-5</c:v>
                </c:pt>
                <c:pt idx="8851">
                  <c:v>0</c:v>
                </c:pt>
                <c:pt idx="8852">
                  <c:v>2.1683203206905534E-4</c:v>
                </c:pt>
                <c:pt idx="8853">
                  <c:v>0</c:v>
                </c:pt>
                <c:pt idx="8854">
                  <c:v>1.3660045576681524E-5</c:v>
                </c:pt>
                <c:pt idx="8855">
                  <c:v>0</c:v>
                </c:pt>
                <c:pt idx="8856">
                  <c:v>5.25567537567066E-6</c:v>
                </c:pt>
                <c:pt idx="8857">
                  <c:v>1.4560199854729015E-5</c:v>
                </c:pt>
                <c:pt idx="8858">
                  <c:v>0</c:v>
                </c:pt>
                <c:pt idx="8859">
                  <c:v>0</c:v>
                </c:pt>
                <c:pt idx="8860">
                  <c:v>8.3825045361950217E-5</c:v>
                </c:pt>
                <c:pt idx="8861">
                  <c:v>1.3652446598793781E-6</c:v>
                </c:pt>
                <c:pt idx="8862">
                  <c:v>2.0995251638636741E-5</c:v>
                </c:pt>
                <c:pt idx="8863">
                  <c:v>4.3934306358857082E-5</c:v>
                </c:pt>
                <c:pt idx="8864">
                  <c:v>0</c:v>
                </c:pt>
                <c:pt idx="8865">
                  <c:v>2.7192750660376451E-3</c:v>
                </c:pt>
                <c:pt idx="8866">
                  <c:v>0</c:v>
                </c:pt>
                <c:pt idx="8867">
                  <c:v>7.4617715267005554E-7</c:v>
                </c:pt>
                <c:pt idx="8868">
                  <c:v>0</c:v>
                </c:pt>
                <c:pt idx="8869">
                  <c:v>3.3707069587400514E-4</c:v>
                </c:pt>
                <c:pt idx="8870">
                  <c:v>3.0361471293714761E-7</c:v>
                </c:pt>
                <c:pt idx="8871">
                  <c:v>3.1331162582503309E-6</c:v>
                </c:pt>
                <c:pt idx="8872">
                  <c:v>0</c:v>
                </c:pt>
                <c:pt idx="8873">
                  <c:v>0</c:v>
                </c:pt>
                <c:pt idx="8874">
                  <c:v>4.7288503123889964E-6</c:v>
                </c:pt>
                <c:pt idx="8875">
                  <c:v>1.2785764525198585E-5</c:v>
                </c:pt>
                <c:pt idx="8876">
                  <c:v>0</c:v>
                </c:pt>
                <c:pt idx="8877">
                  <c:v>1.6573563669422727E-5</c:v>
                </c:pt>
                <c:pt idx="8878">
                  <c:v>1.9097454296144926E-5</c:v>
                </c:pt>
                <c:pt idx="8879">
                  <c:v>1.4618868869416895E-5</c:v>
                </c:pt>
                <c:pt idx="8880">
                  <c:v>4.4711888280164518E-5</c:v>
                </c:pt>
                <c:pt idx="8881">
                  <c:v>8.9504853516052027E-5</c:v>
                </c:pt>
                <c:pt idx="8882">
                  <c:v>0</c:v>
                </c:pt>
                <c:pt idx="8883">
                  <c:v>0</c:v>
                </c:pt>
                <c:pt idx="8884">
                  <c:v>0</c:v>
                </c:pt>
                <c:pt idx="8885">
                  <c:v>0</c:v>
                </c:pt>
                <c:pt idx="8886">
                  <c:v>0</c:v>
                </c:pt>
                <c:pt idx="8887">
                  <c:v>0</c:v>
                </c:pt>
                <c:pt idx="8888">
                  <c:v>0</c:v>
                </c:pt>
                <c:pt idx="8889">
                  <c:v>0</c:v>
                </c:pt>
                <c:pt idx="8890">
                  <c:v>0</c:v>
                </c:pt>
                <c:pt idx="8891">
                  <c:v>0</c:v>
                </c:pt>
                <c:pt idx="8892">
                  <c:v>0</c:v>
                </c:pt>
                <c:pt idx="8893">
                  <c:v>9.6707402096973542E-7</c:v>
                </c:pt>
                <c:pt idx="8894">
                  <c:v>0</c:v>
                </c:pt>
                <c:pt idx="8895">
                  <c:v>0</c:v>
                </c:pt>
                <c:pt idx="8896">
                  <c:v>0</c:v>
                </c:pt>
                <c:pt idx="8897">
                  <c:v>0</c:v>
                </c:pt>
                <c:pt idx="8898">
                  <c:v>1.7826267356075886E-6</c:v>
                </c:pt>
                <c:pt idx="8899">
                  <c:v>0</c:v>
                </c:pt>
                <c:pt idx="8900">
                  <c:v>3.2428635296691257E-7</c:v>
                </c:pt>
                <c:pt idx="8901">
                  <c:v>4.5173541755168875E-7</c:v>
                </c:pt>
                <c:pt idx="8902">
                  <c:v>0</c:v>
                </c:pt>
                <c:pt idx="8903">
                  <c:v>0</c:v>
                </c:pt>
                <c:pt idx="8904">
                  <c:v>0</c:v>
                </c:pt>
                <c:pt idx="8905">
                  <c:v>0</c:v>
                </c:pt>
                <c:pt idx="8906">
                  <c:v>0</c:v>
                </c:pt>
                <c:pt idx="8907">
                  <c:v>0</c:v>
                </c:pt>
                <c:pt idx="8908">
                  <c:v>5.2882835624969044E-6</c:v>
                </c:pt>
                <c:pt idx="8909">
                  <c:v>0</c:v>
                </c:pt>
                <c:pt idx="8910">
                  <c:v>0</c:v>
                </c:pt>
                <c:pt idx="8911">
                  <c:v>0</c:v>
                </c:pt>
                <c:pt idx="8912">
                  <c:v>0</c:v>
                </c:pt>
                <c:pt idx="8913">
                  <c:v>0</c:v>
                </c:pt>
                <c:pt idx="8914">
                  <c:v>0</c:v>
                </c:pt>
                <c:pt idx="8915">
                  <c:v>0</c:v>
                </c:pt>
                <c:pt idx="8916">
                  <c:v>2.1358938226002482E-5</c:v>
                </c:pt>
                <c:pt idx="8917">
                  <c:v>0</c:v>
                </c:pt>
                <c:pt idx="8918">
                  <c:v>0</c:v>
                </c:pt>
                <c:pt idx="8919">
                  <c:v>0</c:v>
                </c:pt>
                <c:pt idx="8920">
                  <c:v>0</c:v>
                </c:pt>
                <c:pt idx="8921">
                  <c:v>0</c:v>
                </c:pt>
                <c:pt idx="8922">
                  <c:v>0</c:v>
                </c:pt>
                <c:pt idx="8923">
                  <c:v>1.1689419433801166E-6</c:v>
                </c:pt>
                <c:pt idx="8924">
                  <c:v>0</c:v>
                </c:pt>
                <c:pt idx="8925">
                  <c:v>0</c:v>
                </c:pt>
                <c:pt idx="8926">
                  <c:v>0</c:v>
                </c:pt>
                <c:pt idx="8927">
                  <c:v>0</c:v>
                </c:pt>
                <c:pt idx="8928">
                  <c:v>0</c:v>
                </c:pt>
                <c:pt idx="8929">
                  <c:v>0</c:v>
                </c:pt>
                <c:pt idx="8930">
                  <c:v>0</c:v>
                </c:pt>
                <c:pt idx="8931">
                  <c:v>0</c:v>
                </c:pt>
                <c:pt idx="8932">
                  <c:v>1.6381030126903708E-6</c:v>
                </c:pt>
                <c:pt idx="8933">
                  <c:v>3.9166743805475119E-7</c:v>
                </c:pt>
                <c:pt idx="8934">
                  <c:v>0</c:v>
                </c:pt>
                <c:pt idx="8935">
                  <c:v>0</c:v>
                </c:pt>
                <c:pt idx="8936">
                  <c:v>0</c:v>
                </c:pt>
                <c:pt idx="8937">
                  <c:v>1.7081158474528216E-5</c:v>
                </c:pt>
                <c:pt idx="8938">
                  <c:v>2.2632913071144307E-5</c:v>
                </c:pt>
                <c:pt idx="8939">
                  <c:v>0</c:v>
                </c:pt>
                <c:pt idx="8940">
                  <c:v>0</c:v>
                </c:pt>
                <c:pt idx="8941">
                  <c:v>1.482449394751727E-5</c:v>
                </c:pt>
                <c:pt idx="8942">
                  <c:v>2.0978789216972192E-5</c:v>
                </c:pt>
                <c:pt idx="8943">
                  <c:v>0</c:v>
                </c:pt>
                <c:pt idx="8944">
                  <c:v>0</c:v>
                </c:pt>
                <c:pt idx="8945">
                  <c:v>0</c:v>
                </c:pt>
                <c:pt idx="8946">
                  <c:v>8.9453136825771035E-5</c:v>
                </c:pt>
                <c:pt idx="8947">
                  <c:v>0</c:v>
                </c:pt>
                <c:pt idx="8948">
                  <c:v>0</c:v>
                </c:pt>
                <c:pt idx="8949">
                  <c:v>2.0874230848574249E-5</c:v>
                </c:pt>
                <c:pt idx="8950">
                  <c:v>9.1574197179050066E-5</c:v>
                </c:pt>
                <c:pt idx="8951">
                  <c:v>0</c:v>
                </c:pt>
                <c:pt idx="8952">
                  <c:v>4.8539677036448926E-7</c:v>
                </c:pt>
                <c:pt idx="8953">
                  <c:v>1.4817287109858321E-6</c:v>
                </c:pt>
                <c:pt idx="8954">
                  <c:v>5.3956292662790933E-4</c:v>
                </c:pt>
                <c:pt idx="8955">
                  <c:v>0</c:v>
                </c:pt>
                <c:pt idx="8956">
                  <c:v>0</c:v>
                </c:pt>
                <c:pt idx="8957">
                  <c:v>1.2245152486808578E-5</c:v>
                </c:pt>
                <c:pt idx="8958">
                  <c:v>0</c:v>
                </c:pt>
                <c:pt idx="8959">
                  <c:v>0</c:v>
                </c:pt>
                <c:pt idx="8960">
                  <c:v>0</c:v>
                </c:pt>
                <c:pt idx="8961">
                  <c:v>0</c:v>
                </c:pt>
                <c:pt idx="8962">
                  <c:v>0</c:v>
                </c:pt>
                <c:pt idx="8963">
                  <c:v>0</c:v>
                </c:pt>
                <c:pt idx="8964">
                  <c:v>0</c:v>
                </c:pt>
                <c:pt idx="8965">
                  <c:v>0</c:v>
                </c:pt>
                <c:pt idx="8966">
                  <c:v>0</c:v>
                </c:pt>
                <c:pt idx="8967">
                  <c:v>0</c:v>
                </c:pt>
                <c:pt idx="8968">
                  <c:v>2.0776357832048215E-5</c:v>
                </c:pt>
                <c:pt idx="8969">
                  <c:v>3.5124574408065461E-6</c:v>
                </c:pt>
                <c:pt idx="8970">
                  <c:v>0</c:v>
                </c:pt>
                <c:pt idx="8971">
                  <c:v>0</c:v>
                </c:pt>
                <c:pt idx="8972">
                  <c:v>0</c:v>
                </c:pt>
                <c:pt idx="8973">
                  <c:v>0</c:v>
                </c:pt>
                <c:pt idx="8974">
                  <c:v>2.0721457664978556E-4</c:v>
                </c:pt>
                <c:pt idx="8975">
                  <c:v>0</c:v>
                </c:pt>
                <c:pt idx="8976">
                  <c:v>0</c:v>
                </c:pt>
                <c:pt idx="8977">
                  <c:v>0</c:v>
                </c:pt>
                <c:pt idx="8978">
                  <c:v>8.5752719841362718E-7</c:v>
                </c:pt>
                <c:pt idx="8979">
                  <c:v>0</c:v>
                </c:pt>
                <c:pt idx="8980">
                  <c:v>0</c:v>
                </c:pt>
                <c:pt idx="8981">
                  <c:v>0</c:v>
                </c:pt>
                <c:pt idx="8982">
                  <c:v>3.4474241409695452E-8</c:v>
                </c:pt>
                <c:pt idx="8983">
                  <c:v>0</c:v>
                </c:pt>
                <c:pt idx="8984">
                  <c:v>1.4797532611111557E-6</c:v>
                </c:pt>
                <c:pt idx="8985">
                  <c:v>0</c:v>
                </c:pt>
                <c:pt idx="8986">
                  <c:v>0</c:v>
                </c:pt>
                <c:pt idx="8987">
                  <c:v>0</c:v>
                </c:pt>
                <c:pt idx="8988">
                  <c:v>0</c:v>
                </c:pt>
                <c:pt idx="8989">
                  <c:v>0</c:v>
                </c:pt>
                <c:pt idx="8990">
                  <c:v>0</c:v>
                </c:pt>
                <c:pt idx="8991">
                  <c:v>1.5967165206019304E-4</c:v>
                </c:pt>
                <c:pt idx="8992">
                  <c:v>0</c:v>
                </c:pt>
                <c:pt idx="8993">
                  <c:v>0</c:v>
                </c:pt>
                <c:pt idx="8994">
                  <c:v>0</c:v>
                </c:pt>
                <c:pt idx="8995">
                  <c:v>0</c:v>
                </c:pt>
                <c:pt idx="8996">
                  <c:v>0</c:v>
                </c:pt>
                <c:pt idx="8997">
                  <c:v>0</c:v>
                </c:pt>
                <c:pt idx="8998">
                  <c:v>8.4482669036077419E-7</c:v>
                </c:pt>
                <c:pt idx="8999">
                  <c:v>9.5259116184030625E-6</c:v>
                </c:pt>
                <c:pt idx="9000">
                  <c:v>0</c:v>
                </c:pt>
                <c:pt idx="9001">
                  <c:v>0</c:v>
                </c:pt>
                <c:pt idx="9002">
                  <c:v>1.5177538020276041E-5</c:v>
                </c:pt>
                <c:pt idx="9003">
                  <c:v>0</c:v>
                </c:pt>
                <c:pt idx="9004">
                  <c:v>0</c:v>
                </c:pt>
                <c:pt idx="9005">
                  <c:v>0</c:v>
                </c:pt>
                <c:pt idx="9006">
                  <c:v>0</c:v>
                </c:pt>
                <c:pt idx="9007">
                  <c:v>0</c:v>
                </c:pt>
                <c:pt idx="9008">
                  <c:v>0</c:v>
                </c:pt>
                <c:pt idx="9009">
                  <c:v>2.5864498739682906E-5</c:v>
                </c:pt>
                <c:pt idx="9010">
                  <c:v>7.7270650523232035E-4</c:v>
                </c:pt>
                <c:pt idx="9011">
                  <c:v>0</c:v>
                </c:pt>
                <c:pt idx="9012">
                  <c:v>4.2522535773729993E-7</c:v>
                </c:pt>
                <c:pt idx="9013">
                  <c:v>4.6580879359351304E-5</c:v>
                </c:pt>
                <c:pt idx="9014">
                  <c:v>2.3482213543628879E-5</c:v>
                </c:pt>
                <c:pt idx="9015">
                  <c:v>1.1993989293972924E-5</c:v>
                </c:pt>
                <c:pt idx="9016">
                  <c:v>3.4733575670165332E-6</c:v>
                </c:pt>
                <c:pt idx="9017">
                  <c:v>8.6933483987996246E-7</c:v>
                </c:pt>
                <c:pt idx="9018">
                  <c:v>8.0271535519564597E-4</c:v>
                </c:pt>
                <c:pt idx="9019">
                  <c:v>6.2264262975014132E-5</c:v>
                </c:pt>
                <c:pt idx="9020">
                  <c:v>4.9572999572593099E-5</c:v>
                </c:pt>
                <c:pt idx="9021">
                  <c:v>9.5864245075784552E-7</c:v>
                </c:pt>
                <c:pt idx="9022">
                  <c:v>1.8083792393012414E-5</c:v>
                </c:pt>
                <c:pt idx="9023">
                  <c:v>1.5720138705129575E-5</c:v>
                </c:pt>
                <c:pt idx="9024">
                  <c:v>2.5478405403895748E-5</c:v>
                </c:pt>
                <c:pt idx="9025">
                  <c:v>3.5995777065718327E-5</c:v>
                </c:pt>
                <c:pt idx="9026">
                  <c:v>3.4861695549496695E-4</c:v>
                </c:pt>
                <c:pt idx="9027">
                  <c:v>1.3966093590251803E-5</c:v>
                </c:pt>
                <c:pt idx="9028">
                  <c:v>1.7062426602558689E-5</c:v>
                </c:pt>
                <c:pt idx="9029">
                  <c:v>1.0800935134213983E-5</c:v>
                </c:pt>
                <c:pt idx="9030">
                  <c:v>1.9155859007011578E-6</c:v>
                </c:pt>
                <c:pt idx="9031">
                  <c:v>4.5498410793694866E-7</c:v>
                </c:pt>
                <c:pt idx="9032">
                  <c:v>2.2333141053459508E-3</c:v>
                </c:pt>
                <c:pt idx="9033">
                  <c:v>5.4433780676588936E-7</c:v>
                </c:pt>
                <c:pt idx="9034">
                  <c:v>3.3049045266440669E-5</c:v>
                </c:pt>
                <c:pt idx="9035">
                  <c:v>6.0638209245625517E-5</c:v>
                </c:pt>
                <c:pt idx="9036">
                  <c:v>1.6677583866869812E-6</c:v>
                </c:pt>
                <c:pt idx="9037">
                  <c:v>6.3650839039992014E-5</c:v>
                </c:pt>
                <c:pt idx="9038">
                  <c:v>9.5178276852550155E-6</c:v>
                </c:pt>
                <c:pt idx="9039">
                  <c:v>1.320092077420556E-5</c:v>
                </c:pt>
                <c:pt idx="9040">
                  <c:v>8.1537881234737091E-6</c:v>
                </c:pt>
                <c:pt idx="9041">
                  <c:v>7.3581078126638377E-5</c:v>
                </c:pt>
                <c:pt idx="9042">
                  <c:v>2.3540341435065749E-5</c:v>
                </c:pt>
                <c:pt idx="9043">
                  <c:v>2.1616768751577069E-5</c:v>
                </c:pt>
                <c:pt idx="9044">
                  <c:v>8.5898397618523268E-5</c:v>
                </c:pt>
                <c:pt idx="9045">
                  <c:v>1.1613937877203329E-5</c:v>
                </c:pt>
                <c:pt idx="9046">
                  <c:v>2.099738514730841E-5</c:v>
                </c:pt>
                <c:pt idx="9047">
                  <c:v>1.8616862143266865E-5</c:v>
                </c:pt>
                <c:pt idx="9048">
                  <c:v>2.6319526191400297E-5</c:v>
                </c:pt>
                <c:pt idx="9049">
                  <c:v>6.7112789854987707E-5</c:v>
                </c:pt>
                <c:pt idx="9050">
                  <c:v>9.6918991039915276E-6</c:v>
                </c:pt>
                <c:pt idx="9051">
                  <c:v>5.0200725678011734E-5</c:v>
                </c:pt>
                <c:pt idx="9052">
                  <c:v>1.4271083075226693E-5</c:v>
                </c:pt>
                <c:pt idx="9053">
                  <c:v>0</c:v>
                </c:pt>
                <c:pt idx="9054">
                  <c:v>8.7695140160416605E-5</c:v>
                </c:pt>
                <c:pt idx="9055">
                  <c:v>0</c:v>
                </c:pt>
                <c:pt idx="9056">
                  <c:v>7.3027504912557013E-6</c:v>
                </c:pt>
                <c:pt idx="9057">
                  <c:v>3.9485644014105876E-7</c:v>
                </c:pt>
                <c:pt idx="9058">
                  <c:v>2.20589641022842E-6</c:v>
                </c:pt>
                <c:pt idx="9059">
                  <c:v>0</c:v>
                </c:pt>
                <c:pt idx="9060">
                  <c:v>0</c:v>
                </c:pt>
                <c:pt idx="9061">
                  <c:v>2.1964644059846581E-5</c:v>
                </c:pt>
                <c:pt idx="9062">
                  <c:v>4.4917070586757126E-6</c:v>
                </c:pt>
                <c:pt idx="9063">
                  <c:v>6.3798461809719285E-6</c:v>
                </c:pt>
                <c:pt idx="9064">
                  <c:v>3.6246282162569727E-6</c:v>
                </c:pt>
                <c:pt idx="9065">
                  <c:v>1.9091910772255482E-7</c:v>
                </c:pt>
                <c:pt idx="9066">
                  <c:v>9.622476774733369E-5</c:v>
                </c:pt>
                <c:pt idx="9067">
                  <c:v>4.310855375486938E-5</c:v>
                </c:pt>
                <c:pt idx="9068">
                  <c:v>2.7267478615357805E-6</c:v>
                </c:pt>
                <c:pt idx="9069">
                  <c:v>4.5929790840167118E-6</c:v>
                </c:pt>
                <c:pt idx="9070">
                  <c:v>3.8740017633460723E-5</c:v>
                </c:pt>
                <c:pt idx="9071">
                  <c:v>5.9000719355611907E-5</c:v>
                </c:pt>
                <c:pt idx="9072">
                  <c:v>1.0890193503736182E-6</c:v>
                </c:pt>
                <c:pt idx="9073">
                  <c:v>2.1692071490429275E-6</c:v>
                </c:pt>
                <c:pt idx="9074">
                  <c:v>1.3266041536373657E-6</c:v>
                </c:pt>
                <c:pt idx="9075">
                  <c:v>2.2873092413414352E-6</c:v>
                </c:pt>
                <c:pt idx="9076">
                  <c:v>5.25567537567066E-6</c:v>
                </c:pt>
                <c:pt idx="9077">
                  <c:v>5.4600857702198932E-7</c:v>
                </c:pt>
                <c:pt idx="9078">
                  <c:v>5.6087721684192189E-6</c:v>
                </c:pt>
                <c:pt idx="9079">
                  <c:v>2.6007942730596993E-5</c:v>
                </c:pt>
                <c:pt idx="9080">
                  <c:v>5.0227319153226151E-5</c:v>
                </c:pt>
                <c:pt idx="9081">
                  <c:v>3.3615697913023416E-5</c:v>
                </c:pt>
                <c:pt idx="9082">
                  <c:v>2.150325314784403E-6</c:v>
                </c:pt>
                <c:pt idx="9083">
                  <c:v>5.2577593947703381E-6</c:v>
                </c:pt>
                <c:pt idx="9084">
                  <c:v>1.737581643896332E-5</c:v>
                </c:pt>
                <c:pt idx="9085">
                  <c:v>6.7463067120065085E-6</c:v>
                </c:pt>
                <c:pt idx="9086">
                  <c:v>2.7325295016469613E-7</c:v>
                </c:pt>
                <c:pt idx="9087">
                  <c:v>1.4890046754362194E-6</c:v>
                </c:pt>
                <c:pt idx="9088">
                  <c:v>5.2649187838903635E-5</c:v>
                </c:pt>
                <c:pt idx="9089">
                  <c:v>2.4900414397058683E-5</c:v>
                </c:pt>
                <c:pt idx="9090">
                  <c:v>3.8947006485537257E-5</c:v>
                </c:pt>
                <c:pt idx="9091">
                  <c:v>1.6292495730371307E-6</c:v>
                </c:pt>
                <c:pt idx="9092">
                  <c:v>9.1066143967691602E-7</c:v>
                </c:pt>
                <c:pt idx="9093">
                  <c:v>7.0223125115119463E-7</c:v>
                </c:pt>
                <c:pt idx="9094">
                  <c:v>8.5147812497205794E-7</c:v>
                </c:pt>
                <c:pt idx="9095">
                  <c:v>0</c:v>
                </c:pt>
                <c:pt idx="9096">
                  <c:v>0</c:v>
                </c:pt>
                <c:pt idx="9097">
                  <c:v>6.1169184052193593E-7</c:v>
                </c:pt>
                <c:pt idx="9098">
                  <c:v>1.8005267087353682E-7</c:v>
                </c:pt>
                <c:pt idx="9099">
                  <c:v>0</c:v>
                </c:pt>
                <c:pt idx="9100">
                  <c:v>7.9597908913195403E-6</c:v>
                </c:pt>
                <c:pt idx="9101">
                  <c:v>9.8704885118262943E-6</c:v>
                </c:pt>
                <c:pt idx="9102">
                  <c:v>1.5546398425157616E-5</c:v>
                </c:pt>
                <c:pt idx="9103">
                  <c:v>1.3190413233844921E-5</c:v>
                </c:pt>
                <c:pt idx="9104">
                  <c:v>2.3596056301704041E-6</c:v>
                </c:pt>
                <c:pt idx="9105">
                  <c:v>2.6702263962972068E-5</c:v>
                </c:pt>
                <c:pt idx="9106">
                  <c:v>2.1375279073370056E-5</c:v>
                </c:pt>
                <c:pt idx="9107">
                  <c:v>2.5761396496437482E-5</c:v>
                </c:pt>
                <c:pt idx="9108">
                  <c:v>7.1251107116249081E-6</c:v>
                </c:pt>
                <c:pt idx="9109">
                  <c:v>6.5288134287754011E-7</c:v>
                </c:pt>
                <c:pt idx="9110">
                  <c:v>4.3091063743231537E-6</c:v>
                </c:pt>
                <c:pt idx="9111">
                  <c:v>3.7187495567239942E-5</c:v>
                </c:pt>
                <c:pt idx="9112">
                  <c:v>1.2592034379323001E-5</c:v>
                </c:pt>
                <c:pt idx="9113">
                  <c:v>1.0776796885193217E-4</c:v>
                </c:pt>
                <c:pt idx="9114">
                  <c:v>0</c:v>
                </c:pt>
                <c:pt idx="9115">
                  <c:v>1.1691053204631344E-5</c:v>
                </c:pt>
                <c:pt idx="9116">
                  <c:v>2.4841234776950032E-6</c:v>
                </c:pt>
                <c:pt idx="9117">
                  <c:v>3.5935781865397559E-7</c:v>
                </c:pt>
                <c:pt idx="9118">
                  <c:v>1.5913263044249901E-6</c:v>
                </c:pt>
                <c:pt idx="9119">
                  <c:v>0</c:v>
                </c:pt>
                <c:pt idx="9120">
                  <c:v>1.2032731401860338E-6</c:v>
                </c:pt>
                <c:pt idx="9121">
                  <c:v>0</c:v>
                </c:pt>
                <c:pt idx="9122">
                  <c:v>0</c:v>
                </c:pt>
                <c:pt idx="9123">
                  <c:v>0</c:v>
                </c:pt>
                <c:pt idx="9124">
                  <c:v>0</c:v>
                </c:pt>
                <c:pt idx="9125">
                  <c:v>0</c:v>
                </c:pt>
                <c:pt idx="9126">
                  <c:v>0</c:v>
                </c:pt>
                <c:pt idx="9127">
                  <c:v>0</c:v>
                </c:pt>
                <c:pt idx="9128">
                  <c:v>0</c:v>
                </c:pt>
                <c:pt idx="9129">
                  <c:v>6.0889292644183184E-7</c:v>
                </c:pt>
                <c:pt idx="9130">
                  <c:v>1.0007523696286899E-7</c:v>
                </c:pt>
                <c:pt idx="9131">
                  <c:v>0</c:v>
                </c:pt>
                <c:pt idx="9132">
                  <c:v>0</c:v>
                </c:pt>
                <c:pt idx="9133">
                  <c:v>2.0597665389114246E-5</c:v>
                </c:pt>
                <c:pt idx="9134">
                  <c:v>0</c:v>
                </c:pt>
                <c:pt idx="9135">
                  <c:v>3.8967126242144611E-7</c:v>
                </c:pt>
                <c:pt idx="9136">
                  <c:v>0</c:v>
                </c:pt>
                <c:pt idx="9137">
                  <c:v>2.3364359649302101E-6</c:v>
                </c:pt>
                <c:pt idx="9138">
                  <c:v>1.5816104935540632E-6</c:v>
                </c:pt>
                <c:pt idx="9139">
                  <c:v>7.0537920260082872E-6</c:v>
                </c:pt>
                <c:pt idx="9140">
                  <c:v>1.4510184528970961E-5</c:v>
                </c:pt>
                <c:pt idx="9141">
                  <c:v>3.9353815151225363E-5</c:v>
                </c:pt>
                <c:pt idx="9142">
                  <c:v>4.2096072217727117E-5</c:v>
                </c:pt>
                <c:pt idx="9143">
                  <c:v>7.8306992580072228E-4</c:v>
                </c:pt>
                <c:pt idx="9144">
                  <c:v>2.9114534077258494E-7</c:v>
                </c:pt>
                <c:pt idx="9145">
                  <c:v>2.2710615257007205E-6</c:v>
                </c:pt>
                <c:pt idx="9146">
                  <c:v>8.2543211651708681E-6</c:v>
                </c:pt>
                <c:pt idx="9147">
                  <c:v>1.8135560381166446E-5</c:v>
                </c:pt>
                <c:pt idx="9148">
                  <c:v>8.4206233636159552E-7</c:v>
                </c:pt>
                <c:pt idx="9149">
                  <c:v>1.040526005844814E-4</c:v>
                </c:pt>
                <c:pt idx="9150">
                  <c:v>2.7028067197967714E-6</c:v>
                </c:pt>
                <c:pt idx="9151">
                  <c:v>1.3511868235355639E-6</c:v>
                </c:pt>
                <c:pt idx="9152">
                  <c:v>2.7528163971416805E-5</c:v>
                </c:pt>
                <c:pt idx="9153">
                  <c:v>1.3184279317469256E-5</c:v>
                </c:pt>
                <c:pt idx="9154">
                  <c:v>9.9336537868020236E-5</c:v>
                </c:pt>
                <c:pt idx="9155">
                  <c:v>9.1098940386419126E-5</c:v>
                </c:pt>
                <c:pt idx="9156">
                  <c:v>2.2822537041964416E-5</c:v>
                </c:pt>
                <c:pt idx="9157">
                  <c:v>4.4763658353400489E-6</c:v>
                </c:pt>
                <c:pt idx="9158">
                  <c:v>1.3176670555865266E-6</c:v>
                </c:pt>
                <c:pt idx="9159">
                  <c:v>9.0920988241383481E-6</c:v>
                </c:pt>
                <c:pt idx="9160">
                  <c:v>7.7570599952434691E-6</c:v>
                </c:pt>
                <c:pt idx="9161">
                  <c:v>1.5743450934479213E-6</c:v>
                </c:pt>
                <c:pt idx="9162">
                  <c:v>1.1120808092021873E-5</c:v>
                </c:pt>
                <c:pt idx="9163">
                  <c:v>1.5654888251829165E-5</c:v>
                </c:pt>
                <c:pt idx="9164">
                  <c:v>5.6807721978538064E-6</c:v>
                </c:pt>
                <c:pt idx="9165">
                  <c:v>3.7293766717297013E-4</c:v>
                </c:pt>
                <c:pt idx="9166">
                  <c:v>5.0664304132277134E-6</c:v>
                </c:pt>
                <c:pt idx="9167">
                  <c:v>2.7732286479583823E-7</c:v>
                </c:pt>
                <c:pt idx="9168">
                  <c:v>3.9380760274718245E-6</c:v>
                </c:pt>
                <c:pt idx="9169">
                  <c:v>5.898609004030548E-7</c:v>
                </c:pt>
                <c:pt idx="9170">
                  <c:v>4.1360732638071828E-6</c:v>
                </c:pt>
                <c:pt idx="9171">
                  <c:v>5.2122445937196851E-6</c:v>
                </c:pt>
                <c:pt idx="9172">
                  <c:v>1.5349530459876274E-4</c:v>
                </c:pt>
                <c:pt idx="9173">
                  <c:v>7.0698201620807135E-6</c:v>
                </c:pt>
                <c:pt idx="9174">
                  <c:v>5.613145293821774E-6</c:v>
                </c:pt>
                <c:pt idx="9175">
                  <c:v>9.2219098579150173E-7</c:v>
                </c:pt>
                <c:pt idx="9176">
                  <c:v>6.7788806745930734E-7</c:v>
                </c:pt>
                <c:pt idx="9177">
                  <c:v>5.0873394988159929E-5</c:v>
                </c:pt>
                <c:pt idx="9178">
                  <c:v>4.1332126910865423E-6</c:v>
                </c:pt>
                <c:pt idx="9179">
                  <c:v>9.4855796674184067E-7</c:v>
                </c:pt>
                <c:pt idx="9180">
                  <c:v>4.5471193085605581E-6</c:v>
                </c:pt>
                <c:pt idx="9181">
                  <c:v>8.4363448167218575E-6</c:v>
                </c:pt>
                <c:pt idx="9182">
                  <c:v>4.6217492014656054E-7</c:v>
                </c:pt>
                <c:pt idx="9183">
                  <c:v>3.361750521131726E-5</c:v>
                </c:pt>
                <c:pt idx="9184">
                  <c:v>5.74471530339367E-6</c:v>
                </c:pt>
                <c:pt idx="9185">
                  <c:v>1.4143873473983064E-5</c:v>
                </c:pt>
                <c:pt idx="9186">
                  <c:v>1.4734982760817629E-5</c:v>
                </c:pt>
                <c:pt idx="9187">
                  <c:v>3.1943547719428872E-4</c:v>
                </c:pt>
                <c:pt idx="9188">
                  <c:v>3.0121459662934456E-7</c:v>
                </c:pt>
                <c:pt idx="9189">
                  <c:v>3.2682902623474861E-6</c:v>
                </c:pt>
                <c:pt idx="9190">
                  <c:v>4.696420032853003E-5</c:v>
                </c:pt>
                <c:pt idx="9191">
                  <c:v>0</c:v>
                </c:pt>
                <c:pt idx="9192">
                  <c:v>0</c:v>
                </c:pt>
                <c:pt idx="9193">
                  <c:v>0</c:v>
                </c:pt>
                <c:pt idx="9194">
                  <c:v>3.4396927829269836E-5</c:v>
                </c:pt>
                <c:pt idx="9195">
                  <c:v>3.4223919795250619E-5</c:v>
                </c:pt>
                <c:pt idx="9196">
                  <c:v>6.5198382950389601E-5</c:v>
                </c:pt>
                <c:pt idx="9197">
                  <c:v>1.3794012882433547E-5</c:v>
                </c:pt>
                <c:pt idx="9198">
                  <c:v>6.0520716639549139E-6</c:v>
                </c:pt>
                <c:pt idx="9199">
                  <c:v>2.0085301143148198E-6</c:v>
                </c:pt>
                <c:pt idx="9200">
                  <c:v>1.1202150506738645E-6</c:v>
                </c:pt>
                <c:pt idx="9201">
                  <c:v>0</c:v>
                </c:pt>
                <c:pt idx="9202">
                  <c:v>1.5183621327034632E-5</c:v>
                </c:pt>
                <c:pt idx="9203">
                  <c:v>4.1664459480208424E-7</c:v>
                </c:pt>
                <c:pt idx="9204">
                  <c:v>0</c:v>
                </c:pt>
                <c:pt idx="9205">
                  <c:v>3.2670897950937741E-6</c:v>
                </c:pt>
                <c:pt idx="9206">
                  <c:v>5.3912696586887274E-5</c:v>
                </c:pt>
                <c:pt idx="9207">
                  <c:v>4.4861839528890501E-5</c:v>
                </c:pt>
                <c:pt idx="9208">
                  <c:v>8.2492136446178611E-6</c:v>
                </c:pt>
                <c:pt idx="9209">
                  <c:v>4.876561274261561E-5</c:v>
                </c:pt>
                <c:pt idx="9210">
                  <c:v>8.4924731351034219E-6</c:v>
                </c:pt>
                <c:pt idx="9211">
                  <c:v>1.0008738534383661E-5</c:v>
                </c:pt>
                <c:pt idx="9212">
                  <c:v>6.7053882167348348E-6</c:v>
                </c:pt>
                <c:pt idx="9213">
                  <c:v>2.4526516030970981E-5</c:v>
                </c:pt>
                <c:pt idx="9214">
                  <c:v>1.6779946130809247E-4</c:v>
                </c:pt>
                <c:pt idx="9215">
                  <c:v>2.697335935147843E-7</c:v>
                </c:pt>
                <c:pt idx="9216">
                  <c:v>1.137208857129926E-5</c:v>
                </c:pt>
                <c:pt idx="9217">
                  <c:v>1.8694185319158718E-5</c:v>
                </c:pt>
                <c:pt idx="9218">
                  <c:v>1.719280604040408E-5</c:v>
                </c:pt>
                <c:pt idx="9219">
                  <c:v>1.5695389519131164E-5</c:v>
                </c:pt>
                <c:pt idx="9220">
                  <c:v>6.2356481216357707E-6</c:v>
                </c:pt>
                <c:pt idx="9221">
                  <c:v>1.0960326248839645E-5</c:v>
                </c:pt>
                <c:pt idx="9222">
                  <c:v>0</c:v>
                </c:pt>
                <c:pt idx="9223">
                  <c:v>3.8766089715962196E-6</c:v>
                </c:pt>
                <c:pt idx="9224">
                  <c:v>3.3701299205055049E-6</c:v>
                </c:pt>
                <c:pt idx="9225">
                  <c:v>3.0343107604047754E-6</c:v>
                </c:pt>
                <c:pt idx="9226">
                  <c:v>2.4626951096062648E-6</c:v>
                </c:pt>
                <c:pt idx="9227">
                  <c:v>1.2194769990394657E-5</c:v>
                </c:pt>
                <c:pt idx="9228">
                  <c:v>1.9462955705469642E-5</c:v>
                </c:pt>
                <c:pt idx="9229">
                  <c:v>9.8861259154728101E-5</c:v>
                </c:pt>
                <c:pt idx="9230">
                  <c:v>5.3314544872347678E-5</c:v>
                </c:pt>
                <c:pt idx="9231">
                  <c:v>0</c:v>
                </c:pt>
                <c:pt idx="9232">
                  <c:v>0</c:v>
                </c:pt>
                <c:pt idx="9233">
                  <c:v>0</c:v>
                </c:pt>
                <c:pt idx="9234">
                  <c:v>1.6653858038521285E-5</c:v>
                </c:pt>
                <c:pt idx="9235">
                  <c:v>1.5458248076840043E-6</c:v>
                </c:pt>
                <c:pt idx="9236">
                  <c:v>2.7391768014945625E-5</c:v>
                </c:pt>
                <c:pt idx="9237">
                  <c:v>4.2813085925407108E-7</c:v>
                </c:pt>
                <c:pt idx="9238">
                  <c:v>1.0283926944458063E-6</c:v>
                </c:pt>
                <c:pt idx="9239">
                  <c:v>9.1945539735647036E-7</c:v>
                </c:pt>
                <c:pt idx="9240">
                  <c:v>1.1715211390966427E-6</c:v>
                </c:pt>
                <c:pt idx="9241">
                  <c:v>6.4449785644038089E-7</c:v>
                </c:pt>
                <c:pt idx="9242">
                  <c:v>5.3215028788719004E-6</c:v>
                </c:pt>
                <c:pt idx="9243">
                  <c:v>8.4953169475469181E-7</c:v>
                </c:pt>
                <c:pt idx="9244">
                  <c:v>3.0978550732223769E-5</c:v>
                </c:pt>
                <c:pt idx="9245">
                  <c:v>3.9421721636364916E-5</c:v>
                </c:pt>
                <c:pt idx="9246">
                  <c:v>3.0569902079242188E-5</c:v>
                </c:pt>
                <c:pt idx="9247">
                  <c:v>0</c:v>
                </c:pt>
                <c:pt idx="9248">
                  <c:v>6.5104759079153789E-6</c:v>
                </c:pt>
                <c:pt idx="9249">
                  <c:v>0</c:v>
                </c:pt>
                <c:pt idx="9250">
                  <c:v>4.4077392096284751E-6</c:v>
                </c:pt>
                <c:pt idx="9251">
                  <c:v>1.3117611738377729E-5</c:v>
                </c:pt>
                <c:pt idx="9252">
                  <c:v>9.6895538577290787E-6</c:v>
                </c:pt>
                <c:pt idx="9253">
                  <c:v>5.6175956954863481E-6</c:v>
                </c:pt>
                <c:pt idx="9254">
                  <c:v>1.7262254080803385E-6</c:v>
                </c:pt>
                <c:pt idx="9255">
                  <c:v>0</c:v>
                </c:pt>
                <c:pt idx="9256">
                  <c:v>0</c:v>
                </c:pt>
                <c:pt idx="9257">
                  <c:v>0</c:v>
                </c:pt>
                <c:pt idx="9258">
                  <c:v>0</c:v>
                </c:pt>
                <c:pt idx="9259">
                  <c:v>0</c:v>
                </c:pt>
                <c:pt idx="9260">
                  <c:v>0</c:v>
                </c:pt>
                <c:pt idx="9261">
                  <c:v>0</c:v>
                </c:pt>
                <c:pt idx="9262">
                  <c:v>0</c:v>
                </c:pt>
                <c:pt idx="9263">
                  <c:v>0</c:v>
                </c:pt>
                <c:pt idx="9264">
                  <c:v>0</c:v>
                </c:pt>
                <c:pt idx="9265">
                  <c:v>0</c:v>
                </c:pt>
                <c:pt idx="9266">
                  <c:v>9.1648087503512507E-5</c:v>
                </c:pt>
                <c:pt idx="9267">
                  <c:v>0</c:v>
                </c:pt>
                <c:pt idx="9268">
                  <c:v>0</c:v>
                </c:pt>
                <c:pt idx="9269">
                  <c:v>0</c:v>
                </c:pt>
                <c:pt idx="9270">
                  <c:v>0</c:v>
                </c:pt>
                <c:pt idx="9271">
                  <c:v>0</c:v>
                </c:pt>
                <c:pt idx="9272">
                  <c:v>0</c:v>
                </c:pt>
                <c:pt idx="9273">
                  <c:v>2.0596565661411887E-6</c:v>
                </c:pt>
                <c:pt idx="9274">
                  <c:v>0</c:v>
                </c:pt>
                <c:pt idx="9275">
                  <c:v>5.1665961320152014E-7</c:v>
                </c:pt>
                <c:pt idx="9276">
                  <c:v>0</c:v>
                </c:pt>
                <c:pt idx="9277">
                  <c:v>0</c:v>
                </c:pt>
                <c:pt idx="9278">
                  <c:v>0</c:v>
                </c:pt>
                <c:pt idx="9279">
                  <c:v>0</c:v>
                </c:pt>
                <c:pt idx="9280">
                  <c:v>5.969351807915534E-5</c:v>
                </c:pt>
                <c:pt idx="9281">
                  <c:v>1.6040635212920453E-5</c:v>
                </c:pt>
                <c:pt idx="9282">
                  <c:v>1.1502959963531447E-5</c:v>
                </c:pt>
                <c:pt idx="9283">
                  <c:v>0</c:v>
                </c:pt>
                <c:pt idx="9284">
                  <c:v>4.6218438315483943E-6</c:v>
                </c:pt>
                <c:pt idx="9285">
                  <c:v>1.0027275387792694E-6</c:v>
                </c:pt>
                <c:pt idx="9286">
                  <c:v>1.3629376657169367E-5</c:v>
                </c:pt>
                <c:pt idx="9287">
                  <c:v>2.0464872249717611E-4</c:v>
                </c:pt>
                <c:pt idx="9288">
                  <c:v>3.550871091210987E-6</c:v>
                </c:pt>
                <c:pt idx="9289">
                  <c:v>6.4724384016436986E-4</c:v>
                </c:pt>
                <c:pt idx="9290">
                  <c:v>6.1434825798900136E-5</c:v>
                </c:pt>
                <c:pt idx="9291">
                  <c:v>3.3005046013706266E-5</c:v>
                </c:pt>
                <c:pt idx="9292">
                  <c:v>1.6540805018259516E-5</c:v>
                </c:pt>
                <c:pt idx="9293">
                  <c:v>3.6520168107216091E-5</c:v>
                </c:pt>
                <c:pt idx="9294">
                  <c:v>1.2429699861579365E-5</c:v>
                </c:pt>
                <c:pt idx="9295">
                  <c:v>2.8241236475055411E-6</c:v>
                </c:pt>
                <c:pt idx="9296">
                  <c:v>2.230463248475536E-3</c:v>
                </c:pt>
                <c:pt idx="9297">
                  <c:v>1.176129616172776E-4</c:v>
                </c:pt>
                <c:pt idx="9298">
                  <c:v>1.7177977594968825E-5</c:v>
                </c:pt>
                <c:pt idx="9299">
                  <c:v>2.4995602068660606E-5</c:v>
                </c:pt>
                <c:pt idx="9300">
                  <c:v>7.6642245982233865E-5</c:v>
                </c:pt>
                <c:pt idx="9301">
                  <c:v>1.3286178753826842E-5</c:v>
                </c:pt>
                <c:pt idx="9302">
                  <c:v>0</c:v>
                </c:pt>
                <c:pt idx="9303">
                  <c:v>0</c:v>
                </c:pt>
                <c:pt idx="9304">
                  <c:v>9.0697681411204527E-6</c:v>
                </c:pt>
                <c:pt idx="9305">
                  <c:v>1.5862468446790186E-5</c:v>
                </c:pt>
                <c:pt idx="9306">
                  <c:v>1.8021317812655894E-5</c:v>
                </c:pt>
                <c:pt idx="9307">
                  <c:v>3.4933877095026497E-5</c:v>
                </c:pt>
                <c:pt idx="9308">
                  <c:v>3.5287729202725244E-5</c:v>
                </c:pt>
                <c:pt idx="9309">
                  <c:v>7.4209282456890065E-5</c:v>
                </c:pt>
                <c:pt idx="9310">
                  <c:v>2.7222409998264791E-5</c:v>
                </c:pt>
                <c:pt idx="9311">
                  <c:v>9.566337011197528E-6</c:v>
                </c:pt>
                <c:pt idx="9312">
                  <c:v>0</c:v>
                </c:pt>
                <c:pt idx="9313">
                  <c:v>3.8615878975566189E-5</c:v>
                </c:pt>
                <c:pt idx="9314">
                  <c:v>1.3673357176820561E-5</c:v>
                </c:pt>
                <c:pt idx="9315">
                  <c:v>4.978605170932513E-5</c:v>
                </c:pt>
                <c:pt idx="9316">
                  <c:v>1.8730911955007149E-6</c:v>
                </c:pt>
                <c:pt idx="9317">
                  <c:v>9.2049724373047767E-6</c:v>
                </c:pt>
                <c:pt idx="9318">
                  <c:v>2.0383757633096252E-5</c:v>
                </c:pt>
                <c:pt idx="9319">
                  <c:v>9.6144543927118217E-6</c:v>
                </c:pt>
                <c:pt idx="9320">
                  <c:v>2.2434553263389848E-6</c:v>
                </c:pt>
                <c:pt idx="9321">
                  <c:v>1.2359031111183681E-4</c:v>
                </c:pt>
                <c:pt idx="9322">
                  <c:v>9.3944399044715274E-5</c:v>
                </c:pt>
                <c:pt idx="9323">
                  <c:v>7.9181643830232061E-6</c:v>
                </c:pt>
                <c:pt idx="9324">
                  <c:v>2.0821459650881311E-5</c:v>
                </c:pt>
                <c:pt idx="9325">
                  <c:v>4.4420937188326725E-5</c:v>
                </c:pt>
                <c:pt idx="9326">
                  <c:v>8.5770243055130374E-6</c:v>
                </c:pt>
                <c:pt idx="9327">
                  <c:v>1.4968590126617507E-3</c:v>
                </c:pt>
                <c:pt idx="9328">
                  <c:v>7.9135940679875744E-5</c:v>
                </c:pt>
                <c:pt idx="9329">
                  <c:v>1.5715250277053305E-4</c:v>
                </c:pt>
                <c:pt idx="9330">
                  <c:v>3.077369730698438E-6</c:v>
                </c:pt>
                <c:pt idx="9331">
                  <c:v>1.1420514829422074E-5</c:v>
                </c:pt>
                <c:pt idx="9332">
                  <c:v>2.5407286586026044E-7</c:v>
                </c:pt>
                <c:pt idx="9333">
                  <c:v>4.1604444323801104E-5</c:v>
                </c:pt>
                <c:pt idx="9334">
                  <c:v>2.3167401136246329E-6</c:v>
                </c:pt>
                <c:pt idx="9335">
                  <c:v>1.3795423766250564E-5</c:v>
                </c:pt>
                <c:pt idx="9336">
                  <c:v>1.2215302116905141E-5</c:v>
                </c:pt>
                <c:pt idx="9337">
                  <c:v>5.7551708790822337E-6</c:v>
                </c:pt>
                <c:pt idx="9338">
                  <c:v>0</c:v>
                </c:pt>
                <c:pt idx="9339">
                  <c:v>3.0957536318829279E-7</c:v>
                </c:pt>
                <c:pt idx="9340">
                  <c:v>1.0720291974227265E-5</c:v>
                </c:pt>
                <c:pt idx="9341">
                  <c:v>6.0117754384913336E-5</c:v>
                </c:pt>
                <c:pt idx="9342">
                  <c:v>5.07833379749355E-7</c:v>
                </c:pt>
                <c:pt idx="9343">
                  <c:v>8.7561778930736573E-8</c:v>
                </c:pt>
                <c:pt idx="9344">
                  <c:v>1.2170489516724048E-5</c:v>
                </c:pt>
                <c:pt idx="9345">
                  <c:v>2.7070820127824712E-5</c:v>
                </c:pt>
                <c:pt idx="9346">
                  <c:v>9.6403413550676551E-6</c:v>
                </c:pt>
                <c:pt idx="9347">
                  <c:v>1.2201519206746843E-5</c:v>
                </c:pt>
                <c:pt idx="9348">
                  <c:v>1.3337748369547448E-5</c:v>
                </c:pt>
                <c:pt idx="9349">
                  <c:v>1.3649580160156644E-4</c:v>
                </c:pt>
                <c:pt idx="9350">
                  <c:v>4.8263454260719334E-5</c:v>
                </c:pt>
                <c:pt idx="9351">
                  <c:v>2.340780584799849E-6</c:v>
                </c:pt>
                <c:pt idx="9352">
                  <c:v>0</c:v>
                </c:pt>
                <c:pt idx="9353">
                  <c:v>2.4585715860182605E-4</c:v>
                </c:pt>
                <c:pt idx="9354">
                  <c:v>0</c:v>
                </c:pt>
                <c:pt idx="9355">
                  <c:v>1.5822423575406722E-5</c:v>
                </c:pt>
                <c:pt idx="9356">
                  <c:v>3.0718464704462132E-5</c:v>
                </c:pt>
                <c:pt idx="9357">
                  <c:v>1.8559675869639191E-6</c:v>
                </c:pt>
                <c:pt idx="9358">
                  <c:v>1.5366175859428455E-6</c:v>
                </c:pt>
                <c:pt idx="9359">
                  <c:v>2.6703557258098012E-5</c:v>
                </c:pt>
                <c:pt idx="9360">
                  <c:v>3.2629870753031422E-5</c:v>
                </c:pt>
                <c:pt idx="9361">
                  <c:v>0</c:v>
                </c:pt>
                <c:pt idx="9362">
                  <c:v>8.8069005075707473E-5</c:v>
                </c:pt>
                <c:pt idx="9363">
                  <c:v>1.8705052410836941E-4</c:v>
                </c:pt>
                <c:pt idx="9364">
                  <c:v>1.1027567915093481E-4</c:v>
                </c:pt>
                <c:pt idx="9365">
                  <c:v>5.4726960823859659E-7</c:v>
                </c:pt>
                <c:pt idx="9366">
                  <c:v>3.5280899817779811E-5</c:v>
                </c:pt>
                <c:pt idx="9367">
                  <c:v>7.4217333913912209E-6</c:v>
                </c:pt>
                <c:pt idx="9368">
                  <c:v>0</c:v>
                </c:pt>
                <c:pt idx="9369">
                  <c:v>6.0303142697934749E-7</c:v>
                </c:pt>
                <c:pt idx="9370">
                  <c:v>0</c:v>
                </c:pt>
                <c:pt idx="9371">
                  <c:v>4.4469411641087425E-4</c:v>
                </c:pt>
                <c:pt idx="9372">
                  <c:v>5.0800245727107893E-5</c:v>
                </c:pt>
                <c:pt idx="9373">
                  <c:v>3.533964800275609E-5</c:v>
                </c:pt>
                <c:pt idx="9374">
                  <c:v>3.281914991476494E-5</c:v>
                </c:pt>
                <c:pt idx="9375">
                  <c:v>1.7925193153844429E-5</c:v>
                </c:pt>
                <c:pt idx="9376">
                  <c:v>1.0270524655960208E-7</c:v>
                </c:pt>
                <c:pt idx="9377">
                  <c:v>2.19502533229028E-5</c:v>
                </c:pt>
                <c:pt idx="9378">
                  <c:v>1.2193166871555882E-7</c:v>
                </c:pt>
                <c:pt idx="9379">
                  <c:v>1.0370441619126714E-4</c:v>
                </c:pt>
                <c:pt idx="9380">
                  <c:v>8.6096626104497536E-5</c:v>
                </c:pt>
                <c:pt idx="9381">
                  <c:v>1.6832472407200719E-6</c:v>
                </c:pt>
                <c:pt idx="9382">
                  <c:v>9.9618250048913172E-6</c:v>
                </c:pt>
                <c:pt idx="9383">
                  <c:v>3.1243656496428887E-7</c:v>
                </c:pt>
                <c:pt idx="9384">
                  <c:v>8.5350033144579632E-6</c:v>
                </c:pt>
                <c:pt idx="9385">
                  <c:v>7.2809515569674017E-6</c:v>
                </c:pt>
                <c:pt idx="9386">
                  <c:v>1.3679444657134757E-5</c:v>
                </c:pt>
                <c:pt idx="9387">
                  <c:v>2.3327090580790012E-5</c:v>
                </c:pt>
                <c:pt idx="9388">
                  <c:v>5.3856876770875324E-5</c:v>
                </c:pt>
                <c:pt idx="9389">
                  <c:v>5.4175610437186648E-5</c:v>
                </c:pt>
                <c:pt idx="9390">
                  <c:v>3.6051104879202949E-5</c:v>
                </c:pt>
                <c:pt idx="9391">
                  <c:v>3.6484448121385429E-5</c:v>
                </c:pt>
                <c:pt idx="9392">
                  <c:v>2.6358424560188134E-5</c:v>
                </c:pt>
                <c:pt idx="9393">
                  <c:v>4.9676801686284433E-6</c:v>
                </c:pt>
                <c:pt idx="9394">
                  <c:v>1.8725521851800165E-3</c:v>
                </c:pt>
                <c:pt idx="9395">
                  <c:v>8.4969193147418529E-6</c:v>
                </c:pt>
                <c:pt idx="9396">
                  <c:v>7.6916383420499645E-6</c:v>
                </c:pt>
                <c:pt idx="9397">
                  <c:v>6.8042225845736162E-7</c:v>
                </c:pt>
                <c:pt idx="9398">
                  <c:v>3.8955340710946431E-5</c:v>
                </c:pt>
                <c:pt idx="9399">
                  <c:v>6.5276274876834491E-6</c:v>
                </c:pt>
                <c:pt idx="9400">
                  <c:v>1.8278241964189522E-4</c:v>
                </c:pt>
                <c:pt idx="9401">
                  <c:v>4.6420680058878835E-6</c:v>
                </c:pt>
                <c:pt idx="9402">
                  <c:v>1.2392209403640265E-5</c:v>
                </c:pt>
                <c:pt idx="9403">
                  <c:v>4.7413789551415033E-5</c:v>
                </c:pt>
                <c:pt idx="9404">
                  <c:v>3.4529328461579029E-5</c:v>
                </c:pt>
                <c:pt idx="9405">
                  <c:v>1.3082383583979849E-4</c:v>
                </c:pt>
                <c:pt idx="9406">
                  <c:v>2.5269501244199841E-5</c:v>
                </c:pt>
                <c:pt idx="9407">
                  <c:v>2.6981108469779638E-5</c:v>
                </c:pt>
                <c:pt idx="9408">
                  <c:v>0</c:v>
                </c:pt>
                <c:pt idx="9409">
                  <c:v>3.5324904031233692E-6</c:v>
                </c:pt>
                <c:pt idx="9410">
                  <c:v>3.6739092899040808E-6</c:v>
                </c:pt>
                <c:pt idx="9411">
                  <c:v>0</c:v>
                </c:pt>
                <c:pt idx="9412">
                  <c:v>0</c:v>
                </c:pt>
                <c:pt idx="9413">
                  <c:v>0</c:v>
                </c:pt>
                <c:pt idx="9414">
                  <c:v>4.9020369401852221E-5</c:v>
                </c:pt>
                <c:pt idx="9415">
                  <c:v>1.1486123336979747E-5</c:v>
                </c:pt>
                <c:pt idx="9416">
                  <c:v>9.4053575065823796E-6</c:v>
                </c:pt>
                <c:pt idx="9417">
                  <c:v>2.8264749053595201E-5</c:v>
                </c:pt>
                <c:pt idx="9418">
                  <c:v>6.8150669057217092E-6</c:v>
                </c:pt>
                <c:pt idx="9419">
                  <c:v>1.9749931976895479E-5</c:v>
                </c:pt>
                <c:pt idx="9420">
                  <c:v>8.9241883719432604E-6</c:v>
                </c:pt>
                <c:pt idx="9421">
                  <c:v>3.4904264469919058E-5</c:v>
                </c:pt>
                <c:pt idx="9422">
                  <c:v>1.7109059265473092E-5</c:v>
                </c:pt>
                <c:pt idx="9423">
                  <c:v>3.0852003952484602E-5</c:v>
                </c:pt>
                <c:pt idx="9424">
                  <c:v>1.2564981642751288E-5</c:v>
                </c:pt>
                <c:pt idx="9425">
                  <c:v>8.3417813917123567E-6</c:v>
                </c:pt>
                <c:pt idx="9426">
                  <c:v>1.089314500301644E-4</c:v>
                </c:pt>
                <c:pt idx="9427">
                  <c:v>1.008521481227533E-6</c:v>
                </c:pt>
                <c:pt idx="9428">
                  <c:v>9.6319406400414607E-6</c:v>
                </c:pt>
                <c:pt idx="9429">
                  <c:v>2.0520066453688074E-4</c:v>
                </c:pt>
                <c:pt idx="9430">
                  <c:v>1.750341827451042E-5</c:v>
                </c:pt>
                <c:pt idx="9431">
                  <c:v>2.1724708389362442E-5</c:v>
                </c:pt>
                <c:pt idx="9432">
                  <c:v>3.7940529670440607E-3</c:v>
                </c:pt>
                <c:pt idx="9433">
                  <c:v>1.9893658930824394E-7</c:v>
                </c:pt>
                <c:pt idx="9434">
                  <c:v>1.9278379317736521E-4</c:v>
                </c:pt>
                <c:pt idx="9435">
                  <c:v>2.5192869190565761E-6</c:v>
                </c:pt>
                <c:pt idx="9436">
                  <c:v>1.5856260968626881E-5</c:v>
                </c:pt>
                <c:pt idx="9437">
                  <c:v>1.774308007984761E-6</c:v>
                </c:pt>
                <c:pt idx="9438">
                  <c:v>5.8188769294029893E-5</c:v>
                </c:pt>
                <c:pt idx="9439">
                  <c:v>8.1661302974837889E-5</c:v>
                </c:pt>
                <c:pt idx="9440">
                  <c:v>3.0945199462527661E-5</c:v>
                </c:pt>
                <c:pt idx="9441">
                  <c:v>0</c:v>
                </c:pt>
                <c:pt idx="9442">
                  <c:v>0</c:v>
                </c:pt>
                <c:pt idx="9443">
                  <c:v>0</c:v>
                </c:pt>
                <c:pt idx="9444">
                  <c:v>0</c:v>
                </c:pt>
                <c:pt idx="9445">
                  <c:v>7.9672564857735375E-7</c:v>
                </c:pt>
                <c:pt idx="9446">
                  <c:v>1.2020441964039007E-5</c:v>
                </c:pt>
                <c:pt idx="9447">
                  <c:v>0</c:v>
                </c:pt>
                <c:pt idx="9448">
                  <c:v>3.3636601995833602E-5</c:v>
                </c:pt>
                <c:pt idx="9449">
                  <c:v>4.3926467602925502E-6</c:v>
                </c:pt>
                <c:pt idx="9450">
                  <c:v>2.9617484798969891E-5</c:v>
                </c:pt>
                <c:pt idx="9451">
                  <c:v>1.681837678602486E-5</c:v>
                </c:pt>
                <c:pt idx="9452">
                  <c:v>1.2935040489206981E-5</c:v>
                </c:pt>
                <c:pt idx="9453">
                  <c:v>3.9490620574371979E-4</c:v>
                </c:pt>
                <c:pt idx="9454">
                  <c:v>2.7117912364934123E-5</c:v>
                </c:pt>
                <c:pt idx="9455">
                  <c:v>1.0775198300402343E-6</c:v>
                </c:pt>
                <c:pt idx="9456">
                  <c:v>1.8230775797664286E-5</c:v>
                </c:pt>
                <c:pt idx="9457">
                  <c:v>1.4756356543443742E-6</c:v>
                </c:pt>
                <c:pt idx="9458">
                  <c:v>7.6557569685600633E-5</c:v>
                </c:pt>
                <c:pt idx="9459">
                  <c:v>4.309428759903182E-5</c:v>
                </c:pt>
                <c:pt idx="9460">
                  <c:v>2.3970848065696416E-6</c:v>
                </c:pt>
                <c:pt idx="9461">
                  <c:v>6.4445300005789102E-5</c:v>
                </c:pt>
                <c:pt idx="9462">
                  <c:v>5.4099134357454773E-5</c:v>
                </c:pt>
                <c:pt idx="9463">
                  <c:v>0</c:v>
                </c:pt>
                <c:pt idx="9464">
                  <c:v>6.9801065108373907E-6</c:v>
                </c:pt>
                <c:pt idx="9465">
                  <c:v>8.2681534920056062E-5</c:v>
                </c:pt>
                <c:pt idx="9466">
                  <c:v>4.577091246063886E-7</c:v>
                </c:pt>
                <c:pt idx="9467">
                  <c:v>3.9768397790232085E-5</c:v>
                </c:pt>
                <c:pt idx="9468">
                  <c:v>8.0753127849045523E-5</c:v>
                </c:pt>
                <c:pt idx="9469">
                  <c:v>7.9971724896355745E-6</c:v>
                </c:pt>
                <c:pt idx="9470">
                  <c:v>1.4845128760880013E-5</c:v>
                </c:pt>
                <c:pt idx="9471">
                  <c:v>2.0396563395402062E-4</c:v>
                </c:pt>
                <c:pt idx="9472">
                  <c:v>1.735096196017645E-4</c:v>
                </c:pt>
                <c:pt idx="9473">
                  <c:v>3.2487272096391274E-7</c:v>
                </c:pt>
                <c:pt idx="9474">
                  <c:v>2.6695132213639868E-5</c:v>
                </c:pt>
                <c:pt idx="9475">
                  <c:v>4.5855144232949783E-5</c:v>
                </c:pt>
                <c:pt idx="9476">
                  <c:v>5.1479971225394406E-5</c:v>
                </c:pt>
                <c:pt idx="9477">
                  <c:v>1.4321570338061107E-5</c:v>
                </c:pt>
                <c:pt idx="9478">
                  <c:v>9.6057167479457378E-7</c:v>
                </c:pt>
                <c:pt idx="9479">
                  <c:v>0</c:v>
                </c:pt>
                <c:pt idx="9480">
                  <c:v>5.1472334019577291E-7</c:v>
                </c:pt>
                <c:pt idx="9481">
                  <c:v>2.2888454763797581E-5</c:v>
                </c:pt>
                <c:pt idx="9482">
                  <c:v>1.7963967903551401E-4</c:v>
                </c:pt>
                <c:pt idx="9483">
                  <c:v>1.795874925291951E-5</c:v>
                </c:pt>
                <c:pt idx="9484">
                  <c:v>1.802585774344127E-5</c:v>
                </c:pt>
                <c:pt idx="9485">
                  <c:v>1.1017300351535253E-5</c:v>
                </c:pt>
                <c:pt idx="9486">
                  <c:v>1.0990529192029683E-5</c:v>
                </c:pt>
                <c:pt idx="9487">
                  <c:v>1.1585472502929032E-5</c:v>
                </c:pt>
                <c:pt idx="9488">
                  <c:v>2.1166088462537558E-5</c:v>
                </c:pt>
                <c:pt idx="9489">
                  <c:v>7.5204867914260406E-5</c:v>
                </c:pt>
                <c:pt idx="9490">
                  <c:v>3.1674356639007397E-5</c:v>
                </c:pt>
                <c:pt idx="9491">
                  <c:v>9.7198157011753303E-5</c:v>
                </c:pt>
                <c:pt idx="9492">
                  <c:v>3.4675788013826015E-5</c:v>
                </c:pt>
                <c:pt idx="9493">
                  <c:v>1.3154405719759485E-5</c:v>
                </c:pt>
                <c:pt idx="9494">
                  <c:v>7.2621075202085741E-7</c:v>
                </c:pt>
                <c:pt idx="9495">
                  <c:v>2.4725706385990392E-5</c:v>
                </c:pt>
                <c:pt idx="9496">
                  <c:v>1.0683265362118873E-6</c:v>
                </c:pt>
                <c:pt idx="9497">
                  <c:v>0</c:v>
                </c:pt>
                <c:pt idx="9498">
                  <c:v>2.7449781328160263E-5</c:v>
                </c:pt>
                <c:pt idx="9499">
                  <c:v>8.8004396523381072E-5</c:v>
                </c:pt>
                <c:pt idx="9500">
                  <c:v>4.2279092874939194E-6</c:v>
                </c:pt>
                <c:pt idx="9501">
                  <c:v>1.3151405662874894E-5</c:v>
                </c:pt>
                <c:pt idx="9502">
                  <c:v>0</c:v>
                </c:pt>
                <c:pt idx="9503">
                  <c:v>1.8443211556360936E-6</c:v>
                </c:pt>
                <c:pt idx="9504">
                  <c:v>9.0646171759451919E-6</c:v>
                </c:pt>
                <c:pt idx="9505">
                  <c:v>3.201703737877703E-5</c:v>
                </c:pt>
                <c:pt idx="9506">
                  <c:v>0</c:v>
                </c:pt>
                <c:pt idx="9507">
                  <c:v>1.1975294962471472E-4</c:v>
                </c:pt>
                <c:pt idx="9508">
                  <c:v>0</c:v>
                </c:pt>
                <c:pt idx="9509">
                  <c:v>1.9658570545976868E-5</c:v>
                </c:pt>
                <c:pt idx="9510">
                  <c:v>4.9681391474999723E-5</c:v>
                </c:pt>
                <c:pt idx="9511">
                  <c:v>1.802158897690066E-5</c:v>
                </c:pt>
                <c:pt idx="9512">
                  <c:v>1.9465813680943212E-6</c:v>
                </c:pt>
                <c:pt idx="9513">
                  <c:v>5.0912605778554004E-5</c:v>
                </c:pt>
                <c:pt idx="9514">
                  <c:v>8.8781003252446722E-5</c:v>
                </c:pt>
                <c:pt idx="9515">
                  <c:v>1.721445304454856E-5</c:v>
                </c:pt>
                <c:pt idx="9516">
                  <c:v>4.0117606591177403E-5</c:v>
                </c:pt>
                <c:pt idx="9517">
                  <c:v>1.9569895595935326E-5</c:v>
                </c:pt>
                <c:pt idx="9518">
                  <c:v>8.9637337539751985E-7</c:v>
                </c:pt>
                <c:pt idx="9519">
                  <c:v>0</c:v>
                </c:pt>
                <c:pt idx="9520">
                  <c:v>6.0049029101290903E-5</c:v>
                </c:pt>
                <c:pt idx="9521">
                  <c:v>1.2655779936961641E-4</c:v>
                </c:pt>
                <c:pt idx="9522">
                  <c:v>1.8558238123636005E-4</c:v>
                </c:pt>
                <c:pt idx="9523">
                  <c:v>5.2093867825561681E-5</c:v>
                </c:pt>
                <c:pt idx="9524">
                  <c:v>4.6799931303067505E-5</c:v>
                </c:pt>
                <c:pt idx="9525">
                  <c:v>1.997501855713357E-5</c:v>
                </c:pt>
                <c:pt idx="9526">
                  <c:v>5.0218973935568065E-7</c:v>
                </c:pt>
                <c:pt idx="9527">
                  <c:v>9.3926847303064287E-6</c:v>
                </c:pt>
                <c:pt idx="9528">
                  <c:v>3.4910511824816521E-5</c:v>
                </c:pt>
                <c:pt idx="9529">
                  <c:v>4.0280838425699906E-6</c:v>
                </c:pt>
                <c:pt idx="9530">
                  <c:v>7.6561099678353422E-5</c:v>
                </c:pt>
                <c:pt idx="9531">
                  <c:v>2.4766831101432029E-5</c:v>
                </c:pt>
                <c:pt idx="9532">
                  <c:v>1.0437165828817934E-5</c:v>
                </c:pt>
                <c:pt idx="9533">
                  <c:v>4.3811562935134154E-5</c:v>
                </c:pt>
                <c:pt idx="9534">
                  <c:v>0</c:v>
                </c:pt>
                <c:pt idx="9535">
                  <c:v>1.3420164013601029E-5</c:v>
                </c:pt>
                <c:pt idx="9536">
                  <c:v>4.0772892311716838E-6</c:v>
                </c:pt>
                <c:pt idx="9537">
                  <c:v>8.5611892744674861E-6</c:v>
                </c:pt>
                <c:pt idx="9538">
                  <c:v>3.0095941668207819E-5</c:v>
                </c:pt>
                <c:pt idx="9539">
                  <c:v>1.7798138474883197E-5</c:v>
                </c:pt>
                <c:pt idx="9540">
                  <c:v>1.1279804888772906E-5</c:v>
                </c:pt>
                <c:pt idx="9541">
                  <c:v>1.5121677616992397E-5</c:v>
                </c:pt>
                <c:pt idx="9542">
                  <c:v>1.2825943058419323E-5</c:v>
                </c:pt>
                <c:pt idx="9543">
                  <c:v>6.6776459994423451E-6</c:v>
                </c:pt>
                <c:pt idx="9544">
                  <c:v>6.2593259094229585E-7</c:v>
                </c:pt>
                <c:pt idx="9545">
                  <c:v>9.6410475559406372E-6</c:v>
                </c:pt>
                <c:pt idx="9546">
                  <c:v>1.4726973007511664E-5</c:v>
                </c:pt>
                <c:pt idx="9547">
                  <c:v>1.9933200426628426E-5</c:v>
                </c:pt>
                <c:pt idx="9548">
                  <c:v>6.1265772631391499E-6</c:v>
                </c:pt>
                <c:pt idx="9549">
                  <c:v>5.2683917626080034E-6</c:v>
                </c:pt>
                <c:pt idx="9550">
                  <c:v>2.0718782097290082E-7</c:v>
                </c:pt>
                <c:pt idx="9551">
                  <c:v>1.31265617252595E-5</c:v>
                </c:pt>
                <c:pt idx="9552">
                  <c:v>3.1693039251492046E-4</c:v>
                </c:pt>
                <c:pt idx="9553">
                  <c:v>2.9895830532920762E-5</c:v>
                </c:pt>
                <c:pt idx="9554">
                  <c:v>8.7634185049727172E-7</c:v>
                </c:pt>
                <c:pt idx="9555">
                  <c:v>6.6476415003168647E-6</c:v>
                </c:pt>
                <c:pt idx="9556">
                  <c:v>3.3907010052065536E-5</c:v>
                </c:pt>
                <c:pt idx="9557">
                  <c:v>1.5373105974758388E-5</c:v>
                </c:pt>
                <c:pt idx="9558">
                  <c:v>2.9643048908790148E-5</c:v>
                </c:pt>
                <c:pt idx="9559">
                  <c:v>3.3545846637706263E-5</c:v>
                </c:pt>
                <c:pt idx="9560">
                  <c:v>7.6313407964513259E-5</c:v>
                </c:pt>
                <c:pt idx="9561">
                  <c:v>2.1602405921718968E-5</c:v>
                </c:pt>
                <c:pt idx="9562">
                  <c:v>9.0588163978870305E-7</c:v>
                </c:pt>
                <c:pt idx="9563">
                  <c:v>2.6889708891792612E-3</c:v>
                </c:pt>
                <c:pt idx="9564">
                  <c:v>4.1977051884281818E-5</c:v>
                </c:pt>
                <c:pt idx="9565">
                  <c:v>6.7589895297185421E-5</c:v>
                </c:pt>
                <c:pt idx="9566">
                  <c:v>4.4620569550765514E-7</c:v>
                </c:pt>
                <c:pt idx="9567">
                  <c:v>2.8778982123215465E-5</c:v>
                </c:pt>
                <c:pt idx="9568">
                  <c:v>5.5315653931584773E-5</c:v>
                </c:pt>
                <c:pt idx="9569">
                  <c:v>7.5421345153176366E-5</c:v>
                </c:pt>
                <c:pt idx="9570">
                  <c:v>6.675708695001585E-6</c:v>
                </c:pt>
                <c:pt idx="9571">
                  <c:v>1.7868063997004558E-7</c:v>
                </c:pt>
                <c:pt idx="9572">
                  <c:v>1.6840522470429772E-5</c:v>
                </c:pt>
                <c:pt idx="9573">
                  <c:v>3.6221666710322893E-5</c:v>
                </c:pt>
                <c:pt idx="9574">
                  <c:v>8.1738859186533384E-5</c:v>
                </c:pt>
                <c:pt idx="9575">
                  <c:v>5.0014152504556393E-5</c:v>
                </c:pt>
                <c:pt idx="9576">
                  <c:v>1.6486163969112965E-7</c:v>
                </c:pt>
                <c:pt idx="9577">
                  <c:v>6.0399783294789635E-5</c:v>
                </c:pt>
                <c:pt idx="9578">
                  <c:v>7.541806819591715E-5</c:v>
                </c:pt>
                <c:pt idx="9579">
                  <c:v>1.810029962745733E-4</c:v>
                </c:pt>
                <c:pt idx="9580">
                  <c:v>6.4626060003980559E-6</c:v>
                </c:pt>
                <c:pt idx="9581">
                  <c:v>1.8319673905025758E-6</c:v>
                </c:pt>
                <c:pt idx="9582">
                  <c:v>5.1921907451443851E-8</c:v>
                </c:pt>
                <c:pt idx="9583">
                  <c:v>7.8382733463515725E-6</c:v>
                </c:pt>
                <c:pt idx="9584">
                  <c:v>3.204463586624662E-5</c:v>
                </c:pt>
                <c:pt idx="9585">
                  <c:v>3.468056752799066E-6</c:v>
                </c:pt>
                <c:pt idx="9586">
                  <c:v>2.822578423654378E-7</c:v>
                </c:pt>
                <c:pt idx="9587">
                  <c:v>0</c:v>
                </c:pt>
                <c:pt idx="9588">
                  <c:v>6.3669886255911705E-6</c:v>
                </c:pt>
                <c:pt idx="9589">
                  <c:v>5.2395566934165204E-5</c:v>
                </c:pt>
                <c:pt idx="9590">
                  <c:v>2.1765422739747439E-5</c:v>
                </c:pt>
                <c:pt idx="9591">
                  <c:v>1.4132683474275033E-5</c:v>
                </c:pt>
                <c:pt idx="9592">
                  <c:v>6.9133014663188202E-6</c:v>
                </c:pt>
                <c:pt idx="9593">
                  <c:v>0</c:v>
                </c:pt>
                <c:pt idx="9594">
                  <c:v>2.4443290105470158E-3</c:v>
                </c:pt>
                <c:pt idx="9595">
                  <c:v>8.345517189049678E-6</c:v>
                </c:pt>
                <c:pt idx="9596">
                  <c:v>9.6580350607011224E-4</c:v>
                </c:pt>
                <c:pt idx="9597">
                  <c:v>0</c:v>
                </c:pt>
                <c:pt idx="9598">
                  <c:v>4.9140195328640996E-7</c:v>
                </c:pt>
                <c:pt idx="9599">
                  <c:v>2.0646548849899779E-5</c:v>
                </c:pt>
                <c:pt idx="9600">
                  <c:v>3.3540887218718016E-5</c:v>
                </c:pt>
                <c:pt idx="9601">
                  <c:v>0</c:v>
                </c:pt>
                <c:pt idx="9602">
                  <c:v>1.4996068379594081E-6</c:v>
                </c:pt>
                <c:pt idx="9603">
                  <c:v>3.8441964012594679E-5</c:v>
                </c:pt>
                <c:pt idx="9604">
                  <c:v>0</c:v>
                </c:pt>
                <c:pt idx="9605">
                  <c:v>1.4659012694160405E-5</c:v>
                </c:pt>
                <c:pt idx="9606">
                  <c:v>0</c:v>
                </c:pt>
                <c:pt idx="9607">
                  <c:v>7.4344834063802414E-6</c:v>
                </c:pt>
                <c:pt idx="9608">
                  <c:v>1.4174276531954679E-5</c:v>
                </c:pt>
                <c:pt idx="9609">
                  <c:v>1.2177229673068344E-4</c:v>
                </c:pt>
                <c:pt idx="9610">
                  <c:v>1.4744487315859328E-5</c:v>
                </c:pt>
                <c:pt idx="9611">
                  <c:v>0</c:v>
                </c:pt>
                <c:pt idx="9612">
                  <c:v>1.2657191676622512E-5</c:v>
                </c:pt>
                <c:pt idx="9613">
                  <c:v>0</c:v>
                </c:pt>
                <c:pt idx="9614">
                  <c:v>7.7696948370090124E-5</c:v>
                </c:pt>
                <c:pt idx="9615">
                  <c:v>5.3565895560111121E-4</c:v>
                </c:pt>
                <c:pt idx="9616">
                  <c:v>3.3642307492795424E-6</c:v>
                </c:pt>
                <c:pt idx="9617">
                  <c:v>8.9823045181430148E-6</c:v>
                </c:pt>
                <c:pt idx="9618">
                  <c:v>2.2993349899179456E-5</c:v>
                </c:pt>
                <c:pt idx="9619">
                  <c:v>1.9367941772317028E-5</c:v>
                </c:pt>
                <c:pt idx="9620">
                  <c:v>1.0458423815522514E-6</c:v>
                </c:pt>
                <c:pt idx="9621">
                  <c:v>3.6987096902454084E-6</c:v>
                </c:pt>
                <c:pt idx="9622">
                  <c:v>4.3328315111294714E-6</c:v>
                </c:pt>
                <c:pt idx="9623">
                  <c:v>5.0951704948697206E-6</c:v>
                </c:pt>
                <c:pt idx="9624">
                  <c:v>9.3864636381554869E-5</c:v>
                </c:pt>
                <c:pt idx="9625">
                  <c:v>5.4327852053959416E-6</c:v>
                </c:pt>
                <c:pt idx="9626">
                  <c:v>1.0643467493016779E-5</c:v>
                </c:pt>
                <c:pt idx="9627">
                  <c:v>6.1926577383603483E-5</c:v>
                </c:pt>
                <c:pt idx="9628">
                  <c:v>2.3707446052655602E-5</c:v>
                </c:pt>
                <c:pt idx="9629">
                  <c:v>1.6032870241400702E-5</c:v>
                </c:pt>
                <c:pt idx="9630">
                  <c:v>1.9831041853551507E-6</c:v>
                </c:pt>
                <c:pt idx="9631">
                  <c:v>4.9963906137814057E-5</c:v>
                </c:pt>
                <c:pt idx="9632">
                  <c:v>1.4005537760270556E-5</c:v>
                </c:pt>
                <c:pt idx="9633">
                  <c:v>5.6997709397071708E-5</c:v>
                </c:pt>
                <c:pt idx="9634">
                  <c:v>2.0846309865868485E-5</c:v>
                </c:pt>
                <c:pt idx="9635">
                  <c:v>0</c:v>
                </c:pt>
                <c:pt idx="9636">
                  <c:v>1.3104503431918364E-6</c:v>
                </c:pt>
                <c:pt idx="9637">
                  <c:v>7.5811313846005035E-5</c:v>
                </c:pt>
                <c:pt idx="9638">
                  <c:v>1.203965271373124E-5</c:v>
                </c:pt>
                <c:pt idx="9639">
                  <c:v>0</c:v>
                </c:pt>
                <c:pt idx="9640">
                  <c:v>5.7361376896129679E-6</c:v>
                </c:pt>
                <c:pt idx="9641">
                  <c:v>3.0899821862937952E-5</c:v>
                </c:pt>
                <c:pt idx="9642">
                  <c:v>9.4430359622289361E-5</c:v>
                </c:pt>
                <c:pt idx="9643">
                  <c:v>2.5039498031101004E-5</c:v>
                </c:pt>
                <c:pt idx="9644">
                  <c:v>2.3737062124951393E-5</c:v>
                </c:pt>
                <c:pt idx="9645">
                  <c:v>7.582438147842388E-5</c:v>
                </c:pt>
                <c:pt idx="9646">
                  <c:v>7.5482911666772937E-5</c:v>
                </c:pt>
                <c:pt idx="9647">
                  <c:v>1.8837198576990041E-3</c:v>
                </c:pt>
                <c:pt idx="9648">
                  <c:v>2.3339847705199037E-5</c:v>
                </c:pt>
                <c:pt idx="9649">
                  <c:v>2.0053523863748144E-6</c:v>
                </c:pt>
                <c:pt idx="9650">
                  <c:v>0</c:v>
                </c:pt>
                <c:pt idx="9651">
                  <c:v>3.5546400648249116E-5</c:v>
                </c:pt>
                <c:pt idx="9652">
                  <c:v>2.6201754475033378E-6</c:v>
                </c:pt>
                <c:pt idx="9653">
                  <c:v>0</c:v>
                </c:pt>
                <c:pt idx="9654">
                  <c:v>2.373283011177134E-5</c:v>
                </c:pt>
                <c:pt idx="9655">
                  <c:v>6.4017205636795625E-4</c:v>
                </c:pt>
                <c:pt idx="9656">
                  <c:v>0</c:v>
                </c:pt>
                <c:pt idx="9657">
                  <c:v>1.2435229436769785E-5</c:v>
                </c:pt>
                <c:pt idx="9658">
                  <c:v>5.1195979752601501E-6</c:v>
                </c:pt>
                <c:pt idx="9659">
                  <c:v>3.6899533006616796E-5</c:v>
                </c:pt>
                <c:pt idx="9660">
                  <c:v>3.8440382456081234E-5</c:v>
                </c:pt>
                <c:pt idx="9661">
                  <c:v>3.0563043239914069E-5</c:v>
                </c:pt>
                <c:pt idx="9662">
                  <c:v>2.1283339813473658E-5</c:v>
                </c:pt>
                <c:pt idx="9663">
                  <c:v>1.7560591255616107E-5</c:v>
                </c:pt>
                <c:pt idx="9664">
                  <c:v>1.8729590764308932E-5</c:v>
                </c:pt>
                <c:pt idx="9665">
                  <c:v>3.7740888460277084E-4</c:v>
                </c:pt>
                <c:pt idx="9666">
                  <c:v>9.5178929356291382E-6</c:v>
                </c:pt>
                <c:pt idx="9667">
                  <c:v>9.2739897084544738E-6</c:v>
                </c:pt>
                <c:pt idx="9668">
                  <c:v>1.0469844711053974E-5</c:v>
                </c:pt>
                <c:pt idx="9669">
                  <c:v>1.2456672952602083E-5</c:v>
                </c:pt>
                <c:pt idx="9670">
                  <c:v>4.7538224920608862E-5</c:v>
                </c:pt>
                <c:pt idx="9671">
                  <c:v>5.1352365898724838E-5</c:v>
                </c:pt>
                <c:pt idx="9672">
                  <c:v>7.1061688593806689E-6</c:v>
                </c:pt>
                <c:pt idx="9673">
                  <c:v>0</c:v>
                </c:pt>
                <c:pt idx="9674">
                  <c:v>4.2487580547095817E-5</c:v>
                </c:pt>
                <c:pt idx="9675">
                  <c:v>1.8513801665224791E-5</c:v>
                </c:pt>
                <c:pt idx="9676">
                  <c:v>4.5785070324703685E-5</c:v>
                </c:pt>
                <c:pt idx="9677">
                  <c:v>2.0778166804806392E-4</c:v>
                </c:pt>
                <c:pt idx="9678">
                  <c:v>1.4539817568426918E-3</c:v>
                </c:pt>
                <c:pt idx="9679">
                  <c:v>5.7298399578123443E-5</c:v>
                </c:pt>
                <c:pt idx="9680">
                  <c:v>5.001879992609224E-6</c:v>
                </c:pt>
                <c:pt idx="9681">
                  <c:v>3.1320797887709487E-5</c:v>
                </c:pt>
                <c:pt idx="9682">
                  <c:v>1.2690574457643652E-6</c:v>
                </c:pt>
                <c:pt idx="9683">
                  <c:v>3.2820079677702418E-5</c:v>
                </c:pt>
                <c:pt idx="9684">
                  <c:v>1.9245164090489226E-6</c:v>
                </c:pt>
                <c:pt idx="9685">
                  <c:v>0</c:v>
                </c:pt>
                <c:pt idx="9686">
                  <c:v>1.0640768500867345E-5</c:v>
                </c:pt>
                <c:pt idx="9687">
                  <c:v>5.5419925975201898E-6</c:v>
                </c:pt>
                <c:pt idx="9688">
                  <c:v>0</c:v>
                </c:pt>
                <c:pt idx="9689">
                  <c:v>9.4731505820866734E-6</c:v>
                </c:pt>
                <c:pt idx="9690">
                  <c:v>5.3114037923547989E-5</c:v>
                </c:pt>
                <c:pt idx="9691">
                  <c:v>1.8609839547551705E-7</c:v>
                </c:pt>
                <c:pt idx="9692">
                  <c:v>6.8747693344802183E-6</c:v>
                </c:pt>
                <c:pt idx="9693">
                  <c:v>1.2176122648902929E-5</c:v>
                </c:pt>
                <c:pt idx="9694">
                  <c:v>1.2690364945927718E-5</c:v>
                </c:pt>
                <c:pt idx="9695">
                  <c:v>1.4207198043653311E-4</c:v>
                </c:pt>
                <c:pt idx="9696">
                  <c:v>4.5123187904633898E-5</c:v>
                </c:pt>
                <c:pt idx="9697">
                  <c:v>4.0203870220314314E-5</c:v>
                </c:pt>
                <c:pt idx="9698">
                  <c:v>9.6175450264010755E-6</c:v>
                </c:pt>
                <c:pt idx="9699">
                  <c:v>1.3013012373924199E-5</c:v>
                </c:pt>
                <c:pt idx="9700">
                  <c:v>2.0828337060741539E-5</c:v>
                </c:pt>
                <c:pt idx="9701">
                  <c:v>2.2309095303954554E-7</c:v>
                </c:pt>
                <c:pt idx="9702">
                  <c:v>4.6040668539908246E-8</c:v>
                </c:pt>
                <c:pt idx="9703">
                  <c:v>6.3765799786655192E-7</c:v>
                </c:pt>
                <c:pt idx="9704">
                  <c:v>9.3852004536967195E-6</c:v>
                </c:pt>
                <c:pt idx="9705">
                  <c:v>1.3257870291342203E-5</c:v>
                </c:pt>
                <c:pt idx="9706">
                  <c:v>1.2430539967190592E-5</c:v>
                </c:pt>
                <c:pt idx="9707">
                  <c:v>5.2468487617874985E-5</c:v>
                </c:pt>
                <c:pt idx="9708">
                  <c:v>1.2603368735046043E-3</c:v>
                </c:pt>
                <c:pt idx="9709">
                  <c:v>4.0179592062968703E-7</c:v>
                </c:pt>
                <c:pt idx="9710">
                  <c:v>2.7849249222830226E-5</c:v>
                </c:pt>
                <c:pt idx="9711">
                  <c:v>7.8307138842663614E-7</c:v>
                </c:pt>
                <c:pt idx="9712">
                  <c:v>1.0937962367488681E-4</c:v>
                </c:pt>
                <c:pt idx="9713">
                  <c:v>1.6868367858862585E-5</c:v>
                </c:pt>
                <c:pt idx="9714">
                  <c:v>2.4730504329865811E-5</c:v>
                </c:pt>
                <c:pt idx="9715">
                  <c:v>2.6513519628284352E-5</c:v>
                </c:pt>
                <c:pt idx="9716">
                  <c:v>1.7641144981314046E-5</c:v>
                </c:pt>
                <c:pt idx="9717">
                  <c:v>1.6776656357112002E-5</c:v>
                </c:pt>
                <c:pt idx="9718">
                  <c:v>4.3995346911893514E-6</c:v>
                </c:pt>
                <c:pt idx="9719">
                  <c:v>3.2008098445430074E-5</c:v>
                </c:pt>
                <c:pt idx="9720">
                  <c:v>5.9551038271570103E-5</c:v>
                </c:pt>
                <c:pt idx="9721">
                  <c:v>9.560757406741324E-6</c:v>
                </c:pt>
                <c:pt idx="9722">
                  <c:v>1.0462194945188792E-5</c:v>
                </c:pt>
                <c:pt idx="9723">
                  <c:v>3.0496601187654164E-3</c:v>
                </c:pt>
                <c:pt idx="9724">
                  <c:v>1.5076985186359316E-5</c:v>
                </c:pt>
                <c:pt idx="9725">
                  <c:v>6.4110596764635735E-5</c:v>
                </c:pt>
                <c:pt idx="9726">
                  <c:v>3.7785891230138651E-5</c:v>
                </c:pt>
                <c:pt idx="9727">
                  <c:v>5.4779774469671179E-5</c:v>
                </c:pt>
                <c:pt idx="9728">
                  <c:v>9.4444803279163273E-7</c:v>
                </c:pt>
                <c:pt idx="9729">
                  <c:v>1.0845851135974951E-5</c:v>
                </c:pt>
                <c:pt idx="9730">
                  <c:v>9.7088785736004858E-6</c:v>
                </c:pt>
                <c:pt idx="9731">
                  <c:v>1.044494598279756E-5</c:v>
                </c:pt>
                <c:pt idx="9732">
                  <c:v>2.5869692199616642E-4</c:v>
                </c:pt>
                <c:pt idx="9733">
                  <c:v>8.816337624214007E-6</c:v>
                </c:pt>
                <c:pt idx="9734">
                  <c:v>2.1011633575589626E-5</c:v>
                </c:pt>
                <c:pt idx="9735">
                  <c:v>1.0804113576994471E-6</c:v>
                </c:pt>
                <c:pt idx="9736">
                  <c:v>5.0216575427475297E-5</c:v>
                </c:pt>
                <c:pt idx="9737">
                  <c:v>4.4121085940521633E-5</c:v>
                </c:pt>
                <c:pt idx="9738">
                  <c:v>1.8854464559944349E-5</c:v>
                </c:pt>
                <c:pt idx="9739">
                  <c:v>1.7080065324100573E-5</c:v>
                </c:pt>
                <c:pt idx="9740">
                  <c:v>2.7901289067363319E-7</c:v>
                </c:pt>
                <c:pt idx="9741">
                  <c:v>0</c:v>
                </c:pt>
                <c:pt idx="9742">
                  <c:v>0</c:v>
                </c:pt>
                <c:pt idx="9743">
                  <c:v>2.6809800534867962E-5</c:v>
                </c:pt>
                <c:pt idx="9744">
                  <c:v>7.083307782083421E-6</c:v>
                </c:pt>
                <c:pt idx="9745">
                  <c:v>1.0815775435143692E-5</c:v>
                </c:pt>
                <c:pt idx="9746">
                  <c:v>2.7944246425687419E-3</c:v>
                </c:pt>
                <c:pt idx="9747">
                  <c:v>1.6923543839832357E-3</c:v>
                </c:pt>
                <c:pt idx="9748">
                  <c:v>3.1561553212311201E-4</c:v>
                </c:pt>
                <c:pt idx="9749">
                  <c:v>2.9887250501147847E-5</c:v>
                </c:pt>
                <c:pt idx="9750">
                  <c:v>3.7256724291511841E-5</c:v>
                </c:pt>
                <c:pt idx="9751">
                  <c:v>1.3411227736999444E-5</c:v>
                </c:pt>
                <c:pt idx="9752">
                  <c:v>1.9664125103980505E-4</c:v>
                </c:pt>
                <c:pt idx="9753">
                  <c:v>3.6472181925121334E-6</c:v>
                </c:pt>
                <c:pt idx="9754">
                  <c:v>5.7277183725835694E-8</c:v>
                </c:pt>
                <c:pt idx="9755">
                  <c:v>1.7661104461221183E-5</c:v>
                </c:pt>
                <c:pt idx="9756">
                  <c:v>1.6743186471850289E-5</c:v>
                </c:pt>
                <c:pt idx="9757">
                  <c:v>7.7020255289231448E-7</c:v>
                </c:pt>
                <c:pt idx="9758">
                  <c:v>2.8487999394007411E-5</c:v>
                </c:pt>
                <c:pt idx="9759">
                  <c:v>5.596309562250517E-4</c:v>
                </c:pt>
                <c:pt idx="9760">
                  <c:v>9.4641146045261826E-6</c:v>
                </c:pt>
                <c:pt idx="9761">
                  <c:v>7.2864589103427723E-7</c:v>
                </c:pt>
                <c:pt idx="9762">
                  <c:v>7.5272352679773235E-4</c:v>
                </c:pt>
                <c:pt idx="9763">
                  <c:v>1.0023923792428371E-5</c:v>
                </c:pt>
                <c:pt idx="9764">
                  <c:v>4.8351756519485149E-3</c:v>
                </c:pt>
                <c:pt idx="9765">
                  <c:v>1.1080686674108451E-4</c:v>
                </c:pt>
                <c:pt idx="9766">
                  <c:v>2.7525668780044011E-5</c:v>
                </c:pt>
                <c:pt idx="9767">
                  <c:v>6.8270472627521994E-5</c:v>
                </c:pt>
                <c:pt idx="9768">
                  <c:v>0</c:v>
                </c:pt>
                <c:pt idx="9769">
                  <c:v>6.9964181552860429E-5</c:v>
                </c:pt>
                <c:pt idx="9770">
                  <c:v>1.2484738192348773E-5</c:v>
                </c:pt>
                <c:pt idx="9771">
                  <c:v>7.151576589799919E-7</c:v>
                </c:pt>
                <c:pt idx="9772">
                  <c:v>2.8584783959548894E-6</c:v>
                </c:pt>
                <c:pt idx="9773">
                  <c:v>8.9450873697487411E-5</c:v>
                </c:pt>
                <c:pt idx="9774">
                  <c:v>4.8616214561396919E-5</c:v>
                </c:pt>
                <c:pt idx="9775">
                  <c:v>2.2916980763197051E-5</c:v>
                </c:pt>
                <c:pt idx="9776">
                  <c:v>1.4718705750043923E-5</c:v>
                </c:pt>
                <c:pt idx="9777">
                  <c:v>7.8707294485250012E-6</c:v>
                </c:pt>
                <c:pt idx="9778">
                  <c:v>7.1597144896922942E-6</c:v>
                </c:pt>
                <c:pt idx="9779">
                  <c:v>1.8516578437329766E-5</c:v>
                </c:pt>
                <c:pt idx="9780">
                  <c:v>1.7936611178764742E-5</c:v>
                </c:pt>
                <c:pt idx="9781">
                  <c:v>1.7330698392377185E-5</c:v>
                </c:pt>
                <c:pt idx="9782">
                  <c:v>6.9344399632894823E-6</c:v>
                </c:pt>
                <c:pt idx="9783">
                  <c:v>1.9002174922706194E-5</c:v>
                </c:pt>
                <c:pt idx="9784">
                  <c:v>2.8213019924199038E-4</c:v>
                </c:pt>
                <c:pt idx="9785">
                  <c:v>1.009037675404326E-5</c:v>
                </c:pt>
                <c:pt idx="9786">
                  <c:v>2.9701471580177288E-5</c:v>
                </c:pt>
                <c:pt idx="9787">
                  <c:v>1.1949848067810832E-5</c:v>
                </c:pt>
                <c:pt idx="9788">
                  <c:v>1.9700187684492982E-5</c:v>
                </c:pt>
                <c:pt idx="9789">
                  <c:v>1.085774488878368E-5</c:v>
                </c:pt>
                <c:pt idx="9790">
                  <c:v>2.6107468124809105E-5</c:v>
                </c:pt>
                <c:pt idx="9791">
                  <c:v>1.1397776051897699E-6</c:v>
                </c:pt>
                <c:pt idx="9792">
                  <c:v>1.3548599578358608E-5</c:v>
                </c:pt>
                <c:pt idx="9793">
                  <c:v>2.075780295334929E-4</c:v>
                </c:pt>
                <c:pt idx="9794">
                  <c:v>0</c:v>
                </c:pt>
                <c:pt idx="9795">
                  <c:v>0</c:v>
                </c:pt>
                <c:pt idx="9796">
                  <c:v>1.9103172978575474E-5</c:v>
                </c:pt>
                <c:pt idx="9797">
                  <c:v>3.3945342070033187E-7</c:v>
                </c:pt>
                <c:pt idx="9798">
                  <c:v>2.1323986339737077E-4</c:v>
                </c:pt>
                <c:pt idx="9799">
                  <c:v>4.3519402019409883E-5</c:v>
                </c:pt>
                <c:pt idx="9800">
                  <c:v>1.2809280829542301E-5</c:v>
                </c:pt>
                <c:pt idx="9801">
                  <c:v>1.3620584807756862E-5</c:v>
                </c:pt>
                <c:pt idx="9802">
                  <c:v>5.3773637156447166E-5</c:v>
                </c:pt>
                <c:pt idx="9803">
                  <c:v>3.5291389166510481E-6</c:v>
                </c:pt>
                <c:pt idx="9804">
                  <c:v>0</c:v>
                </c:pt>
                <c:pt idx="9805">
                  <c:v>5.0529282848392833E-7</c:v>
                </c:pt>
                <c:pt idx="9806">
                  <c:v>5.9516944488478208E-5</c:v>
                </c:pt>
                <c:pt idx="9807">
                  <c:v>2.1301261132513245E-5</c:v>
                </c:pt>
                <c:pt idx="9808">
                  <c:v>2.124246494454234E-5</c:v>
                </c:pt>
                <c:pt idx="9809">
                  <c:v>1.1583655194998234E-5</c:v>
                </c:pt>
                <c:pt idx="9810">
                  <c:v>1.8441975346399049E-5</c:v>
                </c:pt>
                <c:pt idx="9811">
                  <c:v>3.9476691245221353E-7</c:v>
                </c:pt>
                <c:pt idx="9812">
                  <c:v>4.2670275029203489E-5</c:v>
                </c:pt>
                <c:pt idx="9813">
                  <c:v>3.2275473228355298E-6</c:v>
                </c:pt>
                <c:pt idx="9814">
                  <c:v>2.5462486585956811E-5</c:v>
                </c:pt>
                <c:pt idx="9815">
                  <c:v>0</c:v>
                </c:pt>
                <c:pt idx="9816">
                  <c:v>0</c:v>
                </c:pt>
                <c:pt idx="9817">
                  <c:v>3.5816267344470276E-5</c:v>
                </c:pt>
                <c:pt idx="9818">
                  <c:v>0</c:v>
                </c:pt>
                <c:pt idx="9819">
                  <c:v>6.1164011809968015E-5</c:v>
                </c:pt>
                <c:pt idx="9820">
                  <c:v>5.5290779860893901E-5</c:v>
                </c:pt>
                <c:pt idx="9821">
                  <c:v>6.783107531601394E-4</c:v>
                </c:pt>
                <c:pt idx="9822">
                  <c:v>3.0536020599237248E-6</c:v>
                </c:pt>
                <c:pt idx="9823">
                  <c:v>1.2921408885477552E-5</c:v>
                </c:pt>
                <c:pt idx="9824">
                  <c:v>1.4895624599097981E-6</c:v>
                </c:pt>
                <c:pt idx="9825">
                  <c:v>4.538324313958548E-5</c:v>
                </c:pt>
                <c:pt idx="9826">
                  <c:v>3.1187942852296276E-5</c:v>
                </c:pt>
                <c:pt idx="9827">
                  <c:v>2.7454662987210011E-5</c:v>
                </c:pt>
                <c:pt idx="9828">
                  <c:v>1.56950614136464E-5</c:v>
                </c:pt>
                <c:pt idx="9829">
                  <c:v>1.8602388159197793E-5</c:v>
                </c:pt>
                <c:pt idx="9830">
                  <c:v>1.4650874802568123E-5</c:v>
                </c:pt>
                <c:pt idx="9831">
                  <c:v>3.7833639204458461E-7</c:v>
                </c:pt>
                <c:pt idx="9832">
                  <c:v>0</c:v>
                </c:pt>
                <c:pt idx="9833">
                  <c:v>1.6417038334601636E-5</c:v>
                </c:pt>
                <c:pt idx="9834">
                  <c:v>3.6749581007994276E-5</c:v>
                </c:pt>
                <c:pt idx="9835">
                  <c:v>1.1863339559535723E-4</c:v>
                </c:pt>
                <c:pt idx="9836">
                  <c:v>1.2578276030024159E-5</c:v>
                </c:pt>
                <c:pt idx="9837">
                  <c:v>1.1299383540684593E-4</c:v>
                </c:pt>
                <c:pt idx="9838">
                  <c:v>0</c:v>
                </c:pt>
                <c:pt idx="9839">
                  <c:v>0</c:v>
                </c:pt>
                <c:pt idx="9840">
                  <c:v>2.8573706543269362E-5</c:v>
                </c:pt>
                <c:pt idx="9841">
                  <c:v>5.4442187625551521E-5</c:v>
                </c:pt>
                <c:pt idx="9842">
                  <c:v>2.949982128989914E-5</c:v>
                </c:pt>
                <c:pt idx="9843">
                  <c:v>8.0746625100109254E-7</c:v>
                </c:pt>
                <c:pt idx="9844">
                  <c:v>1.5072599905999247E-4</c:v>
                </c:pt>
                <c:pt idx="9845">
                  <c:v>0</c:v>
                </c:pt>
                <c:pt idx="9846">
                  <c:v>4.6144720633908413E-5</c:v>
                </c:pt>
                <c:pt idx="9847">
                  <c:v>2.4525464647337024E-5</c:v>
                </c:pt>
                <c:pt idx="9848">
                  <c:v>1.6369646496974321E-5</c:v>
                </c:pt>
                <c:pt idx="9849">
                  <c:v>5.676938549323998E-4</c:v>
                </c:pt>
                <c:pt idx="9850">
                  <c:v>2.7246071171974686E-5</c:v>
                </c:pt>
                <c:pt idx="9851">
                  <c:v>1.6117993799782439E-5</c:v>
                </c:pt>
                <c:pt idx="9852">
                  <c:v>5.3473026479154496E-5</c:v>
                </c:pt>
                <c:pt idx="9853">
                  <c:v>1.263030884453437E-5</c:v>
                </c:pt>
                <c:pt idx="9854">
                  <c:v>1.0734570140102113E-5</c:v>
                </c:pt>
                <c:pt idx="9855">
                  <c:v>9.4964565320181747E-5</c:v>
                </c:pt>
                <c:pt idx="9856">
                  <c:v>2.4648144462150581E-6</c:v>
                </c:pt>
                <c:pt idx="9857">
                  <c:v>9.4779454187971441E-6</c:v>
                </c:pt>
                <c:pt idx="9858">
                  <c:v>1.6701841119816438E-5</c:v>
                </c:pt>
                <c:pt idx="9859">
                  <c:v>1.1293100766153279E-7</c:v>
                </c:pt>
                <c:pt idx="9860">
                  <c:v>8.1410822839413706E-5</c:v>
                </c:pt>
                <c:pt idx="9861">
                  <c:v>7.2674369862380322E-5</c:v>
                </c:pt>
                <c:pt idx="9862">
                  <c:v>1.9865163114033389E-5</c:v>
                </c:pt>
                <c:pt idx="9863">
                  <c:v>8.1505126146764292E-7</c:v>
                </c:pt>
                <c:pt idx="9864">
                  <c:v>9.2935723106371331E-7</c:v>
                </c:pt>
                <c:pt idx="9865">
                  <c:v>1.2421426846876716E-5</c:v>
                </c:pt>
                <c:pt idx="9866">
                  <c:v>1.6475925446113135E-5</c:v>
                </c:pt>
                <c:pt idx="9867">
                  <c:v>4.7159356008287154E-6</c:v>
                </c:pt>
                <c:pt idx="9868">
                  <c:v>3.3206020006228635E-5</c:v>
                </c:pt>
                <c:pt idx="9869">
                  <c:v>5.2017147009238469E-5</c:v>
                </c:pt>
                <c:pt idx="9870">
                  <c:v>4.0736864511746334E-5</c:v>
                </c:pt>
                <c:pt idx="9871">
                  <c:v>4.9836962068982888E-6</c:v>
                </c:pt>
                <c:pt idx="9872">
                  <c:v>4.0743843938792934E-7</c:v>
                </c:pt>
                <c:pt idx="9873">
                  <c:v>2.0577439886151321E-5</c:v>
                </c:pt>
                <c:pt idx="9874">
                  <c:v>7.0786640755607044E-5</c:v>
                </c:pt>
                <c:pt idx="9875">
                  <c:v>2.1128875329138536E-5</c:v>
                </c:pt>
                <c:pt idx="9876">
                  <c:v>2.0396929209234838E-5</c:v>
                </c:pt>
                <c:pt idx="9877">
                  <c:v>2.1763665589072706E-5</c:v>
                </c:pt>
                <c:pt idx="9878">
                  <c:v>3.7279230304907156E-7</c:v>
                </c:pt>
                <c:pt idx="9879">
                  <c:v>0</c:v>
                </c:pt>
                <c:pt idx="9880">
                  <c:v>9.5911023038552229E-7</c:v>
                </c:pt>
                <c:pt idx="9881">
                  <c:v>4.1303263297496349E-5</c:v>
                </c:pt>
                <c:pt idx="9882">
                  <c:v>3.0169651895970001E-5</c:v>
                </c:pt>
                <c:pt idx="9883">
                  <c:v>0</c:v>
                </c:pt>
                <c:pt idx="9884">
                  <c:v>7.9052226818211069E-7</c:v>
                </c:pt>
                <c:pt idx="9885">
                  <c:v>3.137693595004409E-5</c:v>
                </c:pt>
                <c:pt idx="9886">
                  <c:v>0</c:v>
                </c:pt>
                <c:pt idx="9887">
                  <c:v>1.7931127752288134E-6</c:v>
                </c:pt>
                <c:pt idx="9888">
                  <c:v>5.9418587414014307E-5</c:v>
                </c:pt>
                <c:pt idx="9889">
                  <c:v>5.980517923441976E-5</c:v>
                </c:pt>
                <c:pt idx="9890">
                  <c:v>7.2767821247611407E-6</c:v>
                </c:pt>
                <c:pt idx="9891">
                  <c:v>0</c:v>
                </c:pt>
                <c:pt idx="9892">
                  <c:v>1.5551767978683889E-5</c:v>
                </c:pt>
                <c:pt idx="9893">
                  <c:v>1.4028251715726071E-5</c:v>
                </c:pt>
                <c:pt idx="9894">
                  <c:v>2.1634433767842199E-7</c:v>
                </c:pt>
                <c:pt idx="9895">
                  <c:v>5.1418154041709787E-6</c:v>
                </c:pt>
                <c:pt idx="9896">
                  <c:v>1.0989652965589463E-5</c:v>
                </c:pt>
                <c:pt idx="9897">
                  <c:v>3.2348688511407228E-7</c:v>
                </c:pt>
                <c:pt idx="9898">
                  <c:v>1.0899460671309827E-4</c:v>
                </c:pt>
                <c:pt idx="9899">
                  <c:v>3.390173583251343E-5</c:v>
                </c:pt>
                <c:pt idx="9900">
                  <c:v>0</c:v>
                </c:pt>
                <c:pt idx="9901">
                  <c:v>9.1264859510314293E-6</c:v>
                </c:pt>
                <c:pt idx="9902">
                  <c:v>1.5035527585888769E-5</c:v>
                </c:pt>
                <c:pt idx="9903">
                  <c:v>2.6637220573112525E-5</c:v>
                </c:pt>
                <c:pt idx="9904">
                  <c:v>7.888953721244775E-8</c:v>
                </c:pt>
                <c:pt idx="9905">
                  <c:v>2.5036996036527696E-5</c:v>
                </c:pt>
                <c:pt idx="9906">
                  <c:v>3.3054020835054845E-5</c:v>
                </c:pt>
                <c:pt idx="9907">
                  <c:v>6.771583067418365E-6</c:v>
                </c:pt>
                <c:pt idx="9908">
                  <c:v>3.8125460777649686E-4</c:v>
                </c:pt>
                <c:pt idx="9909">
                  <c:v>9.364761125206923E-5</c:v>
                </c:pt>
                <c:pt idx="9910">
                  <c:v>2.3638286563917249E-5</c:v>
                </c:pt>
                <c:pt idx="9911">
                  <c:v>4.9763422570884308E-5</c:v>
                </c:pt>
                <c:pt idx="9912">
                  <c:v>0</c:v>
                </c:pt>
                <c:pt idx="9913">
                  <c:v>7.8913544068610458E-5</c:v>
                </c:pt>
                <c:pt idx="9914">
                  <c:v>5.6554256269799307E-5</c:v>
                </c:pt>
                <c:pt idx="9915">
                  <c:v>2.6045177698709685E-5</c:v>
                </c:pt>
                <c:pt idx="9916">
                  <c:v>1.4330759934152132E-5</c:v>
                </c:pt>
                <c:pt idx="9917">
                  <c:v>1.0671156795576033E-3</c:v>
                </c:pt>
                <c:pt idx="9918">
                  <c:v>2.4242389574063966E-5</c:v>
                </c:pt>
                <c:pt idx="9919">
                  <c:v>4.0894710462690831E-8</c:v>
                </c:pt>
                <c:pt idx="9920">
                  <c:v>5.9519867293679922E-6</c:v>
                </c:pt>
                <c:pt idx="9921">
                  <c:v>1.8989470550821354E-5</c:v>
                </c:pt>
                <c:pt idx="9922">
                  <c:v>1.017456332879542E-4</c:v>
                </c:pt>
                <c:pt idx="9923">
                  <c:v>2.0720942296815437E-5</c:v>
                </c:pt>
                <c:pt idx="9924">
                  <c:v>1.4385838664772652E-5</c:v>
                </c:pt>
                <c:pt idx="9925">
                  <c:v>7.4402839543982458E-6</c:v>
                </c:pt>
                <c:pt idx="9926">
                  <c:v>2.3332559081166202E-5</c:v>
                </c:pt>
                <c:pt idx="9927">
                  <c:v>1.1106319995906432E-6</c:v>
                </c:pt>
                <c:pt idx="9928">
                  <c:v>7.8826608287602736E-5</c:v>
                </c:pt>
                <c:pt idx="9929">
                  <c:v>2.3669281554196188E-6</c:v>
                </c:pt>
                <c:pt idx="9930">
                  <c:v>0</c:v>
                </c:pt>
                <c:pt idx="9931">
                  <c:v>1.516475535313234E-5</c:v>
                </c:pt>
                <c:pt idx="9932">
                  <c:v>3.7043281028034095E-7</c:v>
                </c:pt>
                <c:pt idx="9933">
                  <c:v>2.5042563543534247E-6</c:v>
                </c:pt>
                <c:pt idx="9934">
                  <c:v>7.5743182644974995E-6</c:v>
                </c:pt>
                <c:pt idx="9935">
                  <c:v>3.016373957443002E-5</c:v>
                </c:pt>
                <c:pt idx="9936">
                  <c:v>1.9813107299553257E-5</c:v>
                </c:pt>
                <c:pt idx="9937">
                  <c:v>3.7417913870685511E-5</c:v>
                </c:pt>
                <c:pt idx="9938">
                  <c:v>3.4277029488912957E-5</c:v>
                </c:pt>
                <c:pt idx="9939">
                  <c:v>1.8256637413675298E-5</c:v>
                </c:pt>
                <c:pt idx="9940">
                  <c:v>2.8934715971711335E-5</c:v>
                </c:pt>
                <c:pt idx="9941">
                  <c:v>0</c:v>
                </c:pt>
                <c:pt idx="9942">
                  <c:v>4.070824603609651E-7</c:v>
                </c:pt>
                <c:pt idx="9943">
                  <c:v>5.1226811060787224E-6</c:v>
                </c:pt>
                <c:pt idx="9944">
                  <c:v>2.233601901756626E-5</c:v>
                </c:pt>
                <c:pt idx="9945">
                  <c:v>7.3233804506582821E-5</c:v>
                </c:pt>
                <c:pt idx="9946">
                  <c:v>1.052276767055446E-4</c:v>
                </c:pt>
                <c:pt idx="9947">
                  <c:v>1.3362725575752162E-4</c:v>
                </c:pt>
                <c:pt idx="9948">
                  <c:v>3.89814178947976E-4</c:v>
                </c:pt>
                <c:pt idx="9949">
                  <c:v>3.7250248504130323E-5</c:v>
                </c:pt>
                <c:pt idx="9950">
                  <c:v>6.3255695617249922E-5</c:v>
                </c:pt>
                <c:pt idx="9951">
                  <c:v>6.7676445775121413E-5</c:v>
                </c:pt>
                <c:pt idx="9952">
                  <c:v>1.7944249703449303E-5</c:v>
                </c:pt>
                <c:pt idx="9953">
                  <c:v>1.1554046734265941E-4</c:v>
                </c:pt>
                <c:pt idx="9954">
                  <c:v>3.7747157811159671E-5</c:v>
                </c:pt>
                <c:pt idx="9955">
                  <c:v>1.5125015290539287E-4</c:v>
                </c:pt>
                <c:pt idx="9956">
                  <c:v>1.2996402544977501E-4</c:v>
                </c:pt>
                <c:pt idx="9957">
                  <c:v>8.1803307251039257E-5</c:v>
                </c:pt>
                <c:pt idx="9958">
                  <c:v>1.7695502212275444E-4</c:v>
                </c:pt>
                <c:pt idx="9959">
                  <c:v>4.7488111187854627E-3</c:v>
                </c:pt>
                <c:pt idx="9960">
                  <c:v>1.7673241066528008E-5</c:v>
                </c:pt>
                <c:pt idx="9961">
                  <c:v>1.7801994594933201E-5</c:v>
                </c:pt>
                <c:pt idx="9962">
                  <c:v>1.6147707478546981E-5</c:v>
                </c:pt>
                <c:pt idx="9963">
                  <c:v>0</c:v>
                </c:pt>
                <c:pt idx="9964">
                  <c:v>1.2241471149716072E-4</c:v>
                </c:pt>
                <c:pt idx="9965">
                  <c:v>5.2336663988328785E-5</c:v>
                </c:pt>
                <c:pt idx="9966">
                  <c:v>0</c:v>
                </c:pt>
                <c:pt idx="9967">
                  <c:v>3.8865475980826356E-5</c:v>
                </c:pt>
                <c:pt idx="9968">
                  <c:v>0</c:v>
                </c:pt>
                <c:pt idx="9969">
                  <c:v>1.536662440711062E-5</c:v>
                </c:pt>
                <c:pt idx="9970">
                  <c:v>4.0251428903778512E-5</c:v>
                </c:pt>
                <c:pt idx="9971">
                  <c:v>2.7258629360659412E-5</c:v>
                </c:pt>
                <c:pt idx="9972">
                  <c:v>1.5603960502190685E-5</c:v>
                </c:pt>
                <c:pt idx="9973">
                  <c:v>2.0560626853202976E-6</c:v>
                </c:pt>
                <c:pt idx="9974">
                  <c:v>2.9765208427510057E-5</c:v>
                </c:pt>
                <c:pt idx="9975">
                  <c:v>3.6019552599565067E-5</c:v>
                </c:pt>
                <c:pt idx="9976">
                  <c:v>6.3347708185556403E-8</c:v>
                </c:pt>
                <c:pt idx="9977">
                  <c:v>2.1319856797561112E-5</c:v>
                </c:pt>
                <c:pt idx="9978">
                  <c:v>1.7270180977595241E-5</c:v>
                </c:pt>
                <c:pt idx="9979">
                  <c:v>1.2050401149444745E-5</c:v>
                </c:pt>
                <c:pt idx="9980">
                  <c:v>8.897644101588659E-6</c:v>
                </c:pt>
                <c:pt idx="9981">
                  <c:v>7.7365810816088304E-6</c:v>
                </c:pt>
                <c:pt idx="9982">
                  <c:v>3.3774359615507768E-5</c:v>
                </c:pt>
                <c:pt idx="9983">
                  <c:v>7.2405979047244318E-8</c:v>
                </c:pt>
                <c:pt idx="9984">
                  <c:v>8.9448796658684704E-6</c:v>
                </c:pt>
                <c:pt idx="9985">
                  <c:v>1.2963781383143098E-5</c:v>
                </c:pt>
                <c:pt idx="9986">
                  <c:v>0</c:v>
                </c:pt>
                <c:pt idx="9987">
                  <c:v>2.0553032652129679E-5</c:v>
                </c:pt>
                <c:pt idx="9988">
                  <c:v>3.1429984646222359E-4</c:v>
                </c:pt>
                <c:pt idx="9989">
                  <c:v>2.1292447437908205E-5</c:v>
                </c:pt>
                <c:pt idx="9990">
                  <c:v>0</c:v>
                </c:pt>
                <c:pt idx="9991">
                  <c:v>4.7362242279163394E-4</c:v>
                </c:pt>
                <c:pt idx="9992">
                  <c:v>3.1135336310141688E-5</c:v>
                </c:pt>
                <c:pt idx="9993">
                  <c:v>2.2826310088076813E-5</c:v>
                </c:pt>
                <c:pt idx="9994">
                  <c:v>0</c:v>
                </c:pt>
                <c:pt idx="9995">
                  <c:v>5.7969723620703092E-5</c:v>
                </c:pt>
                <c:pt idx="9996">
                  <c:v>3.2138892017894258E-5</c:v>
                </c:pt>
                <c:pt idx="9997">
                  <c:v>9.6015667673019884E-6</c:v>
                </c:pt>
                <c:pt idx="9998">
                  <c:v>3.5693112889879233E-5</c:v>
                </c:pt>
                <c:pt idx="9999">
                  <c:v>9.5973366183706829E-6</c:v>
                </c:pt>
                <c:pt idx="10000">
                  <c:v>1.1916756210579642E-5</c:v>
                </c:pt>
                <c:pt idx="10001">
                  <c:v>1.0530371483167985E-5</c:v>
                </c:pt>
                <c:pt idx="10002">
                  <c:v>4.6526097397729281E-5</c:v>
                </c:pt>
                <c:pt idx="10003">
                  <c:v>3.2598749802182529E-7</c:v>
                </c:pt>
                <c:pt idx="10004">
                  <c:v>6.8654097118203969E-6</c:v>
                </c:pt>
                <c:pt idx="10005">
                  <c:v>4.1973220487082084E-6</c:v>
                </c:pt>
                <c:pt idx="10006">
                  <c:v>1.3342992909279593E-5</c:v>
                </c:pt>
                <c:pt idx="10007">
                  <c:v>4.6767450923624403E-5</c:v>
                </c:pt>
                <c:pt idx="10008">
                  <c:v>1.8171634681901517E-6</c:v>
                </c:pt>
                <c:pt idx="10009">
                  <c:v>1.497157175736836E-5</c:v>
                </c:pt>
                <c:pt idx="10010">
                  <c:v>1.2464936921242302E-5</c:v>
                </c:pt>
                <c:pt idx="10011">
                  <c:v>1.2841928681026688E-5</c:v>
                </c:pt>
                <c:pt idx="10012">
                  <c:v>5.9554704417103538E-6</c:v>
                </c:pt>
                <c:pt idx="10013">
                  <c:v>0</c:v>
                </c:pt>
                <c:pt idx="10014">
                  <c:v>4.7361322268122821E-5</c:v>
                </c:pt>
                <c:pt idx="10015">
                  <c:v>4.5719227978219264E-5</c:v>
                </c:pt>
                <c:pt idx="10016">
                  <c:v>0</c:v>
                </c:pt>
                <c:pt idx="10017">
                  <c:v>1.7238705151229465E-4</c:v>
                </c:pt>
                <c:pt idx="10018">
                  <c:v>4.5894214173943421E-4</c:v>
                </c:pt>
                <c:pt idx="10019">
                  <c:v>1.0655677481127781E-5</c:v>
                </c:pt>
                <c:pt idx="10020">
                  <c:v>1.0507854706157289E-4</c:v>
                </c:pt>
                <c:pt idx="10021">
                  <c:v>1.7622621009112973E-6</c:v>
                </c:pt>
                <c:pt idx="10022">
                  <c:v>8.6158612715912505E-8</c:v>
                </c:pt>
                <c:pt idx="10023">
                  <c:v>2.2696967939833876E-4</c:v>
                </c:pt>
                <c:pt idx="10024">
                  <c:v>2.1869931189652552E-6</c:v>
                </c:pt>
                <c:pt idx="10025">
                  <c:v>4.5497059972797929E-5</c:v>
                </c:pt>
                <c:pt idx="10026">
                  <c:v>1.1441380318084509E-4</c:v>
                </c:pt>
                <c:pt idx="10027">
                  <c:v>1.5032222213032669E-5</c:v>
                </c:pt>
                <c:pt idx="10028">
                  <c:v>4.0313704356356875E-3</c:v>
                </c:pt>
                <c:pt idx="10029">
                  <c:v>1.0858346883793716E-4</c:v>
                </c:pt>
                <c:pt idx="10030">
                  <c:v>5.9697093555269191E-5</c:v>
                </c:pt>
                <c:pt idx="10031">
                  <c:v>8.6452212564990141E-6</c:v>
                </c:pt>
                <c:pt idx="10032">
                  <c:v>1.4325090147286202E-5</c:v>
                </c:pt>
                <c:pt idx="10033">
                  <c:v>5.2115286639250102E-4</c:v>
                </c:pt>
                <c:pt idx="10034">
                  <c:v>8.0813672266409813E-7</c:v>
                </c:pt>
                <c:pt idx="10035">
                  <c:v>4.2383188900620492E-5</c:v>
                </c:pt>
                <c:pt idx="10036">
                  <c:v>4.4852815375488781E-7</c:v>
                </c:pt>
                <c:pt idx="10037">
                  <c:v>2.7402454507663378E-6</c:v>
                </c:pt>
                <c:pt idx="10038">
                  <c:v>2.952721357720551E-6</c:v>
                </c:pt>
                <c:pt idx="10039">
                  <c:v>4.0589294994794455E-5</c:v>
                </c:pt>
                <c:pt idx="10040">
                  <c:v>5.3170350984183734E-6</c:v>
                </c:pt>
                <c:pt idx="10041">
                  <c:v>2.1100634355109082E-5</c:v>
                </c:pt>
                <c:pt idx="10042">
                  <c:v>9.8286805799184784E-5</c:v>
                </c:pt>
                <c:pt idx="10043">
                  <c:v>1.3771645984228103E-4</c:v>
                </c:pt>
                <c:pt idx="10044">
                  <c:v>1.5100295314772789E-5</c:v>
                </c:pt>
                <c:pt idx="10045">
                  <c:v>1.3829673178805864E-5</c:v>
                </c:pt>
                <c:pt idx="10046">
                  <c:v>5.9850812066390123E-5</c:v>
                </c:pt>
                <c:pt idx="10047">
                  <c:v>6.0237083882379502E-6</c:v>
                </c:pt>
                <c:pt idx="10048">
                  <c:v>1.1091419228213707E-6</c:v>
                </c:pt>
                <c:pt idx="10049">
                  <c:v>5.3637935777425939E-6</c:v>
                </c:pt>
                <c:pt idx="10050">
                  <c:v>6.9166906118070314E-5</c:v>
                </c:pt>
                <c:pt idx="10051">
                  <c:v>1.049622389870982E-6</c:v>
                </c:pt>
                <c:pt idx="10052">
                  <c:v>6.5320559362356928E-6</c:v>
                </c:pt>
                <c:pt idx="10053">
                  <c:v>1.9982279710028684E-5</c:v>
                </c:pt>
                <c:pt idx="10054">
                  <c:v>9.0368084696469266E-5</c:v>
                </c:pt>
                <c:pt idx="10055">
                  <c:v>1.0485068781788386E-5</c:v>
                </c:pt>
                <c:pt idx="10056">
                  <c:v>1.7105132595627632E-4</c:v>
                </c:pt>
                <c:pt idx="10057">
                  <c:v>1.899373830385527E-5</c:v>
                </c:pt>
                <c:pt idx="10058">
                  <c:v>2.9152064805605633E-4</c:v>
                </c:pt>
                <c:pt idx="10059">
                  <c:v>1.4962081543891963E-5</c:v>
                </c:pt>
                <c:pt idx="10060">
                  <c:v>1.0326902685468502E-5</c:v>
                </c:pt>
                <c:pt idx="10061">
                  <c:v>6.9082172895611619E-5</c:v>
                </c:pt>
                <c:pt idx="10062">
                  <c:v>8.89590631636428E-5</c:v>
                </c:pt>
                <c:pt idx="10063">
                  <c:v>6.0106306309235202E-5</c:v>
                </c:pt>
                <c:pt idx="10064">
                  <c:v>1.9657415501135874E-7</c:v>
                </c:pt>
                <c:pt idx="10065">
                  <c:v>7.4354864986689317E-4</c:v>
                </c:pt>
                <c:pt idx="10066">
                  <c:v>1.7292612233442521E-5</c:v>
                </c:pt>
                <c:pt idx="10067">
                  <c:v>3.1798171274224508E-5</c:v>
                </c:pt>
                <c:pt idx="10068">
                  <c:v>1.4315376781123621E-5</c:v>
                </c:pt>
                <c:pt idx="10069">
                  <c:v>4.0727774559980905E-6</c:v>
                </c:pt>
                <c:pt idx="10070">
                  <c:v>2.589568206944508E-6</c:v>
                </c:pt>
                <c:pt idx="10071">
                  <c:v>2.9785422532618852E-5</c:v>
                </c:pt>
                <c:pt idx="10072">
                  <c:v>1.3880131860544823E-5</c:v>
                </c:pt>
                <c:pt idx="10073">
                  <c:v>7.0726025937099435E-8</c:v>
                </c:pt>
                <c:pt idx="10074">
                  <c:v>4.208399444009592E-5</c:v>
                </c:pt>
                <c:pt idx="10075">
                  <c:v>2.3411864000389117E-5</c:v>
                </c:pt>
                <c:pt idx="10076">
                  <c:v>1.2262081033270389E-4</c:v>
                </c:pt>
                <c:pt idx="10077">
                  <c:v>1.9432949854332635E-5</c:v>
                </c:pt>
                <c:pt idx="10078">
                  <c:v>0</c:v>
                </c:pt>
                <c:pt idx="10079">
                  <c:v>0</c:v>
                </c:pt>
                <c:pt idx="10080">
                  <c:v>6.3941731453625957E-5</c:v>
                </c:pt>
                <c:pt idx="10081">
                  <c:v>1.0440319380652487E-4</c:v>
                </c:pt>
                <c:pt idx="10082">
                  <c:v>1.0101858721769201E-5</c:v>
                </c:pt>
                <c:pt idx="10083">
                  <c:v>8.8411737674710613E-5</c:v>
                </c:pt>
                <c:pt idx="10084">
                  <c:v>2.2584628444864666E-7</c:v>
                </c:pt>
                <c:pt idx="10085">
                  <c:v>3.9283177179795205E-5</c:v>
                </c:pt>
                <c:pt idx="10086">
                  <c:v>1.3477302135466883E-5</c:v>
                </c:pt>
                <c:pt idx="10087">
                  <c:v>1.3845850850213629E-5</c:v>
                </c:pt>
                <c:pt idx="10088">
                  <c:v>3.0006975473148485E-6</c:v>
                </c:pt>
                <c:pt idx="10089">
                  <c:v>6.0483051410565312E-4</c:v>
                </c:pt>
                <c:pt idx="10090">
                  <c:v>5.1042345595386683E-5</c:v>
                </c:pt>
                <c:pt idx="10091">
                  <c:v>2.7798356579132341E-5</c:v>
                </c:pt>
                <c:pt idx="10092">
                  <c:v>1.4302040677394649E-5</c:v>
                </c:pt>
                <c:pt idx="10093">
                  <c:v>3.7294682324980261E-5</c:v>
                </c:pt>
                <c:pt idx="10094">
                  <c:v>5.2571861432382703E-5</c:v>
                </c:pt>
                <c:pt idx="10095">
                  <c:v>5.554467415978464E-8</c:v>
                </c:pt>
                <c:pt idx="10096">
                  <c:v>8.1333701800406311E-6</c:v>
                </c:pt>
                <c:pt idx="10097">
                  <c:v>2.0820879999139391E-4</c:v>
                </c:pt>
                <c:pt idx="10098">
                  <c:v>3.1898751958924657E-6</c:v>
                </c:pt>
                <c:pt idx="10099">
                  <c:v>2.2115263739084812E-5</c:v>
                </c:pt>
                <c:pt idx="10100">
                  <c:v>1.5086092142202447E-5</c:v>
                </c:pt>
                <c:pt idx="10101">
                  <c:v>1.2485230745470181E-4</c:v>
                </c:pt>
                <c:pt idx="10102">
                  <c:v>3.4750698161129622E-6</c:v>
                </c:pt>
                <c:pt idx="10103">
                  <c:v>1.466599771384972E-5</c:v>
                </c:pt>
                <c:pt idx="10104">
                  <c:v>3.4157867007726292E-5</c:v>
                </c:pt>
                <c:pt idx="10105">
                  <c:v>3.1575228928860916E-5</c:v>
                </c:pt>
                <c:pt idx="10106">
                  <c:v>1.0932420595013715E-4</c:v>
                </c:pt>
                <c:pt idx="10107">
                  <c:v>3.21268964334082E-5</c:v>
                </c:pt>
                <c:pt idx="10108">
                  <c:v>0</c:v>
                </c:pt>
                <c:pt idx="10109">
                  <c:v>1.4707313037489581E-5</c:v>
                </c:pt>
                <c:pt idx="10110">
                  <c:v>0</c:v>
                </c:pt>
                <c:pt idx="10111">
                  <c:v>0</c:v>
                </c:pt>
                <c:pt idx="10112">
                  <c:v>6.5989612875925528E-5</c:v>
                </c:pt>
                <c:pt idx="10113">
                  <c:v>5.7952314028307587E-7</c:v>
                </c:pt>
                <c:pt idx="10114">
                  <c:v>1.7757094230168972E-6</c:v>
                </c:pt>
                <c:pt idx="10115">
                  <c:v>3.4615661939073202E-5</c:v>
                </c:pt>
                <c:pt idx="10116">
                  <c:v>6.6195790278049326E-5</c:v>
                </c:pt>
                <c:pt idx="10117">
                  <c:v>6.8527221055349823E-5</c:v>
                </c:pt>
                <c:pt idx="10118">
                  <c:v>2.735921304023463E-5</c:v>
                </c:pt>
                <c:pt idx="10119">
                  <c:v>2.1918459448000166E-4</c:v>
                </c:pt>
                <c:pt idx="10120">
                  <c:v>5.4677878347726093E-7</c:v>
                </c:pt>
                <c:pt idx="10121">
                  <c:v>4.3054967766793418E-7</c:v>
                </c:pt>
                <c:pt idx="10122">
                  <c:v>2.7135063328495385E-5</c:v>
                </c:pt>
                <c:pt idx="10123">
                  <c:v>2.714095649360126E-6</c:v>
                </c:pt>
                <c:pt idx="10124">
                  <c:v>3.3201827571718987E-5</c:v>
                </c:pt>
                <c:pt idx="10125">
                  <c:v>1.0183490760876911E-5</c:v>
                </c:pt>
                <c:pt idx="10126">
                  <c:v>3.2067345453492035E-5</c:v>
                </c:pt>
                <c:pt idx="10127">
                  <c:v>0</c:v>
                </c:pt>
                <c:pt idx="10128">
                  <c:v>3.4564697651665824E-5</c:v>
                </c:pt>
                <c:pt idx="10129">
                  <c:v>1.3169065995152369E-5</c:v>
                </c:pt>
                <c:pt idx="10130">
                  <c:v>2.125806745425086E-5</c:v>
                </c:pt>
                <c:pt idx="10131">
                  <c:v>8.5884684006023025E-5</c:v>
                </c:pt>
                <c:pt idx="10132">
                  <c:v>7.1980195436696403E-6</c:v>
                </c:pt>
                <c:pt idx="10133">
                  <c:v>9.8661205205551861E-5</c:v>
                </c:pt>
                <c:pt idx="10134">
                  <c:v>1.884000923108737E-7</c:v>
                </c:pt>
                <c:pt idx="10135">
                  <c:v>0</c:v>
                </c:pt>
                <c:pt idx="10136">
                  <c:v>6.4265973395494032E-5</c:v>
                </c:pt>
                <c:pt idx="10137">
                  <c:v>1.2638177580392641E-6</c:v>
                </c:pt>
                <c:pt idx="10138">
                  <c:v>7.6743989971764734E-7</c:v>
                </c:pt>
                <c:pt idx="10139">
                  <c:v>8.7997512662135523E-6</c:v>
                </c:pt>
                <c:pt idx="10140">
                  <c:v>7.3439783063937468E-6</c:v>
                </c:pt>
                <c:pt idx="10141">
                  <c:v>1.3601862586485816E-5</c:v>
                </c:pt>
                <c:pt idx="10142">
                  <c:v>3.2051192778434449E-6</c:v>
                </c:pt>
                <c:pt idx="10143">
                  <c:v>1.6670658782116591E-5</c:v>
                </c:pt>
                <c:pt idx="10144">
                  <c:v>1.6548814972252889E-7</c:v>
                </c:pt>
                <c:pt idx="10145">
                  <c:v>5.2531526013486833E-5</c:v>
                </c:pt>
                <c:pt idx="10146">
                  <c:v>4.3606425593233827E-5</c:v>
                </c:pt>
                <c:pt idx="10147">
                  <c:v>7.209083852704144E-7</c:v>
                </c:pt>
                <c:pt idx="10148">
                  <c:v>1.0115991089943515E-5</c:v>
                </c:pt>
                <c:pt idx="10149">
                  <c:v>2.7150875876506658E-5</c:v>
                </c:pt>
                <c:pt idx="10150">
                  <c:v>0</c:v>
                </c:pt>
                <c:pt idx="10151">
                  <c:v>2.4312416367977792E-6</c:v>
                </c:pt>
                <c:pt idx="10152">
                  <c:v>8.6237651348175165E-5</c:v>
                </c:pt>
                <c:pt idx="10153">
                  <c:v>2.6327815654783526E-5</c:v>
                </c:pt>
                <c:pt idx="10154">
                  <c:v>3.4897349609299262E-5</c:v>
                </c:pt>
                <c:pt idx="10155">
                  <c:v>6.9160281220313999E-5</c:v>
                </c:pt>
                <c:pt idx="10156">
                  <c:v>2.7289436933735452E-5</c:v>
                </c:pt>
                <c:pt idx="10157">
                  <c:v>4.3299563866882032E-7</c:v>
                </c:pt>
                <c:pt idx="10158">
                  <c:v>1.2194325375426721E-5</c:v>
                </c:pt>
                <c:pt idx="10159">
                  <c:v>5.7133677597337597E-5</c:v>
                </c:pt>
                <c:pt idx="10160">
                  <c:v>3.9682645717002028E-5</c:v>
                </c:pt>
                <c:pt idx="10161">
                  <c:v>2.7221554260894501E-5</c:v>
                </c:pt>
                <c:pt idx="10162">
                  <c:v>1.5710478781024983E-6</c:v>
                </c:pt>
                <c:pt idx="10163">
                  <c:v>1.2362961402175511E-5</c:v>
                </c:pt>
                <c:pt idx="10164">
                  <c:v>1.3906269032369597E-5</c:v>
                </c:pt>
                <c:pt idx="10165">
                  <c:v>1.4808698962045463E-5</c:v>
                </c:pt>
                <c:pt idx="10166">
                  <c:v>7.9886202581681306E-6</c:v>
                </c:pt>
                <c:pt idx="10167">
                  <c:v>4.2940880511297774E-6</c:v>
                </c:pt>
                <c:pt idx="10168">
                  <c:v>1.1137204301265301E-5</c:v>
                </c:pt>
                <c:pt idx="10169">
                  <c:v>1.9717281486991986E-7</c:v>
                </c:pt>
                <c:pt idx="10170">
                  <c:v>1.6218526652698614E-5</c:v>
                </c:pt>
                <c:pt idx="10171">
                  <c:v>0</c:v>
                </c:pt>
                <c:pt idx="10172">
                  <c:v>1.3967221550437329E-5</c:v>
                </c:pt>
                <c:pt idx="10173">
                  <c:v>2.4996372601127435E-5</c:v>
                </c:pt>
                <c:pt idx="10174">
                  <c:v>1.9577224339357432E-4</c:v>
                </c:pt>
                <c:pt idx="10175">
                  <c:v>1.9504147970826345E-5</c:v>
                </c:pt>
                <c:pt idx="10176">
                  <c:v>0</c:v>
                </c:pt>
                <c:pt idx="10177">
                  <c:v>5.2786701389991008E-5</c:v>
                </c:pt>
                <c:pt idx="10178">
                  <c:v>0</c:v>
                </c:pt>
                <c:pt idx="10179">
                  <c:v>1.2907909932636947E-6</c:v>
                </c:pt>
                <c:pt idx="10180">
                  <c:v>7.1382833706162133E-5</c:v>
                </c:pt>
                <c:pt idx="10181">
                  <c:v>3.5026952053241957E-6</c:v>
                </c:pt>
                <c:pt idx="10182">
                  <c:v>4.3156286105403134E-5</c:v>
                </c:pt>
                <c:pt idx="10183">
                  <c:v>3.1790868711663889E-5</c:v>
                </c:pt>
                <c:pt idx="10184">
                  <c:v>5.3730048711904704E-5</c:v>
                </c:pt>
                <c:pt idx="10185">
                  <c:v>2.6933779159269615E-7</c:v>
                </c:pt>
                <c:pt idx="10186">
                  <c:v>1.1584787639140036E-5</c:v>
                </c:pt>
                <c:pt idx="10187">
                  <c:v>3.4718924451735406E-5</c:v>
                </c:pt>
                <c:pt idx="10188">
                  <c:v>8.8318430763805303E-6</c:v>
                </c:pt>
                <c:pt idx="10189">
                  <c:v>9.3158968554116499E-5</c:v>
                </c:pt>
                <c:pt idx="10190">
                  <c:v>1.5856669343953434E-5</c:v>
                </c:pt>
                <c:pt idx="10191">
                  <c:v>3.4434062978295848E-4</c:v>
                </c:pt>
                <c:pt idx="10192">
                  <c:v>1.1287863065695854E-4</c:v>
                </c:pt>
                <c:pt idx="10193">
                  <c:v>5.6449846627573496E-5</c:v>
                </c:pt>
                <c:pt idx="10194">
                  <c:v>2.7673473594789644E-5</c:v>
                </c:pt>
                <c:pt idx="10195">
                  <c:v>2.788259463533175E-4</c:v>
                </c:pt>
                <c:pt idx="10196">
                  <c:v>3.5400705851297787E-5</c:v>
                </c:pt>
                <c:pt idx="10197">
                  <c:v>5.1025334039702076E-6</c:v>
                </c:pt>
                <c:pt idx="10198">
                  <c:v>2.2590300980602227E-3</c:v>
                </c:pt>
                <c:pt idx="10199">
                  <c:v>5.0402824460798727E-5</c:v>
                </c:pt>
                <c:pt idx="10200">
                  <c:v>3.017253222896976E-5</c:v>
                </c:pt>
                <c:pt idx="10201">
                  <c:v>4.1542955478173556E-4</c:v>
                </c:pt>
                <c:pt idx="10202">
                  <c:v>9.8189939176125566E-6</c:v>
                </c:pt>
                <c:pt idx="10203">
                  <c:v>7.2766745533023514E-5</c:v>
                </c:pt>
                <c:pt idx="10204">
                  <c:v>0</c:v>
                </c:pt>
                <c:pt idx="10205">
                  <c:v>4.2599859481925826E-5</c:v>
                </c:pt>
                <c:pt idx="10206">
                  <c:v>1.3947703130420352E-5</c:v>
                </c:pt>
                <c:pt idx="10207">
                  <c:v>7.0885970433566577E-5</c:v>
                </c:pt>
                <c:pt idx="10208">
                  <c:v>2.3399868396636779E-5</c:v>
                </c:pt>
                <c:pt idx="10209">
                  <c:v>3.6883411592196001E-5</c:v>
                </c:pt>
                <c:pt idx="10210">
                  <c:v>1.4366086065152925E-5</c:v>
                </c:pt>
                <c:pt idx="10211">
                  <c:v>4.1730417647799491E-5</c:v>
                </c:pt>
                <c:pt idx="10212">
                  <c:v>1.5324181067569211E-4</c:v>
                </c:pt>
                <c:pt idx="10213">
                  <c:v>9.0377098671376278E-6</c:v>
                </c:pt>
                <c:pt idx="10214">
                  <c:v>1.9278179930060073E-5</c:v>
                </c:pt>
                <c:pt idx="10215">
                  <c:v>8.4603350387356485E-6</c:v>
                </c:pt>
                <c:pt idx="10216">
                  <c:v>1.7920633028997086E-4</c:v>
                </c:pt>
                <c:pt idx="10217">
                  <c:v>7.1746747195432107E-7</c:v>
                </c:pt>
                <c:pt idx="10218">
                  <c:v>5.5278429613032972E-6</c:v>
                </c:pt>
                <c:pt idx="10219">
                  <c:v>4.5210567786218963E-7</c:v>
                </c:pt>
                <c:pt idx="10220">
                  <c:v>6.2516237036279442E-7</c:v>
                </c:pt>
                <c:pt idx="10221">
                  <c:v>1.435997831169126E-4</c:v>
                </c:pt>
                <c:pt idx="10222">
                  <c:v>4.8562580172616147E-5</c:v>
                </c:pt>
                <c:pt idx="10223">
                  <c:v>5.8998891406746974E-5</c:v>
                </c:pt>
                <c:pt idx="10224">
                  <c:v>1.4257678755327317E-7</c:v>
                </c:pt>
                <c:pt idx="10225">
                  <c:v>0</c:v>
                </c:pt>
                <c:pt idx="10226">
                  <c:v>0</c:v>
                </c:pt>
                <c:pt idx="10227">
                  <c:v>4.0542170680859378E-5</c:v>
                </c:pt>
                <c:pt idx="10228">
                  <c:v>9.8073187909195753E-6</c:v>
                </c:pt>
                <c:pt idx="10229">
                  <c:v>8.4579163299602609E-7</c:v>
                </c:pt>
                <c:pt idx="10230">
                  <c:v>2.5717273271351106E-5</c:v>
                </c:pt>
                <c:pt idx="10231">
                  <c:v>8.9120215673092111E-5</c:v>
                </c:pt>
                <c:pt idx="10232">
                  <c:v>6.2865225853728647E-4</c:v>
                </c:pt>
                <c:pt idx="10233">
                  <c:v>8.2077975294331737E-7</c:v>
                </c:pt>
                <c:pt idx="10234">
                  <c:v>5.0933454223579932E-6</c:v>
                </c:pt>
                <c:pt idx="10235">
                  <c:v>1.01610126528957E-5</c:v>
                </c:pt>
                <c:pt idx="10236">
                  <c:v>6.3431996055668551E-5</c:v>
                </c:pt>
                <c:pt idx="10237">
                  <c:v>2.1428896528545018E-5</c:v>
                </c:pt>
                <c:pt idx="10238">
                  <c:v>0</c:v>
                </c:pt>
                <c:pt idx="10239">
                  <c:v>5.0133403652299082E-6</c:v>
                </c:pt>
                <c:pt idx="10240">
                  <c:v>1.7571626771750228E-6</c:v>
                </c:pt>
                <c:pt idx="10241">
                  <c:v>2.4048029691336186E-5</c:v>
                </c:pt>
                <c:pt idx="10242">
                  <c:v>0</c:v>
                </c:pt>
                <c:pt idx="10243">
                  <c:v>1.9216024589159912E-5</c:v>
                </c:pt>
                <c:pt idx="10244">
                  <c:v>0</c:v>
                </c:pt>
                <c:pt idx="10245">
                  <c:v>6.339753325457204E-5</c:v>
                </c:pt>
                <c:pt idx="10246">
                  <c:v>2.4264549691428552E-5</c:v>
                </c:pt>
                <c:pt idx="10247">
                  <c:v>5.5186998860541408E-5</c:v>
                </c:pt>
                <c:pt idx="10248">
                  <c:v>2.2465372497249872E-5</c:v>
                </c:pt>
                <c:pt idx="10249">
                  <c:v>1.4684941522248751E-5</c:v>
                </c:pt>
                <c:pt idx="10250">
                  <c:v>1.4471459276285085E-5</c:v>
                </c:pt>
                <c:pt idx="10251">
                  <c:v>2.1839631211497308E-5</c:v>
                </c:pt>
                <c:pt idx="10252">
                  <c:v>3.4038417095212245E-5</c:v>
                </c:pt>
                <c:pt idx="10253">
                  <c:v>3.6177322353997095E-5</c:v>
                </c:pt>
                <c:pt idx="10254">
                  <c:v>4.5233913936334055E-6</c:v>
                </c:pt>
                <c:pt idx="10255">
                  <c:v>1.1496568940729841E-5</c:v>
                </c:pt>
                <c:pt idx="10256">
                  <c:v>1.6174008013649215E-6</c:v>
                </c:pt>
                <c:pt idx="10257">
                  <c:v>2.1128605784756642E-5</c:v>
                </c:pt>
                <c:pt idx="10258">
                  <c:v>2.2371023778595246E-5</c:v>
                </c:pt>
                <c:pt idx="10259">
                  <c:v>6.8350348100228256E-5</c:v>
                </c:pt>
                <c:pt idx="10260">
                  <c:v>9.1089871726349893E-6</c:v>
                </c:pt>
                <c:pt idx="10261">
                  <c:v>0</c:v>
                </c:pt>
                <c:pt idx="10262">
                  <c:v>3.3992438180974655E-5</c:v>
                </c:pt>
                <c:pt idx="10263">
                  <c:v>1.6649247236522443E-5</c:v>
                </c:pt>
                <c:pt idx="10264">
                  <c:v>3.2378204389107651E-3</c:v>
                </c:pt>
                <c:pt idx="10265">
                  <c:v>8.1329751874643729E-5</c:v>
                </c:pt>
                <c:pt idx="10266">
                  <c:v>4.3912559784639333E-5</c:v>
                </c:pt>
                <c:pt idx="10267">
                  <c:v>1.9557320488826601E-5</c:v>
                </c:pt>
                <c:pt idx="10268">
                  <c:v>2.0594487163816919E-5</c:v>
                </c:pt>
                <c:pt idx="10269">
                  <c:v>5.6539271231964319E-5</c:v>
                </c:pt>
                <c:pt idx="10270">
                  <c:v>1.8805625751126451E-4</c:v>
                </c:pt>
                <c:pt idx="10271">
                  <c:v>1.0943613074748581E-5</c:v>
                </c:pt>
                <c:pt idx="10272">
                  <c:v>2.8224923313786791E-6</c:v>
                </c:pt>
                <c:pt idx="10273">
                  <c:v>2.1512580712222052E-6</c:v>
                </c:pt>
                <c:pt idx="10274">
                  <c:v>9.0290191671867361E-6</c:v>
                </c:pt>
                <c:pt idx="10275">
                  <c:v>1.6206949540147764E-5</c:v>
                </c:pt>
                <c:pt idx="10276">
                  <c:v>6.5523455422127952E-6</c:v>
                </c:pt>
                <c:pt idx="10277">
                  <c:v>1.651295621825019E-7</c:v>
                </c:pt>
                <c:pt idx="10278">
                  <c:v>3.435234203409881E-5</c:v>
                </c:pt>
                <c:pt idx="10279">
                  <c:v>1.0944068125058961E-5</c:v>
                </c:pt>
                <c:pt idx="10280">
                  <c:v>0</c:v>
                </c:pt>
                <c:pt idx="10281">
                  <c:v>4.6516921629830097E-5</c:v>
                </c:pt>
                <c:pt idx="10282">
                  <c:v>7.4349151886701379E-6</c:v>
                </c:pt>
                <c:pt idx="10283">
                  <c:v>2.692096545929537E-6</c:v>
                </c:pt>
                <c:pt idx="10284">
                  <c:v>1.4052363450885839E-5</c:v>
                </c:pt>
                <c:pt idx="10285">
                  <c:v>4.0902676479392891E-5</c:v>
                </c:pt>
                <c:pt idx="10286">
                  <c:v>1.748937093908181E-5</c:v>
                </c:pt>
                <c:pt idx="10287">
                  <c:v>1.4095380358035901E-5</c:v>
                </c:pt>
                <c:pt idx="10288">
                  <c:v>7.1899576258141164E-5</c:v>
                </c:pt>
                <c:pt idx="10289">
                  <c:v>6.3058071266857831E-7</c:v>
                </c:pt>
                <c:pt idx="10290">
                  <c:v>3.1833252024025531E-6</c:v>
                </c:pt>
                <c:pt idx="10291">
                  <c:v>2.0608637568972091E-5</c:v>
                </c:pt>
                <c:pt idx="10292">
                  <c:v>4.0198460101248493E-5</c:v>
                </c:pt>
                <c:pt idx="10293">
                  <c:v>2.3485249602078257E-4</c:v>
                </c:pt>
                <c:pt idx="10294">
                  <c:v>5.2165805413111834E-5</c:v>
                </c:pt>
                <c:pt idx="10295">
                  <c:v>5.4475339148314907E-6</c:v>
                </c:pt>
                <c:pt idx="10296">
                  <c:v>1.3294889380425274E-5</c:v>
                </c:pt>
                <c:pt idx="10297">
                  <c:v>1.3547183836405648E-5</c:v>
                </c:pt>
                <c:pt idx="10298">
                  <c:v>0</c:v>
                </c:pt>
                <c:pt idx="10299">
                  <c:v>1.7088197845023824E-5</c:v>
                </c:pt>
                <c:pt idx="10300">
                  <c:v>1.1722433369358606E-4</c:v>
                </c:pt>
                <c:pt idx="10301">
                  <c:v>2.2488438962293655E-4</c:v>
                </c:pt>
                <c:pt idx="10302">
                  <c:v>6.3242566761181403E-7</c:v>
                </c:pt>
                <c:pt idx="10303">
                  <c:v>1.5041537659904897E-4</c:v>
                </c:pt>
                <c:pt idx="10304">
                  <c:v>2.9511974964347492E-5</c:v>
                </c:pt>
                <c:pt idx="10305">
                  <c:v>9.9943990750458567E-8</c:v>
                </c:pt>
                <c:pt idx="10306">
                  <c:v>4.7160555565093503E-6</c:v>
                </c:pt>
                <c:pt idx="10307">
                  <c:v>1.1205017081747475E-5</c:v>
                </c:pt>
                <c:pt idx="10308">
                  <c:v>3.4924442064686052E-5</c:v>
                </c:pt>
                <c:pt idx="10309">
                  <c:v>4.8321856763461106E-6</c:v>
                </c:pt>
                <c:pt idx="10310">
                  <c:v>1.1099499798668924E-5</c:v>
                </c:pt>
                <c:pt idx="10311">
                  <c:v>0</c:v>
                </c:pt>
                <c:pt idx="10312">
                  <c:v>5.0155497107498127E-5</c:v>
                </c:pt>
                <c:pt idx="10313">
                  <c:v>5.4788475480445438E-6</c:v>
                </c:pt>
                <c:pt idx="10314">
                  <c:v>2.4702526076895892E-7</c:v>
                </c:pt>
                <c:pt idx="10315">
                  <c:v>9.0995042875789249E-6</c:v>
                </c:pt>
                <c:pt idx="10316">
                  <c:v>3.0634242013527838E-4</c:v>
                </c:pt>
                <c:pt idx="10317">
                  <c:v>1.8373026541092842E-5</c:v>
                </c:pt>
                <c:pt idx="10318">
                  <c:v>7.1901654731471523E-6</c:v>
                </c:pt>
                <c:pt idx="10319">
                  <c:v>1.6315130103683376E-5</c:v>
                </c:pt>
                <c:pt idx="10320">
                  <c:v>1.0290593232840841E-4</c:v>
                </c:pt>
                <c:pt idx="10321">
                  <c:v>5.6709913668702032E-5</c:v>
                </c:pt>
                <c:pt idx="10322">
                  <c:v>2.7652296803048039E-5</c:v>
                </c:pt>
                <c:pt idx="10323">
                  <c:v>0</c:v>
                </c:pt>
                <c:pt idx="10324">
                  <c:v>1.5141107578976512E-5</c:v>
                </c:pt>
                <c:pt idx="10325">
                  <c:v>4.1584025784974254E-5</c:v>
                </c:pt>
                <c:pt idx="10326">
                  <c:v>7.4398567696795472E-5</c:v>
                </c:pt>
                <c:pt idx="10327">
                  <c:v>2.8040187609177697E-5</c:v>
                </c:pt>
                <c:pt idx="10328">
                  <c:v>1.7393318933229599E-5</c:v>
                </c:pt>
                <c:pt idx="10329">
                  <c:v>1.0611494217346595E-5</c:v>
                </c:pt>
                <c:pt idx="10330">
                  <c:v>5.0922738361673423E-6</c:v>
                </c:pt>
                <c:pt idx="10331">
                  <c:v>6.8189603977023992E-6</c:v>
                </c:pt>
                <c:pt idx="10332">
                  <c:v>1.4954233786563396E-6</c:v>
                </c:pt>
                <c:pt idx="10333">
                  <c:v>1.6248869387858167E-5</c:v>
                </c:pt>
                <c:pt idx="10334">
                  <c:v>0</c:v>
                </c:pt>
                <c:pt idx="10335">
                  <c:v>2.1313494135792228E-5</c:v>
                </c:pt>
                <c:pt idx="10336">
                  <c:v>4.5190127965218648E-5</c:v>
                </c:pt>
                <c:pt idx="10337">
                  <c:v>1.2414592170640855E-6</c:v>
                </c:pt>
                <c:pt idx="10338">
                  <c:v>3.8235856098464569E-5</c:v>
                </c:pt>
                <c:pt idx="10339">
                  <c:v>3.1894365955808331E-4</c:v>
                </c:pt>
                <c:pt idx="10340">
                  <c:v>1.7116351609922235E-5</c:v>
                </c:pt>
                <c:pt idx="10341">
                  <c:v>1.3254234297874734E-5</c:v>
                </c:pt>
                <c:pt idx="10342">
                  <c:v>5.823822550704045E-5</c:v>
                </c:pt>
                <c:pt idx="10343">
                  <c:v>2.0418904551599852E-5</c:v>
                </c:pt>
                <c:pt idx="10344">
                  <c:v>2.2289875418435672E-5</c:v>
                </c:pt>
                <c:pt idx="10345">
                  <c:v>1.4064628341556025E-5</c:v>
                </c:pt>
                <c:pt idx="10346">
                  <c:v>1.8544884854656028E-4</c:v>
                </c:pt>
                <c:pt idx="10347">
                  <c:v>2.6453477726338318E-6</c:v>
                </c:pt>
                <c:pt idx="10348">
                  <c:v>2.172186984640589E-5</c:v>
                </c:pt>
                <c:pt idx="10349">
                  <c:v>3.5713756352833699E-7</c:v>
                </c:pt>
                <c:pt idx="10350">
                  <c:v>8.8795441238197583E-5</c:v>
                </c:pt>
                <c:pt idx="10351">
                  <c:v>0</c:v>
                </c:pt>
                <c:pt idx="10352">
                  <c:v>2.1245661963745657E-5</c:v>
                </c:pt>
                <c:pt idx="10353">
                  <c:v>3.7191127480557432E-5</c:v>
                </c:pt>
                <c:pt idx="10354">
                  <c:v>2.6213827719196109E-5</c:v>
                </c:pt>
                <c:pt idx="10355">
                  <c:v>5.6119446165723034E-6</c:v>
                </c:pt>
                <c:pt idx="10356">
                  <c:v>2.627837687835327E-6</c:v>
                </c:pt>
                <c:pt idx="10357">
                  <c:v>7.1294100356004823E-5</c:v>
                </c:pt>
                <c:pt idx="10358">
                  <c:v>2.9464703503499248E-5</c:v>
                </c:pt>
                <c:pt idx="10359">
                  <c:v>1.106969844317014E-5</c:v>
                </c:pt>
                <c:pt idx="10360">
                  <c:v>3.5096166978406583E-5</c:v>
                </c:pt>
                <c:pt idx="10361">
                  <c:v>1.766523834692262E-5</c:v>
                </c:pt>
                <c:pt idx="10362">
                  <c:v>2.1985615864765498E-4</c:v>
                </c:pt>
                <c:pt idx="10363">
                  <c:v>2.1895403726448007E-6</c:v>
                </c:pt>
                <c:pt idx="10364">
                  <c:v>1.5729917556952421E-7</c:v>
                </c:pt>
                <c:pt idx="10365">
                  <c:v>2.1904142705836632E-5</c:v>
                </c:pt>
                <c:pt idx="10366">
                  <c:v>2.5228362788172211E-5</c:v>
                </c:pt>
                <c:pt idx="10367">
                  <c:v>6.4971491453924675E-6</c:v>
                </c:pt>
                <c:pt idx="10368">
                  <c:v>0</c:v>
                </c:pt>
                <c:pt idx="10369">
                  <c:v>8.4191110855226726E-5</c:v>
                </c:pt>
                <c:pt idx="10370">
                  <c:v>7.3485795536989251E-6</c:v>
                </c:pt>
                <c:pt idx="10371">
                  <c:v>6.5709587899895756E-6</c:v>
                </c:pt>
                <c:pt idx="10372">
                  <c:v>1.0854982005539181E-5</c:v>
                </c:pt>
                <c:pt idx="10373">
                  <c:v>2.1757413022651855E-5</c:v>
                </c:pt>
                <c:pt idx="10374">
                  <c:v>4.860818554413782E-5</c:v>
                </c:pt>
                <c:pt idx="10375">
                  <c:v>0</c:v>
                </c:pt>
                <c:pt idx="10376">
                  <c:v>3.421113847098775E-5</c:v>
                </c:pt>
                <c:pt idx="10377">
                  <c:v>9.3257256604015739E-7</c:v>
                </c:pt>
                <c:pt idx="10378">
                  <c:v>3.2350728612780651E-5</c:v>
                </c:pt>
                <c:pt idx="10379">
                  <c:v>0</c:v>
                </c:pt>
                <c:pt idx="10380">
                  <c:v>1.3814011930348287E-8</c:v>
                </c:pt>
                <c:pt idx="10381">
                  <c:v>7.2145190657988293E-5</c:v>
                </c:pt>
                <c:pt idx="10382">
                  <c:v>1.8410414265549868E-5</c:v>
                </c:pt>
                <c:pt idx="10383">
                  <c:v>2.3668666154052077E-5</c:v>
                </c:pt>
                <c:pt idx="10384">
                  <c:v>4.5633109549235808E-7</c:v>
                </c:pt>
                <c:pt idx="10385">
                  <c:v>1.8280610002332732E-6</c:v>
                </c:pt>
                <c:pt idx="10386">
                  <c:v>8.1929631436387845E-5</c:v>
                </c:pt>
                <c:pt idx="10387">
                  <c:v>0</c:v>
                </c:pt>
                <c:pt idx="10388">
                  <c:v>5.523208476962972E-6</c:v>
                </c:pt>
                <c:pt idx="10389">
                  <c:v>1.5575419132977226E-4</c:v>
                </c:pt>
                <c:pt idx="10390">
                  <c:v>1.1037333314238813E-6</c:v>
                </c:pt>
                <c:pt idx="10391">
                  <c:v>3.4091056058297594E-5</c:v>
                </c:pt>
                <c:pt idx="10392">
                  <c:v>1.9233747686725379E-5</c:v>
                </c:pt>
                <c:pt idx="10393">
                  <c:v>1.896630379903103E-4</c:v>
                </c:pt>
                <c:pt idx="10394">
                  <c:v>1.0030178660962733E-6</c:v>
                </c:pt>
                <c:pt idx="10395">
                  <c:v>7.5346580249665004E-6</c:v>
                </c:pt>
                <c:pt idx="10396">
                  <c:v>2.3302211547917668E-7</c:v>
                </c:pt>
                <c:pt idx="10397">
                  <c:v>9.6633394359611371E-6</c:v>
                </c:pt>
                <c:pt idx="10398">
                  <c:v>9.2567884592903901E-5</c:v>
                </c:pt>
                <c:pt idx="10399">
                  <c:v>7.4920500341540224E-6</c:v>
                </c:pt>
                <c:pt idx="10400">
                  <c:v>4.3235005679440549E-5</c:v>
                </c:pt>
                <c:pt idx="10401">
                  <c:v>1.8968069815446093E-5</c:v>
                </c:pt>
                <c:pt idx="10402">
                  <c:v>8.0091280100967597E-5</c:v>
                </c:pt>
                <c:pt idx="10403">
                  <c:v>6.2736443448630589E-5</c:v>
                </c:pt>
                <c:pt idx="10404">
                  <c:v>0</c:v>
                </c:pt>
                <c:pt idx="10405">
                  <c:v>2.5099821275715212E-4</c:v>
                </c:pt>
                <c:pt idx="10406">
                  <c:v>4.5716512984981798E-5</c:v>
                </c:pt>
                <c:pt idx="10407">
                  <c:v>8.8851262552786309E-5</c:v>
                </c:pt>
                <c:pt idx="10408">
                  <c:v>5.6448720204252305E-6</c:v>
                </c:pt>
                <c:pt idx="10409">
                  <c:v>2.0321744691221958E-5</c:v>
                </c:pt>
                <c:pt idx="10410">
                  <c:v>1.898532426409078E-5</c:v>
                </c:pt>
                <c:pt idx="10411">
                  <c:v>2.7849528905687043E-6</c:v>
                </c:pt>
                <c:pt idx="10412">
                  <c:v>2.5250136626842463E-5</c:v>
                </c:pt>
                <c:pt idx="10413">
                  <c:v>3.6115894406106465E-5</c:v>
                </c:pt>
                <c:pt idx="10414">
                  <c:v>1.9886645541513388E-5</c:v>
                </c:pt>
                <c:pt idx="10415">
                  <c:v>2.113482257732442E-3</c:v>
                </c:pt>
                <c:pt idx="10416">
                  <c:v>3.37886617454448E-5</c:v>
                </c:pt>
                <c:pt idx="10417">
                  <c:v>1.8731516566524511E-5</c:v>
                </c:pt>
                <c:pt idx="10418">
                  <c:v>1.1698779718908799E-5</c:v>
                </c:pt>
                <c:pt idx="10419">
                  <c:v>7.5599845946467016E-5</c:v>
                </c:pt>
                <c:pt idx="10420">
                  <c:v>1.4826321585063146E-7</c:v>
                </c:pt>
                <c:pt idx="10421">
                  <c:v>1.9369491973875088E-6</c:v>
                </c:pt>
                <c:pt idx="10422">
                  <c:v>6.7170865181478395E-6</c:v>
                </c:pt>
                <c:pt idx="10423">
                  <c:v>1.6415834023976487E-5</c:v>
                </c:pt>
                <c:pt idx="10424">
                  <c:v>3.1461633538328253E-5</c:v>
                </c:pt>
                <c:pt idx="10425">
                  <c:v>1.0937137455461461E-5</c:v>
                </c:pt>
                <c:pt idx="10426">
                  <c:v>6.2105515972060314E-5</c:v>
                </c:pt>
                <c:pt idx="10427">
                  <c:v>1.3052237379946479E-5</c:v>
                </c:pt>
                <c:pt idx="10428">
                  <c:v>1.57202163253728E-4</c:v>
                </c:pt>
                <c:pt idx="10429">
                  <c:v>3.4545164930673227E-5</c:v>
                </c:pt>
                <c:pt idx="10430">
                  <c:v>3.7984464446479263E-5</c:v>
                </c:pt>
                <c:pt idx="10431">
                  <c:v>3.6430126494222881E-5</c:v>
                </c:pt>
                <c:pt idx="10432">
                  <c:v>1.4054689699905836E-4</c:v>
                </c:pt>
                <c:pt idx="10433">
                  <c:v>1.3139194849560494E-4</c:v>
                </c:pt>
                <c:pt idx="10434">
                  <c:v>1.8811493938703141E-3</c:v>
                </c:pt>
                <c:pt idx="10435">
                  <c:v>2.4500392784332165E-5</c:v>
                </c:pt>
                <c:pt idx="10436">
                  <c:v>1.7849112388886651E-5</c:v>
                </c:pt>
                <c:pt idx="10437">
                  <c:v>3.1114408618637862E-5</c:v>
                </c:pt>
                <c:pt idx="10438">
                  <c:v>3.5939244900050823E-5</c:v>
                </c:pt>
                <c:pt idx="10439">
                  <c:v>1.8579798109316526E-5</c:v>
                </c:pt>
                <c:pt idx="10440">
                  <c:v>2.1618500204298241E-5</c:v>
                </c:pt>
                <c:pt idx="10441">
                  <c:v>2.0142298144920252E-5</c:v>
                </c:pt>
                <c:pt idx="10442">
                  <c:v>1.8115375393144919E-5</c:v>
                </c:pt>
                <c:pt idx="10443">
                  <c:v>0</c:v>
                </c:pt>
                <c:pt idx="10444">
                  <c:v>4.4282768093273203E-5</c:v>
                </c:pt>
                <c:pt idx="10445">
                  <c:v>6.6080684532174868E-6</c:v>
                </c:pt>
                <c:pt idx="10446">
                  <c:v>1.2223672351869534E-5</c:v>
                </c:pt>
                <c:pt idx="10447">
                  <c:v>9.873371920856406E-5</c:v>
                </c:pt>
                <c:pt idx="10448">
                  <c:v>3.8633135685631998E-6</c:v>
                </c:pt>
                <c:pt idx="10449">
                  <c:v>2.4689055191488614E-5</c:v>
                </c:pt>
                <c:pt idx="10450">
                  <c:v>3.8014797364497372E-5</c:v>
                </c:pt>
                <c:pt idx="10451">
                  <c:v>6.5213147932502823E-5</c:v>
                </c:pt>
                <c:pt idx="10452">
                  <c:v>2.311265142174904E-5</c:v>
                </c:pt>
                <c:pt idx="10453">
                  <c:v>9.1194613052686803E-5</c:v>
                </c:pt>
                <c:pt idx="10454">
                  <c:v>2.4477445039223487E-5</c:v>
                </c:pt>
                <c:pt idx="10455">
                  <c:v>8.7389122542788027E-6</c:v>
                </c:pt>
                <c:pt idx="10456">
                  <c:v>1.7847141205439021E-7</c:v>
                </c:pt>
                <c:pt idx="10457">
                  <c:v>5.5219030386394357E-5</c:v>
                </c:pt>
                <c:pt idx="10458">
                  <c:v>4.424363955303447E-5</c:v>
                </c:pt>
                <c:pt idx="10459">
                  <c:v>0</c:v>
                </c:pt>
                <c:pt idx="10460">
                  <c:v>4.6015148809094427E-5</c:v>
                </c:pt>
                <c:pt idx="10461">
                  <c:v>0</c:v>
                </c:pt>
                <c:pt idx="10462">
                  <c:v>1.1080644961086381E-4</c:v>
                </c:pt>
                <c:pt idx="10463">
                  <c:v>2.2806141374471881E-5</c:v>
                </c:pt>
                <c:pt idx="10464">
                  <c:v>4.4765025829422716E-5</c:v>
                </c:pt>
                <c:pt idx="10465">
                  <c:v>1.7816431360310586E-5</c:v>
                </c:pt>
                <c:pt idx="10466">
                  <c:v>1.1218952457689617E-5</c:v>
                </c:pt>
                <c:pt idx="10467">
                  <c:v>3.1816228871709531E-6</c:v>
                </c:pt>
                <c:pt idx="10468">
                  <c:v>1.4504744125447467E-5</c:v>
                </c:pt>
                <c:pt idx="10469">
                  <c:v>1.242194635459266E-5</c:v>
                </c:pt>
                <c:pt idx="10470">
                  <c:v>6.5506468688995759E-6</c:v>
                </c:pt>
                <c:pt idx="10471">
                  <c:v>0</c:v>
                </c:pt>
                <c:pt idx="10472">
                  <c:v>1.0107731082466684E-5</c:v>
                </c:pt>
                <c:pt idx="10473">
                  <c:v>1.3015763037090821E-7</c:v>
                </c:pt>
                <c:pt idx="10474">
                  <c:v>1.3960086265066833E-6</c:v>
                </c:pt>
                <c:pt idx="10475">
                  <c:v>2.0648386477948622E-5</c:v>
                </c:pt>
                <c:pt idx="10476">
                  <c:v>2.4302235837925492E-4</c:v>
                </c:pt>
                <c:pt idx="10477">
                  <c:v>2.4804742712709834E-5</c:v>
                </c:pt>
                <c:pt idx="10478">
                  <c:v>8.4430662841188098E-4</c:v>
                </c:pt>
                <c:pt idx="10479">
                  <c:v>5.3313237344377475E-6</c:v>
                </c:pt>
                <c:pt idx="10480">
                  <c:v>6.6781034376943427E-5</c:v>
                </c:pt>
                <c:pt idx="10481">
                  <c:v>2.0183432145672491E-6</c:v>
                </c:pt>
                <c:pt idx="10482">
                  <c:v>0</c:v>
                </c:pt>
                <c:pt idx="10483">
                  <c:v>9.7087115972207884E-7</c:v>
                </c:pt>
                <c:pt idx="10484">
                  <c:v>6.6749304675380623E-6</c:v>
                </c:pt>
                <c:pt idx="10485">
                  <c:v>2.002545283117759E-5</c:v>
                </c:pt>
                <c:pt idx="10486">
                  <c:v>8.0472326237829529E-7</c:v>
                </c:pt>
                <c:pt idx="10487">
                  <c:v>2.4932722914630255E-5</c:v>
                </c:pt>
                <c:pt idx="10488">
                  <c:v>7.3416396301394604E-5</c:v>
                </c:pt>
                <c:pt idx="10489">
                  <c:v>2.4614763564212802E-4</c:v>
                </c:pt>
                <c:pt idx="10490">
                  <c:v>4.3999243530162097E-5</c:v>
                </c:pt>
                <c:pt idx="10491">
                  <c:v>8.9757352364690883E-6</c:v>
                </c:pt>
                <c:pt idx="10492">
                  <c:v>0</c:v>
                </c:pt>
                <c:pt idx="10493">
                  <c:v>1.0162167001466818E-5</c:v>
                </c:pt>
                <c:pt idx="10494">
                  <c:v>1.0438732136204426E-5</c:v>
                </c:pt>
                <c:pt idx="10495">
                  <c:v>2.4025438880777052E-5</c:v>
                </c:pt>
                <c:pt idx="10496">
                  <c:v>1.3359161449325086E-6</c:v>
                </c:pt>
                <c:pt idx="10497">
                  <c:v>6.6763727644179862E-6</c:v>
                </c:pt>
                <c:pt idx="10498">
                  <c:v>2.5569601618340238E-5</c:v>
                </c:pt>
                <c:pt idx="10499">
                  <c:v>1.4694115077804802E-4</c:v>
                </c:pt>
                <c:pt idx="10500">
                  <c:v>1.7379658115387142E-5</c:v>
                </c:pt>
                <c:pt idx="10501">
                  <c:v>2.4838066393893162E-5</c:v>
                </c:pt>
                <c:pt idx="10502">
                  <c:v>3.9215280286829949E-3</c:v>
                </c:pt>
                <c:pt idx="10503">
                  <c:v>2.9004254251194617E-6</c:v>
                </c:pt>
                <c:pt idx="10504">
                  <c:v>1.2634603873423444E-5</c:v>
                </c:pt>
                <c:pt idx="10505">
                  <c:v>1.1620087133063604E-5</c:v>
                </c:pt>
                <c:pt idx="10506">
                  <c:v>1.1654337438114175E-4</c:v>
                </c:pt>
                <c:pt idx="10507">
                  <c:v>0</c:v>
                </c:pt>
                <c:pt idx="10508">
                  <c:v>2.7965979063187439E-7</c:v>
                </c:pt>
                <c:pt idx="10509">
                  <c:v>5.7320067547753347E-5</c:v>
                </c:pt>
                <c:pt idx="10510">
                  <c:v>2.79831877718845E-5</c:v>
                </c:pt>
                <c:pt idx="10511">
                  <c:v>9.7762185596900577E-5</c:v>
                </c:pt>
                <c:pt idx="10512">
                  <c:v>6.9933970672877721E-6</c:v>
                </c:pt>
                <c:pt idx="10513">
                  <c:v>1.7144554721191264E-5</c:v>
                </c:pt>
                <c:pt idx="10514">
                  <c:v>6.5606888474383103E-5</c:v>
                </c:pt>
                <c:pt idx="10515">
                  <c:v>1.0726539434764859E-6</c:v>
                </c:pt>
                <c:pt idx="10516">
                  <c:v>4.2343704407682856E-5</c:v>
                </c:pt>
                <c:pt idx="10517">
                  <c:v>7.7363588080734194E-4</c:v>
                </c:pt>
                <c:pt idx="10518">
                  <c:v>2.7684265308674101E-4</c:v>
                </c:pt>
                <c:pt idx="10519">
                  <c:v>4.4043492496142682E-5</c:v>
                </c:pt>
                <c:pt idx="10520">
                  <c:v>1.9688143851315031E-5</c:v>
                </c:pt>
                <c:pt idx="10521">
                  <c:v>1.9639978962592976E-4</c:v>
                </c:pt>
                <c:pt idx="10522">
                  <c:v>1.4167604805558401E-4</c:v>
                </c:pt>
                <c:pt idx="10523">
                  <c:v>0</c:v>
                </c:pt>
                <c:pt idx="10524">
                  <c:v>1.3215967862666605E-5</c:v>
                </c:pt>
                <c:pt idx="10525">
                  <c:v>3.8975115870897343E-7</c:v>
                </c:pt>
                <c:pt idx="10526">
                  <c:v>1.1180890936053111E-5</c:v>
                </c:pt>
                <c:pt idx="10527">
                  <c:v>1.1595857061140145E-5</c:v>
                </c:pt>
                <c:pt idx="10528">
                  <c:v>5.3262906637550391E-6</c:v>
                </c:pt>
                <c:pt idx="10529">
                  <c:v>1.652628777948639E-4</c:v>
                </c:pt>
                <c:pt idx="10530">
                  <c:v>1.7029562669770853E-7</c:v>
                </c:pt>
                <c:pt idx="10531">
                  <c:v>2.9348650426586496E-5</c:v>
                </c:pt>
                <c:pt idx="10532">
                  <c:v>2.4784277568367248E-4</c:v>
                </c:pt>
                <c:pt idx="10533">
                  <c:v>0</c:v>
                </c:pt>
                <c:pt idx="10534">
                  <c:v>3.7002974701763348E-5</c:v>
                </c:pt>
                <c:pt idx="10535">
                  <c:v>1.9998602959602166E-5</c:v>
                </c:pt>
                <c:pt idx="10536">
                  <c:v>0</c:v>
                </c:pt>
                <c:pt idx="10537">
                  <c:v>3.3491441225844823E-5</c:v>
                </c:pt>
                <c:pt idx="10538">
                  <c:v>1.1891495981256069E-5</c:v>
                </c:pt>
                <c:pt idx="10539">
                  <c:v>1.6220614089931789E-5</c:v>
                </c:pt>
                <c:pt idx="10540">
                  <c:v>1.2653105612488036E-4</c:v>
                </c:pt>
                <c:pt idx="10541">
                  <c:v>8.2970138667004E-5</c:v>
                </c:pt>
                <c:pt idx="10542">
                  <c:v>1.1087604883535105E-5</c:v>
                </c:pt>
                <c:pt idx="10543">
                  <c:v>1.538482317584994E-5</c:v>
                </c:pt>
                <c:pt idx="10544">
                  <c:v>1.7508655764401394E-5</c:v>
                </c:pt>
                <c:pt idx="10545">
                  <c:v>1.0957283768831983E-5</c:v>
                </c:pt>
                <c:pt idx="10546">
                  <c:v>0</c:v>
                </c:pt>
                <c:pt idx="10547">
                  <c:v>2.1717470096968003E-6</c:v>
                </c:pt>
                <c:pt idx="10548">
                  <c:v>3.1321052361197898E-5</c:v>
                </c:pt>
                <c:pt idx="10549">
                  <c:v>1.5202764023180668E-6</c:v>
                </c:pt>
                <c:pt idx="10550">
                  <c:v>1.7847141205439021E-7</c:v>
                </c:pt>
                <c:pt idx="10551">
                  <c:v>4.5979873758855052E-5</c:v>
                </c:pt>
                <c:pt idx="10552">
                  <c:v>4.7096061436504895E-5</c:v>
                </c:pt>
                <c:pt idx="10553">
                  <c:v>2.6572322615226355E-5</c:v>
                </c:pt>
                <c:pt idx="10554">
                  <c:v>6.9989665356253713E-7</c:v>
                </c:pt>
                <c:pt idx="10555">
                  <c:v>1.3367121298951231E-5</c:v>
                </c:pt>
                <c:pt idx="10556">
                  <c:v>3.8245295222064319E-7</c:v>
                </c:pt>
                <c:pt idx="10557">
                  <c:v>0</c:v>
                </c:pt>
                <c:pt idx="10558">
                  <c:v>2.6196256950608259E-6</c:v>
                </c:pt>
                <c:pt idx="10559">
                  <c:v>3.6599196467116095E-5</c:v>
                </c:pt>
                <c:pt idx="10560">
                  <c:v>1.4464245138195013E-4</c:v>
                </c:pt>
                <c:pt idx="10561">
                  <c:v>1.4973506232887633E-5</c:v>
                </c:pt>
                <c:pt idx="10562">
                  <c:v>8.8457539766685894E-6</c:v>
                </c:pt>
                <c:pt idx="10563">
                  <c:v>1.5146883701365235E-5</c:v>
                </c:pt>
                <c:pt idx="10564">
                  <c:v>6.1072318602201873E-4</c:v>
                </c:pt>
                <c:pt idx="10565">
                  <c:v>3.143726193766173E-5</c:v>
                </c:pt>
                <c:pt idx="10566">
                  <c:v>1.5734362820885805E-5</c:v>
                </c:pt>
                <c:pt idx="10567">
                  <c:v>3.8778263108654274E-6</c:v>
                </c:pt>
                <c:pt idx="10568">
                  <c:v>2.3640103805361995E-5</c:v>
                </c:pt>
                <c:pt idx="10569">
                  <c:v>2.9937150936377852E-5</c:v>
                </c:pt>
                <c:pt idx="10570">
                  <c:v>2.2575847666157698E-5</c:v>
                </c:pt>
                <c:pt idx="10571">
                  <c:v>5.7812878409194939E-5</c:v>
                </c:pt>
                <c:pt idx="10572">
                  <c:v>2.2078737075224112E-5</c:v>
                </c:pt>
                <c:pt idx="10573">
                  <c:v>8.9279848002969331E-6</c:v>
                </c:pt>
                <c:pt idx="10574">
                  <c:v>4.6356909978732594E-6</c:v>
                </c:pt>
                <c:pt idx="10575">
                  <c:v>4.3725467704117821E-4</c:v>
                </c:pt>
                <c:pt idx="10576">
                  <c:v>1.4616016762760813E-4</c:v>
                </c:pt>
                <c:pt idx="10577">
                  <c:v>5.0849466759244994E-6</c:v>
                </c:pt>
                <c:pt idx="10578">
                  <c:v>1.3842191627722563E-6</c:v>
                </c:pt>
                <c:pt idx="10579">
                  <c:v>8.0270040390291591E-5</c:v>
                </c:pt>
                <c:pt idx="10580">
                  <c:v>1.3556515624487994E-5</c:v>
                </c:pt>
                <c:pt idx="10581">
                  <c:v>1.141403176193932E-4</c:v>
                </c:pt>
                <c:pt idx="10582">
                  <c:v>1.7765961663817806E-3</c:v>
                </c:pt>
                <c:pt idx="10583">
                  <c:v>3.1699132203696953E-5</c:v>
                </c:pt>
                <c:pt idx="10584">
                  <c:v>2.5811106840719493E-7</c:v>
                </c:pt>
                <c:pt idx="10585">
                  <c:v>0</c:v>
                </c:pt>
                <c:pt idx="10586">
                  <c:v>3.0703804586673098E-5</c:v>
                </c:pt>
                <c:pt idx="10587">
                  <c:v>9.0291868498556133E-6</c:v>
                </c:pt>
                <c:pt idx="10588">
                  <c:v>9.0791941138419477E-6</c:v>
                </c:pt>
                <c:pt idx="10589">
                  <c:v>1.7166273585899467E-4</c:v>
                </c:pt>
                <c:pt idx="10590">
                  <c:v>4.8239877045954704E-5</c:v>
                </c:pt>
                <c:pt idx="10591">
                  <c:v>9.2425812977575088E-6</c:v>
                </c:pt>
                <c:pt idx="10592">
                  <c:v>4.0143693433814681E-5</c:v>
                </c:pt>
                <c:pt idx="10593">
                  <c:v>3.2639312653158006E-5</c:v>
                </c:pt>
                <c:pt idx="10594">
                  <c:v>1.0615103196797947E-5</c:v>
                </c:pt>
                <c:pt idx="10595">
                  <c:v>2.5022787128827255E-5</c:v>
                </c:pt>
                <c:pt idx="10596">
                  <c:v>1.6840488087611582E-4</c:v>
                </c:pt>
                <c:pt idx="10597">
                  <c:v>2.2875168412965885E-5</c:v>
                </c:pt>
                <c:pt idx="10598">
                  <c:v>0</c:v>
                </c:pt>
                <c:pt idx="10599">
                  <c:v>1.0201779511007329E-7</c:v>
                </c:pt>
                <c:pt idx="10600">
                  <c:v>2.1026686798840779E-5</c:v>
                </c:pt>
                <c:pt idx="10601">
                  <c:v>7.6216145763590703E-6</c:v>
                </c:pt>
                <c:pt idx="10602">
                  <c:v>1.1583396470879268E-4</c:v>
                </c:pt>
                <c:pt idx="10603">
                  <c:v>2.0951375302554808E-5</c:v>
                </c:pt>
                <c:pt idx="10604">
                  <c:v>1.1940927866210356E-3</c:v>
                </c:pt>
                <c:pt idx="10605">
                  <c:v>5.7732797687291556E-8</c:v>
                </c:pt>
                <c:pt idx="10606">
                  <c:v>1.318138303081099E-5</c:v>
                </c:pt>
                <c:pt idx="10607">
                  <c:v>1.7020477183682169E-5</c:v>
                </c:pt>
                <c:pt idx="10608">
                  <c:v>1.2951026145251691E-5</c:v>
                </c:pt>
                <c:pt idx="10609">
                  <c:v>2.7765141062071355E-5</c:v>
                </c:pt>
                <c:pt idx="10610">
                  <c:v>1.953393140232247E-5</c:v>
                </c:pt>
                <c:pt idx="10611">
                  <c:v>2.6658058286258895E-6</c:v>
                </c:pt>
                <c:pt idx="10612">
                  <c:v>3.5117926404004408E-5</c:v>
                </c:pt>
                <c:pt idx="10613">
                  <c:v>2.8177206960154304E-5</c:v>
                </c:pt>
                <c:pt idx="10614">
                  <c:v>2.9784503685871835E-5</c:v>
                </c:pt>
                <c:pt idx="10615">
                  <c:v>8.2942646673382268E-7</c:v>
                </c:pt>
                <c:pt idx="10616">
                  <c:v>5.0373998865585946E-6</c:v>
                </c:pt>
                <c:pt idx="10617">
                  <c:v>3.5995484503081453E-4</c:v>
                </c:pt>
                <c:pt idx="10618">
                  <c:v>4.7338496645138055E-4</c:v>
                </c:pt>
                <c:pt idx="10619">
                  <c:v>1.9928423640761048E-5</c:v>
                </c:pt>
                <c:pt idx="10620">
                  <c:v>7.3081295780622339E-5</c:v>
                </c:pt>
                <c:pt idx="10621">
                  <c:v>7.7843937054921548E-6</c:v>
                </c:pt>
                <c:pt idx="10622">
                  <c:v>3.4181805078836357E-5</c:v>
                </c:pt>
                <c:pt idx="10623">
                  <c:v>1.2726205707173465E-5</c:v>
                </c:pt>
                <c:pt idx="10624">
                  <c:v>0</c:v>
                </c:pt>
                <c:pt idx="10625">
                  <c:v>6.5808991653827219E-6</c:v>
                </c:pt>
                <c:pt idx="10626">
                  <c:v>9.4801070488699031E-6</c:v>
                </c:pt>
                <c:pt idx="10627">
                  <c:v>0</c:v>
                </c:pt>
                <c:pt idx="10628">
                  <c:v>2.5802009170195505E-5</c:v>
                </c:pt>
                <c:pt idx="10629">
                  <c:v>2.3024918933501042E-6</c:v>
                </c:pt>
                <c:pt idx="10630">
                  <c:v>1.1352961455854804E-3</c:v>
                </c:pt>
                <c:pt idx="10631">
                  <c:v>1.4655084104879308E-6</c:v>
                </c:pt>
                <c:pt idx="10632">
                  <c:v>3.1789753235740007E-6</c:v>
                </c:pt>
                <c:pt idx="10633">
                  <c:v>2.9838796530375052E-5</c:v>
                </c:pt>
                <c:pt idx="10634">
                  <c:v>2.3199246233314E-6</c:v>
                </c:pt>
                <c:pt idx="10635">
                  <c:v>1.8096632235857496E-4</c:v>
                </c:pt>
                <c:pt idx="10636">
                  <c:v>1.2278635135227243E-5</c:v>
                </c:pt>
                <c:pt idx="10637">
                  <c:v>2.9728183883276851E-5</c:v>
                </c:pt>
                <c:pt idx="10638">
                  <c:v>4.0183573027644082E-8</c:v>
                </c:pt>
                <c:pt idx="10639">
                  <c:v>9.3070022898099203E-6</c:v>
                </c:pt>
                <c:pt idx="10640">
                  <c:v>1.2859167907672185E-5</c:v>
                </c:pt>
                <c:pt idx="10641">
                  <c:v>6.3511564115229134E-5</c:v>
                </c:pt>
                <c:pt idx="10642">
                  <c:v>2.7201683096740402E-7</c:v>
                </c:pt>
                <c:pt idx="10643">
                  <c:v>2.7660424847511012E-6</c:v>
                </c:pt>
                <c:pt idx="10644">
                  <c:v>2.5296265308453666E-5</c:v>
                </c:pt>
                <c:pt idx="10645">
                  <c:v>4.40251253386689E-5</c:v>
                </c:pt>
                <c:pt idx="10646">
                  <c:v>3.1221192710252478E-7</c:v>
                </c:pt>
                <c:pt idx="10647">
                  <c:v>1.5848556923793806E-6</c:v>
                </c:pt>
                <c:pt idx="10648">
                  <c:v>6.5555428947821808E-7</c:v>
                </c:pt>
                <c:pt idx="10649">
                  <c:v>0</c:v>
                </c:pt>
                <c:pt idx="10650">
                  <c:v>3.8091053808630029E-5</c:v>
                </c:pt>
                <c:pt idx="10651">
                  <c:v>0</c:v>
                </c:pt>
                <c:pt idx="10652">
                  <c:v>2.5386062606509973E-5</c:v>
                </c:pt>
                <c:pt idx="10653">
                  <c:v>2.081827840871523E-5</c:v>
                </c:pt>
                <c:pt idx="10654">
                  <c:v>1.6253002800797273E-6</c:v>
                </c:pt>
                <c:pt idx="10655">
                  <c:v>4.5706558962116704E-5</c:v>
                </c:pt>
                <c:pt idx="10656">
                  <c:v>0</c:v>
                </c:pt>
                <c:pt idx="10657">
                  <c:v>0</c:v>
                </c:pt>
                <c:pt idx="10658">
                  <c:v>3.3262546372832278E-3</c:v>
                </c:pt>
                <c:pt idx="10659">
                  <c:v>1.7182969607928312E-6</c:v>
                </c:pt>
                <c:pt idx="10660">
                  <c:v>1.6042969145088311E-4</c:v>
                </c:pt>
                <c:pt idx="10661">
                  <c:v>2.5572244597699369E-5</c:v>
                </c:pt>
                <c:pt idx="10662">
                  <c:v>4.7698148254843829E-5</c:v>
                </c:pt>
                <c:pt idx="10663">
                  <c:v>1.1003604678517576E-4</c:v>
                </c:pt>
                <c:pt idx="10664">
                  <c:v>2.4325556013282238E-5</c:v>
                </c:pt>
                <c:pt idx="10665">
                  <c:v>6.3730881157229798E-5</c:v>
                </c:pt>
                <c:pt idx="10666">
                  <c:v>0</c:v>
                </c:pt>
                <c:pt idx="10667">
                  <c:v>6.8637703237615493E-5</c:v>
                </c:pt>
                <c:pt idx="10668">
                  <c:v>2.4486830142918601E-5</c:v>
                </c:pt>
                <c:pt idx="10669">
                  <c:v>6.747549832055435E-7</c:v>
                </c:pt>
                <c:pt idx="10670">
                  <c:v>7.4791434155998041E-5</c:v>
                </c:pt>
                <c:pt idx="10671">
                  <c:v>1.3354975810116388E-5</c:v>
                </c:pt>
                <c:pt idx="10672">
                  <c:v>1.8005916357097903E-5</c:v>
                </c:pt>
                <c:pt idx="10673">
                  <c:v>7.9266603816893942E-6</c:v>
                </c:pt>
                <c:pt idx="10674">
                  <c:v>4.9736345869097095E-5</c:v>
                </c:pt>
                <c:pt idx="10675">
                  <c:v>4.4806060541779481E-6</c:v>
                </c:pt>
                <c:pt idx="10676">
                  <c:v>0</c:v>
                </c:pt>
                <c:pt idx="10677">
                  <c:v>2.581381069001488E-5</c:v>
                </c:pt>
                <c:pt idx="10678">
                  <c:v>4.8560774104587183E-5</c:v>
                </c:pt>
                <c:pt idx="10679">
                  <c:v>2.0104676436019071E-5</c:v>
                </c:pt>
                <c:pt idx="10680">
                  <c:v>4.9013219212729379E-6</c:v>
                </c:pt>
                <c:pt idx="10681">
                  <c:v>1.2670322772888701E-5</c:v>
                </c:pt>
                <c:pt idx="10682">
                  <c:v>8.8435423764955014E-5</c:v>
                </c:pt>
                <c:pt idx="10683">
                  <c:v>2.0567339367190201E-5</c:v>
                </c:pt>
                <c:pt idx="10684">
                  <c:v>8.7744825855340351E-6</c:v>
                </c:pt>
                <c:pt idx="10685">
                  <c:v>1.3322786741638324E-5</c:v>
                </c:pt>
                <c:pt idx="10686">
                  <c:v>7.6818889077044037E-5</c:v>
                </c:pt>
                <c:pt idx="10687">
                  <c:v>9.2409147536636905E-6</c:v>
                </c:pt>
                <c:pt idx="10688">
                  <c:v>1.5655344218659241E-4</c:v>
                </c:pt>
                <c:pt idx="10689">
                  <c:v>2.4120756294210549E-5</c:v>
                </c:pt>
                <c:pt idx="10690">
                  <c:v>1.5295172488363916E-5</c:v>
                </c:pt>
                <c:pt idx="10691">
                  <c:v>1.7357098942233698E-6</c:v>
                </c:pt>
                <c:pt idx="10692">
                  <c:v>3.2847971097941524E-7</c:v>
                </c:pt>
                <c:pt idx="10693">
                  <c:v>5.5155487203363833E-4</c:v>
                </c:pt>
                <c:pt idx="10694">
                  <c:v>8.9935269317368085E-6</c:v>
                </c:pt>
                <c:pt idx="10695">
                  <c:v>8.0895613886565748E-6</c:v>
                </c:pt>
                <c:pt idx="10696">
                  <c:v>2.1406942714112659E-5</c:v>
                </c:pt>
                <c:pt idx="10697">
                  <c:v>1.7130036053631831E-5</c:v>
                </c:pt>
                <c:pt idx="10698">
                  <c:v>3.2008254263839661E-5</c:v>
                </c:pt>
                <c:pt idx="10699">
                  <c:v>1.2147771050850793E-5</c:v>
                </c:pt>
                <c:pt idx="10700">
                  <c:v>1.0399698449114347E-5</c:v>
                </c:pt>
                <c:pt idx="10701">
                  <c:v>1.7733892985547525E-5</c:v>
                </c:pt>
                <c:pt idx="10702">
                  <c:v>4.755198119429799E-5</c:v>
                </c:pt>
                <c:pt idx="10703">
                  <c:v>1.2159793935878674E-5</c:v>
                </c:pt>
                <c:pt idx="10704">
                  <c:v>2.2543397822137226E-5</c:v>
                </c:pt>
                <c:pt idx="10705">
                  <c:v>2.6668925908371295E-5</c:v>
                </c:pt>
                <c:pt idx="10706">
                  <c:v>7.3230743417574112E-5</c:v>
                </c:pt>
                <c:pt idx="10707">
                  <c:v>4.337752635964317E-6</c:v>
                </c:pt>
                <c:pt idx="10708">
                  <c:v>8.8206429966490677E-5</c:v>
                </c:pt>
                <c:pt idx="10709">
                  <c:v>4.1306450663768023E-5</c:v>
                </c:pt>
                <c:pt idx="10710">
                  <c:v>5.2429628342294444E-6</c:v>
                </c:pt>
                <c:pt idx="10711">
                  <c:v>8.3290581783195238E-6</c:v>
                </c:pt>
                <c:pt idx="10712">
                  <c:v>1.0663775319113944E-4</c:v>
                </c:pt>
                <c:pt idx="10713">
                  <c:v>2.0185217420765284E-5</c:v>
                </c:pt>
                <c:pt idx="10714">
                  <c:v>4.5575167993797804E-6</c:v>
                </c:pt>
                <c:pt idx="10715">
                  <c:v>1.6521906330021572E-7</c:v>
                </c:pt>
                <c:pt idx="10716">
                  <c:v>1.9303406492271011E-5</c:v>
                </c:pt>
                <c:pt idx="10717">
                  <c:v>1.2743867668598294E-5</c:v>
                </c:pt>
                <c:pt idx="10718">
                  <c:v>8.5857834585573406E-4</c:v>
                </c:pt>
                <c:pt idx="10719">
                  <c:v>2.8018061727562411E-5</c:v>
                </c:pt>
                <c:pt idx="10720">
                  <c:v>4.2045403005365134E-6</c:v>
                </c:pt>
                <c:pt idx="10721">
                  <c:v>1.8514304330529768E-7</c:v>
                </c:pt>
                <c:pt idx="10722">
                  <c:v>5.1928539618197712E-6</c:v>
                </c:pt>
                <c:pt idx="10723">
                  <c:v>2.3941017936982201E-5</c:v>
                </c:pt>
                <c:pt idx="10724">
                  <c:v>1.5425131882169724E-5</c:v>
                </c:pt>
                <c:pt idx="10725">
                  <c:v>0</c:v>
                </c:pt>
                <c:pt idx="10726">
                  <c:v>1.6854339028004138E-5</c:v>
                </c:pt>
                <c:pt idx="10727">
                  <c:v>5.5223783308542944E-5</c:v>
                </c:pt>
                <c:pt idx="10728">
                  <c:v>1.1346069200428534E-5</c:v>
                </c:pt>
                <c:pt idx="10729">
                  <c:v>1.3947255161251505E-5</c:v>
                </c:pt>
                <c:pt idx="10730">
                  <c:v>4.0313736447448447E-4</c:v>
                </c:pt>
                <c:pt idx="10731">
                  <c:v>1.2839016216822666E-5</c:v>
                </c:pt>
                <c:pt idx="10732">
                  <c:v>2.7818575815892208E-5</c:v>
                </c:pt>
                <c:pt idx="10733">
                  <c:v>1.4917768924159324E-5</c:v>
                </c:pt>
                <c:pt idx="10734">
                  <c:v>1.8181582651080574E-6</c:v>
                </c:pt>
                <c:pt idx="10735">
                  <c:v>5.9656686700334426E-5</c:v>
                </c:pt>
                <c:pt idx="10736">
                  <c:v>1.0362756448730238E-6</c:v>
                </c:pt>
                <c:pt idx="10737">
                  <c:v>6.1181200052063818E-5</c:v>
                </c:pt>
                <c:pt idx="10738">
                  <c:v>2.7305392017389897E-5</c:v>
                </c:pt>
                <c:pt idx="10739">
                  <c:v>2.5625147928522031E-5</c:v>
                </c:pt>
                <c:pt idx="10740">
                  <c:v>2.3678757187541206E-5</c:v>
                </c:pt>
                <c:pt idx="10741">
                  <c:v>9.0110056407952673E-6</c:v>
                </c:pt>
                <c:pt idx="10742">
                  <c:v>0</c:v>
                </c:pt>
                <c:pt idx="10743">
                  <c:v>2.6739815953460728E-5</c:v>
                </c:pt>
                <c:pt idx="10744">
                  <c:v>3.6862912546783588E-5</c:v>
                </c:pt>
                <c:pt idx="10745">
                  <c:v>3.2923212403271123E-3</c:v>
                </c:pt>
                <c:pt idx="10746">
                  <c:v>7.3969745699489539E-6</c:v>
                </c:pt>
                <c:pt idx="10747">
                  <c:v>0</c:v>
                </c:pt>
                <c:pt idx="10748">
                  <c:v>2.2025729963207552E-5</c:v>
                </c:pt>
                <c:pt idx="10749">
                  <c:v>7.7138138296999116E-5</c:v>
                </c:pt>
                <c:pt idx="10750">
                  <c:v>0</c:v>
                </c:pt>
                <c:pt idx="10751">
                  <c:v>2.3065601840479251E-5</c:v>
                </c:pt>
                <c:pt idx="10752">
                  <c:v>1.8576877521762532E-7</c:v>
                </c:pt>
                <c:pt idx="10753">
                  <c:v>3.4290256172515921E-7</c:v>
                </c:pt>
                <c:pt idx="10754">
                  <c:v>0</c:v>
                </c:pt>
                <c:pt idx="10755">
                  <c:v>1.6181235453961917E-5</c:v>
                </c:pt>
                <c:pt idx="10756">
                  <c:v>2.2551725833000452E-5</c:v>
                </c:pt>
                <c:pt idx="10757">
                  <c:v>7.5247384045054323E-5</c:v>
                </c:pt>
                <c:pt idx="10758">
                  <c:v>3.4218802417249694E-7</c:v>
                </c:pt>
                <c:pt idx="10759">
                  <c:v>0</c:v>
                </c:pt>
                <c:pt idx="10760">
                  <c:v>4.6236973436130967E-5</c:v>
                </c:pt>
                <c:pt idx="10761">
                  <c:v>2.8569519605772789E-6</c:v>
                </c:pt>
                <c:pt idx="10762">
                  <c:v>7.8385967647958373E-5</c:v>
                </c:pt>
                <c:pt idx="10763">
                  <c:v>8.7606428049048098E-7</c:v>
                </c:pt>
                <c:pt idx="10764">
                  <c:v>2.5870478752095796E-4</c:v>
                </c:pt>
                <c:pt idx="10765">
                  <c:v>2.9768473807509454E-7</c:v>
                </c:pt>
                <c:pt idx="10766">
                  <c:v>1.1264940230128332E-5</c:v>
                </c:pt>
                <c:pt idx="10767">
                  <c:v>4.9234466639237901E-5</c:v>
                </c:pt>
                <c:pt idx="10768">
                  <c:v>2.658288343977793E-5</c:v>
                </c:pt>
                <c:pt idx="10769">
                  <c:v>8.8161487617879382E-5</c:v>
                </c:pt>
                <c:pt idx="10770">
                  <c:v>9.3037689637420152E-6</c:v>
                </c:pt>
                <c:pt idx="10771">
                  <c:v>4.4668757896295947E-4</c:v>
                </c:pt>
                <c:pt idx="10772">
                  <c:v>2.6128266978747152E-6</c:v>
                </c:pt>
                <c:pt idx="10773">
                  <c:v>1.9613000162823304E-5</c:v>
                </c:pt>
                <c:pt idx="10774">
                  <c:v>1.6352246587955525E-7</c:v>
                </c:pt>
                <c:pt idx="10775">
                  <c:v>4.3965436811429607E-5</c:v>
                </c:pt>
                <c:pt idx="10776">
                  <c:v>1.2103646718419981E-5</c:v>
                </c:pt>
                <c:pt idx="10777">
                  <c:v>2.0810207875637162E-4</c:v>
                </c:pt>
                <c:pt idx="10778">
                  <c:v>1.1941491809649654E-5</c:v>
                </c:pt>
                <c:pt idx="10779">
                  <c:v>0</c:v>
                </c:pt>
                <c:pt idx="10780">
                  <c:v>9.1675731499209451E-6</c:v>
                </c:pt>
                <c:pt idx="10781">
                  <c:v>1.6188743680760611E-5</c:v>
                </c:pt>
                <c:pt idx="10782">
                  <c:v>1.7057500389367758E-5</c:v>
                </c:pt>
                <c:pt idx="10783">
                  <c:v>1.9037096954596035E-5</c:v>
                </c:pt>
                <c:pt idx="10784">
                  <c:v>3.555008023866025E-6</c:v>
                </c:pt>
                <c:pt idx="10785">
                  <c:v>3.0202436044350004E-5</c:v>
                </c:pt>
                <c:pt idx="10786">
                  <c:v>2.1597208527553477E-6</c:v>
                </c:pt>
                <c:pt idx="10787">
                  <c:v>1.3752357057638305E-5</c:v>
                </c:pt>
                <c:pt idx="10788">
                  <c:v>1.8951262866892541E-5</c:v>
                </c:pt>
                <c:pt idx="10789">
                  <c:v>3.0908684926434413E-5</c:v>
                </c:pt>
                <c:pt idx="10790">
                  <c:v>6.1161551322009992E-8</c:v>
                </c:pt>
                <c:pt idx="10791">
                  <c:v>7.922462743236761E-6</c:v>
                </c:pt>
                <c:pt idx="10792">
                  <c:v>1.156935982298348E-4</c:v>
                </c:pt>
                <c:pt idx="10793">
                  <c:v>2.4159224874075206E-5</c:v>
                </c:pt>
                <c:pt idx="10794">
                  <c:v>4.2270183125701933E-5</c:v>
                </c:pt>
                <c:pt idx="10795">
                  <c:v>8.9415133448906348E-6</c:v>
                </c:pt>
                <c:pt idx="10796">
                  <c:v>2.8592042940229012E-7</c:v>
                </c:pt>
                <c:pt idx="10797">
                  <c:v>7.0075671675608737E-7</c:v>
                </c:pt>
                <c:pt idx="10798">
                  <c:v>8.4116500436365543E-5</c:v>
                </c:pt>
                <c:pt idx="10799">
                  <c:v>1.1550543496571342E-5</c:v>
                </c:pt>
                <c:pt idx="10800">
                  <c:v>1.7035215954137109E-5</c:v>
                </c:pt>
                <c:pt idx="10801">
                  <c:v>1.2224425509974407E-5</c:v>
                </c:pt>
                <c:pt idx="10802">
                  <c:v>6.1510940759604494E-5</c:v>
                </c:pt>
                <c:pt idx="10803">
                  <c:v>1.401461328787753E-3</c:v>
                </c:pt>
                <c:pt idx="10804">
                  <c:v>8.5375932181693044E-5</c:v>
                </c:pt>
                <c:pt idx="10805">
                  <c:v>5.144375539332946E-4</c:v>
                </c:pt>
                <c:pt idx="10806">
                  <c:v>1.0839465324493021E-5</c:v>
                </c:pt>
                <c:pt idx="10807">
                  <c:v>5.7952314028307587E-7</c:v>
                </c:pt>
                <c:pt idx="10808">
                  <c:v>1.6345586589058838E-7</c:v>
                </c:pt>
                <c:pt idx="10809">
                  <c:v>1.4156736003247207E-5</c:v>
                </c:pt>
                <c:pt idx="10810">
                  <c:v>3.1523182191199343E-7</c:v>
                </c:pt>
                <c:pt idx="10811">
                  <c:v>2.4133290096233267E-5</c:v>
                </c:pt>
                <c:pt idx="10812">
                  <c:v>1.2437615584667077E-5</c:v>
                </c:pt>
                <c:pt idx="10813">
                  <c:v>1.9160477105831228E-5</c:v>
                </c:pt>
                <c:pt idx="10814">
                  <c:v>7.6156110611846131E-6</c:v>
                </c:pt>
                <c:pt idx="10815">
                  <c:v>6.9259046419313132E-5</c:v>
                </c:pt>
                <c:pt idx="10816">
                  <c:v>1.2603314371031305E-5</c:v>
                </c:pt>
                <c:pt idx="10817">
                  <c:v>8.3417804933623598E-5</c:v>
                </c:pt>
                <c:pt idx="10818">
                  <c:v>1.9474883546323822E-5</c:v>
                </c:pt>
                <c:pt idx="10819">
                  <c:v>6.6022183855260119E-7</c:v>
                </c:pt>
                <c:pt idx="10820">
                  <c:v>2.1596277759866151E-5</c:v>
                </c:pt>
                <c:pt idx="10821">
                  <c:v>4.1325111146620338E-5</c:v>
                </c:pt>
                <c:pt idx="10822">
                  <c:v>1.1650165101610902E-5</c:v>
                </c:pt>
                <c:pt idx="10823">
                  <c:v>2.7652086320309108E-5</c:v>
                </c:pt>
                <c:pt idx="10824">
                  <c:v>8.2115718323249728E-5</c:v>
                </c:pt>
                <c:pt idx="10825">
                  <c:v>3.3282380355682775E-6</c:v>
                </c:pt>
                <c:pt idx="10826">
                  <c:v>6.5484247430324635E-7</c:v>
                </c:pt>
                <c:pt idx="10827">
                  <c:v>5.7236770833735281E-5</c:v>
                </c:pt>
                <c:pt idx="10828">
                  <c:v>2.8172824958281971E-5</c:v>
                </c:pt>
                <c:pt idx="10829">
                  <c:v>2.8249874877293071E-4</c:v>
                </c:pt>
                <c:pt idx="10830">
                  <c:v>1.1373605627998858E-5</c:v>
                </c:pt>
                <c:pt idx="10831">
                  <c:v>0</c:v>
                </c:pt>
                <c:pt idx="10832">
                  <c:v>8.9016597547173597E-5</c:v>
                </c:pt>
                <c:pt idx="10833">
                  <c:v>1.6895015808376896E-5</c:v>
                </c:pt>
                <c:pt idx="10834">
                  <c:v>4.2688997706936567E-5</c:v>
                </c:pt>
                <c:pt idx="10835">
                  <c:v>4.6807684218604743E-6</c:v>
                </c:pt>
                <c:pt idx="10836">
                  <c:v>2.5758261915864254E-5</c:v>
                </c:pt>
                <c:pt idx="10837">
                  <c:v>2.8180343011769136E-5</c:v>
                </c:pt>
                <c:pt idx="10838">
                  <c:v>1.1585226016671067E-4</c:v>
                </c:pt>
                <c:pt idx="10839">
                  <c:v>3.1488362723564104E-6</c:v>
                </c:pt>
                <c:pt idx="10840">
                  <c:v>1.8749170748870534E-5</c:v>
                </c:pt>
                <c:pt idx="10841">
                  <c:v>4.6744477062892132E-5</c:v>
                </c:pt>
                <c:pt idx="10842">
                  <c:v>4.4900442435263407E-5</c:v>
                </c:pt>
                <c:pt idx="10843">
                  <c:v>1.2189604489904861E-5</c:v>
                </c:pt>
                <c:pt idx="10844">
                  <c:v>1.3369700517056925E-6</c:v>
                </c:pt>
                <c:pt idx="10845">
                  <c:v>4.5472365257715933E-5</c:v>
                </c:pt>
                <c:pt idx="10846">
                  <c:v>1.3359239882208403E-6</c:v>
                </c:pt>
                <c:pt idx="10847">
                  <c:v>1.7307059386580633E-5</c:v>
                </c:pt>
                <c:pt idx="10848">
                  <c:v>2.5912835259326306E-6</c:v>
                </c:pt>
                <c:pt idx="10849">
                  <c:v>4.3574078321429718E-4</c:v>
                </c:pt>
                <c:pt idx="10850">
                  <c:v>2.1005996162258212E-5</c:v>
                </c:pt>
                <c:pt idx="10851">
                  <c:v>5.9285346597376693E-5</c:v>
                </c:pt>
                <c:pt idx="10852">
                  <c:v>2.2124683865209751E-5</c:v>
                </c:pt>
                <c:pt idx="10853">
                  <c:v>9.4666688384767313E-8</c:v>
                </c:pt>
                <c:pt idx="10854">
                  <c:v>3.0294329184353362E-5</c:v>
                </c:pt>
                <c:pt idx="10855">
                  <c:v>4.5159741738840111E-4</c:v>
                </c:pt>
                <c:pt idx="10856">
                  <c:v>8.1206508268066525E-6</c:v>
                </c:pt>
                <c:pt idx="10857">
                  <c:v>1.5213230448359354E-5</c:v>
                </c:pt>
                <c:pt idx="10858">
                  <c:v>1.4890574981295638E-5</c:v>
                </c:pt>
                <c:pt idx="10859">
                  <c:v>3.6061178879885513E-5</c:v>
                </c:pt>
                <c:pt idx="10860">
                  <c:v>3.392741633887735E-5</c:v>
                </c:pt>
                <c:pt idx="10861">
                  <c:v>3.5572004184527376E-5</c:v>
                </c:pt>
                <c:pt idx="10862">
                  <c:v>4.1394022395871419E-6</c:v>
                </c:pt>
                <c:pt idx="10863">
                  <c:v>1.226591996590692E-4</c:v>
                </c:pt>
                <c:pt idx="10864">
                  <c:v>1.25559680919408E-5</c:v>
                </c:pt>
                <c:pt idx="10865">
                  <c:v>2.3755863312036112E-5</c:v>
                </c:pt>
                <c:pt idx="10866">
                  <c:v>1.1365740931726245E-7</c:v>
                </c:pt>
                <c:pt idx="10867">
                  <c:v>3.4429188129743675E-5</c:v>
                </c:pt>
                <c:pt idx="10868">
                  <c:v>1.7518655650843361E-5</c:v>
                </c:pt>
                <c:pt idx="10869">
                  <c:v>5.0590751867768835E-7</c:v>
                </c:pt>
                <c:pt idx="10870">
                  <c:v>6.8506909360839076E-6</c:v>
                </c:pt>
                <c:pt idx="10871">
                  <c:v>1.7076905164739115E-5</c:v>
                </c:pt>
                <c:pt idx="10872">
                  <c:v>4.8428789250732026E-6</c:v>
                </c:pt>
                <c:pt idx="10873">
                  <c:v>4.1918421023757942E-4</c:v>
                </c:pt>
                <c:pt idx="10874">
                  <c:v>8.2798599945202769E-6</c:v>
                </c:pt>
                <c:pt idx="10875">
                  <c:v>0</c:v>
                </c:pt>
                <c:pt idx="10876">
                  <c:v>1.6528967617379876E-5</c:v>
                </c:pt>
                <c:pt idx="10877">
                  <c:v>3.3859204080139963E-5</c:v>
                </c:pt>
                <c:pt idx="10878">
                  <c:v>5.3555693743389852E-6</c:v>
                </c:pt>
                <c:pt idx="10879">
                  <c:v>3.8637907241632673E-5</c:v>
                </c:pt>
                <c:pt idx="10880">
                  <c:v>0</c:v>
                </c:pt>
                <c:pt idx="10881">
                  <c:v>2.5469974078221982E-5</c:v>
                </c:pt>
                <c:pt idx="10882">
                  <c:v>1.8400025743370536E-5</c:v>
                </c:pt>
                <c:pt idx="10883">
                  <c:v>2.4224218195216263E-5</c:v>
                </c:pt>
                <c:pt idx="10884">
                  <c:v>6.7294715967246108E-6</c:v>
                </c:pt>
                <c:pt idx="10885">
                  <c:v>0</c:v>
                </c:pt>
                <c:pt idx="10886">
                  <c:v>5.5934456957204813E-5</c:v>
                </c:pt>
                <c:pt idx="10887">
                  <c:v>2.4701772368527052E-5</c:v>
                </c:pt>
                <c:pt idx="10888">
                  <c:v>1.179553281066581E-4</c:v>
                </c:pt>
                <c:pt idx="10889">
                  <c:v>1.9901341212839693E-6</c:v>
                </c:pt>
                <c:pt idx="10890">
                  <c:v>1.9568886800446681E-3</c:v>
                </c:pt>
                <c:pt idx="10891">
                  <c:v>1.7049788314285502E-4</c:v>
                </c:pt>
                <c:pt idx="10892">
                  <c:v>0</c:v>
                </c:pt>
                <c:pt idx="10893">
                  <c:v>5.5639929545908515E-5</c:v>
                </c:pt>
                <c:pt idx="10894">
                  <c:v>1.5219716137819415E-6</c:v>
                </c:pt>
                <c:pt idx="10895">
                  <c:v>3.621634360798449E-4</c:v>
                </c:pt>
                <c:pt idx="10896">
                  <c:v>2.9843154377051612E-6</c:v>
                </c:pt>
                <c:pt idx="10897">
                  <c:v>2.1246091582619909E-5</c:v>
                </c:pt>
                <c:pt idx="10898">
                  <c:v>1.789939996949681E-3</c:v>
                </c:pt>
                <c:pt idx="10899">
                  <c:v>1.8678258075299949E-6</c:v>
                </c:pt>
                <c:pt idx="10900">
                  <c:v>8.7783524375320047E-7</c:v>
                </c:pt>
                <c:pt idx="10901">
                  <c:v>2.7355305699972109E-5</c:v>
                </c:pt>
                <c:pt idx="10902">
                  <c:v>0</c:v>
                </c:pt>
                <c:pt idx="10903">
                  <c:v>1.3552546343793565E-4</c:v>
                </c:pt>
                <c:pt idx="10904">
                  <c:v>6.3579137768247523E-6</c:v>
                </c:pt>
                <c:pt idx="10905">
                  <c:v>0</c:v>
                </c:pt>
                <c:pt idx="10906">
                  <c:v>1.6430760620974473E-5</c:v>
                </c:pt>
                <c:pt idx="10907">
                  <c:v>2.4653419333415291E-5</c:v>
                </c:pt>
                <c:pt idx="10908">
                  <c:v>1.2730278632031569E-3</c:v>
                </c:pt>
                <c:pt idx="10909">
                  <c:v>5.1712025870911203E-5</c:v>
                </c:pt>
                <c:pt idx="10910">
                  <c:v>0</c:v>
                </c:pt>
                <c:pt idx="10911">
                  <c:v>2.6907116723090469E-7</c:v>
                </c:pt>
                <c:pt idx="10912">
                  <c:v>8.6099807173568948E-6</c:v>
                </c:pt>
                <c:pt idx="10913">
                  <c:v>3.5198904253832882E-6</c:v>
                </c:pt>
                <c:pt idx="10914">
                  <c:v>5.7832917025921525E-5</c:v>
                </c:pt>
                <c:pt idx="10915">
                  <c:v>1.6772236053716231E-5</c:v>
                </c:pt>
                <c:pt idx="10916">
                  <c:v>2.886909885701114E-5</c:v>
                </c:pt>
                <c:pt idx="10917">
                  <c:v>3.7232729917948794E-6</c:v>
                </c:pt>
                <c:pt idx="10918">
                  <c:v>4.3188165006478694E-6</c:v>
                </c:pt>
                <c:pt idx="10919">
                  <c:v>0</c:v>
                </c:pt>
                <c:pt idx="10920">
                  <c:v>1.6748072678359726E-5</c:v>
                </c:pt>
                <c:pt idx="10921">
                  <c:v>1.2051211506634481E-6</c:v>
                </c:pt>
                <c:pt idx="10922">
                  <c:v>1.089963152632483E-5</c:v>
                </c:pt>
                <c:pt idx="10923">
                  <c:v>5.6936166457141417E-5</c:v>
                </c:pt>
                <c:pt idx="10924">
                  <c:v>2.7008108816580448E-5</c:v>
                </c:pt>
                <c:pt idx="10925">
                  <c:v>4.9693607793704518E-4</c:v>
                </c:pt>
                <c:pt idx="10926">
                  <c:v>0</c:v>
                </c:pt>
                <c:pt idx="10927">
                  <c:v>1.3587535501031E-5</c:v>
                </c:pt>
                <c:pt idx="10928">
                  <c:v>3.0091724757048049E-7</c:v>
                </c:pt>
                <c:pt idx="10929">
                  <c:v>1.5906425788158407E-5</c:v>
                </c:pt>
                <c:pt idx="10930">
                  <c:v>3.4535137706975913E-3</c:v>
                </c:pt>
                <c:pt idx="10931">
                  <c:v>7.5718752274540125E-6</c:v>
                </c:pt>
                <c:pt idx="10932">
                  <c:v>7.0286140268638824E-5</c:v>
                </c:pt>
                <c:pt idx="10933">
                  <c:v>1.4477153666045921E-4</c:v>
                </c:pt>
                <c:pt idx="10934">
                  <c:v>2.3043117211040567E-4</c:v>
                </c:pt>
                <c:pt idx="10935">
                  <c:v>2.3307260881613945E-7</c:v>
                </c:pt>
                <c:pt idx="10936">
                  <c:v>1.449892599149309E-4</c:v>
                </c:pt>
                <c:pt idx="10937">
                  <c:v>1.6801756876462787E-5</c:v>
                </c:pt>
                <c:pt idx="10938">
                  <c:v>2.4350611574540496E-4</c:v>
                </c:pt>
                <c:pt idx="10939">
                  <c:v>0</c:v>
                </c:pt>
                <c:pt idx="10940">
                  <c:v>2.301454194537623E-5</c:v>
                </c:pt>
                <c:pt idx="10941">
                  <c:v>1.2911743581746139E-5</c:v>
                </c:pt>
                <c:pt idx="10942">
                  <c:v>1.358255330146574E-4</c:v>
                </c:pt>
                <c:pt idx="10943">
                  <c:v>4.4013599804195461E-4</c:v>
                </c:pt>
                <c:pt idx="10944">
                  <c:v>1.4323568645706115E-5</c:v>
                </c:pt>
                <c:pt idx="10945">
                  <c:v>5.1060162778709711E-7</c:v>
                </c:pt>
                <c:pt idx="10946">
                  <c:v>1.0052888897123346E-5</c:v>
                </c:pt>
                <c:pt idx="10947">
                  <c:v>1.9473805224382104E-5</c:v>
                </c:pt>
                <c:pt idx="10948">
                  <c:v>1.3237084337464072E-4</c:v>
                </c:pt>
                <c:pt idx="10949">
                  <c:v>5.7174636744432958E-7</c:v>
                </c:pt>
                <c:pt idx="10950">
                  <c:v>4.7455850409312584E-6</c:v>
                </c:pt>
                <c:pt idx="10951">
                  <c:v>5.0231867453956924E-6</c:v>
                </c:pt>
                <c:pt idx="10952">
                  <c:v>2.7962966262046647E-5</c:v>
                </c:pt>
                <c:pt idx="10953">
                  <c:v>1.1123719382514467E-5</c:v>
                </c:pt>
                <c:pt idx="10954">
                  <c:v>2.3111740128757045E-5</c:v>
                </c:pt>
                <c:pt idx="10955">
                  <c:v>0</c:v>
                </c:pt>
                <c:pt idx="10956">
                  <c:v>4.415005901651575E-5</c:v>
                </c:pt>
                <c:pt idx="10957">
                  <c:v>2.2106537907550812E-4</c:v>
                </c:pt>
                <c:pt idx="10958">
                  <c:v>4.8603430408786691E-4</c:v>
                </c:pt>
                <c:pt idx="10959">
                  <c:v>0</c:v>
                </c:pt>
                <c:pt idx="10960">
                  <c:v>3.2181799899617879E-5</c:v>
                </c:pt>
                <c:pt idx="10961">
                  <c:v>1.7461519298086558E-5</c:v>
                </c:pt>
                <c:pt idx="10962">
                  <c:v>2.1232168756762981E-5</c:v>
                </c:pt>
                <c:pt idx="10963">
                  <c:v>2.2561076595407618E-5</c:v>
                </c:pt>
                <c:pt idx="10964">
                  <c:v>7.8762063938797825E-6</c:v>
                </c:pt>
                <c:pt idx="10965">
                  <c:v>5.1177043467536514E-6</c:v>
                </c:pt>
                <c:pt idx="10966">
                  <c:v>1.5925664862165683E-4</c:v>
                </c:pt>
                <c:pt idx="10967">
                  <c:v>0</c:v>
                </c:pt>
                <c:pt idx="10968">
                  <c:v>1.2495490011770385E-5</c:v>
                </c:pt>
                <c:pt idx="10969">
                  <c:v>0</c:v>
                </c:pt>
                <c:pt idx="10970">
                  <c:v>1.1291568332239535E-5</c:v>
                </c:pt>
                <c:pt idx="10971">
                  <c:v>1.5952792393934531E-5</c:v>
                </c:pt>
                <c:pt idx="10972">
                  <c:v>3.9320162744401054E-5</c:v>
                </c:pt>
                <c:pt idx="10973">
                  <c:v>3.1229992132151061E-5</c:v>
                </c:pt>
                <c:pt idx="10974">
                  <c:v>1.1668490078767221E-5</c:v>
                </c:pt>
                <c:pt idx="10975">
                  <c:v>1.7922946744012745E-5</c:v>
                </c:pt>
                <c:pt idx="10976">
                  <c:v>8.8679945976587615E-7</c:v>
                </c:pt>
                <c:pt idx="10977">
                  <c:v>8.8780536175134677E-7</c:v>
                </c:pt>
                <c:pt idx="10978">
                  <c:v>6.0477825374545496E-6</c:v>
                </c:pt>
                <c:pt idx="10979">
                  <c:v>2.0998450870970582E-5</c:v>
                </c:pt>
                <c:pt idx="10980">
                  <c:v>4.7990170884281145E-5</c:v>
                </c:pt>
                <c:pt idx="10981">
                  <c:v>1.6530866149072592E-7</c:v>
                </c:pt>
                <c:pt idx="10982">
                  <c:v>0</c:v>
                </c:pt>
                <c:pt idx="10983">
                  <c:v>2.8495289680911247E-6</c:v>
                </c:pt>
                <c:pt idx="10984">
                  <c:v>7.1499299382457452E-5</c:v>
                </c:pt>
                <c:pt idx="10985">
                  <c:v>5.8508478270421894E-7</c:v>
                </c:pt>
                <c:pt idx="10986">
                  <c:v>6.9474270491905749E-5</c:v>
                </c:pt>
                <c:pt idx="10987">
                  <c:v>1.5423444039558681E-5</c:v>
                </c:pt>
                <c:pt idx="10988">
                  <c:v>1.2822998254164621E-4</c:v>
                </c:pt>
                <c:pt idx="10989">
                  <c:v>5.6956123278941998E-7</c:v>
                </c:pt>
                <c:pt idx="10990">
                  <c:v>9.4354765906223156E-6</c:v>
                </c:pt>
                <c:pt idx="10991">
                  <c:v>1.0250827160630724E-4</c:v>
                </c:pt>
                <c:pt idx="10992">
                  <c:v>2.7071862503454594E-7</c:v>
                </c:pt>
                <c:pt idx="10993">
                  <c:v>0</c:v>
                </c:pt>
                <c:pt idx="10994">
                  <c:v>5.4083926037517553E-5</c:v>
                </c:pt>
                <c:pt idx="10995">
                  <c:v>4.3215361292831514E-5</c:v>
                </c:pt>
                <c:pt idx="10996">
                  <c:v>1.9131176107676148E-4</c:v>
                </c:pt>
                <c:pt idx="10997">
                  <c:v>9.2607686836181228E-8</c:v>
                </c:pt>
                <c:pt idx="10998">
                  <c:v>3.9207095073918891E-5</c:v>
                </c:pt>
                <c:pt idx="10999">
                  <c:v>2.463323843430679E-5</c:v>
                </c:pt>
                <c:pt idx="11000">
                  <c:v>1.566170670962957E-4</c:v>
                </c:pt>
                <c:pt idx="11001">
                  <c:v>7.0583695177983801E-7</c:v>
                </c:pt>
                <c:pt idx="11002">
                  <c:v>3.8884328451625411E-5</c:v>
                </c:pt>
                <c:pt idx="11003">
                  <c:v>2.7773550908525297E-5</c:v>
                </c:pt>
                <c:pt idx="11004">
                  <c:v>2.7541593678618137E-5</c:v>
                </c:pt>
                <c:pt idx="11005">
                  <c:v>1.4060375534652214E-5</c:v>
                </c:pt>
                <c:pt idx="11006">
                  <c:v>2.5714078878990668E-5</c:v>
                </c:pt>
                <c:pt idx="11007">
                  <c:v>3.682139852028465E-6</c:v>
                </c:pt>
                <c:pt idx="11008">
                  <c:v>5.3486108390996823E-5</c:v>
                </c:pt>
                <c:pt idx="11009">
                  <c:v>1.3152598900006701E-5</c:v>
                </c:pt>
                <c:pt idx="11010">
                  <c:v>0</c:v>
                </c:pt>
                <c:pt idx="11011">
                  <c:v>4.5068393988008908E-5</c:v>
                </c:pt>
                <c:pt idx="11012">
                  <c:v>1.0216991112689621E-6</c:v>
                </c:pt>
                <c:pt idx="11013">
                  <c:v>1.4370046193500441E-6</c:v>
                </c:pt>
                <c:pt idx="11014">
                  <c:v>9.4351067554605171E-6</c:v>
                </c:pt>
                <c:pt idx="11015">
                  <c:v>1.2985469911070515E-5</c:v>
                </c:pt>
                <c:pt idx="11016">
                  <c:v>7.9122138943091213E-6</c:v>
                </c:pt>
                <c:pt idx="11017">
                  <c:v>1.0745945981521299E-5</c:v>
                </c:pt>
                <c:pt idx="11018">
                  <c:v>5.9844670172727736E-5</c:v>
                </c:pt>
                <c:pt idx="11019">
                  <c:v>2.2672873613178986E-5</c:v>
                </c:pt>
                <c:pt idx="11020">
                  <c:v>0</c:v>
                </c:pt>
                <c:pt idx="11021">
                  <c:v>0</c:v>
                </c:pt>
                <c:pt idx="11022">
                  <c:v>5.2816072453821045E-6</c:v>
                </c:pt>
                <c:pt idx="11023">
                  <c:v>3.4122365686421579E-6</c:v>
                </c:pt>
                <c:pt idx="11024">
                  <c:v>1.0565145477924445E-5</c:v>
                </c:pt>
                <c:pt idx="11025">
                  <c:v>5.5079327345567604E-6</c:v>
                </c:pt>
                <c:pt idx="11026">
                  <c:v>3.8121926069762921E-6</c:v>
                </c:pt>
                <c:pt idx="11027">
                  <c:v>2.9914312882581401E-5</c:v>
                </c:pt>
                <c:pt idx="11028">
                  <c:v>3.9533905752798192E-5</c:v>
                </c:pt>
                <c:pt idx="11029">
                  <c:v>4.6491601707848497E-5</c:v>
                </c:pt>
                <c:pt idx="11030">
                  <c:v>3.4944040455735112E-5</c:v>
                </c:pt>
                <c:pt idx="11031">
                  <c:v>3.4341093478949362E-5</c:v>
                </c:pt>
                <c:pt idx="11032">
                  <c:v>3.706276407491762E-5</c:v>
                </c:pt>
                <c:pt idx="11033">
                  <c:v>2.0725036350359482E-5</c:v>
                </c:pt>
                <c:pt idx="11034">
                  <c:v>2.8437029389266901E-5</c:v>
                </c:pt>
                <c:pt idx="11035">
                  <c:v>1.2807948394491465E-6</c:v>
                </c:pt>
                <c:pt idx="11036">
                  <c:v>8.229277033292465E-4</c:v>
                </c:pt>
                <c:pt idx="11037">
                  <c:v>6.1520745293265817E-5</c:v>
                </c:pt>
                <c:pt idx="11038">
                  <c:v>8.7032538866232807E-6</c:v>
                </c:pt>
                <c:pt idx="11039">
                  <c:v>8.0249615542900262E-8</c:v>
                </c:pt>
                <c:pt idx="11040">
                  <c:v>1.1248308922099543E-7</c:v>
                </c:pt>
                <c:pt idx="11041">
                  <c:v>7.2056800134469375E-6</c:v>
                </c:pt>
                <c:pt idx="11042">
                  <c:v>1.0979924301254925E-5</c:v>
                </c:pt>
                <c:pt idx="11043">
                  <c:v>2.2769513718715653E-5</c:v>
                </c:pt>
                <c:pt idx="11044">
                  <c:v>1.7572780848706645E-6</c:v>
                </c:pt>
                <c:pt idx="11045">
                  <c:v>2.3403277380331085E-5</c:v>
                </c:pt>
                <c:pt idx="11046">
                  <c:v>5.4294403260478394E-5</c:v>
                </c:pt>
                <c:pt idx="11047">
                  <c:v>4.3503420529803807E-6</c:v>
                </c:pt>
                <c:pt idx="11048">
                  <c:v>3.8899859720935984E-5</c:v>
                </c:pt>
                <c:pt idx="11049">
                  <c:v>0</c:v>
                </c:pt>
                <c:pt idx="11050">
                  <c:v>4.2870983610187983E-5</c:v>
                </c:pt>
                <c:pt idx="11051">
                  <c:v>1.4789245537733126E-5</c:v>
                </c:pt>
                <c:pt idx="11052">
                  <c:v>6.6712559640316022E-4</c:v>
                </c:pt>
                <c:pt idx="11053">
                  <c:v>2.9018781457490042E-5</c:v>
                </c:pt>
                <c:pt idx="11054">
                  <c:v>6.8207645206906124E-5</c:v>
                </c:pt>
                <c:pt idx="11055">
                  <c:v>4.3199715475475106E-6</c:v>
                </c:pt>
                <c:pt idx="11056">
                  <c:v>4.2044121594019554E-5</c:v>
                </c:pt>
                <c:pt idx="11057">
                  <c:v>3.1268210586144523E-5</c:v>
                </c:pt>
                <c:pt idx="11058">
                  <c:v>1.0851237032515586E-4</c:v>
                </c:pt>
                <c:pt idx="11059">
                  <c:v>1.667480429837386E-5</c:v>
                </c:pt>
                <c:pt idx="11060">
                  <c:v>5.4506534785140831E-6</c:v>
                </c:pt>
                <c:pt idx="11061">
                  <c:v>3.4545685300378486E-5</c:v>
                </c:pt>
                <c:pt idx="11062">
                  <c:v>3.9979281609487048E-6</c:v>
                </c:pt>
                <c:pt idx="11063">
                  <c:v>0</c:v>
                </c:pt>
                <c:pt idx="11064">
                  <c:v>1.9632931160102262E-5</c:v>
                </c:pt>
                <c:pt idx="11065">
                  <c:v>4.3176936514008254E-6</c:v>
                </c:pt>
                <c:pt idx="11066">
                  <c:v>3.6239648007569455E-3</c:v>
                </c:pt>
                <c:pt idx="11067">
                  <c:v>6.9926472895512809E-6</c:v>
                </c:pt>
                <c:pt idx="11068">
                  <c:v>2.6024958218403814E-5</c:v>
                </c:pt>
                <c:pt idx="11069">
                  <c:v>3.07007018774112E-5</c:v>
                </c:pt>
                <c:pt idx="11070">
                  <c:v>9.368745833680571E-7</c:v>
                </c:pt>
                <c:pt idx="11071">
                  <c:v>1.7598958359988061E-5</c:v>
                </c:pt>
                <c:pt idx="11072">
                  <c:v>0</c:v>
                </c:pt>
                <c:pt idx="11073">
                  <c:v>0</c:v>
                </c:pt>
                <c:pt idx="11074">
                  <c:v>5.931652936333082E-4</c:v>
                </c:pt>
                <c:pt idx="11075">
                  <c:v>3.2068320564607897E-5</c:v>
                </c:pt>
                <c:pt idx="11076">
                  <c:v>9.3985297958363947E-6</c:v>
                </c:pt>
                <c:pt idx="11077">
                  <c:v>1.6955417202698332E-5</c:v>
                </c:pt>
                <c:pt idx="11078">
                  <c:v>0</c:v>
                </c:pt>
                <c:pt idx="11079">
                  <c:v>3.4536371384064373E-5</c:v>
                </c:pt>
                <c:pt idx="11080">
                  <c:v>9.9346892487802426E-6</c:v>
                </c:pt>
                <c:pt idx="11081">
                  <c:v>5.3780827671249534E-5</c:v>
                </c:pt>
                <c:pt idx="11082">
                  <c:v>1.7514169946945465E-5</c:v>
                </c:pt>
                <c:pt idx="11083">
                  <c:v>2.5973098597059682E-5</c:v>
                </c:pt>
                <c:pt idx="11084">
                  <c:v>1.598123846528608E-5</c:v>
                </c:pt>
                <c:pt idx="11085">
                  <c:v>3.8103991954633286E-5</c:v>
                </c:pt>
                <c:pt idx="11086">
                  <c:v>1.6866828327960904E-5</c:v>
                </c:pt>
                <c:pt idx="11087">
                  <c:v>2.6281698575061422E-5</c:v>
                </c:pt>
                <c:pt idx="11088">
                  <c:v>5.1673125969113592E-6</c:v>
                </c:pt>
                <c:pt idx="11089">
                  <c:v>5.3242808856694564E-5</c:v>
                </c:pt>
                <c:pt idx="11090">
                  <c:v>3.2285439032769327E-5</c:v>
                </c:pt>
                <c:pt idx="11091">
                  <c:v>7.5445617996832193E-7</c:v>
                </c:pt>
                <c:pt idx="11092">
                  <c:v>1.2458668018443897E-5</c:v>
                </c:pt>
                <c:pt idx="11093">
                  <c:v>5.1067955682476174E-5</c:v>
                </c:pt>
                <c:pt idx="11094">
                  <c:v>6.8622606266779536E-7</c:v>
                </c:pt>
                <c:pt idx="11095">
                  <c:v>1.0946052540745885E-7</c:v>
                </c:pt>
                <c:pt idx="11096">
                  <c:v>0</c:v>
                </c:pt>
                <c:pt idx="11097">
                  <c:v>1.5520833594139418E-7</c:v>
                </c:pt>
                <c:pt idx="11098">
                  <c:v>4.1378167409864416E-5</c:v>
                </c:pt>
                <c:pt idx="11099">
                  <c:v>7.4540522452836122E-5</c:v>
                </c:pt>
                <c:pt idx="11100">
                  <c:v>3.5518414370200202E-5</c:v>
                </c:pt>
                <c:pt idx="11101">
                  <c:v>1.1956858020329176E-5</c:v>
                </c:pt>
                <c:pt idx="11102">
                  <c:v>5.7559062412608399E-6</c:v>
                </c:pt>
                <c:pt idx="11103">
                  <c:v>4.6168894846148213E-5</c:v>
                </c:pt>
                <c:pt idx="11104">
                  <c:v>1.7039726934049709E-5</c:v>
                </c:pt>
                <c:pt idx="11105">
                  <c:v>1.7446033161375927E-4</c:v>
                </c:pt>
                <c:pt idx="11106">
                  <c:v>1.484075812019951E-7</c:v>
                </c:pt>
                <c:pt idx="11107">
                  <c:v>1.6261046719735461E-6</c:v>
                </c:pt>
                <c:pt idx="11108">
                  <c:v>9.486428773977285E-6</c:v>
                </c:pt>
                <c:pt idx="11109">
                  <c:v>2.2413831647209768E-6</c:v>
                </c:pt>
                <c:pt idx="11110">
                  <c:v>6.7491794892642507E-5</c:v>
                </c:pt>
                <c:pt idx="11111">
                  <c:v>3.5124717299580659E-6</c:v>
                </c:pt>
                <c:pt idx="11112">
                  <c:v>1.6100117806165369E-6</c:v>
                </c:pt>
                <c:pt idx="11113">
                  <c:v>0</c:v>
                </c:pt>
                <c:pt idx="11114">
                  <c:v>2.6713364616359123E-6</c:v>
                </c:pt>
                <c:pt idx="11115">
                  <c:v>3.889100988987451E-6</c:v>
                </c:pt>
                <c:pt idx="11116">
                  <c:v>7.6956861846502364E-6</c:v>
                </c:pt>
                <c:pt idx="11117">
                  <c:v>2.9309951526943823E-5</c:v>
                </c:pt>
                <c:pt idx="11118">
                  <c:v>3.1257021373757841E-5</c:v>
                </c:pt>
                <c:pt idx="11119">
                  <c:v>2.0687046214859952E-5</c:v>
                </c:pt>
                <c:pt idx="11120">
                  <c:v>2.2447673849925881E-5</c:v>
                </c:pt>
                <c:pt idx="11121">
                  <c:v>1.5905076857465654E-4</c:v>
                </c:pt>
                <c:pt idx="11122">
                  <c:v>2.5215570837228E-5</c:v>
                </c:pt>
                <c:pt idx="11123">
                  <c:v>3.7190092297839186E-6</c:v>
                </c:pt>
                <c:pt idx="11124">
                  <c:v>7.4027257985269108E-5</c:v>
                </c:pt>
                <c:pt idx="11125">
                  <c:v>4.5763763564678169E-5</c:v>
                </c:pt>
                <c:pt idx="11126">
                  <c:v>2.4812269450154087E-6</c:v>
                </c:pt>
                <c:pt idx="11127">
                  <c:v>1.3152024372391601E-6</c:v>
                </c:pt>
                <c:pt idx="11128">
                  <c:v>1.8396860994348054E-5</c:v>
                </c:pt>
                <c:pt idx="11129">
                  <c:v>1.942455496332816E-5</c:v>
                </c:pt>
                <c:pt idx="11130">
                  <c:v>2.3953290691506605E-5</c:v>
                </c:pt>
                <c:pt idx="11131">
                  <c:v>3.2913871047958156E-5</c:v>
                </c:pt>
                <c:pt idx="11132">
                  <c:v>1.1292240491699979E-5</c:v>
                </c:pt>
                <c:pt idx="11133">
                  <c:v>1.1682625832657178E-5</c:v>
                </c:pt>
                <c:pt idx="11134">
                  <c:v>1.6728382130825185E-5</c:v>
                </c:pt>
                <c:pt idx="11135">
                  <c:v>2.9366972233997801E-7</c:v>
                </c:pt>
                <c:pt idx="11136">
                  <c:v>1.8806286144625314E-5</c:v>
                </c:pt>
                <c:pt idx="11137">
                  <c:v>1.0313785035314272E-6</c:v>
                </c:pt>
                <c:pt idx="11138">
                  <c:v>2.8283797553671204E-4</c:v>
                </c:pt>
                <c:pt idx="11139">
                  <c:v>7.19785995270398E-7</c:v>
                </c:pt>
                <c:pt idx="11140">
                  <c:v>4.6441572666572059E-5</c:v>
                </c:pt>
                <c:pt idx="11141">
                  <c:v>1.4271030557943271E-4</c:v>
                </c:pt>
                <c:pt idx="11142">
                  <c:v>5.9400823804059043E-6</c:v>
                </c:pt>
                <c:pt idx="11143">
                  <c:v>4.4167800655278296E-5</c:v>
                </c:pt>
                <c:pt idx="11144">
                  <c:v>1.6965153815893443E-3</c:v>
                </c:pt>
                <c:pt idx="11145">
                  <c:v>4.7780261786902164E-6</c:v>
                </c:pt>
                <c:pt idx="11146">
                  <c:v>8.1927612124801764E-5</c:v>
                </c:pt>
                <c:pt idx="11147">
                  <c:v>1.1602281020338134E-5</c:v>
                </c:pt>
                <c:pt idx="11148">
                  <c:v>9.8703520166142994E-5</c:v>
                </c:pt>
                <c:pt idx="11149">
                  <c:v>7.6554158867337999E-5</c:v>
                </c:pt>
                <c:pt idx="11150">
                  <c:v>2.5870473216062211E-3</c:v>
                </c:pt>
                <c:pt idx="11151">
                  <c:v>2.5062991993460996E-5</c:v>
                </c:pt>
                <c:pt idx="11152">
                  <c:v>1.6986516666351364E-4</c:v>
                </c:pt>
                <c:pt idx="11153">
                  <c:v>1.4553111701199068E-3</c:v>
                </c:pt>
                <c:pt idx="11154">
                  <c:v>0</c:v>
                </c:pt>
                <c:pt idx="11155">
                  <c:v>5.9237309460957134E-7</c:v>
                </c:pt>
                <c:pt idx="11156">
                  <c:v>8.195082923516244E-7</c:v>
                </c:pt>
                <c:pt idx="11157">
                  <c:v>1.6467362221489083E-6</c:v>
                </c:pt>
                <c:pt idx="11158">
                  <c:v>1.8101494761811065E-7</c:v>
                </c:pt>
                <c:pt idx="11159">
                  <c:v>8.8653503519082284E-6</c:v>
                </c:pt>
                <c:pt idx="11160">
                  <c:v>3.222480554083783E-6</c:v>
                </c:pt>
                <c:pt idx="11161">
                  <c:v>5.4310418931482061E-8</c:v>
                </c:pt>
                <c:pt idx="11162">
                  <c:v>1.4598460451135463E-5</c:v>
                </c:pt>
                <c:pt idx="11163">
                  <c:v>7.7337860968505777E-6</c:v>
                </c:pt>
                <c:pt idx="11164">
                  <c:v>3.2482934578886364E-6</c:v>
                </c:pt>
                <c:pt idx="11165">
                  <c:v>4.6896646964631954E-7</c:v>
                </c:pt>
                <c:pt idx="11166">
                  <c:v>1.8464893470651022E-5</c:v>
                </c:pt>
                <c:pt idx="11167">
                  <c:v>4.3799047718323342E-6</c:v>
                </c:pt>
                <c:pt idx="11168">
                  <c:v>8.3262850411494258E-4</c:v>
                </c:pt>
                <c:pt idx="11169">
                  <c:v>2.1293901733127618E-5</c:v>
                </c:pt>
                <c:pt idx="11170">
                  <c:v>4.8329749372293579E-5</c:v>
                </c:pt>
                <c:pt idx="11171">
                  <c:v>1.5604951875400044E-6</c:v>
                </c:pt>
                <c:pt idx="11172">
                  <c:v>4.4705549751065139E-5</c:v>
                </c:pt>
                <c:pt idx="11173">
                  <c:v>1.9744155095019624E-5</c:v>
                </c:pt>
                <c:pt idx="11174">
                  <c:v>2.9182873765946705E-6</c:v>
                </c:pt>
                <c:pt idx="11175">
                  <c:v>4.5649542029135835E-6</c:v>
                </c:pt>
                <c:pt idx="11176">
                  <c:v>3.8798180177003353E-5</c:v>
                </c:pt>
                <c:pt idx="11177">
                  <c:v>1.926817183356574E-5</c:v>
                </c:pt>
                <c:pt idx="11178">
                  <c:v>4.4239837551672922E-5</c:v>
                </c:pt>
                <c:pt idx="11179">
                  <c:v>1.8094656601209039E-5</c:v>
                </c:pt>
                <c:pt idx="11180">
                  <c:v>1.6618099573208015E-5</c:v>
                </c:pt>
                <c:pt idx="11181">
                  <c:v>2.7534162825017274E-5</c:v>
                </c:pt>
                <c:pt idx="11182">
                  <c:v>8.0410470676760043E-5</c:v>
                </c:pt>
                <c:pt idx="11183">
                  <c:v>3.3975958678574323E-5</c:v>
                </c:pt>
                <c:pt idx="11184">
                  <c:v>1.6558068631638031E-5</c:v>
                </c:pt>
                <c:pt idx="11185">
                  <c:v>7.6929466180994332E-6</c:v>
                </c:pt>
                <c:pt idx="11186">
                  <c:v>1.8874863477348629E-5</c:v>
                </c:pt>
                <c:pt idx="11187">
                  <c:v>2.61202251234966E-5</c:v>
                </c:pt>
                <c:pt idx="11188">
                  <c:v>1.9934986219206028E-5</c:v>
                </c:pt>
                <c:pt idx="11189">
                  <c:v>1.1238621615725766E-5</c:v>
                </c:pt>
                <c:pt idx="11190">
                  <c:v>4.3757631108512924E-5</c:v>
                </c:pt>
                <c:pt idx="11191">
                  <c:v>1.162078304761683E-5</c:v>
                </c:pt>
                <c:pt idx="11192">
                  <c:v>4.4490160074882903E-5</c:v>
                </c:pt>
                <c:pt idx="11193">
                  <c:v>1.7257756821371246E-5</c:v>
                </c:pt>
                <c:pt idx="11194">
                  <c:v>5.7222480879344193E-5</c:v>
                </c:pt>
                <c:pt idx="11195">
                  <c:v>1.3605073156357544E-5</c:v>
                </c:pt>
                <c:pt idx="11196">
                  <c:v>5.3947588574053716E-5</c:v>
                </c:pt>
                <c:pt idx="11197">
                  <c:v>2.2594700864897251E-5</c:v>
                </c:pt>
                <c:pt idx="11198">
                  <c:v>2.1899060641271261E-6</c:v>
                </c:pt>
                <c:pt idx="11199">
                  <c:v>5.5085590879014417E-6</c:v>
                </c:pt>
                <c:pt idx="11200">
                  <c:v>3.3615186174127394E-3</c:v>
                </c:pt>
                <c:pt idx="11201">
                  <c:v>3.2459695413926581E-6</c:v>
                </c:pt>
                <c:pt idx="11202">
                  <c:v>3.0582428162541418E-5</c:v>
                </c:pt>
                <c:pt idx="11203">
                  <c:v>7.5415995188851814E-5</c:v>
                </c:pt>
                <c:pt idx="11204">
                  <c:v>1.983182423011527E-4</c:v>
                </c:pt>
                <c:pt idx="11205">
                  <c:v>7.3869916755948492E-5</c:v>
                </c:pt>
                <c:pt idx="11206">
                  <c:v>1.0540055062519445E-5</c:v>
                </c:pt>
                <c:pt idx="11207">
                  <c:v>3.5372657915106705E-5</c:v>
                </c:pt>
                <c:pt idx="11208">
                  <c:v>1.2678349964449506E-5</c:v>
                </c:pt>
                <c:pt idx="11209">
                  <c:v>6.1027750389615972E-6</c:v>
                </c:pt>
                <c:pt idx="11210">
                  <c:v>1.4826321585063146E-7</c:v>
                </c:pt>
                <c:pt idx="11211">
                  <c:v>2.8205899110923016E-7</c:v>
                </c:pt>
                <c:pt idx="11212">
                  <c:v>1.4233838211938567E-5</c:v>
                </c:pt>
                <c:pt idx="11213">
                  <c:v>2.0616597239477992E-6</c:v>
                </c:pt>
                <c:pt idx="11214">
                  <c:v>1.0328190718888145E-6</c:v>
                </c:pt>
                <c:pt idx="11215">
                  <c:v>9.3175731453714179E-7</c:v>
                </c:pt>
                <c:pt idx="11216">
                  <c:v>3.2782181446747688E-5</c:v>
                </c:pt>
                <c:pt idx="11217">
                  <c:v>3.6067595198813971E-4</c:v>
                </c:pt>
                <c:pt idx="11218">
                  <c:v>0</c:v>
                </c:pt>
                <c:pt idx="11219">
                  <c:v>3.1995196385907266E-5</c:v>
                </c:pt>
                <c:pt idx="11220">
                  <c:v>1.4493135793890206E-5</c:v>
                </c:pt>
                <c:pt idx="11221">
                  <c:v>3.0070496230049051E-5</c:v>
                </c:pt>
                <c:pt idx="11222">
                  <c:v>4.8455969866279223E-5</c:v>
                </c:pt>
                <c:pt idx="11223">
                  <c:v>7.1438249316438482E-5</c:v>
                </c:pt>
                <c:pt idx="11224">
                  <c:v>1.1293736996974081E-6</c:v>
                </c:pt>
                <c:pt idx="11225">
                  <c:v>3.2174960872736521E-5</c:v>
                </c:pt>
                <c:pt idx="11226">
                  <c:v>0</c:v>
                </c:pt>
                <c:pt idx="11227">
                  <c:v>3.110501752947948E-7</c:v>
                </c:pt>
                <c:pt idx="11228">
                  <c:v>8.7675491974235791E-6</c:v>
                </c:pt>
                <c:pt idx="11229">
                  <c:v>2.5848651322678875E-6</c:v>
                </c:pt>
                <c:pt idx="11230">
                  <c:v>9.583041782902074E-5</c:v>
                </c:pt>
                <c:pt idx="11231">
                  <c:v>5.7091470060075978E-7</c:v>
                </c:pt>
                <c:pt idx="11232">
                  <c:v>0</c:v>
                </c:pt>
                <c:pt idx="11233">
                  <c:v>8.499356919792066E-6</c:v>
                </c:pt>
                <c:pt idx="11234">
                  <c:v>2.0492643257753727E-5</c:v>
                </c:pt>
                <c:pt idx="11235">
                  <c:v>4.7302433276170662E-6</c:v>
                </c:pt>
                <c:pt idx="11236">
                  <c:v>1.4608825205776834E-5</c:v>
                </c:pt>
                <c:pt idx="11237">
                  <c:v>1.3250338486856577E-5</c:v>
                </c:pt>
                <c:pt idx="11238">
                  <c:v>7.9691848847225738E-6</c:v>
                </c:pt>
                <c:pt idx="11239">
                  <c:v>0</c:v>
                </c:pt>
                <c:pt idx="11240">
                  <c:v>3.2191060814838954E-5</c:v>
                </c:pt>
                <c:pt idx="11241">
                  <c:v>1.6626845246128568E-4</c:v>
                </c:pt>
                <c:pt idx="11242">
                  <c:v>1.4766279643367359E-5</c:v>
                </c:pt>
                <c:pt idx="11243">
                  <c:v>7.3356054470302475E-5</c:v>
                </c:pt>
                <c:pt idx="11244">
                  <c:v>4.0260218463800792E-5</c:v>
                </c:pt>
                <c:pt idx="11245">
                  <c:v>4.0607752109077077E-5</c:v>
                </c:pt>
                <c:pt idx="11246">
                  <c:v>1.3910743345522928E-4</c:v>
                </c:pt>
                <c:pt idx="11247">
                  <c:v>1.109451927249281E-5</c:v>
                </c:pt>
                <c:pt idx="11248">
                  <c:v>1.1202255155091483E-6</c:v>
                </c:pt>
                <c:pt idx="11249">
                  <c:v>0</c:v>
                </c:pt>
                <c:pt idx="11250">
                  <c:v>5.6138843293826994E-7</c:v>
                </c:pt>
                <c:pt idx="11251">
                  <c:v>9.6535404241083678E-5</c:v>
                </c:pt>
                <c:pt idx="11252">
                  <c:v>1.1201393882401281E-6</c:v>
                </c:pt>
                <c:pt idx="11253">
                  <c:v>6.5670867272273123E-6</c:v>
                </c:pt>
                <c:pt idx="11254">
                  <c:v>6.8214533001153976E-5</c:v>
                </c:pt>
                <c:pt idx="11255">
                  <c:v>9.6646536651756246E-6</c:v>
                </c:pt>
                <c:pt idx="11256">
                  <c:v>3.7034546442110133E-5</c:v>
                </c:pt>
                <c:pt idx="11257">
                  <c:v>6.8367895682882798E-6</c:v>
                </c:pt>
                <c:pt idx="11258">
                  <c:v>5.293740508381683E-6</c:v>
                </c:pt>
                <c:pt idx="11259">
                  <c:v>1.8841712262138417E-7</c:v>
                </c:pt>
                <c:pt idx="11260">
                  <c:v>4.5040681492356378E-5</c:v>
                </c:pt>
                <c:pt idx="11261">
                  <c:v>0</c:v>
                </c:pt>
                <c:pt idx="11262">
                  <c:v>1.0273543727529285E-5</c:v>
                </c:pt>
                <c:pt idx="11263">
                  <c:v>1.0289318371453925E-5</c:v>
                </c:pt>
                <c:pt idx="11264">
                  <c:v>7.7172776762792121E-5</c:v>
                </c:pt>
                <c:pt idx="11265">
                  <c:v>1.5553275572636919E-7</c:v>
                </c:pt>
                <c:pt idx="11266">
                  <c:v>5.9396013241859169E-6</c:v>
                </c:pt>
                <c:pt idx="11267">
                  <c:v>3.8954518800695892E-5</c:v>
                </c:pt>
                <c:pt idx="11268">
                  <c:v>6.4502143190602957E-6</c:v>
                </c:pt>
                <c:pt idx="11269">
                  <c:v>6.0580492915584806E-5</c:v>
                </c:pt>
                <c:pt idx="11270">
                  <c:v>0</c:v>
                </c:pt>
                <c:pt idx="11271">
                  <c:v>1.2870236024976959E-4</c:v>
                </c:pt>
                <c:pt idx="11272">
                  <c:v>4.1804061625665334E-5</c:v>
                </c:pt>
                <c:pt idx="11273">
                  <c:v>8.8155783353948452E-5</c:v>
                </c:pt>
                <c:pt idx="11274">
                  <c:v>1.5094357279769575E-5</c:v>
                </c:pt>
                <c:pt idx="11275">
                  <c:v>3.1109578610635055E-5</c:v>
                </c:pt>
                <c:pt idx="11276">
                  <c:v>5.1781397644909025E-6</c:v>
                </c:pt>
                <c:pt idx="11277">
                  <c:v>0</c:v>
                </c:pt>
                <c:pt idx="11278">
                  <c:v>3.6873307271693871E-6</c:v>
                </c:pt>
                <c:pt idx="11279">
                  <c:v>2.6133969602389648E-5</c:v>
                </c:pt>
                <c:pt idx="11280">
                  <c:v>1.4838947381121312E-5</c:v>
                </c:pt>
                <c:pt idx="11281">
                  <c:v>7.593190207165463E-6</c:v>
                </c:pt>
                <c:pt idx="11282">
                  <c:v>2.8704275085328091E-5</c:v>
                </c:pt>
                <c:pt idx="11283">
                  <c:v>9.5324385547341212E-6</c:v>
                </c:pt>
                <c:pt idx="11284">
                  <c:v>5.6719057194853742E-5</c:v>
                </c:pt>
                <c:pt idx="11285">
                  <c:v>1.6873996637749243E-5</c:v>
                </c:pt>
                <c:pt idx="11286">
                  <c:v>6.9004673273895115E-6</c:v>
                </c:pt>
                <c:pt idx="11287">
                  <c:v>3.5695220987329784E-5</c:v>
                </c:pt>
                <c:pt idx="11288">
                  <c:v>1.501025688172336E-5</c:v>
                </c:pt>
                <c:pt idx="11289">
                  <c:v>1.2005268944184399E-6</c:v>
                </c:pt>
                <c:pt idx="11290">
                  <c:v>0</c:v>
                </c:pt>
                <c:pt idx="11291">
                  <c:v>3.2655414756161922E-5</c:v>
                </c:pt>
                <c:pt idx="11292">
                  <c:v>0</c:v>
                </c:pt>
                <c:pt idx="11293">
                  <c:v>1.2070617327966587E-5</c:v>
                </c:pt>
                <c:pt idx="11294">
                  <c:v>4.908125886367114E-6</c:v>
                </c:pt>
                <c:pt idx="11295">
                  <c:v>1.2628580712704672E-5</c:v>
                </c:pt>
                <c:pt idx="11296">
                  <c:v>1.2905553420359775E-7</c:v>
                </c:pt>
                <c:pt idx="11297">
                  <c:v>2.2366323603551815E-7</c:v>
                </c:pt>
                <c:pt idx="11298">
                  <c:v>8.8082521482907598E-5</c:v>
                </c:pt>
                <c:pt idx="11299">
                  <c:v>1.5652387711062506E-5</c:v>
                </c:pt>
                <c:pt idx="11300">
                  <c:v>3.6304895149144286E-5</c:v>
                </c:pt>
                <c:pt idx="11301">
                  <c:v>2.1690128121040646E-5</c:v>
                </c:pt>
                <c:pt idx="11302">
                  <c:v>8.4408903143621889E-6</c:v>
                </c:pt>
                <c:pt idx="11303">
                  <c:v>1.4742406289790427E-5</c:v>
                </c:pt>
                <c:pt idx="11304">
                  <c:v>8.7862025383481362E-5</c:v>
                </c:pt>
                <c:pt idx="11305">
                  <c:v>3.1216062040574118E-4</c:v>
                </c:pt>
                <c:pt idx="11306">
                  <c:v>2.8363121379022582E-5</c:v>
                </c:pt>
                <c:pt idx="11307">
                  <c:v>4.8265072862446594E-6</c:v>
                </c:pt>
                <c:pt idx="11308">
                  <c:v>3.8704962332044143E-7</c:v>
                </c:pt>
                <c:pt idx="11309">
                  <c:v>3.2019942798201047E-5</c:v>
                </c:pt>
                <c:pt idx="11310">
                  <c:v>0</c:v>
                </c:pt>
                <c:pt idx="11311">
                  <c:v>2.9276102512602951E-4</c:v>
                </c:pt>
                <c:pt idx="11312">
                  <c:v>7.3421846365038579E-6</c:v>
                </c:pt>
                <c:pt idx="11313">
                  <c:v>2.6256704298500895E-5</c:v>
                </c:pt>
                <c:pt idx="11314">
                  <c:v>6.7874435054738795E-6</c:v>
                </c:pt>
                <c:pt idx="11315">
                  <c:v>1.2558070674282252E-5</c:v>
                </c:pt>
                <c:pt idx="11316">
                  <c:v>2.4140803830100151E-5</c:v>
                </c:pt>
                <c:pt idx="11317">
                  <c:v>2.7787066183905809E-5</c:v>
                </c:pt>
                <c:pt idx="11318">
                  <c:v>5.8962827685487885E-5</c:v>
                </c:pt>
                <c:pt idx="11319">
                  <c:v>2.4181820340199076E-4</c:v>
                </c:pt>
                <c:pt idx="11320">
                  <c:v>1.9722764660782985E-4</c:v>
                </c:pt>
                <c:pt idx="11321">
                  <c:v>1.41532910000566E-5</c:v>
                </c:pt>
                <c:pt idx="11322">
                  <c:v>5.672489127045143E-4</c:v>
                </c:pt>
                <c:pt idx="11323">
                  <c:v>2.4024831855624649E-5</c:v>
                </c:pt>
                <c:pt idx="11324">
                  <c:v>2.4517141408307036E-5</c:v>
                </c:pt>
                <c:pt idx="11325">
                  <c:v>1.1187628004920604E-4</c:v>
                </c:pt>
                <c:pt idx="11326">
                  <c:v>1.1913996914368803E-3</c:v>
                </c:pt>
                <c:pt idx="11327">
                  <c:v>7.1522086266426467E-5</c:v>
                </c:pt>
                <c:pt idx="11328">
                  <c:v>7.5767177753692077E-6</c:v>
                </c:pt>
                <c:pt idx="11329">
                  <c:v>0</c:v>
                </c:pt>
                <c:pt idx="11330">
                  <c:v>8.9218187135428159E-7</c:v>
                </c:pt>
                <c:pt idx="11331">
                  <c:v>1.2576359405794081E-5</c:v>
                </c:pt>
                <c:pt idx="11332">
                  <c:v>4.6785903504507423E-5</c:v>
                </c:pt>
                <c:pt idx="11333">
                  <c:v>1.9017066523718159E-5</c:v>
                </c:pt>
                <c:pt idx="11334">
                  <c:v>0</c:v>
                </c:pt>
                <c:pt idx="11335">
                  <c:v>1.7911076266390564E-5</c:v>
                </c:pt>
                <c:pt idx="11336">
                  <c:v>0</c:v>
                </c:pt>
                <c:pt idx="11337">
                  <c:v>1.7014469033368365E-5</c:v>
                </c:pt>
                <c:pt idx="11338">
                  <c:v>2.2135828873228873E-5</c:v>
                </c:pt>
                <c:pt idx="11339">
                  <c:v>9.8847893080708603E-8</c:v>
                </c:pt>
                <c:pt idx="11340">
                  <c:v>2.3733305820420849E-4</c:v>
                </c:pt>
                <c:pt idx="11341">
                  <c:v>1.0514103916373881E-5</c:v>
                </c:pt>
                <c:pt idx="11342">
                  <c:v>3.5166182159770071E-5</c:v>
                </c:pt>
                <c:pt idx="11343">
                  <c:v>6.2630569030910927E-6</c:v>
                </c:pt>
                <c:pt idx="11344">
                  <c:v>3.5600208821156206E-5</c:v>
                </c:pt>
                <c:pt idx="11345">
                  <c:v>8.4918384989502357E-5</c:v>
                </c:pt>
                <c:pt idx="11346">
                  <c:v>1.418765357227036E-5</c:v>
                </c:pt>
                <c:pt idx="11347">
                  <c:v>2.3005975229350753E-5</c:v>
                </c:pt>
                <c:pt idx="11348">
                  <c:v>1.7221677276080772E-5</c:v>
                </c:pt>
                <c:pt idx="11349">
                  <c:v>3.4120467148756186E-5</c:v>
                </c:pt>
                <c:pt idx="11350">
                  <c:v>1.1130347221526113E-4</c:v>
                </c:pt>
                <c:pt idx="11351">
                  <c:v>1.7724677535777823E-5</c:v>
                </c:pt>
                <c:pt idx="11352">
                  <c:v>3.5394549456356818E-6</c:v>
                </c:pt>
                <c:pt idx="11353">
                  <c:v>1.5470960244947854E-7</c:v>
                </c:pt>
                <c:pt idx="11354">
                  <c:v>3.4556071152263652E-5</c:v>
                </c:pt>
                <c:pt idx="11355">
                  <c:v>2.8774708930905692E-5</c:v>
                </c:pt>
                <c:pt idx="11356">
                  <c:v>1.1516170306226828E-4</c:v>
                </c:pt>
                <c:pt idx="11357">
                  <c:v>3.1772372100735444E-5</c:v>
                </c:pt>
                <c:pt idx="11358">
                  <c:v>0</c:v>
                </c:pt>
                <c:pt idx="11359">
                  <c:v>4.6659308786893788E-5</c:v>
                </c:pt>
                <c:pt idx="11360">
                  <c:v>4.5570694442104422E-7</c:v>
                </c:pt>
                <c:pt idx="11361">
                  <c:v>5.736894133123205E-6</c:v>
                </c:pt>
                <c:pt idx="11362">
                  <c:v>1.0145858149490655E-5</c:v>
                </c:pt>
                <c:pt idx="11363">
                  <c:v>2.6103569756836153E-5</c:v>
                </c:pt>
                <c:pt idx="11364">
                  <c:v>9.7850796693496243E-6</c:v>
                </c:pt>
                <c:pt idx="11365">
                  <c:v>3.2422349972004036E-5</c:v>
                </c:pt>
                <c:pt idx="11366">
                  <c:v>3.0740055505414318E-5</c:v>
                </c:pt>
                <c:pt idx="11367">
                  <c:v>1.0452396919892784E-5</c:v>
                </c:pt>
                <c:pt idx="11368">
                  <c:v>2.7824829009789164E-7</c:v>
                </c:pt>
                <c:pt idx="11369">
                  <c:v>9.2095999582537794E-4</c:v>
                </c:pt>
                <c:pt idx="11370">
                  <c:v>2.2033625136810987E-5</c:v>
                </c:pt>
                <c:pt idx="11371">
                  <c:v>1.5655011847077704E-4</c:v>
                </c:pt>
                <c:pt idx="11372">
                  <c:v>1.1375134316873994E-5</c:v>
                </c:pt>
                <c:pt idx="11373">
                  <c:v>9.3388801405126326E-8</c:v>
                </c:pt>
                <c:pt idx="11374">
                  <c:v>5.532859522660348E-8</c:v>
                </c:pt>
                <c:pt idx="11375">
                  <c:v>1.9574750930610743E-5</c:v>
                </c:pt>
                <c:pt idx="11376">
                  <c:v>1.1764450589518577E-5</c:v>
                </c:pt>
                <c:pt idx="11377">
                  <c:v>0</c:v>
                </c:pt>
                <c:pt idx="11378">
                  <c:v>1.8737189628055466E-5</c:v>
                </c:pt>
                <c:pt idx="11379">
                  <c:v>3.7796791747860038E-5</c:v>
                </c:pt>
                <c:pt idx="11380">
                  <c:v>3.747145927787978E-5</c:v>
                </c:pt>
                <c:pt idx="11381">
                  <c:v>7.2604161194656471E-5</c:v>
                </c:pt>
                <c:pt idx="11382">
                  <c:v>5.8775958720177633E-5</c:v>
                </c:pt>
                <c:pt idx="11383">
                  <c:v>4.6774584048086989E-5</c:v>
                </c:pt>
                <c:pt idx="11384">
                  <c:v>3.4130517915036047E-5</c:v>
                </c:pt>
                <c:pt idx="11385">
                  <c:v>2.5267670075247491E-8</c:v>
                </c:pt>
                <c:pt idx="11386">
                  <c:v>0</c:v>
                </c:pt>
                <c:pt idx="11387">
                  <c:v>1.7561385586119484E-5</c:v>
                </c:pt>
                <c:pt idx="11388">
                  <c:v>1.6812966240177764E-5</c:v>
                </c:pt>
                <c:pt idx="11389">
                  <c:v>3.2966796307649844E-6</c:v>
                </c:pt>
                <c:pt idx="11390">
                  <c:v>2.3518964679833793E-6</c:v>
                </c:pt>
                <c:pt idx="11391">
                  <c:v>9.0401688135154548E-6</c:v>
                </c:pt>
                <c:pt idx="11392">
                  <c:v>3.7161728561622164E-6</c:v>
                </c:pt>
                <c:pt idx="11393">
                  <c:v>1.6073337018006669E-5</c:v>
                </c:pt>
                <c:pt idx="11394">
                  <c:v>3.6001579848993121E-6</c:v>
                </c:pt>
                <c:pt idx="11395">
                  <c:v>5.9869058543145504E-6</c:v>
                </c:pt>
                <c:pt idx="11396">
                  <c:v>3.0358553648104462E-3</c:v>
                </c:pt>
                <c:pt idx="11397">
                  <c:v>1.2791039185194381E-5</c:v>
                </c:pt>
                <c:pt idx="11398">
                  <c:v>1.5803145816789126E-4</c:v>
                </c:pt>
                <c:pt idx="11399">
                  <c:v>6.1522442355149058E-7</c:v>
                </c:pt>
                <c:pt idx="11400">
                  <c:v>2.2754071053504212E-3</c:v>
                </c:pt>
                <c:pt idx="11401">
                  <c:v>1.4505477105793623E-5</c:v>
                </c:pt>
                <c:pt idx="11402">
                  <c:v>2.2258629547267583E-4</c:v>
                </c:pt>
                <c:pt idx="11403">
                  <c:v>3.9590019124402452E-5</c:v>
                </c:pt>
                <c:pt idx="11404">
                  <c:v>2.3691386408498094E-6</c:v>
                </c:pt>
                <c:pt idx="11405">
                  <c:v>1.1208314737439199E-5</c:v>
                </c:pt>
                <c:pt idx="11406">
                  <c:v>1.6563444979387612E-6</c:v>
                </c:pt>
                <c:pt idx="11407">
                  <c:v>3.7825551036919233E-6</c:v>
                </c:pt>
                <c:pt idx="11408">
                  <c:v>2.4969863757855996E-5</c:v>
                </c:pt>
                <c:pt idx="11409">
                  <c:v>7.3414731428884784E-6</c:v>
                </c:pt>
                <c:pt idx="11410">
                  <c:v>0</c:v>
                </c:pt>
                <c:pt idx="11411">
                  <c:v>1.2826170267568633E-5</c:v>
                </c:pt>
                <c:pt idx="11412">
                  <c:v>8.1138976142870438E-6</c:v>
                </c:pt>
                <c:pt idx="11413">
                  <c:v>3.4495421104607782E-5</c:v>
                </c:pt>
                <c:pt idx="11414">
                  <c:v>5.2795740627303232E-6</c:v>
                </c:pt>
                <c:pt idx="11415">
                  <c:v>8.1394697117263768E-7</c:v>
                </c:pt>
                <c:pt idx="11416">
                  <c:v>1.4184062623852161E-5</c:v>
                </c:pt>
                <c:pt idx="11417">
                  <c:v>3.7152667776553205E-6</c:v>
                </c:pt>
                <c:pt idx="11418">
                  <c:v>3.0079847056219747E-5</c:v>
                </c:pt>
                <c:pt idx="11419">
                  <c:v>2.3927451118913346E-5</c:v>
                </c:pt>
                <c:pt idx="11420">
                  <c:v>2.2712821521461615E-5</c:v>
                </c:pt>
                <c:pt idx="11421">
                  <c:v>0</c:v>
                </c:pt>
                <c:pt idx="11422">
                  <c:v>2.9707801782325833E-6</c:v>
                </c:pt>
                <c:pt idx="11423">
                  <c:v>7.2492519441327643E-6</c:v>
                </c:pt>
                <c:pt idx="11424">
                  <c:v>7.6637438811460931E-6</c:v>
                </c:pt>
                <c:pt idx="11425">
                  <c:v>8.6664879779078103E-5</c:v>
                </c:pt>
                <c:pt idx="11426">
                  <c:v>9.2667157803749728E-6</c:v>
                </c:pt>
                <c:pt idx="11427">
                  <c:v>1.5992026588422292E-5</c:v>
                </c:pt>
                <c:pt idx="11428">
                  <c:v>2.208463136901462E-5</c:v>
                </c:pt>
                <c:pt idx="11429">
                  <c:v>7.2133492469896709E-6</c:v>
                </c:pt>
                <c:pt idx="11430">
                  <c:v>2.130040738156453E-6</c:v>
                </c:pt>
                <c:pt idx="11431">
                  <c:v>1.9352410923546001E-5</c:v>
                </c:pt>
                <c:pt idx="11432">
                  <c:v>1.0681150683130554E-5</c:v>
                </c:pt>
                <c:pt idx="11433">
                  <c:v>0</c:v>
                </c:pt>
                <c:pt idx="11434">
                  <c:v>1.5836176294091456E-5</c:v>
                </c:pt>
                <c:pt idx="11435">
                  <c:v>3.6339205670776329E-6</c:v>
                </c:pt>
                <c:pt idx="11436">
                  <c:v>6.3352785349403705E-6</c:v>
                </c:pt>
                <c:pt idx="11437">
                  <c:v>1.3906670478994345E-5</c:v>
                </c:pt>
                <c:pt idx="11438">
                  <c:v>1.6523190457041205E-5</c:v>
                </c:pt>
                <c:pt idx="11439">
                  <c:v>0</c:v>
                </c:pt>
                <c:pt idx="11440">
                  <c:v>1.6930717472536153E-6</c:v>
                </c:pt>
                <c:pt idx="11441">
                  <c:v>1.6864961663337968E-5</c:v>
                </c:pt>
                <c:pt idx="11442">
                  <c:v>5.8733934490026798E-6</c:v>
                </c:pt>
                <c:pt idx="11443">
                  <c:v>2.8595609424999322E-7</c:v>
                </c:pt>
                <c:pt idx="11444">
                  <c:v>7.6875244976428966E-5</c:v>
                </c:pt>
                <c:pt idx="11445">
                  <c:v>5.9709106313688586E-5</c:v>
                </c:pt>
                <c:pt idx="11446">
                  <c:v>0</c:v>
                </c:pt>
                <c:pt idx="11447">
                  <c:v>2.1217144357033282E-5</c:v>
                </c:pt>
                <c:pt idx="11448">
                  <c:v>5.3530649633314119E-4</c:v>
                </c:pt>
                <c:pt idx="11449">
                  <c:v>1.6122705832909202E-5</c:v>
                </c:pt>
                <c:pt idx="11450">
                  <c:v>3.2110230259974077E-3</c:v>
                </c:pt>
                <c:pt idx="11451">
                  <c:v>1.5951291040758667E-7</c:v>
                </c:pt>
                <c:pt idx="11452">
                  <c:v>7.9073189916427138E-6</c:v>
                </c:pt>
                <c:pt idx="11453">
                  <c:v>2.2013524892117798E-3</c:v>
                </c:pt>
                <c:pt idx="11454">
                  <c:v>6.9764392756171422E-5</c:v>
                </c:pt>
                <c:pt idx="11455">
                  <c:v>6.9667064349802119E-6</c:v>
                </c:pt>
                <c:pt idx="11456">
                  <c:v>3.3061741760321779E-5</c:v>
                </c:pt>
                <c:pt idx="11457">
                  <c:v>5.0706157056154491E-5</c:v>
                </c:pt>
                <c:pt idx="11458">
                  <c:v>3.9054631197182414E-6</c:v>
                </c:pt>
                <c:pt idx="11459">
                  <c:v>3.9170571716681802E-5</c:v>
                </c:pt>
                <c:pt idx="11460">
                  <c:v>1.4004230869488061E-4</c:v>
                </c:pt>
                <c:pt idx="11461">
                  <c:v>2.3040024992491541E-7</c:v>
                </c:pt>
                <c:pt idx="11462">
                  <c:v>1.4424545473064721E-6</c:v>
                </c:pt>
                <c:pt idx="11463">
                  <c:v>2.196319373044879E-5</c:v>
                </c:pt>
                <c:pt idx="11464">
                  <c:v>2.4470768453692475E-7</c:v>
                </c:pt>
                <c:pt idx="11465">
                  <c:v>3.9673088888005549E-5</c:v>
                </c:pt>
                <c:pt idx="11466">
                  <c:v>3.4686424431607691E-5</c:v>
                </c:pt>
                <c:pt idx="11467">
                  <c:v>1.6374383099453564E-5</c:v>
                </c:pt>
                <c:pt idx="11468">
                  <c:v>7.4295028121669356E-7</c:v>
                </c:pt>
                <c:pt idx="11469">
                  <c:v>4.4931393976176472E-7</c:v>
                </c:pt>
                <c:pt idx="11470">
                  <c:v>3.6115353364042182E-3</c:v>
                </c:pt>
                <c:pt idx="11471">
                  <c:v>2.9825276659925089E-5</c:v>
                </c:pt>
                <c:pt idx="11472">
                  <c:v>2.2477665666422125E-5</c:v>
                </c:pt>
                <c:pt idx="11473">
                  <c:v>3.0010359010480462E-5</c:v>
                </c:pt>
                <c:pt idx="11474">
                  <c:v>9.7054648784948328E-6</c:v>
                </c:pt>
                <c:pt idx="11475">
                  <c:v>0</c:v>
                </c:pt>
                <c:pt idx="11476">
                  <c:v>2.5822703315337699E-5</c:v>
                </c:pt>
                <c:pt idx="11477">
                  <c:v>5.582951864265512E-7</c:v>
                </c:pt>
                <c:pt idx="11478">
                  <c:v>1.1400397415773287E-3</c:v>
                </c:pt>
                <c:pt idx="11479">
                  <c:v>2.9998726803866352E-5</c:v>
                </c:pt>
                <c:pt idx="11480">
                  <c:v>2.9719106531606392E-3</c:v>
                </c:pt>
                <c:pt idx="11481">
                  <c:v>5.0325112208225004E-4</c:v>
                </c:pt>
                <c:pt idx="11482">
                  <c:v>2.3910692552962206E-5</c:v>
                </c:pt>
                <c:pt idx="11483">
                  <c:v>2.0907524143256316E-5</c:v>
                </c:pt>
                <c:pt idx="11484">
                  <c:v>7.2755493846066448E-5</c:v>
                </c:pt>
                <c:pt idx="11485">
                  <c:v>9.3707350477586303E-6</c:v>
                </c:pt>
                <c:pt idx="11486">
                  <c:v>2.3272117336205558E-5</c:v>
                </c:pt>
                <c:pt idx="11487">
                  <c:v>5.0175358418298997E-6</c:v>
                </c:pt>
                <c:pt idx="11488">
                  <c:v>2.1238752020355829E-4</c:v>
                </c:pt>
                <c:pt idx="11489">
                  <c:v>2.6998347981450859E-5</c:v>
                </c:pt>
                <c:pt idx="11490">
                  <c:v>2.5019066535938192E-6</c:v>
                </c:pt>
                <c:pt idx="11491">
                  <c:v>4.2044657793713114E-5</c:v>
                </c:pt>
                <c:pt idx="11492">
                  <c:v>0</c:v>
                </c:pt>
                <c:pt idx="11493">
                  <c:v>0</c:v>
                </c:pt>
                <c:pt idx="11494">
                  <c:v>2.1548262770271299E-5</c:v>
                </c:pt>
                <c:pt idx="11495">
                  <c:v>2.2663878943412508E-7</c:v>
                </c:pt>
                <c:pt idx="11496">
                  <c:v>3.3781976307060723E-8</c:v>
                </c:pt>
                <c:pt idx="11497">
                  <c:v>8.627431070808601E-7</c:v>
                </c:pt>
                <c:pt idx="11498">
                  <c:v>5.6183654944914992E-6</c:v>
                </c:pt>
                <c:pt idx="11499">
                  <c:v>1.0902801764548905E-5</c:v>
                </c:pt>
                <c:pt idx="11500">
                  <c:v>2.2998303224352103E-6</c:v>
                </c:pt>
                <c:pt idx="11501">
                  <c:v>8.6353873028016526E-6</c:v>
                </c:pt>
                <c:pt idx="11502">
                  <c:v>2.0376135497897088E-5</c:v>
                </c:pt>
                <c:pt idx="11503">
                  <c:v>0</c:v>
                </c:pt>
                <c:pt idx="11504">
                  <c:v>6.9805919045993467E-7</c:v>
                </c:pt>
                <c:pt idx="11505">
                  <c:v>0</c:v>
                </c:pt>
                <c:pt idx="11506">
                  <c:v>1.2242135413208785E-7</c:v>
                </c:pt>
                <c:pt idx="11507">
                  <c:v>1.2732410214624601E-3</c:v>
                </c:pt>
                <c:pt idx="11508">
                  <c:v>2.3961596330331327E-5</c:v>
                </c:pt>
                <c:pt idx="11509">
                  <c:v>8.8593678730592553E-7</c:v>
                </c:pt>
                <c:pt idx="11510">
                  <c:v>1.1527938077632393E-7</c:v>
                </c:pt>
                <c:pt idx="11511">
                  <c:v>8.2909539738397566E-7</c:v>
                </c:pt>
                <c:pt idx="11512">
                  <c:v>1.1272760918911383E-5</c:v>
                </c:pt>
                <c:pt idx="11513">
                  <c:v>1.787425140274572E-5</c:v>
                </c:pt>
                <c:pt idx="11514">
                  <c:v>4.3133832871409103E-5</c:v>
                </c:pt>
                <c:pt idx="11515">
                  <c:v>3.1391240388244821E-7</c:v>
                </c:pt>
                <c:pt idx="11516">
                  <c:v>2.7027299956301043E-5</c:v>
                </c:pt>
                <c:pt idx="11517">
                  <c:v>6.0718021629918936E-5</c:v>
                </c:pt>
                <c:pt idx="11518">
                  <c:v>8.8413324421580022E-5</c:v>
                </c:pt>
                <c:pt idx="11519">
                  <c:v>1.4201475634690903E-4</c:v>
                </c:pt>
                <c:pt idx="11520">
                  <c:v>0</c:v>
                </c:pt>
                <c:pt idx="11521">
                  <c:v>4.7743763665774802E-5</c:v>
                </c:pt>
                <c:pt idx="11522">
                  <c:v>3.1263650575251693E-5</c:v>
                </c:pt>
                <c:pt idx="11523">
                  <c:v>0</c:v>
                </c:pt>
                <c:pt idx="11524">
                  <c:v>4.9751439502068594E-5</c:v>
                </c:pt>
                <c:pt idx="11525">
                  <c:v>2.2766197102242445E-7</c:v>
                </c:pt>
                <c:pt idx="11526">
                  <c:v>2.081649004526795E-5</c:v>
                </c:pt>
                <c:pt idx="11527">
                  <c:v>2.6510171258089804E-5</c:v>
                </c:pt>
                <c:pt idx="11528">
                  <c:v>3.3140580932529032E-3</c:v>
                </c:pt>
                <c:pt idx="11529">
                  <c:v>3.4355653423566819E-7</c:v>
                </c:pt>
                <c:pt idx="11530">
                  <c:v>0</c:v>
                </c:pt>
                <c:pt idx="11531">
                  <c:v>2.4711174780976379E-5</c:v>
                </c:pt>
                <c:pt idx="11532">
                  <c:v>2.6420739946653298E-5</c:v>
                </c:pt>
                <c:pt idx="11533">
                  <c:v>0</c:v>
                </c:pt>
                <c:pt idx="11534">
                  <c:v>2.1617734117481052E-5</c:v>
                </c:pt>
                <c:pt idx="11535">
                  <c:v>1.4869378886676558E-5</c:v>
                </c:pt>
                <c:pt idx="11536">
                  <c:v>6.4400529251175663E-6</c:v>
                </c:pt>
                <c:pt idx="11537">
                  <c:v>0</c:v>
                </c:pt>
                <c:pt idx="11538">
                  <c:v>6.9147046561117111E-5</c:v>
                </c:pt>
                <c:pt idx="11539">
                  <c:v>8.7197501237836958E-7</c:v>
                </c:pt>
                <c:pt idx="11540">
                  <c:v>1.7521575429894476E-6</c:v>
                </c:pt>
                <c:pt idx="11541">
                  <c:v>1.4864365592441525E-5</c:v>
                </c:pt>
                <c:pt idx="11542">
                  <c:v>0</c:v>
                </c:pt>
                <c:pt idx="11543">
                  <c:v>0</c:v>
                </c:pt>
                <c:pt idx="11544">
                  <c:v>0</c:v>
                </c:pt>
                <c:pt idx="11545">
                  <c:v>8.70443094771269E-8</c:v>
                </c:pt>
                <c:pt idx="11546">
                  <c:v>0</c:v>
                </c:pt>
                <c:pt idx="11547">
                  <c:v>2.3611411556887641E-5</c:v>
                </c:pt>
                <c:pt idx="11548">
                  <c:v>6.9548402473772904E-6</c:v>
                </c:pt>
                <c:pt idx="11549">
                  <c:v>9.3896919141398541E-5</c:v>
                </c:pt>
                <c:pt idx="11550">
                  <c:v>0</c:v>
                </c:pt>
                <c:pt idx="11551">
                  <c:v>8.7542134123567162E-5</c:v>
                </c:pt>
                <c:pt idx="11552">
                  <c:v>3.3069065960235352E-5</c:v>
                </c:pt>
                <c:pt idx="11553">
                  <c:v>0</c:v>
                </c:pt>
                <c:pt idx="11554">
                  <c:v>1.1117219193262503E-5</c:v>
                </c:pt>
                <c:pt idx="11555">
                  <c:v>1.2893169780995603E-5</c:v>
                </c:pt>
                <c:pt idx="11556">
                  <c:v>0</c:v>
                </c:pt>
                <c:pt idx="11557">
                  <c:v>4.22201068958425E-7</c:v>
                </c:pt>
                <c:pt idx="11558">
                  <c:v>2.2026316103488842E-5</c:v>
                </c:pt>
                <c:pt idx="11559">
                  <c:v>3.2268912545410869E-5</c:v>
                </c:pt>
                <c:pt idx="11560">
                  <c:v>2.1154002206030218E-7</c:v>
                </c:pt>
                <c:pt idx="11561">
                  <c:v>4.1490247871878104E-5</c:v>
                </c:pt>
                <c:pt idx="11562">
                  <c:v>0</c:v>
                </c:pt>
                <c:pt idx="11563">
                  <c:v>0</c:v>
                </c:pt>
                <c:pt idx="11564">
                  <c:v>3.8474700201886711E-5</c:v>
                </c:pt>
                <c:pt idx="11565">
                  <c:v>7.0796117588779931E-5</c:v>
                </c:pt>
                <c:pt idx="11566">
                  <c:v>3.4052408784806249E-5</c:v>
                </c:pt>
                <c:pt idx="11567">
                  <c:v>7.6316237764326218E-5</c:v>
                </c:pt>
                <c:pt idx="11568">
                  <c:v>4.2777100176569714E-6</c:v>
                </c:pt>
                <c:pt idx="11569">
                  <c:v>2.6988406666814039E-6</c:v>
                </c:pt>
                <c:pt idx="11570">
                  <c:v>0</c:v>
                </c:pt>
                <c:pt idx="11571">
                  <c:v>6.085399241678494E-6</c:v>
                </c:pt>
                <c:pt idx="11572">
                  <c:v>0</c:v>
                </c:pt>
                <c:pt idx="11573">
                  <c:v>0</c:v>
                </c:pt>
                <c:pt idx="11574">
                  <c:v>0</c:v>
                </c:pt>
                <c:pt idx="11575">
                  <c:v>1.8087084264420472E-5</c:v>
                </c:pt>
                <c:pt idx="11576">
                  <c:v>1.8726056840270775E-6</c:v>
                </c:pt>
                <c:pt idx="11577">
                  <c:v>5.7527612053070762E-5</c:v>
                </c:pt>
                <c:pt idx="11578">
                  <c:v>0</c:v>
                </c:pt>
                <c:pt idx="11579">
                  <c:v>7.7081297863739254E-6</c:v>
                </c:pt>
                <c:pt idx="11580">
                  <c:v>1.9271634799261275E-5</c:v>
                </c:pt>
                <c:pt idx="11581">
                  <c:v>1.342597011447338E-5</c:v>
                </c:pt>
                <c:pt idx="11582">
                  <c:v>6.8432060035606597E-5</c:v>
                </c:pt>
                <c:pt idx="11583">
                  <c:v>2.5964884067611751E-5</c:v>
                </c:pt>
                <c:pt idx="11584">
                  <c:v>1.1147410018695226E-3</c:v>
                </c:pt>
                <c:pt idx="11585">
                  <c:v>0</c:v>
                </c:pt>
                <c:pt idx="11586">
                  <c:v>9.4199373235135339E-8</c:v>
                </c:pt>
                <c:pt idx="11587">
                  <c:v>2.676928846867973E-5</c:v>
                </c:pt>
                <c:pt idx="11588">
                  <c:v>5.6928452683620374E-6</c:v>
                </c:pt>
                <c:pt idx="11589">
                  <c:v>5.7316765495027076E-7</c:v>
                </c:pt>
                <c:pt idx="11590">
                  <c:v>0</c:v>
                </c:pt>
                <c:pt idx="11591">
                  <c:v>6.5109143488890714E-7</c:v>
                </c:pt>
                <c:pt idx="11592">
                  <c:v>9.0612851341627917E-6</c:v>
                </c:pt>
                <c:pt idx="11593">
                  <c:v>6.5923263795176835E-7</c:v>
                </c:pt>
                <c:pt idx="11594">
                  <c:v>1.9710152734959221E-5</c:v>
                </c:pt>
                <c:pt idx="11595">
                  <c:v>1.0914797182833145E-5</c:v>
                </c:pt>
                <c:pt idx="11596">
                  <c:v>7.3587412301066523E-5</c:v>
                </c:pt>
                <c:pt idx="11597">
                  <c:v>2.4575302694264584E-6</c:v>
                </c:pt>
                <c:pt idx="11598">
                  <c:v>0</c:v>
                </c:pt>
                <c:pt idx="11599">
                  <c:v>9.3238979858376801E-5</c:v>
                </c:pt>
                <c:pt idx="11600">
                  <c:v>2.7989480674234701E-5</c:v>
                </c:pt>
                <c:pt idx="11601">
                  <c:v>1.9581913464728661E-4</c:v>
                </c:pt>
                <c:pt idx="11602">
                  <c:v>4.3580245576387506E-6</c:v>
                </c:pt>
                <c:pt idx="11603">
                  <c:v>4.7482924348960835E-5</c:v>
                </c:pt>
                <c:pt idx="11604">
                  <c:v>2.8138073850467798E-7</c:v>
                </c:pt>
                <c:pt idx="11605">
                  <c:v>2.3292303996253998E-5</c:v>
                </c:pt>
                <c:pt idx="11606">
                  <c:v>5.9106532334211929E-7</c:v>
                </c:pt>
                <c:pt idx="11607">
                  <c:v>3.7775997515569107E-6</c:v>
                </c:pt>
                <c:pt idx="11608">
                  <c:v>2.4405858429744158E-7</c:v>
                </c:pt>
                <c:pt idx="11609">
                  <c:v>9.8012876857712778E-5</c:v>
                </c:pt>
                <c:pt idx="11610">
                  <c:v>3.3626285984694074E-6</c:v>
                </c:pt>
                <c:pt idx="11611">
                  <c:v>4.2266321981577934E-5</c:v>
                </c:pt>
                <c:pt idx="11612">
                  <c:v>3.6246824561199496E-5</c:v>
                </c:pt>
                <c:pt idx="11613">
                  <c:v>5.8107519992521289E-5</c:v>
                </c:pt>
                <c:pt idx="11614">
                  <c:v>7.4236693393683494E-7</c:v>
                </c:pt>
                <c:pt idx="11615">
                  <c:v>4.5774687805402804E-6</c:v>
                </c:pt>
                <c:pt idx="11616">
                  <c:v>3.1867101331657812E-5</c:v>
                </c:pt>
                <c:pt idx="11617">
                  <c:v>7.6538739810439396E-5</c:v>
                </c:pt>
                <c:pt idx="11618">
                  <c:v>6.8745721859169099E-5</c:v>
                </c:pt>
                <c:pt idx="11619">
                  <c:v>3.2298092829114989E-6</c:v>
                </c:pt>
                <c:pt idx="11620">
                  <c:v>2.920521160495669E-5</c:v>
                </c:pt>
                <c:pt idx="11621">
                  <c:v>1.8444835315429973E-5</c:v>
                </c:pt>
                <c:pt idx="11622">
                  <c:v>0</c:v>
                </c:pt>
                <c:pt idx="11623">
                  <c:v>1.4432154015375193E-5</c:v>
                </c:pt>
                <c:pt idx="11624">
                  <c:v>8.6817261501638691E-6</c:v>
                </c:pt>
                <c:pt idx="11625">
                  <c:v>2.9414565999869615E-4</c:v>
                </c:pt>
                <c:pt idx="11626">
                  <c:v>7.7718565697193018E-7</c:v>
                </c:pt>
                <c:pt idx="11627">
                  <c:v>2.9841163296629732E-5</c:v>
                </c:pt>
                <c:pt idx="11628">
                  <c:v>2.3904430017291731E-4</c:v>
                </c:pt>
                <c:pt idx="11629">
                  <c:v>1.3574615933286511E-4</c:v>
                </c:pt>
                <c:pt idx="11630">
                  <c:v>2.7482184636649742E-5</c:v>
                </c:pt>
                <c:pt idx="11631">
                  <c:v>1.4375620838975561E-5</c:v>
                </c:pt>
                <c:pt idx="11632">
                  <c:v>1.0551865500194762E-4</c:v>
                </c:pt>
                <c:pt idx="11633">
                  <c:v>4.6307625486366197E-6</c:v>
                </c:pt>
                <c:pt idx="11634">
                  <c:v>0</c:v>
                </c:pt>
                <c:pt idx="11635">
                  <c:v>5.4970791668715133E-3</c:v>
                </c:pt>
                <c:pt idx="11636">
                  <c:v>2.3440148113592642E-4</c:v>
                </c:pt>
                <c:pt idx="11637">
                  <c:v>4.8329362693666907E-5</c:v>
                </c:pt>
                <c:pt idx="11638">
                  <c:v>0</c:v>
                </c:pt>
                <c:pt idx="11639">
                  <c:v>2.8034805832024088E-5</c:v>
                </c:pt>
                <c:pt idx="11640">
                  <c:v>4.5461184253091E-4</c:v>
                </c:pt>
                <c:pt idx="11641">
                  <c:v>1.0446962377003549E-6</c:v>
                </c:pt>
                <c:pt idx="11642">
                  <c:v>0</c:v>
                </c:pt>
                <c:pt idx="11643">
                  <c:v>1.0899591398622124E-4</c:v>
                </c:pt>
                <c:pt idx="11644">
                  <c:v>2.019450190008158E-3</c:v>
                </c:pt>
                <c:pt idx="11645">
                  <c:v>2.8757314104346617E-5</c:v>
                </c:pt>
                <c:pt idx="11646">
                  <c:v>1.0189701849157163E-4</c:v>
                </c:pt>
                <c:pt idx="11647">
                  <c:v>6.2122504230072544E-5</c:v>
                </c:pt>
                <c:pt idx="11648">
                  <c:v>2.7806516617969498E-5</c:v>
                </c:pt>
                <c:pt idx="11649">
                  <c:v>8.4006273362010486E-5</c:v>
                </c:pt>
                <c:pt idx="11650">
                  <c:v>8.2124220557307323E-6</c:v>
                </c:pt>
                <c:pt idx="11651">
                  <c:v>1.3694960475257258E-5</c:v>
                </c:pt>
                <c:pt idx="11652">
                  <c:v>5.2017400309041724E-6</c:v>
                </c:pt>
                <c:pt idx="11653">
                  <c:v>1.6565614023541857E-4</c:v>
                </c:pt>
                <c:pt idx="11654">
                  <c:v>2.3167026890545984E-3</c:v>
                </c:pt>
                <c:pt idx="11655">
                  <c:v>3.7266020619895238E-7</c:v>
                </c:pt>
                <c:pt idx="11656">
                  <c:v>4.1224400990162906E-6</c:v>
                </c:pt>
                <c:pt idx="11657">
                  <c:v>0</c:v>
                </c:pt>
                <c:pt idx="11658">
                  <c:v>1.0677561759813331E-6</c:v>
                </c:pt>
                <c:pt idx="11659">
                  <c:v>1.193742624815098E-5</c:v>
                </c:pt>
                <c:pt idx="11660">
                  <c:v>1.8176255889626264E-5</c:v>
                </c:pt>
                <c:pt idx="11661">
                  <c:v>4.3718762943674306E-5</c:v>
                </c:pt>
                <c:pt idx="11662">
                  <c:v>0</c:v>
                </c:pt>
                <c:pt idx="11663">
                  <c:v>2.4278868578876985E-5</c:v>
                </c:pt>
                <c:pt idx="11664">
                  <c:v>8.7887682582088888E-6</c:v>
                </c:pt>
                <c:pt idx="11665">
                  <c:v>2.9671585993217046E-5</c:v>
                </c:pt>
                <c:pt idx="11666">
                  <c:v>8.8907824957469782E-6</c:v>
                </c:pt>
                <c:pt idx="11667">
                  <c:v>6.7536229013301082E-6</c:v>
                </c:pt>
                <c:pt idx="11668">
                  <c:v>1.2857822843278561E-4</c:v>
                </c:pt>
                <c:pt idx="11669">
                  <c:v>5.6646210040230371E-6</c:v>
                </c:pt>
                <c:pt idx="11670">
                  <c:v>6.9313990744888863E-6</c:v>
                </c:pt>
                <c:pt idx="11671">
                  <c:v>0</c:v>
                </c:pt>
                <c:pt idx="11672">
                  <c:v>3.9206924927203861E-6</c:v>
                </c:pt>
                <c:pt idx="11673">
                  <c:v>1.6941977226231985E-5</c:v>
                </c:pt>
                <c:pt idx="11674">
                  <c:v>1.1731226592961679E-4</c:v>
                </c:pt>
                <c:pt idx="11675">
                  <c:v>6.2400841837343771E-5</c:v>
                </c:pt>
                <c:pt idx="11676">
                  <c:v>1.3001896137719069E-7</c:v>
                </c:pt>
                <c:pt idx="11677">
                  <c:v>2.4018313629259294E-3</c:v>
                </c:pt>
                <c:pt idx="11678">
                  <c:v>1.3560690307271837E-5</c:v>
                </c:pt>
                <c:pt idx="11679">
                  <c:v>1.4396971965509021E-5</c:v>
                </c:pt>
                <c:pt idx="11680">
                  <c:v>7.6060204864024603E-5</c:v>
                </c:pt>
                <c:pt idx="11681">
                  <c:v>5.3275286096171954E-5</c:v>
                </c:pt>
                <c:pt idx="11682">
                  <c:v>9.6369299918492412E-7</c:v>
                </c:pt>
                <c:pt idx="11683">
                  <c:v>1.4781213240897363E-5</c:v>
                </c:pt>
                <c:pt idx="11684">
                  <c:v>1.205617218314151E-5</c:v>
                </c:pt>
                <c:pt idx="11685">
                  <c:v>2.6491746849123311E-5</c:v>
                </c:pt>
                <c:pt idx="11686">
                  <c:v>1.9685455000202938E-3</c:v>
                </c:pt>
                <c:pt idx="11687">
                  <c:v>2.6114936718582201E-5</c:v>
                </c:pt>
                <c:pt idx="11688">
                  <c:v>5.9172721813425683E-5</c:v>
                </c:pt>
                <c:pt idx="11689">
                  <c:v>3.5264322216437654E-5</c:v>
                </c:pt>
                <c:pt idx="11690">
                  <c:v>2.0684533134472991E-5</c:v>
                </c:pt>
                <c:pt idx="11691">
                  <c:v>2.5578944719213362E-5</c:v>
                </c:pt>
                <c:pt idx="11692">
                  <c:v>2.142757220257054E-6</c:v>
                </c:pt>
                <c:pt idx="11693">
                  <c:v>7.242614396738628E-6</c:v>
                </c:pt>
                <c:pt idx="11694">
                  <c:v>4.8261442090056163E-5</c:v>
                </c:pt>
                <c:pt idx="11695">
                  <c:v>1.5967458583246499E-5</c:v>
                </c:pt>
                <c:pt idx="11696">
                  <c:v>0</c:v>
                </c:pt>
                <c:pt idx="11697">
                  <c:v>7.1686101993465969E-7</c:v>
                </c:pt>
                <c:pt idx="11698">
                  <c:v>2.3244051073769555E-5</c:v>
                </c:pt>
                <c:pt idx="11699">
                  <c:v>1.4568950060036751E-6</c:v>
                </c:pt>
                <c:pt idx="11700">
                  <c:v>2.3625650144439981E-5</c:v>
                </c:pt>
                <c:pt idx="11701">
                  <c:v>1.9925205469896387E-5</c:v>
                </c:pt>
                <c:pt idx="11702">
                  <c:v>6.4294171161731047E-5</c:v>
                </c:pt>
                <c:pt idx="11703">
                  <c:v>2.7830842843162467E-5</c:v>
                </c:pt>
                <c:pt idx="11704">
                  <c:v>2.2131224395985211E-5</c:v>
                </c:pt>
                <c:pt idx="11705">
                  <c:v>5.1870604419875174E-6</c:v>
                </c:pt>
                <c:pt idx="11706">
                  <c:v>3.6390638807252477E-6</c:v>
                </c:pt>
                <c:pt idx="11707">
                  <c:v>4.7635341035712173E-7</c:v>
                </c:pt>
                <c:pt idx="11708">
                  <c:v>6.8516574823173441E-5</c:v>
                </c:pt>
                <c:pt idx="11709">
                  <c:v>9.8616183322214819E-6</c:v>
                </c:pt>
                <c:pt idx="11710">
                  <c:v>7.4811751050599316E-5</c:v>
                </c:pt>
                <c:pt idx="11711">
                  <c:v>2.1000080796568246E-4</c:v>
                </c:pt>
                <c:pt idx="11712">
                  <c:v>2.0501794524855727E-5</c:v>
                </c:pt>
                <c:pt idx="11713">
                  <c:v>8.411706688884404E-6</c:v>
                </c:pt>
                <c:pt idx="11714">
                  <c:v>2.9884290168511235E-5</c:v>
                </c:pt>
                <c:pt idx="11715">
                  <c:v>0</c:v>
                </c:pt>
                <c:pt idx="11716">
                  <c:v>3.1649682044850456E-5</c:v>
                </c:pt>
                <c:pt idx="11717">
                  <c:v>1.8308058365699571E-6</c:v>
                </c:pt>
                <c:pt idx="11718">
                  <c:v>7.9757116480647375E-6</c:v>
                </c:pt>
                <c:pt idx="11719">
                  <c:v>1.0330184378463529E-4</c:v>
                </c:pt>
                <c:pt idx="11720">
                  <c:v>0</c:v>
                </c:pt>
                <c:pt idx="11721">
                  <c:v>8.3341033448142297E-6</c:v>
                </c:pt>
                <c:pt idx="11722">
                  <c:v>2.8888424428742401E-5</c:v>
                </c:pt>
                <c:pt idx="11723">
                  <c:v>4.5496891311775905E-7</c:v>
                </c:pt>
                <c:pt idx="11724">
                  <c:v>3.180482327180586E-6</c:v>
                </c:pt>
                <c:pt idx="11725">
                  <c:v>1.2301955251775892E-5</c:v>
                </c:pt>
                <c:pt idx="11726">
                  <c:v>0</c:v>
                </c:pt>
                <c:pt idx="11727">
                  <c:v>1.0073521538808651E-5</c:v>
                </c:pt>
                <c:pt idx="11728">
                  <c:v>3.918823557061761E-5</c:v>
                </c:pt>
                <c:pt idx="11729">
                  <c:v>1.5149622222031891E-7</c:v>
                </c:pt>
                <c:pt idx="11730">
                  <c:v>6.6773180914581594E-5</c:v>
                </c:pt>
                <c:pt idx="11731">
                  <c:v>4.5900871376357894E-6</c:v>
                </c:pt>
                <c:pt idx="11732">
                  <c:v>1.2130501674268629E-5</c:v>
                </c:pt>
                <c:pt idx="11733">
                  <c:v>2.3872428106023661E-5</c:v>
                </c:pt>
                <c:pt idx="11734">
                  <c:v>2.5145250639196E-5</c:v>
                </c:pt>
                <c:pt idx="11735">
                  <c:v>8.0016225547005708E-6</c:v>
                </c:pt>
                <c:pt idx="11736">
                  <c:v>2.0401952442563945E-5</c:v>
                </c:pt>
                <c:pt idx="11737">
                  <c:v>7.1144193800995884E-7</c:v>
                </c:pt>
                <c:pt idx="11738">
                  <c:v>0</c:v>
                </c:pt>
                <c:pt idx="11739">
                  <c:v>4.8009963011456747E-6</c:v>
                </c:pt>
                <c:pt idx="11740">
                  <c:v>0</c:v>
                </c:pt>
                <c:pt idx="11741">
                  <c:v>1.4598865601215925E-5</c:v>
                </c:pt>
                <c:pt idx="11742">
                  <c:v>7.685874446664689E-6</c:v>
                </c:pt>
                <c:pt idx="11743">
                  <c:v>0</c:v>
                </c:pt>
                <c:pt idx="11744">
                  <c:v>1.9730348086620904E-5</c:v>
                </c:pt>
                <c:pt idx="11745">
                  <c:v>0</c:v>
                </c:pt>
                <c:pt idx="11746">
                  <c:v>1.5771272290111195E-3</c:v>
                </c:pt>
                <c:pt idx="11747">
                  <c:v>4.80258972186065E-5</c:v>
                </c:pt>
                <c:pt idx="11748">
                  <c:v>6.5730412731309849E-6</c:v>
                </c:pt>
                <c:pt idx="11749">
                  <c:v>8.4292481773101866E-5</c:v>
                </c:pt>
                <c:pt idx="11750">
                  <c:v>8.8497252122012396E-4</c:v>
                </c:pt>
                <c:pt idx="11751">
                  <c:v>1.6648635988313964E-5</c:v>
                </c:pt>
                <c:pt idx="11752">
                  <c:v>0</c:v>
                </c:pt>
                <c:pt idx="11753">
                  <c:v>0</c:v>
                </c:pt>
                <c:pt idx="11754">
                  <c:v>1.3642467952044043E-5</c:v>
                </c:pt>
                <c:pt idx="11755">
                  <c:v>9.3618331290204292E-5</c:v>
                </c:pt>
                <c:pt idx="11756">
                  <c:v>1.5731135986929095E-4</c:v>
                </c:pt>
                <c:pt idx="11757">
                  <c:v>2.815763778849877E-5</c:v>
                </c:pt>
                <c:pt idx="11758">
                  <c:v>9.2961853068007408E-6</c:v>
                </c:pt>
                <c:pt idx="11759">
                  <c:v>0</c:v>
                </c:pt>
                <c:pt idx="11760">
                  <c:v>2.0338006210116406E-5</c:v>
                </c:pt>
                <c:pt idx="11761">
                  <c:v>5.2399839897484946E-5</c:v>
                </c:pt>
                <c:pt idx="11762">
                  <c:v>0</c:v>
                </c:pt>
                <c:pt idx="11763">
                  <c:v>2.057690630287025E-5</c:v>
                </c:pt>
                <c:pt idx="11764">
                  <c:v>2.7282652314110318E-5</c:v>
                </c:pt>
                <c:pt idx="11765">
                  <c:v>1.0117096290724282E-5</c:v>
                </c:pt>
                <c:pt idx="11766">
                  <c:v>2.1993044624689273E-4</c:v>
                </c:pt>
                <c:pt idx="11767">
                  <c:v>0</c:v>
                </c:pt>
                <c:pt idx="11768">
                  <c:v>1.3071114404819415E-5</c:v>
                </c:pt>
                <c:pt idx="11769">
                  <c:v>0</c:v>
                </c:pt>
                <c:pt idx="11770">
                  <c:v>8.6664594073175804E-6</c:v>
                </c:pt>
                <c:pt idx="11771">
                  <c:v>1.3176551598459529E-3</c:v>
                </c:pt>
                <c:pt idx="11772">
                  <c:v>6.6922334003524688E-5</c:v>
                </c:pt>
                <c:pt idx="11773">
                  <c:v>2.1576980717991082E-5</c:v>
                </c:pt>
                <c:pt idx="11774">
                  <c:v>1.6972671035016633E-7</c:v>
                </c:pt>
                <c:pt idx="11775">
                  <c:v>7.9688504212750931E-6</c:v>
                </c:pt>
                <c:pt idx="11776">
                  <c:v>1.3666596766633503E-4</c:v>
                </c:pt>
                <c:pt idx="11777">
                  <c:v>4.1153903002598833E-5</c:v>
                </c:pt>
                <c:pt idx="11778">
                  <c:v>2.9270106646594454E-3</c:v>
                </c:pt>
                <c:pt idx="11779">
                  <c:v>1.7774308473529265E-5</c:v>
                </c:pt>
                <c:pt idx="11780">
                  <c:v>2.9056626701706246E-4</c:v>
                </c:pt>
                <c:pt idx="11781">
                  <c:v>2.6221216805102126E-5</c:v>
                </c:pt>
                <c:pt idx="11782">
                  <c:v>9.5343343193418778E-5</c:v>
                </c:pt>
                <c:pt idx="11783">
                  <c:v>7.5186720586150029E-5</c:v>
                </c:pt>
                <c:pt idx="11784">
                  <c:v>1.9010144814279548E-5</c:v>
                </c:pt>
                <c:pt idx="11785">
                  <c:v>2.7251654721259871E-3</c:v>
                </c:pt>
                <c:pt idx="11786">
                  <c:v>4.8890804747753795E-6</c:v>
                </c:pt>
                <c:pt idx="11787">
                  <c:v>1.8148197007869968E-5</c:v>
                </c:pt>
                <c:pt idx="11788">
                  <c:v>9.3334100364023062E-8</c:v>
                </c:pt>
                <c:pt idx="11789">
                  <c:v>3.0202686071014256E-5</c:v>
                </c:pt>
                <c:pt idx="11790">
                  <c:v>4.8283999919304669E-5</c:v>
                </c:pt>
                <c:pt idx="11791">
                  <c:v>5.4869533389113683E-4</c:v>
                </c:pt>
                <c:pt idx="11792">
                  <c:v>3.474185936423848E-5</c:v>
                </c:pt>
                <c:pt idx="11793">
                  <c:v>3.1154597677240389E-5</c:v>
                </c:pt>
                <c:pt idx="11794">
                  <c:v>4.2740770342525908E-5</c:v>
                </c:pt>
                <c:pt idx="11795">
                  <c:v>8.4106585025191154E-6</c:v>
                </c:pt>
                <c:pt idx="11796">
                  <c:v>7.4256496997185894E-6</c:v>
                </c:pt>
                <c:pt idx="11797">
                  <c:v>1.5012288604815425E-6</c:v>
                </c:pt>
                <c:pt idx="11798">
                  <c:v>2.0744775536274607E-5</c:v>
                </c:pt>
                <c:pt idx="11799">
                  <c:v>1.4201985342386289E-5</c:v>
                </c:pt>
                <c:pt idx="11800">
                  <c:v>1.3263009232541589E-5</c:v>
                </c:pt>
                <c:pt idx="11801">
                  <c:v>0</c:v>
                </c:pt>
                <c:pt idx="11802">
                  <c:v>2.1932255775870439E-4</c:v>
                </c:pt>
                <c:pt idx="11803">
                  <c:v>1.5580902348662296E-5</c:v>
                </c:pt>
                <c:pt idx="11804">
                  <c:v>4.5789318047910557E-5</c:v>
                </c:pt>
                <c:pt idx="11805">
                  <c:v>5.9305286340252508E-7</c:v>
                </c:pt>
                <c:pt idx="11806">
                  <c:v>7.9673071560088394E-8</c:v>
                </c:pt>
                <c:pt idx="11807">
                  <c:v>1.2150140159330381E-4</c:v>
                </c:pt>
                <c:pt idx="11808">
                  <c:v>4.5459561397663714E-5</c:v>
                </c:pt>
                <c:pt idx="11809">
                  <c:v>0</c:v>
                </c:pt>
                <c:pt idx="11810">
                  <c:v>3.1822260645511936E-5</c:v>
                </c:pt>
                <c:pt idx="11811">
                  <c:v>3.55591112390018E-6</c:v>
                </c:pt>
                <c:pt idx="11812">
                  <c:v>4.5556848742105632E-5</c:v>
                </c:pt>
                <c:pt idx="11813">
                  <c:v>0</c:v>
                </c:pt>
                <c:pt idx="11814">
                  <c:v>1.3886769178698601E-5</c:v>
                </c:pt>
                <c:pt idx="11815">
                  <c:v>1.9606556118575962E-5</c:v>
                </c:pt>
                <c:pt idx="11816">
                  <c:v>6.5006573938120596E-7</c:v>
                </c:pt>
                <c:pt idx="11817">
                  <c:v>0</c:v>
                </c:pt>
                <c:pt idx="11818">
                  <c:v>6.9215666453272513E-5</c:v>
                </c:pt>
                <c:pt idx="11819">
                  <c:v>1.7781701687685765E-6</c:v>
                </c:pt>
                <c:pt idx="11820">
                  <c:v>1.6826401907232753E-5</c:v>
                </c:pt>
                <c:pt idx="11821">
                  <c:v>7.7899646860478116E-6</c:v>
                </c:pt>
                <c:pt idx="11822">
                  <c:v>1.4929131409508972E-4</c:v>
                </c:pt>
                <c:pt idx="11823">
                  <c:v>0</c:v>
                </c:pt>
                <c:pt idx="11824">
                  <c:v>5.3408823149986535E-6</c:v>
                </c:pt>
                <c:pt idx="11825">
                  <c:v>2.7915639617217392E-5</c:v>
                </c:pt>
                <c:pt idx="11826">
                  <c:v>1.4168137998580849E-5</c:v>
                </c:pt>
                <c:pt idx="11827">
                  <c:v>4.0543780593422902E-5</c:v>
                </c:pt>
                <c:pt idx="11828">
                  <c:v>1.5042990274398321E-5</c:v>
                </c:pt>
                <c:pt idx="11829">
                  <c:v>2.3817382582407539E-5</c:v>
                </c:pt>
                <c:pt idx="11830">
                  <c:v>2.6902746400756192E-5</c:v>
                </c:pt>
                <c:pt idx="11831">
                  <c:v>8.074794989477495E-6</c:v>
                </c:pt>
                <c:pt idx="11832">
                  <c:v>1.556318210476357E-5</c:v>
                </c:pt>
                <c:pt idx="11833">
                  <c:v>2.1221046400600626E-5</c:v>
                </c:pt>
                <c:pt idx="11834">
                  <c:v>9.1438905476915545E-6</c:v>
                </c:pt>
                <c:pt idx="11835">
                  <c:v>0</c:v>
                </c:pt>
                <c:pt idx="11836">
                  <c:v>2.4324351717003984E-6</c:v>
                </c:pt>
                <c:pt idx="11837">
                  <c:v>1.0801884188125387E-7</c:v>
                </c:pt>
                <c:pt idx="11838">
                  <c:v>5.2137324735742512E-4</c:v>
                </c:pt>
                <c:pt idx="11839">
                  <c:v>1.5827888011976733E-5</c:v>
                </c:pt>
                <c:pt idx="11840">
                  <c:v>1.3082797072484843E-6</c:v>
                </c:pt>
                <c:pt idx="11841">
                  <c:v>0</c:v>
                </c:pt>
                <c:pt idx="11842">
                  <c:v>0</c:v>
                </c:pt>
                <c:pt idx="11843">
                  <c:v>2.7177360819138159E-5</c:v>
                </c:pt>
                <c:pt idx="11844">
                  <c:v>2.0823910190681492E-5</c:v>
                </c:pt>
                <c:pt idx="11845">
                  <c:v>6.7507378206116533E-5</c:v>
                </c:pt>
                <c:pt idx="11846">
                  <c:v>2.561205543931407E-5</c:v>
                </c:pt>
                <c:pt idx="11847">
                  <c:v>1.3946738735532924E-5</c:v>
                </c:pt>
                <c:pt idx="11848">
                  <c:v>7.5342621715502759E-6</c:v>
                </c:pt>
                <c:pt idx="11849">
                  <c:v>3.9222195301652202E-5</c:v>
                </c:pt>
                <c:pt idx="11850">
                  <c:v>3.0244261577862201E-3</c:v>
                </c:pt>
                <c:pt idx="11851">
                  <c:v>1.5485529531264596E-5</c:v>
                </c:pt>
                <c:pt idx="11852">
                  <c:v>3.5524022271256393E-5</c:v>
                </c:pt>
                <c:pt idx="11853">
                  <c:v>1.5737275482917818E-5</c:v>
                </c:pt>
                <c:pt idx="11854">
                  <c:v>9.5768829886325755E-6</c:v>
                </c:pt>
                <c:pt idx="11855">
                  <c:v>9.6707098749871081E-6</c:v>
                </c:pt>
                <c:pt idx="11856">
                  <c:v>2.0323607563235316E-6</c:v>
                </c:pt>
                <c:pt idx="11857">
                  <c:v>2.7147656953374163E-5</c:v>
                </c:pt>
                <c:pt idx="11858">
                  <c:v>1.9588918948244061E-5</c:v>
                </c:pt>
                <c:pt idx="11859">
                  <c:v>2.8902021839434624E-5</c:v>
                </c:pt>
                <c:pt idx="11860">
                  <c:v>1.4906947921749339E-5</c:v>
                </c:pt>
                <c:pt idx="11861">
                  <c:v>6.4977265978273821E-6</c:v>
                </c:pt>
                <c:pt idx="11862">
                  <c:v>4.1814438936531795E-7</c:v>
                </c:pt>
                <c:pt idx="11863">
                  <c:v>2.1919146734769288E-5</c:v>
                </c:pt>
                <c:pt idx="11864">
                  <c:v>1.2939513782871515E-5</c:v>
                </c:pt>
                <c:pt idx="11865">
                  <c:v>1.1324455716915463E-5</c:v>
                </c:pt>
                <c:pt idx="11866">
                  <c:v>8.6430537594610847E-5</c:v>
                </c:pt>
                <c:pt idx="11867">
                  <c:v>6.1585130338629357E-6</c:v>
                </c:pt>
                <c:pt idx="11868">
                  <c:v>3.9377451346970411E-5</c:v>
                </c:pt>
                <c:pt idx="11869">
                  <c:v>5.7634226069974808E-7</c:v>
                </c:pt>
                <c:pt idx="11870">
                  <c:v>3.4880422378331432E-5</c:v>
                </c:pt>
                <c:pt idx="11871">
                  <c:v>0</c:v>
                </c:pt>
                <c:pt idx="11872">
                  <c:v>1.8113124207600904E-6</c:v>
                </c:pt>
                <c:pt idx="11873">
                  <c:v>2.2442153367713999E-5</c:v>
                </c:pt>
                <c:pt idx="11874">
                  <c:v>6.6234129600281614E-5</c:v>
                </c:pt>
                <c:pt idx="11875">
                  <c:v>1.2706697500355089E-5</c:v>
                </c:pt>
                <c:pt idx="11876">
                  <c:v>0</c:v>
                </c:pt>
                <c:pt idx="11877">
                  <c:v>6.1521051853382519E-5</c:v>
                </c:pt>
                <c:pt idx="11878">
                  <c:v>9.6425499925722712E-5</c:v>
                </c:pt>
                <c:pt idx="11879">
                  <c:v>0</c:v>
                </c:pt>
                <c:pt idx="11880">
                  <c:v>1.7056107071490919E-5</c:v>
                </c:pt>
                <c:pt idx="11881">
                  <c:v>5.3158563760846493E-5</c:v>
                </c:pt>
                <c:pt idx="11882">
                  <c:v>6.505841943277974E-5</c:v>
                </c:pt>
                <c:pt idx="11883">
                  <c:v>3.1379384898968061E-6</c:v>
                </c:pt>
                <c:pt idx="11884">
                  <c:v>5.3699474734463317E-5</c:v>
                </c:pt>
                <c:pt idx="11885">
                  <c:v>1.1929240152484306E-4</c:v>
                </c:pt>
                <c:pt idx="11886">
                  <c:v>5.9597315708385692E-6</c:v>
                </c:pt>
                <c:pt idx="11887">
                  <c:v>3.2802852876215793E-5</c:v>
                </c:pt>
                <c:pt idx="11888">
                  <c:v>1.3804486822102291E-5</c:v>
                </c:pt>
                <c:pt idx="11889">
                  <c:v>1.5818506509789074E-5</c:v>
                </c:pt>
                <c:pt idx="11890">
                  <c:v>1.6568567857334299E-4</c:v>
                </c:pt>
                <c:pt idx="11891">
                  <c:v>4.1560695534975923E-5</c:v>
                </c:pt>
                <c:pt idx="11892">
                  <c:v>5.744340035291859E-7</c:v>
                </c:pt>
                <c:pt idx="11893">
                  <c:v>2.7442553446708546E-5</c:v>
                </c:pt>
                <c:pt idx="11894">
                  <c:v>2.5335493844122988E-5</c:v>
                </c:pt>
                <c:pt idx="11895">
                  <c:v>8.5185832174537255E-6</c:v>
                </c:pt>
                <c:pt idx="11896">
                  <c:v>0</c:v>
                </c:pt>
                <c:pt idx="11897">
                  <c:v>3.5433818839889168E-5</c:v>
                </c:pt>
                <c:pt idx="11898">
                  <c:v>2.5291804341920009E-5</c:v>
                </c:pt>
                <c:pt idx="11899">
                  <c:v>3.0604747033744401E-5</c:v>
                </c:pt>
                <c:pt idx="11900">
                  <c:v>1.379841575718024E-5</c:v>
                </c:pt>
                <c:pt idx="11901">
                  <c:v>9.5541027115813381E-6</c:v>
                </c:pt>
                <c:pt idx="11902">
                  <c:v>3.5445252533535517E-7</c:v>
                </c:pt>
                <c:pt idx="11903">
                  <c:v>4.2071694954055138E-6</c:v>
                </c:pt>
                <c:pt idx="11904">
                  <c:v>0</c:v>
                </c:pt>
                <c:pt idx="11905">
                  <c:v>3.1822778009215693E-7</c:v>
                </c:pt>
                <c:pt idx="11906">
                  <c:v>1.7760936862338565E-5</c:v>
                </c:pt>
                <c:pt idx="11907">
                  <c:v>0</c:v>
                </c:pt>
                <c:pt idx="11908">
                  <c:v>1.4633774520659581E-5</c:v>
                </c:pt>
                <c:pt idx="11909">
                  <c:v>2.0165647621287295E-7</c:v>
                </c:pt>
                <c:pt idx="11910">
                  <c:v>3.5060085086146115E-3</c:v>
                </c:pt>
                <c:pt idx="11911">
                  <c:v>4.0191871172895814E-5</c:v>
                </c:pt>
                <c:pt idx="11912">
                  <c:v>9.4678133757277692E-6</c:v>
                </c:pt>
                <c:pt idx="11913">
                  <c:v>4.6175453360804367E-5</c:v>
                </c:pt>
                <c:pt idx="11914">
                  <c:v>0</c:v>
                </c:pt>
                <c:pt idx="11915">
                  <c:v>0</c:v>
                </c:pt>
                <c:pt idx="11916">
                  <c:v>8.0631940979973581E-5</c:v>
                </c:pt>
                <c:pt idx="11917">
                  <c:v>1.2019138046610482E-5</c:v>
                </c:pt>
                <c:pt idx="11918">
                  <c:v>1.4658270736028409E-4</c:v>
                </c:pt>
                <c:pt idx="11919">
                  <c:v>8.6819064137033327E-5</c:v>
                </c:pt>
                <c:pt idx="11920">
                  <c:v>1.9133273935601766E-5</c:v>
                </c:pt>
                <c:pt idx="11921">
                  <c:v>8.8426093619736824E-6</c:v>
                </c:pt>
                <c:pt idx="11922">
                  <c:v>1.5499430715313586E-5</c:v>
                </c:pt>
                <c:pt idx="11923">
                  <c:v>1.1307839976880164E-5</c:v>
                </c:pt>
                <c:pt idx="11924">
                  <c:v>8.5785171925913508E-5</c:v>
                </c:pt>
                <c:pt idx="11925">
                  <c:v>1.0987807588991281E-5</c:v>
                </c:pt>
                <c:pt idx="11926">
                  <c:v>1.731396594803907E-5</c:v>
                </c:pt>
                <c:pt idx="11927">
                  <c:v>8.2908622849376228E-6</c:v>
                </c:pt>
                <c:pt idx="11928">
                  <c:v>2.3597561052872288E-4</c:v>
                </c:pt>
                <c:pt idx="11929">
                  <c:v>6.5208566486487069E-6</c:v>
                </c:pt>
                <c:pt idx="11930">
                  <c:v>6.4242190287254594E-6</c:v>
                </c:pt>
                <c:pt idx="11931">
                  <c:v>3.9477329063571939E-5</c:v>
                </c:pt>
                <c:pt idx="11932">
                  <c:v>1.0043061204131873E-4</c:v>
                </c:pt>
                <c:pt idx="11933">
                  <c:v>2.3047557094572962E-5</c:v>
                </c:pt>
                <c:pt idx="11934">
                  <c:v>2.354803386266521E-5</c:v>
                </c:pt>
                <c:pt idx="11935">
                  <c:v>4.0351282714304164E-5</c:v>
                </c:pt>
                <c:pt idx="11936">
                  <c:v>4.2351908944941328E-5</c:v>
                </c:pt>
                <c:pt idx="11937">
                  <c:v>1.1545540827058556E-5</c:v>
                </c:pt>
                <c:pt idx="11938">
                  <c:v>1.767875819578689E-6</c:v>
                </c:pt>
                <c:pt idx="11939">
                  <c:v>0</c:v>
                </c:pt>
                <c:pt idx="11940">
                  <c:v>1.4642779081229839E-5</c:v>
                </c:pt>
                <c:pt idx="11941">
                  <c:v>1.3361252015507953E-5</c:v>
                </c:pt>
                <c:pt idx="11942">
                  <c:v>3.2459464862309706E-6</c:v>
                </c:pt>
                <c:pt idx="11943">
                  <c:v>1.8487993694341493E-5</c:v>
                </c:pt>
                <c:pt idx="11944">
                  <c:v>1.3579489530472285E-5</c:v>
                </c:pt>
                <c:pt idx="11945">
                  <c:v>8.1227040987223052E-6</c:v>
                </c:pt>
                <c:pt idx="11946">
                  <c:v>0</c:v>
                </c:pt>
                <c:pt idx="11947">
                  <c:v>1.9635274630476527E-5</c:v>
                </c:pt>
                <c:pt idx="11948">
                  <c:v>1.7323583119951258E-5</c:v>
                </c:pt>
                <c:pt idx="11949">
                  <c:v>2.9446023330926892E-6</c:v>
                </c:pt>
                <c:pt idx="11950">
                  <c:v>1.3133168924743981E-5</c:v>
                </c:pt>
                <c:pt idx="11951">
                  <c:v>2.8178676829572697E-5</c:v>
                </c:pt>
                <c:pt idx="11952">
                  <c:v>2.775302763320976E-5</c:v>
                </c:pt>
                <c:pt idx="11953">
                  <c:v>1.4187799823989581E-5</c:v>
                </c:pt>
                <c:pt idx="11954">
                  <c:v>4.6348522916595594E-5</c:v>
                </c:pt>
                <c:pt idx="11955">
                  <c:v>4.1484170004066412E-5</c:v>
                </c:pt>
                <c:pt idx="11956">
                  <c:v>2.626275583544747E-5</c:v>
                </c:pt>
                <c:pt idx="11957">
                  <c:v>4.1680263696190621E-4</c:v>
                </c:pt>
                <c:pt idx="11958">
                  <c:v>4.0465441711890344E-5</c:v>
                </c:pt>
                <c:pt idx="11959">
                  <c:v>6.2222716240834872E-5</c:v>
                </c:pt>
                <c:pt idx="11960">
                  <c:v>3.4760398249738616E-6</c:v>
                </c:pt>
                <c:pt idx="11961">
                  <c:v>1.1044748915884753E-5</c:v>
                </c:pt>
                <c:pt idx="11962">
                  <c:v>8.8770840649701548E-5</c:v>
                </c:pt>
                <c:pt idx="11963">
                  <c:v>4.1681570224036923E-5</c:v>
                </c:pt>
                <c:pt idx="11964">
                  <c:v>2.4693765514404921E-7</c:v>
                </c:pt>
                <c:pt idx="11965">
                  <c:v>3.0581210690694184E-5</c:v>
                </c:pt>
                <c:pt idx="11966">
                  <c:v>4.8346926607744041E-8</c:v>
                </c:pt>
                <c:pt idx="11967">
                  <c:v>8.8524198671724384E-7</c:v>
                </c:pt>
                <c:pt idx="11968">
                  <c:v>2.8797349330046436E-5</c:v>
                </c:pt>
                <c:pt idx="11969">
                  <c:v>2.2543475734069666E-5</c:v>
                </c:pt>
                <c:pt idx="11970">
                  <c:v>6.8091960295013133E-7</c:v>
                </c:pt>
                <c:pt idx="11971">
                  <c:v>6.2140943002132813E-5</c:v>
                </c:pt>
                <c:pt idx="11972">
                  <c:v>2.5755561122228624E-5</c:v>
                </c:pt>
                <c:pt idx="11973">
                  <c:v>1.6502361588529425E-5</c:v>
                </c:pt>
                <c:pt idx="11974">
                  <c:v>0</c:v>
                </c:pt>
                <c:pt idx="11975">
                  <c:v>8.173533722608189E-6</c:v>
                </c:pt>
                <c:pt idx="11976">
                  <c:v>2.6331004836996132E-5</c:v>
                </c:pt>
                <c:pt idx="11977">
                  <c:v>4.3892932304228379E-5</c:v>
                </c:pt>
                <c:pt idx="11978">
                  <c:v>6.6739297137212399E-7</c:v>
                </c:pt>
                <c:pt idx="11979">
                  <c:v>5.6027872855119883E-7</c:v>
                </c:pt>
                <c:pt idx="11980">
                  <c:v>2.2496616814657096E-5</c:v>
                </c:pt>
                <c:pt idx="11981">
                  <c:v>3.2909217736160549E-5</c:v>
                </c:pt>
                <c:pt idx="11982">
                  <c:v>6.4800769564371936E-7</c:v>
                </c:pt>
                <c:pt idx="11983">
                  <c:v>6.4648980490079108E-8</c:v>
                </c:pt>
                <c:pt idx="11984">
                  <c:v>2.7631635182362782E-6</c:v>
                </c:pt>
                <c:pt idx="11985">
                  <c:v>9.8206658871087858E-5</c:v>
                </c:pt>
                <c:pt idx="11986">
                  <c:v>6.6797071829458651E-4</c:v>
                </c:pt>
                <c:pt idx="11987">
                  <c:v>2.2704300839358324E-6</c:v>
                </c:pt>
                <c:pt idx="11988">
                  <c:v>6.9229283809097098E-5</c:v>
                </c:pt>
                <c:pt idx="11989">
                  <c:v>3.9816785967000094E-6</c:v>
                </c:pt>
                <c:pt idx="11990">
                  <c:v>3.8574561645925403E-4</c:v>
                </c:pt>
                <c:pt idx="11991">
                  <c:v>4.3137086857911758E-4</c:v>
                </c:pt>
                <c:pt idx="11992">
                  <c:v>3.4779713043608522E-7</c:v>
                </c:pt>
                <c:pt idx="11993">
                  <c:v>4.9086823154411956E-7</c:v>
                </c:pt>
                <c:pt idx="11994">
                  <c:v>3.7053371571918529E-4</c:v>
                </c:pt>
                <c:pt idx="11995">
                  <c:v>1.5451212990094937E-5</c:v>
                </c:pt>
                <c:pt idx="11996">
                  <c:v>6.2467119990044925E-6</c:v>
                </c:pt>
                <c:pt idx="11997">
                  <c:v>3.1149733936489162E-5</c:v>
                </c:pt>
                <c:pt idx="11998">
                  <c:v>8.9460011860682815E-7</c:v>
                </c:pt>
                <c:pt idx="11999">
                  <c:v>8.567939988902225E-5</c:v>
                </c:pt>
                <c:pt idx="12000">
                  <c:v>1.4850744363105915E-5</c:v>
                </c:pt>
                <c:pt idx="12001">
                  <c:v>3.6636356531610455E-5</c:v>
                </c:pt>
                <c:pt idx="12002">
                  <c:v>0</c:v>
                </c:pt>
                <c:pt idx="12003">
                  <c:v>2.3235749953475488E-4</c:v>
                </c:pt>
                <c:pt idx="12004">
                  <c:v>0</c:v>
                </c:pt>
                <c:pt idx="12005">
                  <c:v>9.3070877288299895E-5</c:v>
                </c:pt>
                <c:pt idx="12006">
                  <c:v>1.7060492148114129E-4</c:v>
                </c:pt>
                <c:pt idx="12007">
                  <c:v>5.0804861964816232E-5</c:v>
                </c:pt>
                <c:pt idx="12008">
                  <c:v>0</c:v>
                </c:pt>
                <c:pt idx="12009">
                  <c:v>1.078839742555946E-5</c:v>
                </c:pt>
                <c:pt idx="12010">
                  <c:v>3.6065858173153624E-3</c:v>
                </c:pt>
                <c:pt idx="12011">
                  <c:v>9.7571409481467781E-6</c:v>
                </c:pt>
                <c:pt idx="12012">
                  <c:v>0</c:v>
                </c:pt>
                <c:pt idx="12013">
                  <c:v>9.2048027688445548E-6</c:v>
                </c:pt>
                <c:pt idx="12014">
                  <c:v>4.834035219663442E-5</c:v>
                </c:pt>
                <c:pt idx="12015">
                  <c:v>4.5765033774034533E-5</c:v>
                </c:pt>
                <c:pt idx="12016">
                  <c:v>2.1418827522285224E-5</c:v>
                </c:pt>
                <c:pt idx="12017">
                  <c:v>1.0723121367653473E-5</c:v>
                </c:pt>
                <c:pt idx="12018">
                  <c:v>4.8181369445480107E-5</c:v>
                </c:pt>
                <c:pt idx="12019">
                  <c:v>3.2916554795875691E-5</c:v>
                </c:pt>
                <c:pt idx="12020">
                  <c:v>3.3137413705843845E-5</c:v>
                </c:pt>
                <c:pt idx="12021">
                  <c:v>8.7306889382539886E-7</c:v>
                </c:pt>
                <c:pt idx="12022">
                  <c:v>1.9810564956902369E-4</c:v>
                </c:pt>
                <c:pt idx="12023">
                  <c:v>8.1872586567114994E-5</c:v>
                </c:pt>
                <c:pt idx="12024">
                  <c:v>4.0148157354152985E-5</c:v>
                </c:pt>
                <c:pt idx="12025">
                  <c:v>1.0944895868432908E-5</c:v>
                </c:pt>
                <c:pt idx="12026">
                  <c:v>1.1565717526488495E-5</c:v>
                </c:pt>
                <c:pt idx="12027">
                  <c:v>2.0982078813373349E-5</c:v>
                </c:pt>
                <c:pt idx="12028">
                  <c:v>1.9323382948213401E-5</c:v>
                </c:pt>
                <c:pt idx="12029">
                  <c:v>0</c:v>
                </c:pt>
                <c:pt idx="12030">
                  <c:v>4.4629542904898774E-5</c:v>
                </c:pt>
                <c:pt idx="12031">
                  <c:v>3.5711405880204471E-5</c:v>
                </c:pt>
                <c:pt idx="12032">
                  <c:v>0</c:v>
                </c:pt>
                <c:pt idx="12033">
                  <c:v>0</c:v>
                </c:pt>
                <c:pt idx="12034">
                  <c:v>5.649319958419281E-5</c:v>
                </c:pt>
                <c:pt idx="12035">
                  <c:v>6.1725508565727992E-5</c:v>
                </c:pt>
                <c:pt idx="12036">
                  <c:v>2.6097646640804468E-5</c:v>
                </c:pt>
                <c:pt idx="12037">
                  <c:v>8.6698362883890186E-8</c:v>
                </c:pt>
                <c:pt idx="12038">
                  <c:v>1.0449174455896173E-4</c:v>
                </c:pt>
                <c:pt idx="12039">
                  <c:v>3.6617316908942907E-5</c:v>
                </c:pt>
                <c:pt idx="12040">
                  <c:v>7.7560601655564731E-6</c:v>
                </c:pt>
                <c:pt idx="12041">
                  <c:v>1.0640667195973443E-5</c:v>
                </c:pt>
                <c:pt idx="12042">
                  <c:v>0</c:v>
                </c:pt>
                <c:pt idx="12043">
                  <c:v>3.727654837155198E-3</c:v>
                </c:pt>
                <c:pt idx="12044">
                  <c:v>7.3128137494047288E-6</c:v>
                </c:pt>
                <c:pt idx="12045">
                  <c:v>1.40788690513716E-5</c:v>
                </c:pt>
                <c:pt idx="12046">
                  <c:v>2.2567434151157418E-7</c:v>
                </c:pt>
                <c:pt idx="12047">
                  <c:v>3.8765094826976574E-6</c:v>
                </c:pt>
                <c:pt idx="12048">
                  <c:v>3.1811038384814293E-5</c:v>
                </c:pt>
                <c:pt idx="12049">
                  <c:v>4.0184669293454189E-5</c:v>
                </c:pt>
                <c:pt idx="12050">
                  <c:v>1.5944731442061167E-5</c:v>
                </c:pt>
                <c:pt idx="12051">
                  <c:v>3.04088279279559E-5</c:v>
                </c:pt>
                <c:pt idx="12052">
                  <c:v>7.3027984743265117E-6</c:v>
                </c:pt>
                <c:pt idx="12053">
                  <c:v>7.1847733548733652E-7</c:v>
                </c:pt>
                <c:pt idx="12054">
                  <c:v>2.4586841811962611E-5</c:v>
                </c:pt>
                <c:pt idx="12055">
                  <c:v>7.0267335566766523E-5</c:v>
                </c:pt>
                <c:pt idx="12056">
                  <c:v>2.0187362370125705E-7</c:v>
                </c:pt>
                <c:pt idx="12057">
                  <c:v>6.1434239206939042E-5</c:v>
                </c:pt>
                <c:pt idx="12058">
                  <c:v>5.1913674271596586E-6</c:v>
                </c:pt>
                <c:pt idx="12059">
                  <c:v>3.7155109699763744E-5</c:v>
                </c:pt>
                <c:pt idx="12060">
                  <c:v>1.3494664361664941E-3</c:v>
                </c:pt>
                <c:pt idx="12061">
                  <c:v>1.9887780261054306E-5</c:v>
                </c:pt>
                <c:pt idx="12062">
                  <c:v>1.3711676239405005E-5</c:v>
                </c:pt>
                <c:pt idx="12063">
                  <c:v>1.3892492496147317E-5</c:v>
                </c:pt>
                <c:pt idx="12064">
                  <c:v>3.8527813202972753E-5</c:v>
                </c:pt>
                <c:pt idx="12065">
                  <c:v>5.0334446576253112E-5</c:v>
                </c:pt>
                <c:pt idx="12066">
                  <c:v>2.1280105786982184E-5</c:v>
                </c:pt>
                <c:pt idx="12067">
                  <c:v>7.3346768957867665E-8</c:v>
                </c:pt>
                <c:pt idx="12068">
                  <c:v>9.6262421833077767E-6</c:v>
                </c:pt>
                <c:pt idx="12069">
                  <c:v>2.9136694501389442E-5</c:v>
                </c:pt>
                <c:pt idx="12070">
                  <c:v>5.3710185390066897E-5</c:v>
                </c:pt>
                <c:pt idx="12071">
                  <c:v>2.1116541821060602E-5</c:v>
                </c:pt>
                <c:pt idx="12072">
                  <c:v>1.8083057115561893E-5</c:v>
                </c:pt>
                <c:pt idx="12073">
                  <c:v>1.9583796751135664E-5</c:v>
                </c:pt>
                <c:pt idx="12074">
                  <c:v>2.9271527381039889E-5</c:v>
                </c:pt>
                <c:pt idx="12075">
                  <c:v>2.9219376570431836E-5</c:v>
                </c:pt>
                <c:pt idx="12076">
                  <c:v>9.9385906013484259E-5</c:v>
                </c:pt>
                <c:pt idx="12077">
                  <c:v>2.0698807341417651E-5</c:v>
                </c:pt>
                <c:pt idx="12078">
                  <c:v>4.5699835365300172E-5</c:v>
                </c:pt>
                <c:pt idx="12079">
                  <c:v>1.1360769952943889E-5</c:v>
                </c:pt>
                <c:pt idx="12080">
                  <c:v>8.557635850271559E-6</c:v>
                </c:pt>
                <c:pt idx="12081">
                  <c:v>3.1924743532936055E-4</c:v>
                </c:pt>
                <c:pt idx="12082">
                  <c:v>4.5064087075351731E-5</c:v>
                </c:pt>
                <c:pt idx="12083">
                  <c:v>1.8388599386064959E-5</c:v>
                </c:pt>
                <c:pt idx="12084">
                  <c:v>3.1496854739192189E-5</c:v>
                </c:pt>
                <c:pt idx="12085">
                  <c:v>6.5581912456277804E-4</c:v>
                </c:pt>
                <c:pt idx="12086">
                  <c:v>2.5103734531180952E-5</c:v>
                </c:pt>
                <c:pt idx="12087">
                  <c:v>5.0285546910248525E-5</c:v>
                </c:pt>
                <c:pt idx="12088">
                  <c:v>2.1089807134215659E-5</c:v>
                </c:pt>
                <c:pt idx="12089">
                  <c:v>2.3185878242107286E-5</c:v>
                </c:pt>
                <c:pt idx="12090">
                  <c:v>4.0922395105495398E-5</c:v>
                </c:pt>
                <c:pt idx="12091">
                  <c:v>3.0589982116127004E-7</c:v>
                </c:pt>
                <c:pt idx="12092">
                  <c:v>1.4118037792105293E-4</c:v>
                </c:pt>
                <c:pt idx="12093">
                  <c:v>2.8025680757200811E-5</c:v>
                </c:pt>
                <c:pt idx="12094">
                  <c:v>9.5572526260439248E-4</c:v>
                </c:pt>
                <c:pt idx="12095">
                  <c:v>1.3785558318039597E-5</c:v>
                </c:pt>
                <c:pt idx="12096">
                  <c:v>3.9114411632785784E-4</c:v>
                </c:pt>
                <c:pt idx="12097">
                  <c:v>7.6155094399795305E-5</c:v>
                </c:pt>
                <c:pt idx="12098">
                  <c:v>7.8060544795384838E-5</c:v>
                </c:pt>
                <c:pt idx="12099">
                  <c:v>3.436885055935289E-5</c:v>
                </c:pt>
                <c:pt idx="12100">
                  <c:v>6.4916263525673229E-6</c:v>
                </c:pt>
                <c:pt idx="12101">
                  <c:v>3.287295896379215E-5</c:v>
                </c:pt>
                <c:pt idx="12102">
                  <c:v>9.6804599698583483E-6</c:v>
                </c:pt>
                <c:pt idx="12103">
                  <c:v>2.8246888027704617E-5</c:v>
                </c:pt>
                <c:pt idx="12104">
                  <c:v>0</c:v>
                </c:pt>
                <c:pt idx="12105">
                  <c:v>2.1178329169036876E-5</c:v>
                </c:pt>
                <c:pt idx="12106">
                  <c:v>2.9764192080412175E-5</c:v>
                </c:pt>
                <c:pt idx="12107">
                  <c:v>4.7036566037420584E-5</c:v>
                </c:pt>
                <c:pt idx="12108">
                  <c:v>1.7820716972469725E-5</c:v>
                </c:pt>
                <c:pt idx="12109">
                  <c:v>4.0857062811048624E-5</c:v>
                </c:pt>
                <c:pt idx="12110">
                  <c:v>0</c:v>
                </c:pt>
                <c:pt idx="12111">
                  <c:v>3.6865106690447493E-5</c:v>
                </c:pt>
                <c:pt idx="12112">
                  <c:v>1.3085623813405448E-5</c:v>
                </c:pt>
                <c:pt idx="12113">
                  <c:v>1.5281954333914426E-5</c:v>
                </c:pt>
                <c:pt idx="12114">
                  <c:v>6.6336085524403114E-6</c:v>
                </c:pt>
                <c:pt idx="12115">
                  <c:v>2.9792533059004491E-5</c:v>
                </c:pt>
                <c:pt idx="12116">
                  <c:v>8.2524511024569904E-6</c:v>
                </c:pt>
                <c:pt idx="12117">
                  <c:v>4.3904439252623315E-6</c:v>
                </c:pt>
                <c:pt idx="12118">
                  <c:v>3.1295213524288567E-5</c:v>
                </c:pt>
                <c:pt idx="12119">
                  <c:v>1.2126276091463114E-5</c:v>
                </c:pt>
                <c:pt idx="12120">
                  <c:v>3.1268590439480127E-6</c:v>
                </c:pt>
                <c:pt idx="12121">
                  <c:v>1.4211349373483401E-5</c:v>
                </c:pt>
                <c:pt idx="12122">
                  <c:v>2.0381189157097609E-5</c:v>
                </c:pt>
                <c:pt idx="12123">
                  <c:v>2.6171504425461135E-5</c:v>
                </c:pt>
                <c:pt idx="12124">
                  <c:v>1.1052228626818168E-4</c:v>
                </c:pt>
                <c:pt idx="12125">
                  <c:v>8.0833008015637934E-5</c:v>
                </c:pt>
                <c:pt idx="12126">
                  <c:v>1.6073910008476722E-5</c:v>
                </c:pt>
                <c:pt idx="12127">
                  <c:v>1.5379221737716726E-5</c:v>
                </c:pt>
                <c:pt idx="12128">
                  <c:v>6.8452522638561716E-5</c:v>
                </c:pt>
                <c:pt idx="12129">
                  <c:v>3.9214656247027608E-7</c:v>
                </c:pt>
                <c:pt idx="12130">
                  <c:v>0</c:v>
                </c:pt>
                <c:pt idx="12131">
                  <c:v>4.4532738292473408E-5</c:v>
                </c:pt>
                <c:pt idx="12132">
                  <c:v>4.8002454409207845E-5</c:v>
                </c:pt>
                <c:pt idx="12133">
                  <c:v>5.2377179863276585E-7</c:v>
                </c:pt>
                <c:pt idx="12134">
                  <c:v>1.7647209430024723E-5</c:v>
                </c:pt>
                <c:pt idx="12135">
                  <c:v>6.3309408993153594E-5</c:v>
                </c:pt>
                <c:pt idx="12136">
                  <c:v>1.4591621074938789E-5</c:v>
                </c:pt>
                <c:pt idx="12137">
                  <c:v>2.831769957859285E-5</c:v>
                </c:pt>
                <c:pt idx="12138">
                  <c:v>3.2288600896438002E-5</c:v>
                </c:pt>
                <c:pt idx="12139">
                  <c:v>2.8440938089244284E-5</c:v>
                </c:pt>
                <c:pt idx="12140">
                  <c:v>5.0701114981388405E-5</c:v>
                </c:pt>
                <c:pt idx="12141">
                  <c:v>0</c:v>
                </c:pt>
                <c:pt idx="12142">
                  <c:v>8.0976934873072682E-6</c:v>
                </c:pt>
                <c:pt idx="12143">
                  <c:v>0</c:v>
                </c:pt>
                <c:pt idx="12144">
                  <c:v>0</c:v>
                </c:pt>
                <c:pt idx="12145">
                  <c:v>2.5712142141199656E-5</c:v>
                </c:pt>
                <c:pt idx="12146">
                  <c:v>2.9912966993272681E-5</c:v>
                </c:pt>
                <c:pt idx="12147">
                  <c:v>5.9572353920243689E-5</c:v>
                </c:pt>
                <c:pt idx="12148">
                  <c:v>5.7495578584768594E-6</c:v>
                </c:pt>
                <c:pt idx="12149">
                  <c:v>4.6366952665740114E-5</c:v>
                </c:pt>
                <c:pt idx="12150">
                  <c:v>2.5386955807150082E-5</c:v>
                </c:pt>
                <c:pt idx="12151">
                  <c:v>1.9338007821215664E-5</c:v>
                </c:pt>
                <c:pt idx="12152">
                  <c:v>5.5873986691580337E-7</c:v>
                </c:pt>
                <c:pt idx="12153">
                  <c:v>1.1833430581867184E-7</c:v>
                </c:pt>
                <c:pt idx="12154">
                  <c:v>0</c:v>
                </c:pt>
                <c:pt idx="12155">
                  <c:v>0</c:v>
                </c:pt>
                <c:pt idx="12156">
                  <c:v>3.3138447539214692E-5</c:v>
                </c:pt>
                <c:pt idx="12157">
                  <c:v>6.1831348045156514E-6</c:v>
                </c:pt>
                <c:pt idx="12158">
                  <c:v>2.8931183771839493E-5</c:v>
                </c:pt>
                <c:pt idx="12159">
                  <c:v>4.4810311766846683E-7</c:v>
                </c:pt>
                <c:pt idx="12160">
                  <c:v>4.9805438372062834E-5</c:v>
                </c:pt>
                <c:pt idx="12161">
                  <c:v>4.5250002923548124E-5</c:v>
                </c:pt>
                <c:pt idx="12162">
                  <c:v>5.8601272507575333E-6</c:v>
                </c:pt>
                <c:pt idx="12163">
                  <c:v>4.5616808459534004E-5</c:v>
                </c:pt>
                <c:pt idx="12164">
                  <c:v>9.0937166785054504E-6</c:v>
                </c:pt>
                <c:pt idx="12165">
                  <c:v>7.5854000540913433E-5</c:v>
                </c:pt>
                <c:pt idx="12166">
                  <c:v>1.8394863814847157E-5</c:v>
                </c:pt>
                <c:pt idx="12167">
                  <c:v>5.0611396523631509E-6</c:v>
                </c:pt>
                <c:pt idx="12168">
                  <c:v>2.6117554498436556E-6</c:v>
                </c:pt>
                <c:pt idx="12169">
                  <c:v>1.7992218145361834E-5</c:v>
                </c:pt>
                <c:pt idx="12170">
                  <c:v>4.1210523852889727E-6</c:v>
                </c:pt>
                <c:pt idx="12171">
                  <c:v>1.5027963209828659E-6</c:v>
                </c:pt>
                <c:pt idx="12172">
                  <c:v>1.1391061520760726E-5</c:v>
                </c:pt>
                <c:pt idx="12173">
                  <c:v>7.3897945776598345E-6</c:v>
                </c:pt>
                <c:pt idx="12174">
                  <c:v>1.3518154000579454E-6</c:v>
                </c:pt>
                <c:pt idx="12175">
                  <c:v>2.9024339459113077E-5</c:v>
                </c:pt>
                <c:pt idx="12176">
                  <c:v>0</c:v>
                </c:pt>
                <c:pt idx="12177">
                  <c:v>2.7981079483861142E-5</c:v>
                </c:pt>
                <c:pt idx="12178">
                  <c:v>5.4392212898727148E-5</c:v>
                </c:pt>
                <c:pt idx="12179">
                  <c:v>1.7824327484960167E-3</c:v>
                </c:pt>
                <c:pt idx="12180">
                  <c:v>2.2551801097235407E-5</c:v>
                </c:pt>
                <c:pt idx="12181">
                  <c:v>3.6086945796109148E-5</c:v>
                </c:pt>
                <c:pt idx="12182">
                  <c:v>1.1732383642160657E-7</c:v>
                </c:pt>
                <c:pt idx="12183">
                  <c:v>1.2709872992776436E-6</c:v>
                </c:pt>
                <c:pt idx="12184">
                  <c:v>4.6575689892861426E-5</c:v>
                </c:pt>
                <c:pt idx="12185">
                  <c:v>2.2131132168298209E-5</c:v>
                </c:pt>
                <c:pt idx="12186">
                  <c:v>1.3741289686168209E-5</c:v>
                </c:pt>
                <c:pt idx="12187">
                  <c:v>1.020923942240688E-5</c:v>
                </c:pt>
                <c:pt idx="12188">
                  <c:v>4.2857901993174934E-4</c:v>
                </c:pt>
                <c:pt idx="12189">
                  <c:v>1.7722539167768924E-5</c:v>
                </c:pt>
                <c:pt idx="12190">
                  <c:v>2.3921380480253837E-5</c:v>
                </c:pt>
                <c:pt idx="12191">
                  <c:v>1.6140374277689585E-3</c:v>
                </c:pt>
                <c:pt idx="12192">
                  <c:v>3.5578531725592468E-5</c:v>
                </c:pt>
                <c:pt idx="12193">
                  <c:v>1.0517593887051964E-5</c:v>
                </c:pt>
                <c:pt idx="12194">
                  <c:v>2.0942138541546892E-6</c:v>
                </c:pt>
                <c:pt idx="12195">
                  <c:v>5.723796713469854E-5</c:v>
                </c:pt>
                <c:pt idx="12196">
                  <c:v>1.0678096006323332E-5</c:v>
                </c:pt>
                <c:pt idx="12197">
                  <c:v>1.8247958234612196E-5</c:v>
                </c:pt>
                <c:pt idx="12198">
                  <c:v>0</c:v>
                </c:pt>
                <c:pt idx="12199">
                  <c:v>7.1195269491274428E-5</c:v>
                </c:pt>
                <c:pt idx="12200">
                  <c:v>4.2046445564428334E-5</c:v>
                </c:pt>
                <c:pt idx="12201">
                  <c:v>3.1093912882704849E-5</c:v>
                </c:pt>
                <c:pt idx="12202">
                  <c:v>7.7946149318686134E-5</c:v>
                </c:pt>
                <c:pt idx="12203">
                  <c:v>6.8030473618640211E-6</c:v>
                </c:pt>
                <c:pt idx="12204">
                  <c:v>1.3988310003994121E-5</c:v>
                </c:pt>
                <c:pt idx="12205">
                  <c:v>2.7229419774518859E-5</c:v>
                </c:pt>
                <c:pt idx="12206">
                  <c:v>3.712027842942931E-5</c:v>
                </c:pt>
                <c:pt idx="12207">
                  <c:v>2.6237685233531842E-5</c:v>
                </c:pt>
                <c:pt idx="12208">
                  <c:v>2.1038830535115376E-5</c:v>
                </c:pt>
                <c:pt idx="12209">
                  <c:v>4.0080708888132523E-5</c:v>
                </c:pt>
                <c:pt idx="12210">
                  <c:v>3.2790026657919101E-4</c:v>
                </c:pt>
                <c:pt idx="12211">
                  <c:v>1.5940593649732769E-5</c:v>
                </c:pt>
                <c:pt idx="12212">
                  <c:v>8.5360621522704727E-8</c:v>
                </c:pt>
                <c:pt idx="12213">
                  <c:v>2.4815489057772836E-7</c:v>
                </c:pt>
                <c:pt idx="12214">
                  <c:v>8.131733103547749E-6</c:v>
                </c:pt>
                <c:pt idx="12215">
                  <c:v>1.7959326831122625E-7</c:v>
                </c:pt>
                <c:pt idx="12216">
                  <c:v>2.3733361324072572E-6</c:v>
                </c:pt>
                <c:pt idx="12217">
                  <c:v>1.1196189407030286E-5</c:v>
                </c:pt>
                <c:pt idx="12218">
                  <c:v>6.8959207147205776E-5</c:v>
                </c:pt>
                <c:pt idx="12219">
                  <c:v>2.3754339704192466E-5</c:v>
                </c:pt>
                <c:pt idx="12220">
                  <c:v>7.1430109905957118E-4</c:v>
                </c:pt>
                <c:pt idx="12221">
                  <c:v>1.0877565293217509E-5</c:v>
                </c:pt>
                <c:pt idx="12222">
                  <c:v>6.4192847901413386E-5</c:v>
                </c:pt>
                <c:pt idx="12223">
                  <c:v>3.6117627843319895E-5</c:v>
                </c:pt>
                <c:pt idx="12224">
                  <c:v>1.7487221816369408E-4</c:v>
                </c:pt>
                <c:pt idx="12225">
                  <c:v>2.1045711893955815E-5</c:v>
                </c:pt>
                <c:pt idx="12226">
                  <c:v>3.2397717999766719E-5</c:v>
                </c:pt>
                <c:pt idx="12227">
                  <c:v>1.4231240365737445E-6</c:v>
                </c:pt>
                <c:pt idx="12228">
                  <c:v>4.9195900843640182E-5</c:v>
                </c:pt>
                <c:pt idx="12229">
                  <c:v>0</c:v>
                </c:pt>
                <c:pt idx="12230">
                  <c:v>2.0043043311801863E-5</c:v>
                </c:pt>
                <c:pt idx="12231">
                  <c:v>1.0823603858817289E-5</c:v>
                </c:pt>
                <c:pt idx="12232">
                  <c:v>7.5250411984407499E-6</c:v>
                </c:pt>
                <c:pt idx="12233">
                  <c:v>1.2891600914871201E-5</c:v>
                </c:pt>
                <c:pt idx="12234">
                  <c:v>4.2601750030515113E-5</c:v>
                </c:pt>
                <c:pt idx="12235">
                  <c:v>7.0449783393701599E-6</c:v>
                </c:pt>
                <c:pt idx="12236">
                  <c:v>1.58847926935329E-7</c:v>
                </c:pt>
                <c:pt idx="12237">
                  <c:v>4.0519569190539039E-6</c:v>
                </c:pt>
                <c:pt idx="12238">
                  <c:v>2.1912221671733308E-6</c:v>
                </c:pt>
                <c:pt idx="12239">
                  <c:v>1.2572195878687737E-5</c:v>
                </c:pt>
                <c:pt idx="12240">
                  <c:v>3.5769489143091147E-6</c:v>
                </c:pt>
                <c:pt idx="12241">
                  <c:v>3.2749375503714277E-4</c:v>
                </c:pt>
                <c:pt idx="12242">
                  <c:v>2.2439084345814509E-5</c:v>
                </c:pt>
                <c:pt idx="12243">
                  <c:v>3.4316939014527475E-6</c:v>
                </c:pt>
                <c:pt idx="12244">
                  <c:v>5.2393922992410706E-4</c:v>
                </c:pt>
                <c:pt idx="12245">
                  <c:v>1.1551996355544182E-5</c:v>
                </c:pt>
                <c:pt idx="12246">
                  <c:v>2.150420336185679E-4</c:v>
                </c:pt>
                <c:pt idx="12247">
                  <c:v>1.538812127554626E-7</c:v>
                </c:pt>
                <c:pt idx="12248">
                  <c:v>1.9090937211645444E-4</c:v>
                </c:pt>
                <c:pt idx="12249">
                  <c:v>1.1197956653575365E-5</c:v>
                </c:pt>
                <c:pt idx="12250">
                  <c:v>4.1388058821184303E-5</c:v>
                </c:pt>
                <c:pt idx="12251">
                  <c:v>2.7938930486472214E-5</c:v>
                </c:pt>
                <c:pt idx="12252">
                  <c:v>7.9888214240208966E-5</c:v>
                </c:pt>
                <c:pt idx="12253">
                  <c:v>4.5290892525079222E-5</c:v>
                </c:pt>
                <c:pt idx="12254">
                  <c:v>1.4388292495110072E-5</c:v>
                </c:pt>
                <c:pt idx="12255">
                  <c:v>1.2805473734853785E-6</c:v>
                </c:pt>
                <c:pt idx="12256">
                  <c:v>1.328592821717736E-5</c:v>
                </c:pt>
                <c:pt idx="12257">
                  <c:v>1.1642786484396443E-5</c:v>
                </c:pt>
                <c:pt idx="12258">
                  <c:v>2.2717702107643281E-5</c:v>
                </c:pt>
                <c:pt idx="12259">
                  <c:v>3.449074489394245E-5</c:v>
                </c:pt>
                <c:pt idx="12260">
                  <c:v>0</c:v>
                </c:pt>
                <c:pt idx="12261">
                  <c:v>5.297539074167337E-6</c:v>
                </c:pt>
                <c:pt idx="12262">
                  <c:v>7.8554852245166229E-3</c:v>
                </c:pt>
                <c:pt idx="12263">
                  <c:v>8.4817833129638365E-6</c:v>
                </c:pt>
                <c:pt idx="12264">
                  <c:v>6.6972194251553084E-5</c:v>
                </c:pt>
                <c:pt idx="12265">
                  <c:v>6.9514041223085775E-5</c:v>
                </c:pt>
                <c:pt idx="12266">
                  <c:v>1.3393002827326261E-5</c:v>
                </c:pt>
                <c:pt idx="12267">
                  <c:v>4.9933689953336764E-5</c:v>
                </c:pt>
                <c:pt idx="12268">
                  <c:v>6.5954588387510534E-5</c:v>
                </c:pt>
                <c:pt idx="12269">
                  <c:v>3.6515055651511758E-5</c:v>
                </c:pt>
                <c:pt idx="12270">
                  <c:v>2.4712663069383752E-5</c:v>
                </c:pt>
                <c:pt idx="12271">
                  <c:v>1.4007216813283855E-5</c:v>
                </c:pt>
                <c:pt idx="12272">
                  <c:v>1.0460532151898801E-5</c:v>
                </c:pt>
                <c:pt idx="12273">
                  <c:v>9.0400110257679568E-7</c:v>
                </c:pt>
                <c:pt idx="12274">
                  <c:v>4.1252383162936496E-5</c:v>
                </c:pt>
                <c:pt idx="12275">
                  <c:v>5.6157192456212504E-5</c:v>
                </c:pt>
                <c:pt idx="12276">
                  <c:v>1.8445570691928807E-5</c:v>
                </c:pt>
                <c:pt idx="12277">
                  <c:v>1.3933416219077259E-5</c:v>
                </c:pt>
                <c:pt idx="12278">
                  <c:v>1.10732147564458E-5</c:v>
                </c:pt>
                <c:pt idx="12279">
                  <c:v>2.291381155335559E-5</c:v>
                </c:pt>
                <c:pt idx="12280">
                  <c:v>9.1857867491910003E-6</c:v>
                </c:pt>
                <c:pt idx="12281">
                  <c:v>7.6040864387104691E-6</c:v>
                </c:pt>
                <c:pt idx="12282">
                  <c:v>4.0110993781194903E-5</c:v>
                </c:pt>
                <c:pt idx="12283">
                  <c:v>2.8686493305449081E-5</c:v>
                </c:pt>
                <c:pt idx="12284">
                  <c:v>2.1658079258656042E-4</c:v>
                </c:pt>
                <c:pt idx="12285">
                  <c:v>2.2092524648693852E-4</c:v>
                </c:pt>
                <c:pt idx="12286">
                  <c:v>2.1260732017555976E-5</c:v>
                </c:pt>
                <c:pt idx="12287">
                  <c:v>1.9345045474331601E-5</c:v>
                </c:pt>
                <c:pt idx="12288">
                  <c:v>1.7944005532726966E-5</c:v>
                </c:pt>
                <c:pt idx="12289">
                  <c:v>4.4154644123694504E-5</c:v>
                </c:pt>
                <c:pt idx="12290">
                  <c:v>3.4592739055744456E-5</c:v>
                </c:pt>
                <c:pt idx="12291">
                  <c:v>2.1466951675676248E-6</c:v>
                </c:pt>
                <c:pt idx="12292">
                  <c:v>7.3028535624046167E-5</c:v>
                </c:pt>
                <c:pt idx="12293">
                  <c:v>6.4546594082432725E-6</c:v>
                </c:pt>
                <c:pt idx="12294">
                  <c:v>1.7637174838316189E-5</c:v>
                </c:pt>
                <c:pt idx="12295">
                  <c:v>1.6655345674519386E-5</c:v>
                </c:pt>
                <c:pt idx="12296">
                  <c:v>2.9723603853271988E-5</c:v>
                </c:pt>
                <c:pt idx="12297">
                  <c:v>9.8907505283259061E-5</c:v>
                </c:pt>
                <c:pt idx="12298">
                  <c:v>1.7021885812332402E-5</c:v>
                </c:pt>
                <c:pt idx="12299">
                  <c:v>2.0165869664568587E-5</c:v>
                </c:pt>
                <c:pt idx="12300">
                  <c:v>1.9138598053445673E-5</c:v>
                </c:pt>
                <c:pt idx="12301">
                  <c:v>9.6641570248320039E-5</c:v>
                </c:pt>
                <c:pt idx="12302">
                  <c:v>2.0030909822453211E-7</c:v>
                </c:pt>
                <c:pt idx="12303">
                  <c:v>1.2205372243787122E-6</c:v>
                </c:pt>
                <c:pt idx="12304">
                  <c:v>3.1096313903443971E-4</c:v>
                </c:pt>
                <c:pt idx="12305">
                  <c:v>2.9404381900866002E-3</c:v>
                </c:pt>
                <c:pt idx="12306">
                  <c:v>0</c:v>
                </c:pt>
                <c:pt idx="12307">
                  <c:v>1.334957968574201E-5</c:v>
                </c:pt>
                <c:pt idx="12308">
                  <c:v>0</c:v>
                </c:pt>
                <c:pt idx="12309">
                  <c:v>2.0670845862688815E-5</c:v>
                </c:pt>
                <c:pt idx="12310">
                  <c:v>0</c:v>
                </c:pt>
                <c:pt idx="12311">
                  <c:v>7.3265918043218781E-5</c:v>
                </c:pt>
                <c:pt idx="12312">
                  <c:v>8.4025275435953304E-6</c:v>
                </c:pt>
                <c:pt idx="12313">
                  <c:v>8.6841104711054027E-5</c:v>
                </c:pt>
                <c:pt idx="12314">
                  <c:v>5.9897084573694252E-5</c:v>
                </c:pt>
                <c:pt idx="12315">
                  <c:v>1.1499162583237725E-4</c:v>
                </c:pt>
                <c:pt idx="12316">
                  <c:v>1.401597543151152E-5</c:v>
                </c:pt>
                <c:pt idx="12317">
                  <c:v>4.3270039669439809E-5</c:v>
                </c:pt>
                <c:pt idx="12318">
                  <c:v>5.1850520859621721E-6</c:v>
                </c:pt>
                <c:pt idx="12319">
                  <c:v>2.2608924648460326E-6</c:v>
                </c:pt>
                <c:pt idx="12320">
                  <c:v>0</c:v>
                </c:pt>
                <c:pt idx="12321">
                  <c:v>1.6310390290530242E-4</c:v>
                </c:pt>
                <c:pt idx="12322">
                  <c:v>1.1744507662712523E-5</c:v>
                </c:pt>
                <c:pt idx="12323">
                  <c:v>0</c:v>
                </c:pt>
                <c:pt idx="12324">
                  <c:v>1.8353480993891705E-6</c:v>
                </c:pt>
                <c:pt idx="12325">
                  <c:v>2.5460408900829293E-5</c:v>
                </c:pt>
                <c:pt idx="12326">
                  <c:v>5.1806826690000914E-6</c:v>
                </c:pt>
                <c:pt idx="12327">
                  <c:v>1.0681300778462488E-5</c:v>
                </c:pt>
                <c:pt idx="12328">
                  <c:v>7.1886494917201157E-5</c:v>
                </c:pt>
                <c:pt idx="12329">
                  <c:v>9.8543913293239289E-7</c:v>
                </c:pt>
                <c:pt idx="12330">
                  <c:v>6.2682363272362186E-6</c:v>
                </c:pt>
                <c:pt idx="12331">
                  <c:v>2.9392704687287956E-5</c:v>
                </c:pt>
                <c:pt idx="12332">
                  <c:v>1.6780803885603035E-6</c:v>
                </c:pt>
                <c:pt idx="12333">
                  <c:v>0</c:v>
                </c:pt>
                <c:pt idx="12334">
                  <c:v>1.0352262023228568E-5</c:v>
                </c:pt>
                <c:pt idx="12335">
                  <c:v>4.2774985024848974E-5</c:v>
                </c:pt>
                <c:pt idx="12336">
                  <c:v>3.4583708196451146E-5</c:v>
                </c:pt>
                <c:pt idx="12337">
                  <c:v>1.583536055137481E-4</c:v>
                </c:pt>
                <c:pt idx="12338">
                  <c:v>1.111316858379374E-5</c:v>
                </c:pt>
                <c:pt idx="12339">
                  <c:v>4.6500854342799893E-5</c:v>
                </c:pt>
                <c:pt idx="12340">
                  <c:v>2.2284484216243086E-5</c:v>
                </c:pt>
                <c:pt idx="12341">
                  <c:v>5.3817852873204524E-6</c:v>
                </c:pt>
                <c:pt idx="12342">
                  <c:v>2.7608416951116297E-5</c:v>
                </c:pt>
                <c:pt idx="12343">
                  <c:v>2.2991074581961162E-5</c:v>
                </c:pt>
                <c:pt idx="12344">
                  <c:v>6.0607854306599186E-6</c:v>
                </c:pt>
                <c:pt idx="12345">
                  <c:v>1.8433906598989641E-5</c:v>
                </c:pt>
                <c:pt idx="12346">
                  <c:v>3.8954616109255173E-5</c:v>
                </c:pt>
                <c:pt idx="12347">
                  <c:v>3.0539953278085284E-4</c:v>
                </c:pt>
                <c:pt idx="12348">
                  <c:v>7.7611827694666697E-5</c:v>
                </c:pt>
                <c:pt idx="12349">
                  <c:v>7.4402331136114897E-6</c:v>
                </c:pt>
                <c:pt idx="12350">
                  <c:v>1.3404588694168999E-5</c:v>
                </c:pt>
                <c:pt idx="12351">
                  <c:v>4.2479922622875002E-5</c:v>
                </c:pt>
                <c:pt idx="12352">
                  <c:v>2.4915405511621039E-4</c:v>
                </c:pt>
                <c:pt idx="12353">
                  <c:v>4.8846858858053584E-6</c:v>
                </c:pt>
                <c:pt idx="12354">
                  <c:v>2.971729228274043E-5</c:v>
                </c:pt>
                <c:pt idx="12355">
                  <c:v>9.7599338224408033E-5</c:v>
                </c:pt>
                <c:pt idx="12356">
                  <c:v>1.1452101813948184E-4</c:v>
                </c:pt>
                <c:pt idx="12357">
                  <c:v>3.3866537645706843E-6</c:v>
                </c:pt>
                <c:pt idx="12358">
                  <c:v>3.9368148752461751E-5</c:v>
                </c:pt>
                <c:pt idx="12359">
                  <c:v>4.0036902682998114E-5</c:v>
                </c:pt>
                <c:pt idx="12360">
                  <c:v>1.0323474751696865E-6</c:v>
                </c:pt>
                <c:pt idx="12361">
                  <c:v>4.4128740713420892E-5</c:v>
                </c:pt>
                <c:pt idx="12362">
                  <c:v>2.2781340755685805E-6</c:v>
                </c:pt>
                <c:pt idx="12363">
                  <c:v>1.1212689623494183E-6</c:v>
                </c:pt>
                <c:pt idx="12364">
                  <c:v>2.1784757578431838E-5</c:v>
                </c:pt>
                <c:pt idx="12365">
                  <c:v>0</c:v>
                </c:pt>
                <c:pt idx="12366">
                  <c:v>6.9566546188008834E-5</c:v>
                </c:pt>
                <c:pt idx="12367">
                  <c:v>1.2595117756910922E-4</c:v>
                </c:pt>
                <c:pt idx="12368">
                  <c:v>6.356113907337819E-5</c:v>
                </c:pt>
                <c:pt idx="12369">
                  <c:v>1.2264604196865326E-5</c:v>
                </c:pt>
                <c:pt idx="12370">
                  <c:v>2.6395220171237145E-5</c:v>
                </c:pt>
                <c:pt idx="12371">
                  <c:v>2.9766836362534678E-3</c:v>
                </c:pt>
                <c:pt idx="12372">
                  <c:v>2.0309031947650857E-4</c:v>
                </c:pt>
                <c:pt idx="12373">
                  <c:v>7.1727207954054692E-5</c:v>
                </c:pt>
                <c:pt idx="12374">
                  <c:v>2.1356120962562897E-5</c:v>
                </c:pt>
                <c:pt idx="12375">
                  <c:v>9.7441143649762224E-7</c:v>
                </c:pt>
                <c:pt idx="12376">
                  <c:v>6.7840679019671417E-6</c:v>
                </c:pt>
                <c:pt idx="12377">
                  <c:v>5.202638906287841E-5</c:v>
                </c:pt>
                <c:pt idx="12378">
                  <c:v>7.3937539545080975E-7</c:v>
                </c:pt>
                <c:pt idx="12379">
                  <c:v>8.634137273573953E-6</c:v>
                </c:pt>
                <c:pt idx="12380">
                  <c:v>1.0079099274729563E-6</c:v>
                </c:pt>
                <c:pt idx="12381">
                  <c:v>4.1969979637139324E-5</c:v>
                </c:pt>
                <c:pt idx="12382">
                  <c:v>1.2478716816000655E-4</c:v>
                </c:pt>
                <c:pt idx="12383">
                  <c:v>3.2936853938398859E-5</c:v>
                </c:pt>
                <c:pt idx="12384">
                  <c:v>1.7690090613388062E-4</c:v>
                </c:pt>
                <c:pt idx="12385">
                  <c:v>3.0316301414281015E-5</c:v>
                </c:pt>
                <c:pt idx="12386">
                  <c:v>1.376459188818373E-5</c:v>
                </c:pt>
                <c:pt idx="12387">
                  <c:v>5.5023870031917907E-6</c:v>
                </c:pt>
                <c:pt idx="12388">
                  <c:v>7.0952294264258315E-6</c:v>
                </c:pt>
                <c:pt idx="12389">
                  <c:v>1.4871318089809228E-5</c:v>
                </c:pt>
                <c:pt idx="12390">
                  <c:v>1.1668878734290784E-5</c:v>
                </c:pt>
                <c:pt idx="12391">
                  <c:v>2.6013202023675026E-4</c:v>
                </c:pt>
                <c:pt idx="12392">
                  <c:v>5.2439105618936364E-5</c:v>
                </c:pt>
                <c:pt idx="12393">
                  <c:v>2.7865746336915875E-5</c:v>
                </c:pt>
                <c:pt idx="12394">
                  <c:v>1.5042038223554542E-6</c:v>
                </c:pt>
                <c:pt idx="12395">
                  <c:v>4.5294297468650993E-5</c:v>
                </c:pt>
                <c:pt idx="12396">
                  <c:v>2.2954168251006592E-4</c:v>
                </c:pt>
                <c:pt idx="12397">
                  <c:v>7.4346330977309979E-6</c:v>
                </c:pt>
                <c:pt idx="12398">
                  <c:v>4.3895058024275713E-4</c:v>
                </c:pt>
                <c:pt idx="12399">
                  <c:v>3.5344005638892699E-5</c:v>
                </c:pt>
                <c:pt idx="12400">
                  <c:v>1.5149385981256063E-5</c:v>
                </c:pt>
                <c:pt idx="12401">
                  <c:v>2.2624043868223248E-5</c:v>
                </c:pt>
                <c:pt idx="12402">
                  <c:v>1.3339342777121834E-4</c:v>
                </c:pt>
                <c:pt idx="12403">
                  <c:v>1.6732381107251932E-5</c:v>
                </c:pt>
                <c:pt idx="12404">
                  <c:v>6.8734160770383857E-6</c:v>
                </c:pt>
                <c:pt idx="12405">
                  <c:v>8.7294616529325064E-7</c:v>
                </c:pt>
                <c:pt idx="12406">
                  <c:v>5.1489064584023105E-7</c:v>
                </c:pt>
                <c:pt idx="12407">
                  <c:v>2.8560306108921195E-5</c:v>
                </c:pt>
                <c:pt idx="12408">
                  <c:v>1.3413265101261461E-5</c:v>
                </c:pt>
                <c:pt idx="12409">
                  <c:v>1.1557264956896898E-4</c:v>
                </c:pt>
                <c:pt idx="12410">
                  <c:v>8.5601953593212148E-6</c:v>
                </c:pt>
                <c:pt idx="12411">
                  <c:v>3.2095209721344292E-5</c:v>
                </c:pt>
                <c:pt idx="12412">
                  <c:v>3.3983862019146639E-5</c:v>
                </c:pt>
                <c:pt idx="12413">
                  <c:v>5.5166415565236438E-5</c:v>
                </c:pt>
                <c:pt idx="12414">
                  <c:v>7.7072222128295132E-4</c:v>
                </c:pt>
                <c:pt idx="12415">
                  <c:v>9.1195102708520362E-6</c:v>
                </c:pt>
                <c:pt idx="12416">
                  <c:v>7.9316929986297997E-5</c:v>
                </c:pt>
                <c:pt idx="12417">
                  <c:v>0</c:v>
                </c:pt>
                <c:pt idx="12418">
                  <c:v>1.0086582010097361E-5</c:v>
                </c:pt>
                <c:pt idx="12419">
                  <c:v>5.5638380177952431E-5</c:v>
                </c:pt>
                <c:pt idx="12420">
                  <c:v>3.6260511548227607E-5</c:v>
                </c:pt>
                <c:pt idx="12421">
                  <c:v>4.6787571642736315E-6</c:v>
                </c:pt>
                <c:pt idx="12422">
                  <c:v>3.821510726759048E-7</c:v>
                </c:pt>
                <c:pt idx="12423">
                  <c:v>2.0630178388122813E-5</c:v>
                </c:pt>
                <c:pt idx="12424">
                  <c:v>5.7171311002946569E-6</c:v>
                </c:pt>
                <c:pt idx="12425">
                  <c:v>1.6247456285645422E-5</c:v>
                </c:pt>
                <c:pt idx="12426">
                  <c:v>0</c:v>
                </c:pt>
                <c:pt idx="12427">
                  <c:v>1.6607658891798403E-5</c:v>
                </c:pt>
                <c:pt idx="12428">
                  <c:v>5.8701927306578234E-6</c:v>
                </c:pt>
                <c:pt idx="12429">
                  <c:v>6.1038059368029824E-7</c:v>
                </c:pt>
                <c:pt idx="12430">
                  <c:v>4.4229128818207572E-5</c:v>
                </c:pt>
                <c:pt idx="12431">
                  <c:v>1.6175352021237169E-5</c:v>
                </c:pt>
                <c:pt idx="12432">
                  <c:v>6.7112389788784874E-3</c:v>
                </c:pt>
                <c:pt idx="12433">
                  <c:v>3.0975031677116552E-6</c:v>
                </c:pt>
                <c:pt idx="12434">
                  <c:v>1.3418230484106591E-4</c:v>
                </c:pt>
                <c:pt idx="12435">
                  <c:v>5.8074032447757788E-6</c:v>
                </c:pt>
                <c:pt idx="12436">
                  <c:v>7.9337586089152419E-6</c:v>
                </c:pt>
                <c:pt idx="12437">
                  <c:v>2.7502927093650546E-6</c:v>
                </c:pt>
                <c:pt idx="12438">
                  <c:v>3.7266359532575077E-5</c:v>
                </c:pt>
                <c:pt idx="12439">
                  <c:v>1.2251946127838798E-3</c:v>
                </c:pt>
                <c:pt idx="12440">
                  <c:v>2.276174788584308E-5</c:v>
                </c:pt>
                <c:pt idx="12441">
                  <c:v>1.4889974906886203E-4</c:v>
                </c:pt>
                <c:pt idx="12442">
                  <c:v>0</c:v>
                </c:pt>
                <c:pt idx="12443">
                  <c:v>5.3431931785471754E-7</c:v>
                </c:pt>
                <c:pt idx="12444">
                  <c:v>0</c:v>
                </c:pt>
                <c:pt idx="12445">
                  <c:v>2.1510607633922205E-5</c:v>
                </c:pt>
                <c:pt idx="12446">
                  <c:v>4.6975694706957782E-5</c:v>
                </c:pt>
                <c:pt idx="12447">
                  <c:v>1.7322528399057627E-5</c:v>
                </c:pt>
                <c:pt idx="12448">
                  <c:v>0</c:v>
                </c:pt>
                <c:pt idx="12449">
                  <c:v>1.0414688488716961E-5</c:v>
                </c:pt>
                <c:pt idx="12450">
                  <c:v>5.860315710095019E-5</c:v>
                </c:pt>
                <c:pt idx="12451">
                  <c:v>7.4424690791264432E-5</c:v>
                </c:pt>
                <c:pt idx="12452">
                  <c:v>9.3041530878756766E-6</c:v>
                </c:pt>
                <c:pt idx="12453">
                  <c:v>7.1029160882950505E-6</c:v>
                </c:pt>
                <c:pt idx="12454">
                  <c:v>2.4030994302686191E-5</c:v>
                </c:pt>
                <c:pt idx="12455">
                  <c:v>3.1424247904361065E-6</c:v>
                </c:pt>
                <c:pt idx="12456">
                  <c:v>8.6454026865908555E-7</c:v>
                </c:pt>
                <c:pt idx="12457">
                  <c:v>1.2899631245932609E-5</c:v>
                </c:pt>
                <c:pt idx="12458">
                  <c:v>5.2389775422796844E-5</c:v>
                </c:pt>
                <c:pt idx="12459">
                  <c:v>4.2069456603921421E-5</c:v>
                </c:pt>
                <c:pt idx="12460">
                  <c:v>6.1936195612837522E-6</c:v>
                </c:pt>
                <c:pt idx="12461">
                  <c:v>1.1586142407829627E-5</c:v>
                </c:pt>
                <c:pt idx="12462">
                  <c:v>1.6604711550840454E-5</c:v>
                </c:pt>
                <c:pt idx="12463">
                  <c:v>8.3988360344748103E-6</c:v>
                </c:pt>
                <c:pt idx="12464">
                  <c:v>8.3795753661397325E-6</c:v>
                </c:pt>
                <c:pt idx="12465">
                  <c:v>2.5876839710432771E-7</c:v>
                </c:pt>
                <c:pt idx="12466">
                  <c:v>0</c:v>
                </c:pt>
                <c:pt idx="12467">
                  <c:v>1.6102175816318535E-4</c:v>
                </c:pt>
                <c:pt idx="12468">
                  <c:v>2.880839933169897E-5</c:v>
                </c:pt>
                <c:pt idx="12469">
                  <c:v>8.7451860903792292E-5</c:v>
                </c:pt>
                <c:pt idx="12470">
                  <c:v>7.1272558213717817E-7</c:v>
                </c:pt>
                <c:pt idx="12471">
                  <c:v>5.6815392899807006E-5</c:v>
                </c:pt>
                <c:pt idx="12472">
                  <c:v>6.2378180454797933E-5</c:v>
                </c:pt>
                <c:pt idx="12473">
                  <c:v>5.1192685338593507E-5</c:v>
                </c:pt>
                <c:pt idx="12474">
                  <c:v>4.2459308174123574E-6</c:v>
                </c:pt>
                <c:pt idx="12475">
                  <c:v>2.3861560397188663E-5</c:v>
                </c:pt>
                <c:pt idx="12476">
                  <c:v>1.4081274794922502E-4</c:v>
                </c:pt>
                <c:pt idx="12477">
                  <c:v>3.9453487835407002E-5</c:v>
                </c:pt>
                <c:pt idx="12478">
                  <c:v>1.2492828862875294E-5</c:v>
                </c:pt>
                <c:pt idx="12479">
                  <c:v>8.0330728619889153E-5</c:v>
                </c:pt>
                <c:pt idx="12480">
                  <c:v>3.0418282274306919E-6</c:v>
                </c:pt>
                <c:pt idx="12481">
                  <c:v>4.6029976209762918E-5</c:v>
                </c:pt>
                <c:pt idx="12482">
                  <c:v>1.5714418675843105E-6</c:v>
                </c:pt>
                <c:pt idx="12483">
                  <c:v>1.0147442469670355E-7</c:v>
                </c:pt>
                <c:pt idx="12484">
                  <c:v>1.5495449125986181E-5</c:v>
                </c:pt>
                <c:pt idx="12485">
                  <c:v>2.6117182372990245E-5</c:v>
                </c:pt>
                <c:pt idx="12486">
                  <c:v>2.6302613403079378E-7</c:v>
                </c:pt>
                <c:pt idx="12487">
                  <c:v>1.0142586282372679E-5</c:v>
                </c:pt>
                <c:pt idx="12488">
                  <c:v>6.3770176221786818E-5</c:v>
                </c:pt>
                <c:pt idx="12489">
                  <c:v>1.9070362565285919E-5</c:v>
                </c:pt>
                <c:pt idx="12490">
                  <c:v>5.9891715504710296E-5</c:v>
                </c:pt>
                <c:pt idx="12491">
                  <c:v>2.6509095147123903E-5</c:v>
                </c:pt>
                <c:pt idx="12492">
                  <c:v>8.9596571004733582E-5</c:v>
                </c:pt>
                <c:pt idx="12493">
                  <c:v>1.5891807835423811E-4</c:v>
                </c:pt>
                <c:pt idx="12494">
                  <c:v>6.249683431245982E-6</c:v>
                </c:pt>
                <c:pt idx="12495">
                  <c:v>6.9782710304842969E-5</c:v>
                </c:pt>
                <c:pt idx="12496">
                  <c:v>6.5045393689489291E-5</c:v>
                </c:pt>
                <c:pt idx="12497">
                  <c:v>0</c:v>
                </c:pt>
                <c:pt idx="12498">
                  <c:v>2.0238741414828818E-5</c:v>
                </c:pt>
                <c:pt idx="12499">
                  <c:v>6.7866380058333739E-5</c:v>
                </c:pt>
                <c:pt idx="12500">
                  <c:v>2.9687102997227099E-6</c:v>
                </c:pt>
                <c:pt idx="12501">
                  <c:v>2.7466105943179975E-4</c:v>
                </c:pt>
                <c:pt idx="12502">
                  <c:v>1.8080025554568135E-5</c:v>
                </c:pt>
                <c:pt idx="12503">
                  <c:v>9.8652591923162774E-6</c:v>
                </c:pt>
                <c:pt idx="12504">
                  <c:v>1.5485404571377178E-5</c:v>
                </c:pt>
                <c:pt idx="12505">
                  <c:v>1.0568188496827045E-5</c:v>
                </c:pt>
                <c:pt idx="12506">
                  <c:v>1.8255647796471081E-5</c:v>
                </c:pt>
                <c:pt idx="12507">
                  <c:v>2.6219760475282987E-5</c:v>
                </c:pt>
                <c:pt idx="12508">
                  <c:v>4.3153485808428342E-7</c:v>
                </c:pt>
                <c:pt idx="12509">
                  <c:v>3.5466008030655428E-5</c:v>
                </c:pt>
                <c:pt idx="12510">
                  <c:v>7.3982653296034441E-5</c:v>
                </c:pt>
                <c:pt idx="12511">
                  <c:v>2.6261827125934626E-5</c:v>
                </c:pt>
                <c:pt idx="12512">
                  <c:v>1.7128616973669378E-5</c:v>
                </c:pt>
                <c:pt idx="12513">
                  <c:v>5.2303779496377816E-5</c:v>
                </c:pt>
                <c:pt idx="12514">
                  <c:v>4.1407841959063877E-6</c:v>
                </c:pt>
                <c:pt idx="12515">
                  <c:v>9.9530916379864817E-5</c:v>
                </c:pt>
                <c:pt idx="12516">
                  <c:v>5.334756765888877E-5</c:v>
                </c:pt>
                <c:pt idx="12517">
                  <c:v>1.7516290555592755E-5</c:v>
                </c:pt>
                <c:pt idx="12518">
                  <c:v>1.00445448758149E-5</c:v>
                </c:pt>
                <c:pt idx="12519">
                  <c:v>1.3701619775557129E-5</c:v>
                </c:pt>
                <c:pt idx="12520">
                  <c:v>1.2480848168541281E-5</c:v>
                </c:pt>
                <c:pt idx="12521">
                  <c:v>1.8092031755465189E-5</c:v>
                </c:pt>
                <c:pt idx="12522">
                  <c:v>1.4361776876126343E-5</c:v>
                </c:pt>
                <c:pt idx="12523">
                  <c:v>4.1434883924165914E-5</c:v>
                </c:pt>
                <c:pt idx="12524">
                  <c:v>2.2440868472932545E-5</c:v>
                </c:pt>
                <c:pt idx="12525">
                  <c:v>1.2738143808197383E-5</c:v>
                </c:pt>
                <c:pt idx="12526">
                  <c:v>2.4712203592318982E-3</c:v>
                </c:pt>
                <c:pt idx="12527">
                  <c:v>7.897214605514436E-6</c:v>
                </c:pt>
                <c:pt idx="12528">
                  <c:v>1.3633220070021335E-5</c:v>
                </c:pt>
                <c:pt idx="12529">
                  <c:v>1.8345867160667134E-5</c:v>
                </c:pt>
                <c:pt idx="12530">
                  <c:v>0</c:v>
                </c:pt>
                <c:pt idx="12531">
                  <c:v>3.096346074158288E-6</c:v>
                </c:pt>
                <c:pt idx="12532">
                  <c:v>2.5852486138160515E-5</c:v>
                </c:pt>
                <c:pt idx="12533">
                  <c:v>0</c:v>
                </c:pt>
                <c:pt idx="12534">
                  <c:v>7.4771524248239433E-4</c:v>
                </c:pt>
                <c:pt idx="12535">
                  <c:v>1.2228035131756269E-4</c:v>
                </c:pt>
                <c:pt idx="12536">
                  <c:v>0</c:v>
                </c:pt>
                <c:pt idx="12537">
                  <c:v>7.3468583789157997E-6</c:v>
                </c:pt>
                <c:pt idx="12538">
                  <c:v>1.2881247367964409E-5</c:v>
                </c:pt>
                <c:pt idx="12539">
                  <c:v>2.1153304692356254E-5</c:v>
                </c:pt>
                <c:pt idx="12540">
                  <c:v>0</c:v>
                </c:pt>
                <c:pt idx="12541">
                  <c:v>6.8632228898098056E-5</c:v>
                </c:pt>
                <c:pt idx="12542">
                  <c:v>2.5609938301950801E-4</c:v>
                </c:pt>
                <c:pt idx="12543">
                  <c:v>3.745247861212011E-5</c:v>
                </c:pt>
                <c:pt idx="12544">
                  <c:v>0</c:v>
                </c:pt>
                <c:pt idx="12545">
                  <c:v>2.5875503258179327E-5</c:v>
                </c:pt>
                <c:pt idx="12546">
                  <c:v>6.7440082254180936E-7</c:v>
                </c:pt>
                <c:pt idx="12547">
                  <c:v>1.1966952745235952E-6</c:v>
                </c:pt>
                <c:pt idx="12548">
                  <c:v>1.9415870814579529E-7</c:v>
                </c:pt>
                <c:pt idx="12549">
                  <c:v>6.4647534378338733E-6</c:v>
                </c:pt>
                <c:pt idx="12550">
                  <c:v>0</c:v>
                </c:pt>
                <c:pt idx="12551">
                  <c:v>4.8283195155617181E-6</c:v>
                </c:pt>
                <c:pt idx="12552">
                  <c:v>3.641534609304202E-6</c:v>
                </c:pt>
                <c:pt idx="12553">
                  <c:v>2.1258799939907001E-5</c:v>
                </c:pt>
                <c:pt idx="12554">
                  <c:v>5.1796705219946754E-5</c:v>
                </c:pt>
                <c:pt idx="12555">
                  <c:v>9.4090138894058566E-6</c:v>
                </c:pt>
                <c:pt idx="12556">
                  <c:v>0</c:v>
                </c:pt>
                <c:pt idx="12557">
                  <c:v>8.694454500482592E-6</c:v>
                </c:pt>
                <c:pt idx="12558">
                  <c:v>2.1552719565990729E-5</c:v>
                </c:pt>
                <c:pt idx="12559">
                  <c:v>2.1954688280213389E-5</c:v>
                </c:pt>
                <c:pt idx="12560">
                  <c:v>1.149278742926194E-4</c:v>
                </c:pt>
                <c:pt idx="12561">
                  <c:v>9.7416272245251561E-5</c:v>
                </c:pt>
                <c:pt idx="12562">
                  <c:v>2.7402911968210221E-5</c:v>
                </c:pt>
                <c:pt idx="12563">
                  <c:v>2.6649230724282069E-5</c:v>
                </c:pt>
                <c:pt idx="12564">
                  <c:v>3.2771001942501411E-6</c:v>
                </c:pt>
                <c:pt idx="12565">
                  <c:v>0</c:v>
                </c:pt>
                <c:pt idx="12566">
                  <c:v>2.1895984001971108E-5</c:v>
                </c:pt>
                <c:pt idx="12567">
                  <c:v>3.5147543972389463E-4</c:v>
                </c:pt>
                <c:pt idx="12568">
                  <c:v>2.3625374821818902E-5</c:v>
                </c:pt>
                <c:pt idx="12569">
                  <c:v>3.0378170916554665E-7</c:v>
                </c:pt>
                <c:pt idx="12570">
                  <c:v>5.7008584731830928E-5</c:v>
                </c:pt>
                <c:pt idx="12571">
                  <c:v>5.6413525365320858E-5</c:v>
                </c:pt>
                <c:pt idx="12572">
                  <c:v>9.3873882072236881E-6</c:v>
                </c:pt>
                <c:pt idx="12573">
                  <c:v>9.5539814027770803E-6</c:v>
                </c:pt>
                <c:pt idx="12574">
                  <c:v>1.5246252436143321E-5</c:v>
                </c:pt>
                <c:pt idx="12575">
                  <c:v>6.6201003621571921E-6</c:v>
                </c:pt>
                <c:pt idx="12576">
                  <c:v>3.888310131500574E-4</c:v>
                </c:pt>
                <c:pt idx="12577">
                  <c:v>4.6573452440104232E-6</c:v>
                </c:pt>
                <c:pt idx="12578">
                  <c:v>1.4154661937542141E-5</c:v>
                </c:pt>
                <c:pt idx="12579">
                  <c:v>2.6476540757039471E-6</c:v>
                </c:pt>
                <c:pt idx="12580">
                  <c:v>2.2703756547911414E-5</c:v>
                </c:pt>
                <c:pt idx="12581">
                  <c:v>4.2225316320824063E-5</c:v>
                </c:pt>
                <c:pt idx="12582">
                  <c:v>3.2343205334745184E-5</c:v>
                </c:pt>
                <c:pt idx="12583">
                  <c:v>3.9256374624575906E-5</c:v>
                </c:pt>
                <c:pt idx="12584">
                  <c:v>3.2227947259729807E-4</c:v>
                </c:pt>
                <c:pt idx="12585">
                  <c:v>5.2921731213350273E-7</c:v>
                </c:pt>
                <c:pt idx="12586">
                  <c:v>0</c:v>
                </c:pt>
                <c:pt idx="12587">
                  <c:v>5.4954707642964547E-7</c:v>
                </c:pt>
                <c:pt idx="12588">
                  <c:v>5.0709648379136241E-5</c:v>
                </c:pt>
                <c:pt idx="12589">
                  <c:v>3.5493231248321287E-5</c:v>
                </c:pt>
                <c:pt idx="12590">
                  <c:v>5.252686011635394E-6</c:v>
                </c:pt>
                <c:pt idx="12591">
                  <c:v>3.9174454812098852E-5</c:v>
                </c:pt>
                <c:pt idx="12592">
                  <c:v>6.8793744109532202E-6</c:v>
                </c:pt>
                <c:pt idx="12593">
                  <c:v>2.581859979849878E-5</c:v>
                </c:pt>
                <c:pt idx="12594">
                  <c:v>8.6640187623177784E-6</c:v>
                </c:pt>
                <c:pt idx="12595">
                  <c:v>2.9370561653070066E-6</c:v>
                </c:pt>
                <c:pt idx="12596">
                  <c:v>5.2643474948854751E-5</c:v>
                </c:pt>
                <c:pt idx="12597">
                  <c:v>7.3886025670267768E-5</c:v>
                </c:pt>
                <c:pt idx="12598">
                  <c:v>1.6410117790253409E-5</c:v>
                </c:pt>
                <c:pt idx="12599">
                  <c:v>0</c:v>
                </c:pt>
                <c:pt idx="12600">
                  <c:v>3.5120048840392555E-5</c:v>
                </c:pt>
                <c:pt idx="12601">
                  <c:v>3.8948481308236824E-5</c:v>
                </c:pt>
                <c:pt idx="12602">
                  <c:v>4.3688863275835425E-5</c:v>
                </c:pt>
                <c:pt idx="12603">
                  <c:v>1.7421644080205797E-5</c:v>
                </c:pt>
                <c:pt idx="12604">
                  <c:v>3.7243668826028458E-5</c:v>
                </c:pt>
                <c:pt idx="12605">
                  <c:v>3.7795669181398465E-5</c:v>
                </c:pt>
                <c:pt idx="12606">
                  <c:v>2.7135364392821398E-5</c:v>
                </c:pt>
                <c:pt idx="12607">
                  <c:v>1.1544178564337844E-5</c:v>
                </c:pt>
                <c:pt idx="12608">
                  <c:v>1.2722182140506143E-4</c:v>
                </c:pt>
                <c:pt idx="12609">
                  <c:v>2.2867888736398832E-5</c:v>
                </c:pt>
                <c:pt idx="12610">
                  <c:v>8.0828413044408551E-6</c:v>
                </c:pt>
                <c:pt idx="12611">
                  <c:v>2.7808404481754909E-5</c:v>
                </c:pt>
                <c:pt idx="12612">
                  <c:v>4.5201748810108633E-4</c:v>
                </c:pt>
                <c:pt idx="12613">
                  <c:v>7.3986340948359944E-6</c:v>
                </c:pt>
                <c:pt idx="12614">
                  <c:v>3.7760163241137192E-5</c:v>
                </c:pt>
                <c:pt idx="12615">
                  <c:v>1.8229277994833267E-5</c:v>
                </c:pt>
                <c:pt idx="12616">
                  <c:v>2.2344534600013107E-5</c:v>
                </c:pt>
                <c:pt idx="12617">
                  <c:v>3.2543106731840037E-5</c:v>
                </c:pt>
                <c:pt idx="12618">
                  <c:v>4.0900822162969227E-5</c:v>
                </c:pt>
                <c:pt idx="12619">
                  <c:v>0</c:v>
                </c:pt>
                <c:pt idx="12620">
                  <c:v>2.7864054150946635E-5</c:v>
                </c:pt>
                <c:pt idx="12621">
                  <c:v>0</c:v>
                </c:pt>
                <c:pt idx="12622">
                  <c:v>6.4725925172765819E-5</c:v>
                </c:pt>
                <c:pt idx="12623">
                  <c:v>0</c:v>
                </c:pt>
                <c:pt idx="12624">
                  <c:v>1.2129506599791143E-3</c:v>
                </c:pt>
                <c:pt idx="12625">
                  <c:v>1.1519769730887674E-3</c:v>
                </c:pt>
                <c:pt idx="12626">
                  <c:v>1.8943673214065909E-5</c:v>
                </c:pt>
                <c:pt idx="12627">
                  <c:v>3.648324658889644E-5</c:v>
                </c:pt>
                <c:pt idx="12628">
                  <c:v>4.7975683466368334E-5</c:v>
                </c:pt>
                <c:pt idx="12629">
                  <c:v>6.1262916814617074E-5</c:v>
                </c:pt>
                <c:pt idx="12630">
                  <c:v>6.1882092798008279E-5</c:v>
                </c:pt>
                <c:pt idx="12631">
                  <c:v>1.0990211344817786E-5</c:v>
                </c:pt>
                <c:pt idx="12632">
                  <c:v>3.6239384724371545E-5</c:v>
                </c:pt>
                <c:pt idx="12633">
                  <c:v>4.1382616115888937E-5</c:v>
                </c:pt>
                <c:pt idx="12634">
                  <c:v>3.8666354591286386E-5</c:v>
                </c:pt>
                <c:pt idx="12635">
                  <c:v>4.020303939616799E-5</c:v>
                </c:pt>
                <c:pt idx="12636">
                  <c:v>6.9537687843017213E-6</c:v>
                </c:pt>
                <c:pt idx="12637">
                  <c:v>4.9347135979215925E-5</c:v>
                </c:pt>
                <c:pt idx="12638">
                  <c:v>1.2246098338316505E-5</c:v>
                </c:pt>
                <c:pt idx="12639">
                  <c:v>6.1059524088830825E-7</c:v>
                </c:pt>
                <c:pt idx="12640">
                  <c:v>9.2018620183803739E-5</c:v>
                </c:pt>
                <c:pt idx="12641">
                  <c:v>9.24054815935917E-5</c:v>
                </c:pt>
                <c:pt idx="12642">
                  <c:v>1.0013263744084424E-5</c:v>
                </c:pt>
                <c:pt idx="12643">
                  <c:v>8.840973515162308E-8</c:v>
                </c:pt>
                <c:pt idx="12644">
                  <c:v>1.3535696662106121E-5</c:v>
                </c:pt>
                <c:pt idx="12645">
                  <c:v>6.3513319956278706E-6</c:v>
                </c:pt>
                <c:pt idx="12646">
                  <c:v>8.2660795174092656E-6</c:v>
                </c:pt>
                <c:pt idx="12647">
                  <c:v>6.0900716454249013E-5</c:v>
                </c:pt>
                <c:pt idx="12648">
                  <c:v>9.9052391496266723E-6</c:v>
                </c:pt>
                <c:pt idx="12649">
                  <c:v>8.0023780511088205E-5</c:v>
                </c:pt>
                <c:pt idx="12650">
                  <c:v>3.0760434757392146E-5</c:v>
                </c:pt>
                <c:pt idx="12651">
                  <c:v>1.3310874718828282E-5</c:v>
                </c:pt>
                <c:pt idx="12652">
                  <c:v>3.8580023566099453E-7</c:v>
                </c:pt>
                <c:pt idx="12653">
                  <c:v>2.0834782560508118E-5</c:v>
                </c:pt>
                <c:pt idx="12654">
                  <c:v>6.3260066087865263E-7</c:v>
                </c:pt>
                <c:pt idx="12655">
                  <c:v>4.9485255160535386E-7</c:v>
                </c:pt>
                <c:pt idx="12656">
                  <c:v>3.7996023947137349E-4</c:v>
                </c:pt>
                <c:pt idx="12657">
                  <c:v>3.6218625818037282E-5</c:v>
                </c:pt>
                <c:pt idx="12658">
                  <c:v>2.4874605053111691E-5</c:v>
                </c:pt>
                <c:pt idx="12659">
                  <c:v>4.5186125759896716E-5</c:v>
                </c:pt>
                <c:pt idx="12660">
                  <c:v>7.4494274914712028E-6</c:v>
                </c:pt>
                <c:pt idx="12661">
                  <c:v>5.0436709874034205E-5</c:v>
                </c:pt>
                <c:pt idx="12662">
                  <c:v>5.2432962203094865E-5</c:v>
                </c:pt>
                <c:pt idx="12663">
                  <c:v>6.187274903378719E-7</c:v>
                </c:pt>
                <c:pt idx="12664">
                  <c:v>4.6454031296954333E-5</c:v>
                </c:pt>
                <c:pt idx="12665">
                  <c:v>3.0325728714323562E-5</c:v>
                </c:pt>
                <c:pt idx="12666">
                  <c:v>2.7143256757398255E-5</c:v>
                </c:pt>
                <c:pt idx="12667">
                  <c:v>9.1392667141343293E-6</c:v>
                </c:pt>
                <c:pt idx="12668">
                  <c:v>6.2035120709683458E-5</c:v>
                </c:pt>
                <c:pt idx="12669">
                  <c:v>8.6220807425521027E-6</c:v>
                </c:pt>
                <c:pt idx="12670">
                  <c:v>0</c:v>
                </c:pt>
                <c:pt idx="12671">
                  <c:v>1.905182323680615E-7</c:v>
                </c:pt>
                <c:pt idx="12672">
                  <c:v>4.3884675597500453E-6</c:v>
                </c:pt>
                <c:pt idx="12673">
                  <c:v>1.8981854743181998E-5</c:v>
                </c:pt>
                <c:pt idx="12674">
                  <c:v>1.9930505649121377E-5</c:v>
                </c:pt>
                <c:pt idx="12675">
                  <c:v>1.0485121901573127E-4</c:v>
                </c:pt>
                <c:pt idx="12676">
                  <c:v>9.8766659296134172E-6</c:v>
                </c:pt>
                <c:pt idx="12677">
                  <c:v>1.8717900593946566E-5</c:v>
                </c:pt>
                <c:pt idx="12678">
                  <c:v>2.8212538848454945E-5</c:v>
                </c:pt>
                <c:pt idx="12679">
                  <c:v>7.9852564001838E-6</c:v>
                </c:pt>
                <c:pt idx="12680">
                  <c:v>1.0461368316053106E-4</c:v>
                </c:pt>
                <c:pt idx="12681">
                  <c:v>0</c:v>
                </c:pt>
                <c:pt idx="12682">
                  <c:v>6.7294234648870509E-6</c:v>
                </c:pt>
                <c:pt idx="12683">
                  <c:v>2.2546536374918471E-7</c:v>
                </c:pt>
                <c:pt idx="12684">
                  <c:v>6.2780523908991296E-5</c:v>
                </c:pt>
                <c:pt idx="12685">
                  <c:v>1.2383686749253356E-5</c:v>
                </c:pt>
                <c:pt idx="12686">
                  <c:v>1.3967508861603388E-5</c:v>
                </c:pt>
                <c:pt idx="12687">
                  <c:v>7.1371073546402084E-4</c:v>
                </c:pt>
                <c:pt idx="12688">
                  <c:v>3.21002116019445E-4</c:v>
                </c:pt>
                <c:pt idx="12689">
                  <c:v>8.7176533543036934E-5</c:v>
                </c:pt>
                <c:pt idx="12690">
                  <c:v>2.4777142583615507E-7</c:v>
                </c:pt>
                <c:pt idx="12691">
                  <c:v>8.02819228037867E-8</c:v>
                </c:pt>
                <c:pt idx="12692">
                  <c:v>3.7041900758291234E-6</c:v>
                </c:pt>
                <c:pt idx="12693">
                  <c:v>4.2290069187150037E-7</c:v>
                </c:pt>
                <c:pt idx="12694">
                  <c:v>4.0283308462711703E-6</c:v>
                </c:pt>
                <c:pt idx="12695">
                  <c:v>0</c:v>
                </c:pt>
                <c:pt idx="12696">
                  <c:v>2.8032943365745061E-3</c:v>
                </c:pt>
                <c:pt idx="12697">
                  <c:v>1.2778306263873625E-5</c:v>
                </c:pt>
                <c:pt idx="12698">
                  <c:v>1.454273510177028E-6</c:v>
                </c:pt>
                <c:pt idx="12699">
                  <c:v>1.959539430639349E-4</c:v>
                </c:pt>
                <c:pt idx="12700">
                  <c:v>3.2108798593091526E-6</c:v>
                </c:pt>
                <c:pt idx="12701">
                  <c:v>1.3424576704383137E-5</c:v>
                </c:pt>
                <c:pt idx="12702">
                  <c:v>3.340954024775596E-4</c:v>
                </c:pt>
                <c:pt idx="12703">
                  <c:v>3.4862805557231427E-5</c:v>
                </c:pt>
                <c:pt idx="12704">
                  <c:v>1.3508090091718926E-5</c:v>
                </c:pt>
                <c:pt idx="12705">
                  <c:v>1.2998457971347341E-5</c:v>
                </c:pt>
                <c:pt idx="12706">
                  <c:v>3.9663510260364872E-4</c:v>
                </c:pt>
                <c:pt idx="12707">
                  <c:v>1.8770269198823738E-7</c:v>
                </c:pt>
                <c:pt idx="12708">
                  <c:v>1.1259012958009214E-3</c:v>
                </c:pt>
                <c:pt idx="12709">
                  <c:v>1.0300987716646961E-5</c:v>
                </c:pt>
                <c:pt idx="12710">
                  <c:v>1.8112852394272705E-5</c:v>
                </c:pt>
                <c:pt idx="12711">
                  <c:v>4.0361006400242534E-5</c:v>
                </c:pt>
                <c:pt idx="12712">
                  <c:v>1.7814189307561783E-5</c:v>
                </c:pt>
                <c:pt idx="12713">
                  <c:v>4.0121128536841433E-5</c:v>
                </c:pt>
                <c:pt idx="12714">
                  <c:v>2.8834336373790046E-4</c:v>
                </c:pt>
                <c:pt idx="12715">
                  <c:v>7.2290575214922705E-5</c:v>
                </c:pt>
                <c:pt idx="12716">
                  <c:v>4.9943400799496198E-5</c:v>
                </c:pt>
                <c:pt idx="12717">
                  <c:v>3.4936991026676059E-5</c:v>
                </c:pt>
                <c:pt idx="12718">
                  <c:v>8.8912806968491109E-6</c:v>
                </c:pt>
                <c:pt idx="12719">
                  <c:v>2.4100900605137602E-5</c:v>
                </c:pt>
                <c:pt idx="12720">
                  <c:v>1.1588230974137623E-5</c:v>
                </c:pt>
                <c:pt idx="12721">
                  <c:v>2.8080925670907024E-5</c:v>
                </c:pt>
                <c:pt idx="12722">
                  <c:v>8.5278204494726524E-5</c:v>
                </c:pt>
                <c:pt idx="12723">
                  <c:v>1.6889861006261961E-5</c:v>
                </c:pt>
                <c:pt idx="12724">
                  <c:v>1.1019890701855087E-3</c:v>
                </c:pt>
                <c:pt idx="12725">
                  <c:v>8.9640172156424291E-6</c:v>
                </c:pt>
                <c:pt idx="12726">
                  <c:v>3.5237849506514281E-3</c:v>
                </c:pt>
                <c:pt idx="12727">
                  <c:v>1.0532221043799269E-5</c:v>
                </c:pt>
                <c:pt idx="12728">
                  <c:v>3.0511088721472078E-4</c:v>
                </c:pt>
                <c:pt idx="12729">
                  <c:v>2.0049454488830492E-5</c:v>
                </c:pt>
                <c:pt idx="12730">
                  <c:v>8.9015417080665229E-7</c:v>
                </c:pt>
                <c:pt idx="12731">
                  <c:v>2.3661681767271012E-6</c:v>
                </c:pt>
                <c:pt idx="12732">
                  <c:v>1.8288105328517796E-6</c:v>
                </c:pt>
                <c:pt idx="12733">
                  <c:v>1.7436520151499645E-5</c:v>
                </c:pt>
                <c:pt idx="12734">
                  <c:v>4.2994249274382943E-5</c:v>
                </c:pt>
                <c:pt idx="12735">
                  <c:v>0</c:v>
                </c:pt>
                <c:pt idx="12736">
                  <c:v>7.5340043203645543E-6</c:v>
                </c:pt>
                <c:pt idx="12737">
                  <c:v>5.2053940039918653E-7</c:v>
                </c:pt>
                <c:pt idx="12738">
                  <c:v>0</c:v>
                </c:pt>
                <c:pt idx="12739">
                  <c:v>4.4795349310755404E-5</c:v>
                </c:pt>
                <c:pt idx="12740">
                  <c:v>1.9076210337312469E-3</c:v>
                </c:pt>
                <c:pt idx="12741">
                  <c:v>3.8698625266148246E-6</c:v>
                </c:pt>
                <c:pt idx="12742">
                  <c:v>2.3130010535216973E-5</c:v>
                </c:pt>
                <c:pt idx="12743">
                  <c:v>2.602213872709818E-6</c:v>
                </c:pt>
                <c:pt idx="12744">
                  <c:v>2.3525310323095284E-5</c:v>
                </c:pt>
                <c:pt idx="12745">
                  <c:v>3.6170866407445436E-5</c:v>
                </c:pt>
                <c:pt idx="12746">
                  <c:v>4.8271754432493703E-5</c:v>
                </c:pt>
                <c:pt idx="12747">
                  <c:v>5.2856494315701196E-7</c:v>
                </c:pt>
                <c:pt idx="12748">
                  <c:v>4.1579209206351478E-5</c:v>
                </c:pt>
                <c:pt idx="12749">
                  <c:v>4.9975719721601532E-5</c:v>
                </c:pt>
                <c:pt idx="12750">
                  <c:v>1.4160044059905936E-5</c:v>
                </c:pt>
                <c:pt idx="12751">
                  <c:v>6.5633800359371727E-5</c:v>
                </c:pt>
                <c:pt idx="12752">
                  <c:v>1.3368072138765787E-3</c:v>
                </c:pt>
                <c:pt idx="12753">
                  <c:v>5.188405114749388E-5</c:v>
                </c:pt>
                <c:pt idx="12754">
                  <c:v>1.4549968995095921E-5</c:v>
                </c:pt>
                <c:pt idx="12755">
                  <c:v>1.240108228332907E-5</c:v>
                </c:pt>
                <c:pt idx="12756">
                  <c:v>0</c:v>
                </c:pt>
                <c:pt idx="12757">
                  <c:v>6.1000709517133752E-5</c:v>
                </c:pt>
                <c:pt idx="12758">
                  <c:v>4.5296450313864813E-4</c:v>
                </c:pt>
                <c:pt idx="12759">
                  <c:v>1.9753755580864381E-5</c:v>
                </c:pt>
                <c:pt idx="12760">
                  <c:v>2.1422388501048154E-5</c:v>
                </c:pt>
                <c:pt idx="12761">
                  <c:v>6.0748836979947433E-6</c:v>
                </c:pt>
                <c:pt idx="12762">
                  <c:v>1.0833129483152964E-4</c:v>
                </c:pt>
                <c:pt idx="12763">
                  <c:v>0</c:v>
                </c:pt>
                <c:pt idx="12764">
                  <c:v>2.3859842740870049E-5</c:v>
                </c:pt>
                <c:pt idx="12765">
                  <c:v>1.1717464511806589E-5</c:v>
                </c:pt>
                <c:pt idx="12766">
                  <c:v>5.2107550733144861E-7</c:v>
                </c:pt>
                <c:pt idx="12767">
                  <c:v>3.5896040012823592E-7</c:v>
                </c:pt>
                <c:pt idx="12768">
                  <c:v>4.8430875502995827E-8</c:v>
                </c:pt>
                <c:pt idx="12769">
                  <c:v>1.0091500664851248E-5</c:v>
                </c:pt>
                <c:pt idx="12770">
                  <c:v>3.53247817534062E-5</c:v>
                </c:pt>
                <c:pt idx="12771">
                  <c:v>6.1856516375024403E-5</c:v>
                </c:pt>
                <c:pt idx="12772">
                  <c:v>1.0987238884411011E-6</c:v>
                </c:pt>
                <c:pt idx="12773">
                  <c:v>7.4243359758522007E-6</c:v>
                </c:pt>
                <c:pt idx="12774">
                  <c:v>1.0533567993155569E-6</c:v>
                </c:pt>
                <c:pt idx="12775">
                  <c:v>2.0067124161651419E-5</c:v>
                </c:pt>
                <c:pt idx="12776">
                  <c:v>4.1798354648563821E-5</c:v>
                </c:pt>
                <c:pt idx="12777">
                  <c:v>1.0204609191564345E-4</c:v>
                </c:pt>
                <c:pt idx="12778">
                  <c:v>9.9400466281176841E-5</c:v>
                </c:pt>
                <c:pt idx="12779">
                  <c:v>1.8172487064808284E-4</c:v>
                </c:pt>
                <c:pt idx="12780">
                  <c:v>6.2146590533904489E-5</c:v>
                </c:pt>
                <c:pt idx="12781">
                  <c:v>6.3572286160921938E-5</c:v>
                </c:pt>
                <c:pt idx="12782">
                  <c:v>1.6086550134831029E-5</c:v>
                </c:pt>
                <c:pt idx="12783">
                  <c:v>2.0029572113929708E-5</c:v>
                </c:pt>
                <c:pt idx="12784">
                  <c:v>2.1804661787474758E-7</c:v>
                </c:pt>
                <c:pt idx="12785">
                  <c:v>3.2701482684383958E-4</c:v>
                </c:pt>
                <c:pt idx="12786">
                  <c:v>1.9149123953139458E-6</c:v>
                </c:pt>
                <c:pt idx="12787">
                  <c:v>1.0284201175798193E-5</c:v>
                </c:pt>
                <c:pt idx="12788">
                  <c:v>2.5794104361233401E-5</c:v>
                </c:pt>
                <c:pt idx="12789">
                  <c:v>3.9537692998127609E-4</c:v>
                </c:pt>
                <c:pt idx="12790">
                  <c:v>4.292953436673887E-6</c:v>
                </c:pt>
                <c:pt idx="12791">
                  <c:v>1.5709775492161137E-4</c:v>
                </c:pt>
                <c:pt idx="12792">
                  <c:v>1.9865566004637601E-4</c:v>
                </c:pt>
                <c:pt idx="12793">
                  <c:v>3.3498321897301481E-5</c:v>
                </c:pt>
                <c:pt idx="12794">
                  <c:v>2.8278896305724264E-4</c:v>
                </c:pt>
                <c:pt idx="12795">
                  <c:v>5.5640588938640192E-4</c:v>
                </c:pt>
                <c:pt idx="12796">
                  <c:v>3.2230261763448748E-5</c:v>
                </c:pt>
                <c:pt idx="12797">
                  <c:v>4.6474011381035833E-5</c:v>
                </c:pt>
                <c:pt idx="12798">
                  <c:v>5.0594053408945713E-7</c:v>
                </c:pt>
                <c:pt idx="12799">
                  <c:v>0</c:v>
                </c:pt>
                <c:pt idx="12800">
                  <c:v>2.8387232329007508E-5</c:v>
                </c:pt>
                <c:pt idx="12801">
                  <c:v>1.6212109917109861E-5</c:v>
                </c:pt>
                <c:pt idx="12802">
                  <c:v>5.0101388058243498E-5</c:v>
                </c:pt>
                <c:pt idx="12803">
                  <c:v>3.4766063601092883E-5</c:v>
                </c:pt>
                <c:pt idx="12804">
                  <c:v>7.8113935052296949E-6</c:v>
                </c:pt>
                <c:pt idx="12805">
                  <c:v>2.0516699233448128E-5</c:v>
                </c:pt>
                <c:pt idx="12806">
                  <c:v>6.0835027991616365E-5</c:v>
                </c:pt>
                <c:pt idx="12807">
                  <c:v>0</c:v>
                </c:pt>
                <c:pt idx="12808">
                  <c:v>1.2393134452354731E-4</c:v>
                </c:pt>
                <c:pt idx="12809">
                  <c:v>7.4085494316392629E-7</c:v>
                </c:pt>
                <c:pt idx="12810">
                  <c:v>0</c:v>
                </c:pt>
                <c:pt idx="12811">
                  <c:v>8.1680238356714565E-7</c:v>
                </c:pt>
                <c:pt idx="12812">
                  <c:v>0</c:v>
                </c:pt>
                <c:pt idx="12813">
                  <c:v>3.0011851150436191E-5</c:v>
                </c:pt>
                <c:pt idx="12814">
                  <c:v>0</c:v>
                </c:pt>
                <c:pt idx="12815">
                  <c:v>5.4535394779810837E-5</c:v>
                </c:pt>
                <c:pt idx="12816">
                  <c:v>0</c:v>
                </c:pt>
                <c:pt idx="12817">
                  <c:v>9.8631359919447705E-5</c:v>
                </c:pt>
                <c:pt idx="12818">
                  <c:v>2.316075181772707E-5</c:v>
                </c:pt>
                <c:pt idx="12819">
                  <c:v>0</c:v>
                </c:pt>
                <c:pt idx="12820">
                  <c:v>3.277052383108929E-5</c:v>
                </c:pt>
                <c:pt idx="12821">
                  <c:v>1.5842734383270015E-4</c:v>
                </c:pt>
                <c:pt idx="12822">
                  <c:v>5.0865149283202772E-5</c:v>
                </c:pt>
                <c:pt idx="12823">
                  <c:v>0</c:v>
                </c:pt>
                <c:pt idx="12824">
                  <c:v>0</c:v>
                </c:pt>
                <c:pt idx="12825">
                  <c:v>9.2952753918491547E-5</c:v>
                </c:pt>
                <c:pt idx="12826">
                  <c:v>4.0764880777585091E-4</c:v>
                </c:pt>
                <c:pt idx="12827">
                  <c:v>3.6341037245589994E-7</c:v>
                </c:pt>
                <c:pt idx="12828">
                  <c:v>3.849309632293181E-4</c:v>
                </c:pt>
                <c:pt idx="12829">
                  <c:v>2.7430033037315944E-4</c:v>
                </c:pt>
                <c:pt idx="12830">
                  <c:v>0</c:v>
                </c:pt>
                <c:pt idx="12831">
                  <c:v>3.8510476095503491E-5</c:v>
                </c:pt>
                <c:pt idx="12832">
                  <c:v>9.3536032018763648E-4</c:v>
                </c:pt>
                <c:pt idx="12833">
                  <c:v>1.4360805856829334E-5</c:v>
                </c:pt>
                <c:pt idx="12834">
                  <c:v>3.7635215057660456E-5</c:v>
                </c:pt>
                <c:pt idx="12835">
                  <c:v>3.0070056517093996E-3</c:v>
                </c:pt>
                <c:pt idx="12836">
                  <c:v>3.8781899125285091E-3</c:v>
                </c:pt>
                <c:pt idx="12837">
                  <c:v>4.6097454151441154E-5</c:v>
                </c:pt>
                <c:pt idx="12838">
                  <c:v>1.6237269515189667E-5</c:v>
                </c:pt>
                <c:pt idx="12839">
                  <c:v>1.4140195265413924E-5</c:v>
                </c:pt>
                <c:pt idx="12840">
                  <c:v>2.2874712307923586E-4</c:v>
                </c:pt>
                <c:pt idx="12841">
                  <c:v>1.7097310862362489E-6</c:v>
                </c:pt>
                <c:pt idx="12842">
                  <c:v>2.6214149094620568E-5</c:v>
                </c:pt>
                <c:pt idx="12843">
                  <c:v>1.7297798108102394E-5</c:v>
                </c:pt>
                <c:pt idx="12844">
                  <c:v>1.8080136339234956E-5</c:v>
                </c:pt>
                <c:pt idx="12845">
                  <c:v>3.3645603950209378E-7</c:v>
                </c:pt>
                <c:pt idx="12846">
                  <c:v>2.4975060748726608E-4</c:v>
                </c:pt>
                <c:pt idx="12847">
                  <c:v>1.8013184301986788E-4</c:v>
                </c:pt>
                <c:pt idx="12848">
                  <c:v>3.8504028127450817E-5</c:v>
                </c:pt>
                <c:pt idx="12849">
                  <c:v>0</c:v>
                </c:pt>
                <c:pt idx="12850">
                  <c:v>0</c:v>
                </c:pt>
                <c:pt idx="12851">
                  <c:v>1.5987543974942182E-6</c:v>
                </c:pt>
                <c:pt idx="12852">
                  <c:v>1.2568877473064541E-4</c:v>
                </c:pt>
                <c:pt idx="12853">
                  <c:v>0</c:v>
                </c:pt>
                <c:pt idx="12854">
                  <c:v>1.3609047533412557E-3</c:v>
                </c:pt>
                <c:pt idx="12855">
                  <c:v>1.2193166871555881E-6</c:v>
                </c:pt>
                <c:pt idx="12856">
                  <c:v>1.1132157235535817E-6</c:v>
                </c:pt>
                <c:pt idx="12857">
                  <c:v>7.170286462093126E-5</c:v>
                </c:pt>
                <c:pt idx="12858">
                  <c:v>1.8617083646167576E-4</c:v>
                </c:pt>
                <c:pt idx="12859">
                  <c:v>1.9545798589617733E-5</c:v>
                </c:pt>
                <c:pt idx="12860">
                  <c:v>3.3681599536081512E-7</c:v>
                </c:pt>
                <c:pt idx="12861">
                  <c:v>7.5585092900106736E-6</c:v>
                </c:pt>
                <c:pt idx="12862">
                  <c:v>2.5084639821663569E-5</c:v>
                </c:pt>
                <c:pt idx="12863">
                  <c:v>2.8030325493494077E-5</c:v>
                </c:pt>
                <c:pt idx="12864">
                  <c:v>1.4078063097370483E-5</c:v>
                </c:pt>
                <c:pt idx="12865">
                  <c:v>1.6463103465921179E-3</c:v>
                </c:pt>
                <c:pt idx="12866">
                  <c:v>1.6983937568402947E-3</c:v>
                </c:pt>
                <c:pt idx="12867">
                  <c:v>3.6843039465755716E-5</c:v>
                </c:pt>
                <c:pt idx="12868">
                  <c:v>1.8992704428780607E-6</c:v>
                </c:pt>
                <c:pt idx="12869">
                  <c:v>1.9530381251825952E-6</c:v>
                </c:pt>
                <c:pt idx="12870">
                  <c:v>3.0190165808168448E-5</c:v>
                </c:pt>
                <c:pt idx="12871">
                  <c:v>8.4065675993878113E-7</c:v>
                </c:pt>
                <c:pt idx="12872">
                  <c:v>4.1540285744222714E-6</c:v>
                </c:pt>
                <c:pt idx="12873">
                  <c:v>8.5871386879032992E-5</c:v>
                </c:pt>
                <c:pt idx="12874">
                  <c:v>7.6471992405311727E-6</c:v>
                </c:pt>
                <c:pt idx="12875">
                  <c:v>0</c:v>
                </c:pt>
                <c:pt idx="12876">
                  <c:v>4.211872904125733E-6</c:v>
                </c:pt>
                <c:pt idx="12877">
                  <c:v>1.6775153120771407E-5</c:v>
                </c:pt>
                <c:pt idx="12878">
                  <c:v>0</c:v>
                </c:pt>
                <c:pt idx="12879">
                  <c:v>2.4848657209421395E-5</c:v>
                </c:pt>
                <c:pt idx="12880">
                  <c:v>1.9489463809446325E-6</c:v>
                </c:pt>
                <c:pt idx="12881">
                  <c:v>3.6735513005233286E-7</c:v>
                </c:pt>
                <c:pt idx="12882">
                  <c:v>6.9899062607016533E-7</c:v>
                </c:pt>
                <c:pt idx="12883">
                  <c:v>2.6555209016096988E-5</c:v>
                </c:pt>
                <c:pt idx="12884">
                  <c:v>6.5481926828502362E-6</c:v>
                </c:pt>
                <c:pt idx="12885">
                  <c:v>2.9217182716388455E-5</c:v>
                </c:pt>
                <c:pt idx="12886">
                  <c:v>3.1803799233471641E-5</c:v>
                </c:pt>
                <c:pt idx="12887">
                  <c:v>9.0551490243896823E-5</c:v>
                </c:pt>
                <c:pt idx="12888">
                  <c:v>1.4216382269401206E-6</c:v>
                </c:pt>
                <c:pt idx="12889">
                  <c:v>4.8968893649275246E-7</c:v>
                </c:pt>
                <c:pt idx="12890">
                  <c:v>1.4644078539281936E-5</c:v>
                </c:pt>
                <c:pt idx="12891">
                  <c:v>2.0636894023332651E-4</c:v>
                </c:pt>
                <c:pt idx="12892">
                  <c:v>1.2101599443368193E-5</c:v>
                </c:pt>
                <c:pt idx="12893">
                  <c:v>6.7422430163957453E-5</c:v>
                </c:pt>
                <c:pt idx="12894">
                  <c:v>4.6510526616642858E-5</c:v>
                </c:pt>
                <c:pt idx="12895">
                  <c:v>5.0625563931301535E-5</c:v>
                </c:pt>
                <c:pt idx="12896">
                  <c:v>0</c:v>
                </c:pt>
                <c:pt idx="12897">
                  <c:v>0</c:v>
                </c:pt>
                <c:pt idx="12898">
                  <c:v>2.7295154327835016E-4</c:v>
                </c:pt>
                <c:pt idx="12899">
                  <c:v>3.2692656127360768E-5</c:v>
                </c:pt>
                <c:pt idx="12900">
                  <c:v>0</c:v>
                </c:pt>
                <c:pt idx="12901">
                  <c:v>6.9109905332797138E-6</c:v>
                </c:pt>
                <c:pt idx="12902">
                  <c:v>4.6544861606231532E-5</c:v>
                </c:pt>
                <c:pt idx="12903">
                  <c:v>4.5807192859703521E-6</c:v>
                </c:pt>
                <c:pt idx="12904">
                  <c:v>9.0092305747772953E-6</c:v>
                </c:pt>
                <c:pt idx="12905">
                  <c:v>6.8658027166003833E-4</c:v>
                </c:pt>
                <c:pt idx="12906">
                  <c:v>2.7898022973213876E-5</c:v>
                </c:pt>
                <c:pt idx="12907">
                  <c:v>1.2591688644430714E-5</c:v>
                </c:pt>
                <c:pt idx="12908">
                  <c:v>7.0616000613147053E-6</c:v>
                </c:pt>
                <c:pt idx="12909">
                  <c:v>6.2582063414990644E-5</c:v>
                </c:pt>
                <c:pt idx="12910">
                  <c:v>4.1388309419274664E-5</c:v>
                </c:pt>
                <c:pt idx="12911">
                  <c:v>1.8973233914423052E-6</c:v>
                </c:pt>
                <c:pt idx="12912">
                  <c:v>2.3678383567170572E-7</c:v>
                </c:pt>
                <c:pt idx="12913">
                  <c:v>2.9166540322157684E-5</c:v>
                </c:pt>
                <c:pt idx="12914">
                  <c:v>2.0101235052598627E-5</c:v>
                </c:pt>
                <c:pt idx="12915">
                  <c:v>5.9983175956111319E-5</c:v>
                </c:pt>
                <c:pt idx="12916">
                  <c:v>9.3219930210672295E-8</c:v>
                </c:pt>
                <c:pt idx="12917">
                  <c:v>7.9720035175000989E-5</c:v>
                </c:pt>
                <c:pt idx="12918">
                  <c:v>5.485756348300911E-4</c:v>
                </c:pt>
                <c:pt idx="12919">
                  <c:v>7.7683275175560085E-7</c:v>
                </c:pt>
                <c:pt idx="12920">
                  <c:v>2.9186840171524486E-6</c:v>
                </c:pt>
                <c:pt idx="12921">
                  <c:v>7.2037567059267735E-5</c:v>
                </c:pt>
                <c:pt idx="12922">
                  <c:v>1.043032417537388E-5</c:v>
                </c:pt>
                <c:pt idx="12923">
                  <c:v>0</c:v>
                </c:pt>
                <c:pt idx="12924">
                  <c:v>7.1065854380949996E-6</c:v>
                </c:pt>
                <c:pt idx="12925">
                  <c:v>9.4560401418355857E-6</c:v>
                </c:pt>
                <c:pt idx="12926">
                  <c:v>4.4398221237582032E-4</c:v>
                </c:pt>
                <c:pt idx="12927">
                  <c:v>3.4122668483831855E-7</c:v>
                </c:pt>
                <c:pt idx="12928">
                  <c:v>1.4353178278917987E-5</c:v>
                </c:pt>
                <c:pt idx="12929">
                  <c:v>1.3077660955343513E-6</c:v>
                </c:pt>
                <c:pt idx="12930">
                  <c:v>1.6738053153307543E-4</c:v>
                </c:pt>
                <c:pt idx="12931">
                  <c:v>3.9810654700432356E-5</c:v>
                </c:pt>
                <c:pt idx="12932">
                  <c:v>2.8772141207203159E-5</c:v>
                </c:pt>
                <c:pt idx="12933">
                  <c:v>2.4464620528783657E-7</c:v>
                </c:pt>
                <c:pt idx="12934">
                  <c:v>4.5746660483469524E-5</c:v>
                </c:pt>
                <c:pt idx="12935">
                  <c:v>1.5879185714904536E-5</c:v>
                </c:pt>
                <c:pt idx="12936">
                  <c:v>1.0608987223360444E-5</c:v>
                </c:pt>
                <c:pt idx="12937">
                  <c:v>9.9387737199982746E-6</c:v>
                </c:pt>
                <c:pt idx="12938">
                  <c:v>5.4492755520212748E-6</c:v>
                </c:pt>
                <c:pt idx="12939">
                  <c:v>1.5413932886359632E-4</c:v>
                </c:pt>
                <c:pt idx="12940">
                  <c:v>2.8767763028151205E-6</c:v>
                </c:pt>
                <c:pt idx="12941">
                  <c:v>4.7146607218819387E-5</c:v>
                </c:pt>
                <c:pt idx="12942">
                  <c:v>3.2990170106942577E-7</c:v>
                </c:pt>
                <c:pt idx="12943">
                  <c:v>1.7542764259703882E-5</c:v>
                </c:pt>
                <c:pt idx="12944">
                  <c:v>7.7973372159033114E-6</c:v>
                </c:pt>
                <c:pt idx="12945">
                  <c:v>1.7503998034345223E-5</c:v>
                </c:pt>
                <c:pt idx="12946">
                  <c:v>4.4413368913054005E-6</c:v>
                </c:pt>
                <c:pt idx="12947">
                  <c:v>3.7376997918033983E-5</c:v>
                </c:pt>
                <c:pt idx="12948">
                  <c:v>5.2689143090474077E-5</c:v>
                </c:pt>
                <c:pt idx="12949">
                  <c:v>3.3931630561552609E-5</c:v>
                </c:pt>
                <c:pt idx="12950">
                  <c:v>1.5012975994003984E-5</c:v>
                </c:pt>
                <c:pt idx="12951">
                  <c:v>2.3497719338847605E-5</c:v>
                </c:pt>
                <c:pt idx="12952">
                  <c:v>9.43871354015852E-6</c:v>
                </c:pt>
                <c:pt idx="12953">
                  <c:v>6.5698463598950058E-6</c:v>
                </c:pt>
                <c:pt idx="12954">
                  <c:v>1.6420120710385153E-4</c:v>
                </c:pt>
                <c:pt idx="12955">
                  <c:v>9.7552429032921125E-6</c:v>
                </c:pt>
                <c:pt idx="12956">
                  <c:v>1.7973712848510647E-5</c:v>
                </c:pt>
                <c:pt idx="12957">
                  <c:v>1.6012983689199461E-5</c:v>
                </c:pt>
                <c:pt idx="12958">
                  <c:v>1.6355700969181603E-5</c:v>
                </c:pt>
                <c:pt idx="12959">
                  <c:v>6.5034010446042566E-6</c:v>
                </c:pt>
                <c:pt idx="12960">
                  <c:v>0</c:v>
                </c:pt>
                <c:pt idx="12961">
                  <c:v>9.6391923360300224E-6</c:v>
                </c:pt>
                <c:pt idx="12962">
                  <c:v>1.8147776969166462E-5</c:v>
                </c:pt>
                <c:pt idx="12963">
                  <c:v>1.9612337089702757E-7</c:v>
                </c:pt>
                <c:pt idx="12964">
                  <c:v>4.6512801544703126E-5</c:v>
                </c:pt>
                <c:pt idx="12965">
                  <c:v>9.7875446696768192E-5</c:v>
                </c:pt>
                <c:pt idx="12966">
                  <c:v>1.2821933194358041E-5</c:v>
                </c:pt>
                <c:pt idx="12967">
                  <c:v>0</c:v>
                </c:pt>
                <c:pt idx="12968">
                  <c:v>0</c:v>
                </c:pt>
                <c:pt idx="12969">
                  <c:v>6.1013229834358881E-5</c:v>
                </c:pt>
                <c:pt idx="12970">
                  <c:v>1.7402295487603909E-5</c:v>
                </c:pt>
                <c:pt idx="12971">
                  <c:v>3.5990643314048156E-5</c:v>
                </c:pt>
                <c:pt idx="12972">
                  <c:v>1.5989291010619281E-5</c:v>
                </c:pt>
                <c:pt idx="12973">
                  <c:v>6.743351320771835E-5</c:v>
                </c:pt>
                <c:pt idx="12974">
                  <c:v>1.3805276373920258E-5</c:v>
                </c:pt>
                <c:pt idx="12975">
                  <c:v>1.1311859478636721E-3</c:v>
                </c:pt>
                <c:pt idx="12976">
                  <c:v>5.8020673126138843E-5</c:v>
                </c:pt>
                <c:pt idx="12977">
                  <c:v>6.3285355400429777E-5</c:v>
                </c:pt>
                <c:pt idx="12978">
                  <c:v>4.7539591094725819E-5</c:v>
                </c:pt>
                <c:pt idx="12979">
                  <c:v>3.5717484456657872E-5</c:v>
                </c:pt>
                <c:pt idx="12980">
                  <c:v>2.5960355302280272E-5</c:v>
                </c:pt>
                <c:pt idx="12981">
                  <c:v>1.5885250402152648E-5</c:v>
                </c:pt>
                <c:pt idx="12982">
                  <c:v>3.7955241168149475E-5</c:v>
                </c:pt>
                <c:pt idx="12983">
                  <c:v>1.025211023785519E-4</c:v>
                </c:pt>
                <c:pt idx="12984">
                  <c:v>1.0688612710317688E-7</c:v>
                </c:pt>
                <c:pt idx="12985">
                  <c:v>7.6785787679267762E-6</c:v>
                </c:pt>
                <c:pt idx="12986">
                  <c:v>3.5506754327413557E-5</c:v>
                </c:pt>
                <c:pt idx="12987">
                  <c:v>1.4868113975744337E-4</c:v>
                </c:pt>
                <c:pt idx="12988">
                  <c:v>7.2838582482333969E-5</c:v>
                </c:pt>
                <c:pt idx="12989">
                  <c:v>7.5473447186045207E-5</c:v>
                </c:pt>
                <c:pt idx="12990">
                  <c:v>6.4164419112001422E-6</c:v>
                </c:pt>
                <c:pt idx="12991">
                  <c:v>0</c:v>
                </c:pt>
                <c:pt idx="12992">
                  <c:v>1.0397527879914563E-5</c:v>
                </c:pt>
                <c:pt idx="12993">
                  <c:v>1.5337939962622527E-5</c:v>
                </c:pt>
                <c:pt idx="12994">
                  <c:v>2.8040696910036281E-5</c:v>
                </c:pt>
                <c:pt idx="12995">
                  <c:v>0</c:v>
                </c:pt>
                <c:pt idx="12996">
                  <c:v>4.4121441014790271E-6</c:v>
                </c:pt>
                <c:pt idx="12997">
                  <c:v>1.6296234252881421E-3</c:v>
                </c:pt>
                <c:pt idx="12998">
                  <c:v>5.8116219067091411E-6</c:v>
                </c:pt>
                <c:pt idx="12999">
                  <c:v>3.7278276501535153E-5</c:v>
                </c:pt>
                <c:pt idx="13000">
                  <c:v>8.3779189191490744E-4</c:v>
                </c:pt>
                <c:pt idx="13001">
                  <c:v>2.3703028492803629E-6</c:v>
                </c:pt>
                <c:pt idx="13002">
                  <c:v>1.0733379366678608E-4</c:v>
                </c:pt>
                <c:pt idx="13003">
                  <c:v>1.3156348537672857E-4</c:v>
                </c:pt>
                <c:pt idx="13004">
                  <c:v>1.7472099011629821E-3</c:v>
                </c:pt>
                <c:pt idx="13005">
                  <c:v>0</c:v>
                </c:pt>
                <c:pt idx="13006">
                  <c:v>0</c:v>
                </c:pt>
                <c:pt idx="13007">
                  <c:v>2.6549959716266284E-4</c:v>
                </c:pt>
                <c:pt idx="13008">
                  <c:v>5.7549826461243484E-5</c:v>
                </c:pt>
                <c:pt idx="13009">
                  <c:v>0</c:v>
                </c:pt>
                <c:pt idx="13010">
                  <c:v>2.1892077278125695E-5</c:v>
                </c:pt>
                <c:pt idx="13011">
                  <c:v>1.7260995004982588E-7</c:v>
                </c:pt>
                <c:pt idx="13012">
                  <c:v>0</c:v>
                </c:pt>
                <c:pt idx="13013">
                  <c:v>1.9402161284468681E-4</c:v>
                </c:pt>
                <c:pt idx="13014">
                  <c:v>2.1697157779196774E-5</c:v>
                </c:pt>
                <c:pt idx="13015">
                  <c:v>0</c:v>
                </c:pt>
                <c:pt idx="13016">
                  <c:v>1.0026046976093618E-6</c:v>
                </c:pt>
                <c:pt idx="13017">
                  <c:v>1.9339176477612084E-5</c:v>
                </c:pt>
                <c:pt idx="13018">
                  <c:v>2.9246903326696655E-4</c:v>
                </c:pt>
                <c:pt idx="13019">
                  <c:v>3.0650627119436004E-5</c:v>
                </c:pt>
                <c:pt idx="13020">
                  <c:v>2.6469520759427849E-5</c:v>
                </c:pt>
                <c:pt idx="13021">
                  <c:v>3.0684620781006332E-5</c:v>
                </c:pt>
                <c:pt idx="13022">
                  <c:v>3.2935116838442007E-5</c:v>
                </c:pt>
                <c:pt idx="13023">
                  <c:v>1.7337602893642633E-5</c:v>
                </c:pt>
                <c:pt idx="13024">
                  <c:v>2.1889682806421738E-5</c:v>
                </c:pt>
                <c:pt idx="13025">
                  <c:v>4.959434155103864E-4</c:v>
                </c:pt>
                <c:pt idx="13026">
                  <c:v>1.1387882959470364E-6</c:v>
                </c:pt>
                <c:pt idx="13027">
                  <c:v>0</c:v>
                </c:pt>
                <c:pt idx="13028">
                  <c:v>3.8404872407540923E-5</c:v>
                </c:pt>
                <c:pt idx="13029">
                  <c:v>2.5035481127754662E-5</c:v>
                </c:pt>
                <c:pt idx="13030">
                  <c:v>4.1419224672708434E-5</c:v>
                </c:pt>
                <c:pt idx="13031">
                  <c:v>5.1494586105926939E-7</c:v>
                </c:pt>
                <c:pt idx="13032">
                  <c:v>3.9392118946042032E-7</c:v>
                </c:pt>
                <c:pt idx="13033">
                  <c:v>0</c:v>
                </c:pt>
                <c:pt idx="13034">
                  <c:v>2.6361316475897486E-6</c:v>
                </c:pt>
                <c:pt idx="13035">
                  <c:v>6.0314567322162242E-5</c:v>
                </c:pt>
                <c:pt idx="13036">
                  <c:v>1.6198939236255004E-5</c:v>
                </c:pt>
                <c:pt idx="13037">
                  <c:v>1.7376343469358387E-5</c:v>
                </c:pt>
                <c:pt idx="13038">
                  <c:v>1.1469227434113624E-5</c:v>
                </c:pt>
                <c:pt idx="13039">
                  <c:v>1.0043808667363464E-4</c:v>
                </c:pt>
                <c:pt idx="13040">
                  <c:v>5.2985539641660834E-5</c:v>
                </c:pt>
                <c:pt idx="13041">
                  <c:v>2.0451502320138712E-5</c:v>
                </c:pt>
                <c:pt idx="13042">
                  <c:v>2.398089790831314E-4</c:v>
                </c:pt>
                <c:pt idx="13043">
                  <c:v>2.7315973002067469E-5</c:v>
                </c:pt>
                <c:pt idx="13044">
                  <c:v>6.6644330208533132E-5</c:v>
                </c:pt>
                <c:pt idx="13045">
                  <c:v>2.7800283609283577E-4</c:v>
                </c:pt>
                <c:pt idx="13046">
                  <c:v>1.5654458228369434E-6</c:v>
                </c:pt>
                <c:pt idx="13047">
                  <c:v>0</c:v>
                </c:pt>
                <c:pt idx="13048">
                  <c:v>6.4245750612336976E-6</c:v>
                </c:pt>
                <c:pt idx="13049">
                  <c:v>2.5635345118163065E-4</c:v>
                </c:pt>
                <c:pt idx="13050">
                  <c:v>1.358664075329582E-4</c:v>
                </c:pt>
                <c:pt idx="13051">
                  <c:v>4.6111621250234171E-5</c:v>
                </c:pt>
                <c:pt idx="13052">
                  <c:v>2.7322263033913054E-5</c:v>
                </c:pt>
                <c:pt idx="13053">
                  <c:v>9.2310133684079366E-5</c:v>
                </c:pt>
                <c:pt idx="13054">
                  <c:v>3.2776418870070195E-6</c:v>
                </c:pt>
                <c:pt idx="13055">
                  <c:v>1.2126709669022998E-5</c:v>
                </c:pt>
                <c:pt idx="13056">
                  <c:v>3.5123411370375353E-6</c:v>
                </c:pt>
                <c:pt idx="13057">
                  <c:v>5.1292063693673018E-4</c:v>
                </c:pt>
                <c:pt idx="13058">
                  <c:v>2.0640468152623634E-5</c:v>
                </c:pt>
                <c:pt idx="13059">
                  <c:v>6.1046083980638522E-5</c:v>
                </c:pt>
                <c:pt idx="13060">
                  <c:v>1.6774796367955947E-3</c:v>
                </c:pt>
                <c:pt idx="13061">
                  <c:v>4.1148646299797001E-8</c:v>
                </c:pt>
                <c:pt idx="13062">
                  <c:v>2.5362657439095831E-5</c:v>
                </c:pt>
                <c:pt idx="13063">
                  <c:v>2.7220505452321535E-5</c:v>
                </c:pt>
                <c:pt idx="13064">
                  <c:v>3.5093892542239658E-5</c:v>
                </c:pt>
                <c:pt idx="13065">
                  <c:v>1.9579524480031836E-7</c:v>
                </c:pt>
                <c:pt idx="13066">
                  <c:v>6.5993944407905737E-5</c:v>
                </c:pt>
                <c:pt idx="13067">
                  <c:v>2.4820077906193173E-6</c:v>
                </c:pt>
                <c:pt idx="13068">
                  <c:v>2.3001534316925044E-5</c:v>
                </c:pt>
                <c:pt idx="13069">
                  <c:v>9.5642419020485159E-6</c:v>
                </c:pt>
                <c:pt idx="13070">
                  <c:v>1.2085854441060267E-4</c:v>
                </c:pt>
                <c:pt idx="13071">
                  <c:v>3.9191928664575426E-5</c:v>
                </c:pt>
                <c:pt idx="13072">
                  <c:v>2.3810555255138088E-6</c:v>
                </c:pt>
                <c:pt idx="13073">
                  <c:v>2.4169614841762854E-7</c:v>
                </c:pt>
                <c:pt idx="13074">
                  <c:v>1.9375306537388131E-5</c:v>
                </c:pt>
                <c:pt idx="13075">
                  <c:v>6.3648665083011503E-5</c:v>
                </c:pt>
                <c:pt idx="13076">
                  <c:v>1.7127832308159609E-5</c:v>
                </c:pt>
                <c:pt idx="13077">
                  <c:v>4.398111597338889E-5</c:v>
                </c:pt>
                <c:pt idx="13078">
                  <c:v>2.6378332281393898E-5</c:v>
                </c:pt>
                <c:pt idx="13079">
                  <c:v>6.8209050970084436E-7</c:v>
                </c:pt>
                <c:pt idx="13080">
                  <c:v>5.6215225330770769E-5</c:v>
                </c:pt>
                <c:pt idx="13081">
                  <c:v>2.4516449925503603E-5</c:v>
                </c:pt>
                <c:pt idx="13082">
                  <c:v>2.8738582987555561E-5</c:v>
                </c:pt>
                <c:pt idx="13083">
                  <c:v>9.5693466127288525E-6</c:v>
                </c:pt>
                <c:pt idx="13084">
                  <c:v>3.7600389940101942E-5</c:v>
                </c:pt>
                <c:pt idx="13085">
                  <c:v>9.9592150803194254E-6</c:v>
                </c:pt>
                <c:pt idx="13086">
                  <c:v>8.0565425734288926E-6</c:v>
                </c:pt>
                <c:pt idx="13087">
                  <c:v>5.3707815415575894E-5</c:v>
                </c:pt>
                <c:pt idx="13088">
                  <c:v>2.8452766421104341E-7</c:v>
                </c:pt>
                <c:pt idx="13089">
                  <c:v>1.5545408255817608E-4</c:v>
                </c:pt>
                <c:pt idx="13090">
                  <c:v>7.780886863162252E-5</c:v>
                </c:pt>
                <c:pt idx="13091">
                  <c:v>4.5564898623153654E-8</c:v>
                </c:pt>
                <c:pt idx="13092">
                  <c:v>3.5341792611508198E-5</c:v>
                </c:pt>
                <c:pt idx="13093">
                  <c:v>3.3262150337722835E-5</c:v>
                </c:pt>
                <c:pt idx="13094">
                  <c:v>1.4686255104934914E-6</c:v>
                </c:pt>
                <c:pt idx="13095">
                  <c:v>8.7962280145487546E-5</c:v>
                </c:pt>
                <c:pt idx="13096">
                  <c:v>8.0730241069701505E-6</c:v>
                </c:pt>
                <c:pt idx="13097">
                  <c:v>1.1398044804557849E-6</c:v>
                </c:pt>
                <c:pt idx="13098">
                  <c:v>2.2254793479901391E-4</c:v>
                </c:pt>
                <c:pt idx="13099">
                  <c:v>1.3087809722506288E-5</c:v>
                </c:pt>
                <c:pt idx="13100">
                  <c:v>6.438066921818551E-5</c:v>
                </c:pt>
                <c:pt idx="13101">
                  <c:v>0</c:v>
                </c:pt>
                <c:pt idx="13102">
                  <c:v>3.028463074842953E-5</c:v>
                </c:pt>
                <c:pt idx="13103">
                  <c:v>2.1862039512146377E-7</c:v>
                </c:pt>
                <c:pt idx="13104">
                  <c:v>1.4251942367007875E-4</c:v>
                </c:pt>
                <c:pt idx="13105">
                  <c:v>1.9662322400876425E-5</c:v>
                </c:pt>
                <c:pt idx="13106">
                  <c:v>8.6445500618063747E-6</c:v>
                </c:pt>
                <c:pt idx="13107">
                  <c:v>1.7710863117107058E-4</c:v>
                </c:pt>
                <c:pt idx="13108">
                  <c:v>1.5119097921696836E-5</c:v>
                </c:pt>
                <c:pt idx="13109">
                  <c:v>6.2288629002994561E-6</c:v>
                </c:pt>
                <c:pt idx="13110">
                  <c:v>3.1158239484190876E-5</c:v>
                </c:pt>
                <c:pt idx="13111">
                  <c:v>1.5213605543611052E-4</c:v>
                </c:pt>
                <c:pt idx="13112">
                  <c:v>1.8592287128504523E-5</c:v>
                </c:pt>
                <c:pt idx="13113">
                  <c:v>3.2271381229945388E-5</c:v>
                </c:pt>
                <c:pt idx="13114">
                  <c:v>1.7141795257759541E-5</c:v>
                </c:pt>
                <c:pt idx="13115">
                  <c:v>1.7502415045983858E-5</c:v>
                </c:pt>
                <c:pt idx="13116">
                  <c:v>5.5702408076712653E-7</c:v>
                </c:pt>
                <c:pt idx="13117">
                  <c:v>4.9029774741192911E-4</c:v>
                </c:pt>
                <c:pt idx="13118">
                  <c:v>2.871267498106442E-6</c:v>
                </c:pt>
                <c:pt idx="13119">
                  <c:v>6.7026879975288375E-5</c:v>
                </c:pt>
                <c:pt idx="13120">
                  <c:v>1.3152364696869069E-5</c:v>
                </c:pt>
                <c:pt idx="13121">
                  <c:v>3.3977756084751479E-5</c:v>
                </c:pt>
                <c:pt idx="13122">
                  <c:v>7.8882911873566519E-5</c:v>
                </c:pt>
                <c:pt idx="13123">
                  <c:v>1.1604782575586183E-5</c:v>
                </c:pt>
                <c:pt idx="13124">
                  <c:v>1.1617068787939582E-5</c:v>
                </c:pt>
                <c:pt idx="13125">
                  <c:v>3.417661789152563E-5</c:v>
                </c:pt>
                <c:pt idx="13126">
                  <c:v>3.8028635115405069E-6</c:v>
                </c:pt>
                <c:pt idx="13127">
                  <c:v>7.8821993996297418E-5</c:v>
                </c:pt>
                <c:pt idx="13128">
                  <c:v>4.0170647411163744E-7</c:v>
                </c:pt>
                <c:pt idx="13129">
                  <c:v>2.3048368566652672E-5</c:v>
                </c:pt>
                <c:pt idx="13130">
                  <c:v>1.329439040781629E-5</c:v>
                </c:pt>
                <c:pt idx="13131">
                  <c:v>4.0318227067692166E-5</c:v>
                </c:pt>
                <c:pt idx="13132">
                  <c:v>1.5496681899711307E-5</c:v>
                </c:pt>
                <c:pt idx="13133">
                  <c:v>3.1165324089068834E-6</c:v>
                </c:pt>
                <c:pt idx="13134">
                  <c:v>4.2397974218418747E-5</c:v>
                </c:pt>
                <c:pt idx="13135">
                  <c:v>0</c:v>
                </c:pt>
                <c:pt idx="13136">
                  <c:v>6.5719664290277573E-6</c:v>
                </c:pt>
                <c:pt idx="13137">
                  <c:v>1.447817773497778E-5</c:v>
                </c:pt>
                <c:pt idx="13138">
                  <c:v>7.3459391178840529E-5</c:v>
                </c:pt>
                <c:pt idx="13139">
                  <c:v>2.80392105497229E-5</c:v>
                </c:pt>
                <c:pt idx="13140">
                  <c:v>5.8620994574787902E-7</c:v>
                </c:pt>
                <c:pt idx="13141">
                  <c:v>1.8307449501952257E-5</c:v>
                </c:pt>
                <c:pt idx="13142">
                  <c:v>2.2025426935701683E-5</c:v>
                </c:pt>
                <c:pt idx="13143">
                  <c:v>1.1268004404647992E-6</c:v>
                </c:pt>
                <c:pt idx="13144">
                  <c:v>1.1103341295023152E-4</c:v>
                </c:pt>
                <c:pt idx="13145">
                  <c:v>3.4295539272845811E-6</c:v>
                </c:pt>
                <c:pt idx="13146">
                  <c:v>2.0820993216882341E-4</c:v>
                </c:pt>
                <c:pt idx="13147">
                  <c:v>4.0738277176872624E-3</c:v>
                </c:pt>
                <c:pt idx="13148">
                  <c:v>5.7212353503495126E-5</c:v>
                </c:pt>
                <c:pt idx="13149">
                  <c:v>7.9053208451477786E-8</c:v>
                </c:pt>
                <c:pt idx="13150">
                  <c:v>1.7312130645246889E-5</c:v>
                </c:pt>
                <c:pt idx="13151">
                  <c:v>4.1088671039421026E-6</c:v>
                </c:pt>
                <c:pt idx="13152">
                  <c:v>5.2382869041647075E-6</c:v>
                </c:pt>
                <c:pt idx="13153">
                  <c:v>1.7360464347089877E-4</c:v>
                </c:pt>
                <c:pt idx="13154">
                  <c:v>1.071239525898304E-5</c:v>
                </c:pt>
                <c:pt idx="13155">
                  <c:v>0</c:v>
                </c:pt>
                <c:pt idx="13156">
                  <c:v>2.2993977613458744E-5</c:v>
                </c:pt>
                <c:pt idx="13157">
                  <c:v>9.8046869874301757E-5</c:v>
                </c:pt>
                <c:pt idx="13158">
                  <c:v>2.8729403697519202E-5</c:v>
                </c:pt>
                <c:pt idx="13159">
                  <c:v>1.1058271119902597E-5</c:v>
                </c:pt>
                <c:pt idx="13160">
                  <c:v>2.0416404558023351E-7</c:v>
                </c:pt>
                <c:pt idx="13161">
                  <c:v>1.2914516075524595E-5</c:v>
                </c:pt>
                <c:pt idx="13162">
                  <c:v>7.2542339179495211E-5</c:v>
                </c:pt>
                <c:pt idx="13163">
                  <c:v>1.5097734659065676E-5</c:v>
                </c:pt>
                <c:pt idx="13164">
                  <c:v>1.7660388463269167E-4</c:v>
                </c:pt>
                <c:pt idx="13165">
                  <c:v>1.5371806357222885E-5</c:v>
                </c:pt>
                <c:pt idx="13166">
                  <c:v>5.2168136848101454E-5</c:v>
                </c:pt>
                <c:pt idx="13167">
                  <c:v>0</c:v>
                </c:pt>
                <c:pt idx="13168">
                  <c:v>0</c:v>
                </c:pt>
                <c:pt idx="13169">
                  <c:v>1.3452302373737775E-7</c:v>
                </c:pt>
                <c:pt idx="13170">
                  <c:v>3.0638702093334915E-6</c:v>
                </c:pt>
                <c:pt idx="13171">
                  <c:v>1.2940068611058139E-6</c:v>
                </c:pt>
                <c:pt idx="13172">
                  <c:v>4.7949691602721565E-6</c:v>
                </c:pt>
                <c:pt idx="13173">
                  <c:v>7.4438886845453122E-6</c:v>
                </c:pt>
                <c:pt idx="13174">
                  <c:v>3.0009889216543597E-6</c:v>
                </c:pt>
                <c:pt idx="13175">
                  <c:v>5.4287982900896447E-5</c:v>
                </c:pt>
                <c:pt idx="13176">
                  <c:v>4.6768101013258844E-5</c:v>
                </c:pt>
                <c:pt idx="13177">
                  <c:v>2.4664234815571876E-4</c:v>
                </c:pt>
                <c:pt idx="13178">
                  <c:v>3.7557422763017229E-7</c:v>
                </c:pt>
                <c:pt idx="13179">
                  <c:v>2.8965746584250993E-6</c:v>
                </c:pt>
                <c:pt idx="13180">
                  <c:v>0</c:v>
                </c:pt>
                <c:pt idx="13181">
                  <c:v>4.0191364578084814E-7</c:v>
                </c:pt>
                <c:pt idx="13182">
                  <c:v>2.5533048757577109E-5</c:v>
                </c:pt>
                <c:pt idx="13183">
                  <c:v>1.1379603361025546E-6</c:v>
                </c:pt>
                <c:pt idx="13184">
                  <c:v>2.390702593364171E-7</c:v>
                </c:pt>
                <c:pt idx="13185">
                  <c:v>1.8305055072297666E-5</c:v>
                </c:pt>
                <c:pt idx="13186">
                  <c:v>0</c:v>
                </c:pt>
                <c:pt idx="13187">
                  <c:v>3.6066721539255092E-5</c:v>
                </c:pt>
                <c:pt idx="13188">
                  <c:v>4.1961567463416711E-5</c:v>
                </c:pt>
                <c:pt idx="13189">
                  <c:v>1.7373930802076953E-5</c:v>
                </c:pt>
                <c:pt idx="13190">
                  <c:v>7.9607618051625383E-6</c:v>
                </c:pt>
                <c:pt idx="13191">
                  <c:v>4.7995474430375818E-6</c:v>
                </c:pt>
                <c:pt idx="13192">
                  <c:v>4.8518329594336272E-5</c:v>
                </c:pt>
                <c:pt idx="13193">
                  <c:v>2.8825010437871002E-5</c:v>
                </c:pt>
                <c:pt idx="13194">
                  <c:v>1.4528405200567266E-5</c:v>
                </c:pt>
                <c:pt idx="13195">
                  <c:v>1.7687369052737765E-4</c:v>
                </c:pt>
                <c:pt idx="13196">
                  <c:v>2.8863731621987402E-4</c:v>
                </c:pt>
                <c:pt idx="13197">
                  <c:v>1.0950871032879944E-4</c:v>
                </c:pt>
                <c:pt idx="13198">
                  <c:v>7.7850080523928786E-7</c:v>
                </c:pt>
                <c:pt idx="13199">
                  <c:v>1.4358734600883741E-5</c:v>
                </c:pt>
                <c:pt idx="13200">
                  <c:v>5.3818991065100678E-5</c:v>
                </c:pt>
                <c:pt idx="13201">
                  <c:v>3.3501436567551508E-5</c:v>
                </c:pt>
                <c:pt idx="13202">
                  <c:v>8.7822568277405195E-5</c:v>
                </c:pt>
                <c:pt idx="13203">
                  <c:v>4.4478964755189458E-7</c:v>
                </c:pt>
                <c:pt idx="13204">
                  <c:v>5.509753288920999E-5</c:v>
                </c:pt>
                <c:pt idx="13205">
                  <c:v>2.5530787809821618E-4</c:v>
                </c:pt>
                <c:pt idx="13206">
                  <c:v>7.3231735764211476E-6</c:v>
                </c:pt>
                <c:pt idx="13207">
                  <c:v>5.0548516367335534E-6</c:v>
                </c:pt>
                <c:pt idx="13208">
                  <c:v>4.7139956149747069E-5</c:v>
                </c:pt>
                <c:pt idx="13209">
                  <c:v>2.0839684126440612E-5</c:v>
                </c:pt>
                <c:pt idx="13210">
                  <c:v>1.1480771705831795E-6</c:v>
                </c:pt>
                <c:pt idx="13211">
                  <c:v>4.4267488205380429E-6</c:v>
                </c:pt>
                <c:pt idx="13212">
                  <c:v>6.2023148321003332E-5</c:v>
                </c:pt>
                <c:pt idx="13213">
                  <c:v>0</c:v>
                </c:pt>
                <c:pt idx="13214">
                  <c:v>0</c:v>
                </c:pt>
                <c:pt idx="13215">
                  <c:v>1.3952600570200081E-4</c:v>
                </c:pt>
                <c:pt idx="13216">
                  <c:v>0</c:v>
                </c:pt>
                <c:pt idx="13217">
                  <c:v>3.2265445570484619E-5</c:v>
                </c:pt>
                <c:pt idx="13218">
                  <c:v>1.0792474431822754E-5</c:v>
                </c:pt>
                <c:pt idx="13219">
                  <c:v>5.2158709238409922E-5</c:v>
                </c:pt>
                <c:pt idx="13220">
                  <c:v>2.6361424981669245E-5</c:v>
                </c:pt>
                <c:pt idx="13221">
                  <c:v>1.0194225277190101E-4</c:v>
                </c:pt>
                <c:pt idx="13222">
                  <c:v>0</c:v>
                </c:pt>
                <c:pt idx="13223">
                  <c:v>2.2910895558428772E-5</c:v>
                </c:pt>
                <c:pt idx="13224">
                  <c:v>0</c:v>
                </c:pt>
                <c:pt idx="13225">
                  <c:v>6.3839507377978387E-5</c:v>
                </c:pt>
                <c:pt idx="13226">
                  <c:v>2.8800344583871245E-5</c:v>
                </c:pt>
                <c:pt idx="13227">
                  <c:v>0</c:v>
                </c:pt>
                <c:pt idx="13228">
                  <c:v>2.772190232522109E-5</c:v>
                </c:pt>
                <c:pt idx="13229">
                  <c:v>1.8787275555362919E-5</c:v>
                </c:pt>
                <c:pt idx="13230">
                  <c:v>0</c:v>
                </c:pt>
                <c:pt idx="13231">
                  <c:v>1.2188911519835836E-6</c:v>
                </c:pt>
                <c:pt idx="13232">
                  <c:v>8.5682183975668261E-6</c:v>
                </c:pt>
                <c:pt idx="13233">
                  <c:v>9.3568324184444354E-7</c:v>
                </c:pt>
                <c:pt idx="13234">
                  <c:v>2.0158508293170031E-5</c:v>
                </c:pt>
                <c:pt idx="13235">
                  <c:v>1.1442210497858168E-6</c:v>
                </c:pt>
                <c:pt idx="13236">
                  <c:v>9.5546045980836088E-6</c:v>
                </c:pt>
                <c:pt idx="13237">
                  <c:v>3.8585971112518702E-7</c:v>
                </c:pt>
                <c:pt idx="13238">
                  <c:v>5.6597578955434066E-4</c:v>
                </c:pt>
                <c:pt idx="13239">
                  <c:v>2.1320538401962606E-5</c:v>
                </c:pt>
                <c:pt idx="13240">
                  <c:v>1.7214796845779649E-5</c:v>
                </c:pt>
                <c:pt idx="13241">
                  <c:v>8.1908008312697086E-7</c:v>
                </c:pt>
                <c:pt idx="13242">
                  <c:v>1.8195222411304883E-5</c:v>
                </c:pt>
                <c:pt idx="13243">
                  <c:v>1.6675850139679494E-5</c:v>
                </c:pt>
                <c:pt idx="13244">
                  <c:v>6.5097674813042246E-6</c:v>
                </c:pt>
                <c:pt idx="13245">
                  <c:v>2.0514181041658228E-5</c:v>
                </c:pt>
                <c:pt idx="13246">
                  <c:v>1.1522752198205784E-5</c:v>
                </c:pt>
                <c:pt idx="13247">
                  <c:v>3.3605726021561902E-5</c:v>
                </c:pt>
                <c:pt idx="13248">
                  <c:v>1.1868694723284783E-5</c:v>
                </c:pt>
                <c:pt idx="13249">
                  <c:v>2.680012628752948E-5</c:v>
                </c:pt>
                <c:pt idx="13250">
                  <c:v>1.8582593434036645E-5</c:v>
                </c:pt>
                <c:pt idx="13251">
                  <c:v>8.6818589466717066E-7</c:v>
                </c:pt>
                <c:pt idx="13252">
                  <c:v>5.1790131317260946E-6</c:v>
                </c:pt>
                <c:pt idx="13253">
                  <c:v>7.1787705479596557E-5</c:v>
                </c:pt>
                <c:pt idx="13254">
                  <c:v>4.8948017104594813E-5</c:v>
                </c:pt>
                <c:pt idx="13255">
                  <c:v>1.997622637766937E-5</c:v>
                </c:pt>
                <c:pt idx="13256">
                  <c:v>2.1871914823483369E-5</c:v>
                </c:pt>
                <c:pt idx="13257">
                  <c:v>0</c:v>
                </c:pt>
                <c:pt idx="13258">
                  <c:v>6.4028879842057085E-5</c:v>
                </c:pt>
                <c:pt idx="13259">
                  <c:v>1.8037679900568209E-5</c:v>
                </c:pt>
                <c:pt idx="13260">
                  <c:v>2.3513334121467008E-5</c:v>
                </c:pt>
                <c:pt idx="13261">
                  <c:v>1.4532995746004921E-5</c:v>
                </c:pt>
                <c:pt idx="13262">
                  <c:v>1.6297839371945714E-6</c:v>
                </c:pt>
                <c:pt idx="13263">
                  <c:v>4.7398523024013614E-5</c:v>
                </c:pt>
                <c:pt idx="13264">
                  <c:v>5.0008411154685052E-5</c:v>
                </c:pt>
                <c:pt idx="13265">
                  <c:v>3.6510589772601681E-5</c:v>
                </c:pt>
                <c:pt idx="13266">
                  <c:v>2.5847979236298821E-6</c:v>
                </c:pt>
                <c:pt idx="13267">
                  <c:v>3.93668982841685E-5</c:v>
                </c:pt>
                <c:pt idx="13268">
                  <c:v>1.5789358750139829E-5</c:v>
                </c:pt>
                <c:pt idx="13269">
                  <c:v>3.6805317396698717E-5</c:v>
                </c:pt>
                <c:pt idx="13270">
                  <c:v>2.0283485067432112E-5</c:v>
                </c:pt>
                <c:pt idx="13271">
                  <c:v>6.4271526255603466E-6</c:v>
                </c:pt>
                <c:pt idx="13272">
                  <c:v>2.6215385622856295E-8</c:v>
                </c:pt>
                <c:pt idx="13273">
                  <c:v>4.2242097310370297E-6</c:v>
                </c:pt>
                <c:pt idx="13274">
                  <c:v>2.4212007290619332E-7</c:v>
                </c:pt>
                <c:pt idx="13275">
                  <c:v>3.4384201399874122E-5</c:v>
                </c:pt>
                <c:pt idx="13276">
                  <c:v>4.9524503744165445E-7</c:v>
                </c:pt>
                <c:pt idx="13277">
                  <c:v>5.0730530330657526E-6</c:v>
                </c:pt>
                <c:pt idx="13278">
                  <c:v>4.5745418829351602E-5</c:v>
                </c:pt>
                <c:pt idx="13279">
                  <c:v>2.6134451103730316E-5</c:v>
                </c:pt>
                <c:pt idx="13280">
                  <c:v>2.8990902858614089E-5</c:v>
                </c:pt>
                <c:pt idx="13281">
                  <c:v>1.0200221160604486E-5</c:v>
                </c:pt>
                <c:pt idx="13282">
                  <c:v>6.7239463957505347E-6</c:v>
                </c:pt>
                <c:pt idx="13283">
                  <c:v>2.8434485609002852E-6</c:v>
                </c:pt>
                <c:pt idx="13284">
                  <c:v>2.1204518284371836E-5</c:v>
                </c:pt>
                <c:pt idx="13285">
                  <c:v>2.1849524345222152E-5</c:v>
                </c:pt>
                <c:pt idx="13286">
                  <c:v>6.101261336642968E-5</c:v>
                </c:pt>
                <c:pt idx="13287">
                  <c:v>3.1753019527645424E-4</c:v>
                </c:pt>
                <c:pt idx="13288">
                  <c:v>2.6744979326814098E-5</c:v>
                </c:pt>
                <c:pt idx="13289">
                  <c:v>7.3436118658234476E-5</c:v>
                </c:pt>
                <c:pt idx="13290">
                  <c:v>1.0160633429738361E-4</c:v>
                </c:pt>
                <c:pt idx="13291">
                  <c:v>9.7240456154092713E-5</c:v>
                </c:pt>
                <c:pt idx="13292">
                  <c:v>3.5070266178572898E-5</c:v>
                </c:pt>
                <c:pt idx="13293">
                  <c:v>4.0426140396236834E-5</c:v>
                </c:pt>
                <c:pt idx="13294">
                  <c:v>2.2127270350097991E-4</c:v>
                </c:pt>
                <c:pt idx="13295">
                  <c:v>2.0593932203382206E-5</c:v>
                </c:pt>
                <c:pt idx="13296">
                  <c:v>2.1315890776765173E-4</c:v>
                </c:pt>
                <c:pt idx="13297">
                  <c:v>6.009115885461355E-5</c:v>
                </c:pt>
                <c:pt idx="13298">
                  <c:v>2.3429598092013092E-5</c:v>
                </c:pt>
                <c:pt idx="13299">
                  <c:v>2.9072958028462129E-5</c:v>
                </c:pt>
                <c:pt idx="13300">
                  <c:v>5.2841502437019003E-5</c:v>
                </c:pt>
                <c:pt idx="13301">
                  <c:v>4.229757300837986E-6</c:v>
                </c:pt>
                <c:pt idx="13302">
                  <c:v>3.3218579190390582E-4</c:v>
                </c:pt>
                <c:pt idx="13303">
                  <c:v>1.3906440318836622E-7</c:v>
                </c:pt>
                <c:pt idx="13304">
                  <c:v>6.6184797435066588E-6</c:v>
                </c:pt>
                <c:pt idx="13305">
                  <c:v>5.2644806146995024E-5</c:v>
                </c:pt>
                <c:pt idx="13306">
                  <c:v>0</c:v>
                </c:pt>
                <c:pt idx="13307">
                  <c:v>0</c:v>
                </c:pt>
                <c:pt idx="13308">
                  <c:v>1.7057611160011189E-5</c:v>
                </c:pt>
                <c:pt idx="13309">
                  <c:v>1.6502623908632608E-5</c:v>
                </c:pt>
                <c:pt idx="13310">
                  <c:v>9.3470582686031794E-6</c:v>
                </c:pt>
                <c:pt idx="13311">
                  <c:v>1.2134967300082971E-5</c:v>
                </c:pt>
                <c:pt idx="13312">
                  <c:v>5.07513020817115E-6</c:v>
                </c:pt>
                <c:pt idx="13313">
                  <c:v>6.6259501890023604E-5</c:v>
                </c:pt>
                <c:pt idx="13314">
                  <c:v>2.726609488689858E-5</c:v>
                </c:pt>
                <c:pt idx="13315">
                  <c:v>3.3625700304014232E-5</c:v>
                </c:pt>
                <c:pt idx="13316">
                  <c:v>2.3148418934608598E-5</c:v>
                </c:pt>
                <c:pt idx="13317">
                  <c:v>8.9331538500879361E-5</c:v>
                </c:pt>
                <c:pt idx="13318">
                  <c:v>4.6895486097951344E-5</c:v>
                </c:pt>
                <c:pt idx="13319">
                  <c:v>2.6707289502528013E-5</c:v>
                </c:pt>
                <c:pt idx="13320">
                  <c:v>3.7242461108940107E-6</c:v>
                </c:pt>
                <c:pt idx="13321">
                  <c:v>1.469127698451104E-5</c:v>
                </c:pt>
                <c:pt idx="13322">
                  <c:v>1.0007523696286899E-7</c:v>
                </c:pt>
                <c:pt idx="13323">
                  <c:v>0</c:v>
                </c:pt>
                <c:pt idx="13324">
                  <c:v>1.3234594582870605E-5</c:v>
                </c:pt>
                <c:pt idx="13325">
                  <c:v>2.0639037744122422E-6</c:v>
                </c:pt>
                <c:pt idx="13326">
                  <c:v>8.6852894836173893E-6</c:v>
                </c:pt>
                <c:pt idx="13327">
                  <c:v>1.1092764621138945E-7</c:v>
                </c:pt>
                <c:pt idx="13328">
                  <c:v>4.1782386108794013E-5</c:v>
                </c:pt>
                <c:pt idx="13329">
                  <c:v>6.505938421450929E-7</c:v>
                </c:pt>
                <c:pt idx="13330">
                  <c:v>2.5192702799189058E-7</c:v>
                </c:pt>
                <c:pt idx="13331">
                  <c:v>3.5176113965628786E-4</c:v>
                </c:pt>
                <c:pt idx="13332">
                  <c:v>3.8443099559641921E-5</c:v>
                </c:pt>
                <c:pt idx="13333">
                  <c:v>2.2105088599630047E-7</c:v>
                </c:pt>
                <c:pt idx="13334">
                  <c:v>2.9454739570894509E-5</c:v>
                </c:pt>
                <c:pt idx="13335">
                  <c:v>8.2416701055066567E-6</c:v>
                </c:pt>
                <c:pt idx="13336">
                  <c:v>2.8065017804926536E-5</c:v>
                </c:pt>
                <c:pt idx="13337">
                  <c:v>5.4585366953430173E-5</c:v>
                </c:pt>
                <c:pt idx="13338">
                  <c:v>2.1927483961880194E-4</c:v>
                </c:pt>
                <c:pt idx="13339">
                  <c:v>3.5409600386704571E-5</c:v>
                </c:pt>
                <c:pt idx="13340">
                  <c:v>1.096355521012628E-4</c:v>
                </c:pt>
                <c:pt idx="13341">
                  <c:v>8.7031644509699395E-6</c:v>
                </c:pt>
                <c:pt idx="13342">
                  <c:v>2.4046420926488848E-5</c:v>
                </c:pt>
                <c:pt idx="13343">
                  <c:v>1.0797236694674395E-4</c:v>
                </c:pt>
                <c:pt idx="13344">
                  <c:v>2.8143124983105338E-5</c:v>
                </c:pt>
                <c:pt idx="13345">
                  <c:v>6.2962252917875091E-5</c:v>
                </c:pt>
                <c:pt idx="13346">
                  <c:v>2.3786241958836151E-5</c:v>
                </c:pt>
                <c:pt idx="13347">
                  <c:v>1.7683386056628616E-6</c:v>
                </c:pt>
                <c:pt idx="13348">
                  <c:v>1.1991654094055579E-5</c:v>
                </c:pt>
                <c:pt idx="13349">
                  <c:v>4.0717320235905634E-5</c:v>
                </c:pt>
                <c:pt idx="13350">
                  <c:v>9.9292889833517227E-7</c:v>
                </c:pt>
                <c:pt idx="13351">
                  <c:v>1.8983958029086657E-6</c:v>
                </c:pt>
                <c:pt idx="13352">
                  <c:v>1.184374106042917E-6</c:v>
                </c:pt>
                <c:pt idx="13353">
                  <c:v>2.5180227608872789E-5</c:v>
                </c:pt>
                <c:pt idx="13354">
                  <c:v>4.8184844545711911E-4</c:v>
                </c:pt>
                <c:pt idx="13355">
                  <c:v>1.8767290260266938E-5</c:v>
                </c:pt>
                <c:pt idx="13356">
                  <c:v>7.6111375463224304E-5</c:v>
                </c:pt>
                <c:pt idx="13357">
                  <c:v>4.8563470980579446E-6</c:v>
                </c:pt>
                <c:pt idx="13358">
                  <c:v>2.3075637531332158E-7</c:v>
                </c:pt>
                <c:pt idx="13359">
                  <c:v>3.07314591859374E-4</c:v>
                </c:pt>
                <c:pt idx="13360">
                  <c:v>1.706816050490515E-5</c:v>
                </c:pt>
                <c:pt idx="13361">
                  <c:v>1.5375098406610058E-5</c:v>
                </c:pt>
                <c:pt idx="13362">
                  <c:v>3.1769573486248263E-5</c:v>
                </c:pt>
                <c:pt idx="13363">
                  <c:v>2.6384577490170057E-5</c:v>
                </c:pt>
                <c:pt idx="13364">
                  <c:v>1.5263182201455227E-5</c:v>
                </c:pt>
                <c:pt idx="13365">
                  <c:v>5.7149300018195432E-5</c:v>
                </c:pt>
                <c:pt idx="13366">
                  <c:v>3.0711028554767869E-5</c:v>
                </c:pt>
                <c:pt idx="13367">
                  <c:v>7.920037378494651E-7</c:v>
                </c:pt>
                <c:pt idx="13368">
                  <c:v>6.0036261535947019E-5</c:v>
                </c:pt>
                <c:pt idx="13369">
                  <c:v>2.2038853801455935E-5</c:v>
                </c:pt>
                <c:pt idx="13370">
                  <c:v>0</c:v>
                </c:pt>
                <c:pt idx="13371">
                  <c:v>1.9277407092233267E-5</c:v>
                </c:pt>
                <c:pt idx="13372">
                  <c:v>1.7826991742639253E-5</c:v>
                </c:pt>
                <c:pt idx="13373">
                  <c:v>1.680844310678887E-5</c:v>
                </c:pt>
                <c:pt idx="13374">
                  <c:v>5.1278356935839879E-5</c:v>
                </c:pt>
                <c:pt idx="13375">
                  <c:v>1.0920054769730977E-5</c:v>
                </c:pt>
                <c:pt idx="13376">
                  <c:v>1.823612163643042E-5</c:v>
                </c:pt>
                <c:pt idx="13377">
                  <c:v>6.8216152666852422E-6</c:v>
                </c:pt>
                <c:pt idx="13378">
                  <c:v>1.6181914835600496E-5</c:v>
                </c:pt>
                <c:pt idx="13379">
                  <c:v>1.9373581796415911E-4</c:v>
                </c:pt>
                <c:pt idx="13380">
                  <c:v>2.9342357534035623E-5</c:v>
                </c:pt>
                <c:pt idx="13381">
                  <c:v>3.6631341890278148E-5</c:v>
                </c:pt>
                <c:pt idx="13382">
                  <c:v>8.4051254139063362E-6</c:v>
                </c:pt>
                <c:pt idx="13383">
                  <c:v>1.7332092241500472E-5</c:v>
                </c:pt>
                <c:pt idx="13384">
                  <c:v>1.2093222049336865E-5</c:v>
                </c:pt>
                <c:pt idx="13385">
                  <c:v>1.7223195222273232E-4</c:v>
                </c:pt>
                <c:pt idx="13386">
                  <c:v>0</c:v>
                </c:pt>
                <c:pt idx="13387">
                  <c:v>0</c:v>
                </c:pt>
                <c:pt idx="13388">
                  <c:v>4.5283430027802518E-5</c:v>
                </c:pt>
                <c:pt idx="13389">
                  <c:v>3.3660286883863744E-6</c:v>
                </c:pt>
                <c:pt idx="13390">
                  <c:v>9.5683369528918273E-5</c:v>
                </c:pt>
                <c:pt idx="13391">
                  <c:v>1.908713107599067E-5</c:v>
                </c:pt>
                <c:pt idx="13392">
                  <c:v>3.6570230269444601E-6</c:v>
                </c:pt>
                <c:pt idx="13393">
                  <c:v>1.3210112732609203E-6</c:v>
                </c:pt>
                <c:pt idx="13394">
                  <c:v>4.79429989527407E-5</c:v>
                </c:pt>
                <c:pt idx="13395">
                  <c:v>0</c:v>
                </c:pt>
                <c:pt idx="13396">
                  <c:v>2.8102529743052147E-4</c:v>
                </c:pt>
                <c:pt idx="13397">
                  <c:v>0</c:v>
                </c:pt>
                <c:pt idx="13398">
                  <c:v>1.3016773640053874E-6</c:v>
                </c:pt>
                <c:pt idx="13399">
                  <c:v>1.8444423267187075E-6</c:v>
                </c:pt>
                <c:pt idx="13400">
                  <c:v>2.7746200286499816E-5</c:v>
                </c:pt>
                <c:pt idx="13401">
                  <c:v>7.4056523428126536E-5</c:v>
                </c:pt>
                <c:pt idx="13402">
                  <c:v>1.6477332579904749E-5</c:v>
                </c:pt>
                <c:pt idx="13403">
                  <c:v>2.073183068230401E-4</c:v>
                </c:pt>
                <c:pt idx="13404">
                  <c:v>2.0662205402760789E-5</c:v>
                </c:pt>
                <c:pt idx="13405">
                  <c:v>1.0569439242837398E-5</c:v>
                </c:pt>
                <c:pt idx="13406">
                  <c:v>6.0588805140821791E-6</c:v>
                </c:pt>
                <c:pt idx="13407">
                  <c:v>4.3385728936916848E-5</c:v>
                </c:pt>
                <c:pt idx="13408">
                  <c:v>1.4620732723646552E-4</c:v>
                </c:pt>
                <c:pt idx="13409">
                  <c:v>2.6800114467006594E-5</c:v>
                </c:pt>
                <c:pt idx="13410">
                  <c:v>1.1114735723785277E-5</c:v>
                </c:pt>
                <c:pt idx="13411">
                  <c:v>1.4929802199450643E-5</c:v>
                </c:pt>
                <c:pt idx="13412">
                  <c:v>4.9208581832778253E-5</c:v>
                </c:pt>
                <c:pt idx="13413">
                  <c:v>1.966831309397314E-5</c:v>
                </c:pt>
                <c:pt idx="13414">
                  <c:v>3.0219667545106906E-5</c:v>
                </c:pt>
                <c:pt idx="13415">
                  <c:v>1.0792326550383501E-5</c:v>
                </c:pt>
                <c:pt idx="13416">
                  <c:v>1.8965767435949989E-5</c:v>
                </c:pt>
                <c:pt idx="13417">
                  <c:v>0</c:v>
                </c:pt>
                <c:pt idx="13418">
                  <c:v>4.4109632889254514E-5</c:v>
                </c:pt>
                <c:pt idx="13419">
                  <c:v>0</c:v>
                </c:pt>
                <c:pt idx="13420">
                  <c:v>3.7635535095861502E-5</c:v>
                </c:pt>
                <c:pt idx="13421">
                  <c:v>2.4774903898641395E-5</c:v>
                </c:pt>
                <c:pt idx="13422">
                  <c:v>7.9556949381634646E-6</c:v>
                </c:pt>
                <c:pt idx="13423">
                  <c:v>1.5153587211214965E-5</c:v>
                </c:pt>
                <c:pt idx="13424">
                  <c:v>0</c:v>
                </c:pt>
                <c:pt idx="13425">
                  <c:v>4.2147625591493735E-6</c:v>
                </c:pt>
                <c:pt idx="13426">
                  <c:v>1.7931127752288134E-6</c:v>
                </c:pt>
                <c:pt idx="13427">
                  <c:v>0</c:v>
                </c:pt>
                <c:pt idx="13428">
                  <c:v>2.3843227323438412E-5</c:v>
                </c:pt>
                <c:pt idx="13429">
                  <c:v>0</c:v>
                </c:pt>
                <c:pt idx="13430">
                  <c:v>1.3632789435997258E-7</c:v>
                </c:pt>
                <c:pt idx="13431">
                  <c:v>1.2291498862455556E-6</c:v>
                </c:pt>
                <c:pt idx="13432">
                  <c:v>3.6902792020459255E-4</c:v>
                </c:pt>
                <c:pt idx="13433">
                  <c:v>0</c:v>
                </c:pt>
                <c:pt idx="13434">
                  <c:v>0</c:v>
                </c:pt>
                <c:pt idx="13435">
                  <c:v>7.3423783020409774E-5</c:v>
                </c:pt>
                <c:pt idx="13436">
                  <c:v>2.4703108669905089E-5</c:v>
                </c:pt>
                <c:pt idx="13437">
                  <c:v>2.7305041544335558E-5</c:v>
                </c:pt>
                <c:pt idx="13438">
                  <c:v>2.524339324169184E-5</c:v>
                </c:pt>
                <c:pt idx="13439">
                  <c:v>4.5283630109547095E-6</c:v>
                </c:pt>
                <c:pt idx="13440">
                  <c:v>9.5991276454307031E-6</c:v>
                </c:pt>
                <c:pt idx="13441">
                  <c:v>2.4137539130911815E-6</c:v>
                </c:pt>
                <c:pt idx="13442">
                  <c:v>1.790381724682444E-4</c:v>
                </c:pt>
                <c:pt idx="13443">
                  <c:v>3.8176397647043286E-5</c:v>
                </c:pt>
                <c:pt idx="13444">
                  <c:v>2.2851020079977562E-5</c:v>
                </c:pt>
                <c:pt idx="13445">
                  <c:v>1.364355118641463E-5</c:v>
                </c:pt>
                <c:pt idx="13446">
                  <c:v>2.5162130679268412E-5</c:v>
                </c:pt>
                <c:pt idx="13447">
                  <c:v>3.1141062495975319E-4</c:v>
                </c:pt>
                <c:pt idx="13448">
                  <c:v>3.12967233617665E-7</c:v>
                </c:pt>
                <c:pt idx="13449">
                  <c:v>3.742241345276826E-5</c:v>
                </c:pt>
                <c:pt idx="13450">
                  <c:v>6.1554860387536811E-5</c:v>
                </c:pt>
                <c:pt idx="13451">
                  <c:v>0</c:v>
                </c:pt>
                <c:pt idx="13452">
                  <c:v>2.4610565703965026E-5</c:v>
                </c:pt>
                <c:pt idx="13453">
                  <c:v>8.0719619649732496E-5</c:v>
                </c:pt>
                <c:pt idx="13454">
                  <c:v>1.4610831673307923E-6</c:v>
                </c:pt>
                <c:pt idx="13455">
                  <c:v>5.4575054366507014E-6</c:v>
                </c:pt>
                <c:pt idx="13456">
                  <c:v>1.8763817733174326E-5</c:v>
                </c:pt>
                <c:pt idx="13457">
                  <c:v>0</c:v>
                </c:pt>
                <c:pt idx="13458">
                  <c:v>8.5081917918398786E-6</c:v>
                </c:pt>
                <c:pt idx="13459">
                  <c:v>1.1511882125754004E-6</c:v>
                </c:pt>
                <c:pt idx="13460">
                  <c:v>7.5492511097139222E-5</c:v>
                </c:pt>
                <c:pt idx="13461">
                  <c:v>2.6216250513170996E-7</c:v>
                </c:pt>
                <c:pt idx="13462">
                  <c:v>4.847555776327246E-4</c:v>
                </c:pt>
                <c:pt idx="13463">
                  <c:v>2.6457198223102619E-5</c:v>
                </c:pt>
                <c:pt idx="13464">
                  <c:v>1.3577778388584566E-3</c:v>
                </c:pt>
                <c:pt idx="13465">
                  <c:v>6.9381381133141058E-5</c:v>
                </c:pt>
                <c:pt idx="13466">
                  <c:v>1.745310991685583E-6</c:v>
                </c:pt>
                <c:pt idx="13467">
                  <c:v>3.4528974374650536E-6</c:v>
                </c:pt>
                <c:pt idx="13468">
                  <c:v>6.5524887207844536E-5</c:v>
                </c:pt>
                <c:pt idx="13469">
                  <c:v>1.1473124740805879E-4</c:v>
                </c:pt>
                <c:pt idx="13470">
                  <c:v>4.8227077777260141E-5</c:v>
                </c:pt>
                <c:pt idx="13471">
                  <c:v>1.8587144398115054E-5</c:v>
                </c:pt>
                <c:pt idx="13472">
                  <c:v>0</c:v>
                </c:pt>
                <c:pt idx="13473">
                  <c:v>2.44846698869862E-4</c:v>
                </c:pt>
                <c:pt idx="13474">
                  <c:v>0</c:v>
                </c:pt>
                <c:pt idx="13475">
                  <c:v>1.320457729573349E-6</c:v>
                </c:pt>
                <c:pt idx="13476">
                  <c:v>1.3750419350284932E-5</c:v>
                </c:pt>
                <c:pt idx="13477">
                  <c:v>2.6108234609054326E-5</c:v>
                </c:pt>
                <c:pt idx="13478">
                  <c:v>2.4466044629375115E-5</c:v>
                </c:pt>
                <c:pt idx="13479">
                  <c:v>6.6694607637085758E-7</c:v>
                </c:pt>
                <c:pt idx="13480">
                  <c:v>1.7175946366066961E-5</c:v>
                </c:pt>
                <c:pt idx="13481">
                  <c:v>6.7976413913161015E-6</c:v>
                </c:pt>
                <c:pt idx="13482">
                  <c:v>1.8651995800430723E-5</c:v>
                </c:pt>
                <c:pt idx="13483">
                  <c:v>2.0452419406906364E-5</c:v>
                </c:pt>
                <c:pt idx="13484">
                  <c:v>2.9661776097951251E-5</c:v>
                </c:pt>
                <c:pt idx="13485">
                  <c:v>1.7343772425356387E-5</c:v>
                </c:pt>
                <c:pt idx="13486">
                  <c:v>1.9102975473833076E-4</c:v>
                </c:pt>
                <c:pt idx="13487">
                  <c:v>5.389751078921989E-5</c:v>
                </c:pt>
                <c:pt idx="13488">
                  <c:v>6.9265895712582106E-6</c:v>
                </c:pt>
                <c:pt idx="13489">
                  <c:v>2.6476922110602991E-5</c:v>
                </c:pt>
                <c:pt idx="13490">
                  <c:v>2.2202000497747397E-5</c:v>
                </c:pt>
                <c:pt idx="13491">
                  <c:v>5.7201468581587916E-6</c:v>
                </c:pt>
                <c:pt idx="13492">
                  <c:v>1.9928016879967468E-4</c:v>
                </c:pt>
                <c:pt idx="13493">
                  <c:v>1.0053220729845011E-4</c:v>
                </c:pt>
                <c:pt idx="13494">
                  <c:v>1.8850904747332928E-5</c:v>
                </c:pt>
                <c:pt idx="13495">
                  <c:v>3.2908837564400095E-6</c:v>
                </c:pt>
                <c:pt idx="13496">
                  <c:v>5.1231793577965783E-7</c:v>
                </c:pt>
                <c:pt idx="13497">
                  <c:v>0</c:v>
                </c:pt>
                <c:pt idx="13498">
                  <c:v>1.0031969518487092E-5</c:v>
                </c:pt>
                <c:pt idx="13499">
                  <c:v>2.4415450292597702E-6</c:v>
                </c:pt>
                <c:pt idx="13500">
                  <c:v>5.1448623875792076E-6</c:v>
                </c:pt>
                <c:pt idx="13501">
                  <c:v>3.1799114498920197E-5</c:v>
                </c:pt>
                <c:pt idx="13502">
                  <c:v>0</c:v>
                </c:pt>
                <c:pt idx="13503">
                  <c:v>0</c:v>
                </c:pt>
                <c:pt idx="13504">
                  <c:v>3.3121841114895167E-6</c:v>
                </c:pt>
                <c:pt idx="13505">
                  <c:v>4.1106795975291943E-7</c:v>
                </c:pt>
                <c:pt idx="13506">
                  <c:v>5.4550674980117955E-8</c:v>
                </c:pt>
                <c:pt idx="13507">
                  <c:v>1.2126636695172293E-4</c:v>
                </c:pt>
                <c:pt idx="13508">
                  <c:v>3.1539884463325703E-5</c:v>
                </c:pt>
                <c:pt idx="13509">
                  <c:v>1.3187423137034706E-6</c:v>
                </c:pt>
                <c:pt idx="13510">
                  <c:v>1.568497825707296E-4</c:v>
                </c:pt>
                <c:pt idx="13511">
                  <c:v>2.5741666352914575E-5</c:v>
                </c:pt>
                <c:pt idx="13512">
                  <c:v>2.9651291950477287E-5</c:v>
                </c:pt>
                <c:pt idx="13513">
                  <c:v>1.9984196490648612E-5</c:v>
                </c:pt>
                <c:pt idx="13514">
                  <c:v>3.54645369750145E-5</c:v>
                </c:pt>
                <c:pt idx="13515">
                  <c:v>8.0616608305968809E-7</c:v>
                </c:pt>
                <c:pt idx="13516">
                  <c:v>1.6963376107482788E-5</c:v>
                </c:pt>
                <c:pt idx="13517">
                  <c:v>2.3053842716316889E-5</c:v>
                </c:pt>
                <c:pt idx="13518">
                  <c:v>3.4517288780477492E-5</c:v>
                </c:pt>
                <c:pt idx="13519">
                  <c:v>9.3037067452230007E-6</c:v>
                </c:pt>
                <c:pt idx="13520">
                  <c:v>1.9450847781267068E-5</c:v>
                </c:pt>
                <c:pt idx="13521">
                  <c:v>4.4162809412413897E-6</c:v>
                </c:pt>
                <c:pt idx="13522">
                  <c:v>1.1446741706931532E-5</c:v>
                </c:pt>
                <c:pt idx="13523">
                  <c:v>0</c:v>
                </c:pt>
                <c:pt idx="13524">
                  <c:v>7.2401265640050023E-5</c:v>
                </c:pt>
                <c:pt idx="13525">
                  <c:v>4.1063248760427916E-5</c:v>
                </c:pt>
              </c:numCache>
            </c:numRef>
          </c:yVal>
        </c:ser>
        <c:dLbls/>
        <c:axId val="65750528"/>
        <c:axId val="65752448"/>
      </c:scatterChart>
      <c:valAx>
        <c:axId val="65750528"/>
        <c:scaling>
          <c:logBase val="10"/>
          <c:orientation val="minMax"/>
        </c:scaling>
        <c:axPos val="b"/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err="1"/>
                  <a:t>D.Mel</a:t>
                </a:r>
                <a:r>
                  <a:rPr lang="en-US" dirty="0"/>
                  <a:t>. </a:t>
                </a:r>
              </a:p>
            </c:rich>
          </c:tx>
          <c:layout/>
        </c:title>
        <c:numFmt formatCode="General" sourceLinked="1"/>
        <c:majorTickMark val="none"/>
        <c:tickLblPos val="high"/>
        <c:crossAx val="65752448"/>
        <c:crossesAt val="1"/>
        <c:crossBetween val="midCat"/>
        <c:majorUnit val="100"/>
      </c:valAx>
      <c:valAx>
        <c:axId val="65752448"/>
        <c:scaling>
          <c:logBase val="10"/>
          <c:orientation val="minMax"/>
        </c:scaling>
        <c:axPos val="l"/>
        <c:majorGridlines/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err="1" smtClean="0"/>
                  <a:t>D.Mel</a:t>
                </a:r>
                <a:r>
                  <a:rPr lang="en-US" dirty="0" smtClean="0"/>
                  <a:t>. In Parental Pool</a:t>
                </a:r>
                <a:endParaRPr lang="en-US" dirty="0"/>
              </a:p>
            </c:rich>
          </c:tx>
          <c:layout/>
        </c:title>
        <c:numFmt formatCode="General" sourceLinked="1"/>
        <c:majorTickMark val="none"/>
        <c:tickLblPos val="high"/>
        <c:crossAx val="65750528"/>
        <c:crossesAt val="1"/>
        <c:crossBetween val="midCat"/>
        <c:majorUnit val="100"/>
      </c:valAx>
      <c:spPr>
        <a:ln>
          <a:solidFill>
            <a:schemeClr val="tx1"/>
          </a:solidFill>
        </a:ln>
      </c:spPr>
    </c:plotArea>
    <c:plotVisOnly val="1"/>
    <c:dispBlanksAs val="gap"/>
  </c:chart>
  <c:externalData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ser>
          <c:idx val="0"/>
          <c:order val="0"/>
          <c:tx>
            <c:strRef>
              <c:f>Sheet1!$E$1</c:f>
              <c:strCache>
                <c:ptCount val="1"/>
                <c:pt idx="0">
                  <c:v>secPool</c:v>
                </c:pt>
              </c:strCache>
            </c:strRef>
          </c:tx>
          <c:spPr>
            <a:ln w="28575">
              <a:noFill/>
            </a:ln>
          </c:spPr>
          <c:trendline>
            <c:spPr>
              <a:ln>
                <a:solidFill>
                  <a:sysClr val="windowText" lastClr="000000">
                    <a:alpha val="0"/>
                  </a:sysClr>
                </a:solidFill>
              </a:ln>
            </c:spPr>
            <c:trendlineType val="linear"/>
            <c:dispRSqr val="1"/>
            <c:trendlineLbl>
              <c:layout>
                <c:manualLayout>
                  <c:x val="-1.2834812138968886E-2"/>
                  <c:y val="-6.2039205493473373E-2"/>
                </c:manualLayout>
              </c:layout>
              <c:numFmt formatCode="General" sourceLinked="0"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</c:trendlineLbl>
          </c:trendline>
          <c:xVal>
            <c:numRef>
              <c:f>Sheet1!$D$2:$D$13530</c:f>
              <c:numCache>
                <c:formatCode>General</c:formatCode>
                <c:ptCount val="13529"/>
                <c:pt idx="0">
                  <c:v>1.5766753235385673E-5</c:v>
                </c:pt>
                <c:pt idx="1">
                  <c:v>3.348145381375524E-6</c:v>
                </c:pt>
                <c:pt idx="2">
                  <c:v>4.7734327275673847E-6</c:v>
                </c:pt>
                <c:pt idx="3">
                  <c:v>1.085453898626969E-5</c:v>
                </c:pt>
                <c:pt idx="4">
                  <c:v>2.5633101218190083E-6</c:v>
                </c:pt>
                <c:pt idx="5">
                  <c:v>2.0046376745030959E-5</c:v>
                </c:pt>
                <c:pt idx="6">
                  <c:v>6.8335936522584948E-5</c:v>
                </c:pt>
                <c:pt idx="7">
                  <c:v>5.2486145596913823E-5</c:v>
                </c:pt>
                <c:pt idx="8">
                  <c:v>3.9639190434760698E-6</c:v>
                </c:pt>
                <c:pt idx="9">
                  <c:v>6.2253327917279291E-7</c:v>
                </c:pt>
                <c:pt idx="10">
                  <c:v>2.1783991637528113E-7</c:v>
                </c:pt>
                <c:pt idx="11">
                  <c:v>1.2087649937441077E-5</c:v>
                </c:pt>
                <c:pt idx="12">
                  <c:v>2.8011224174243475E-6</c:v>
                </c:pt>
                <c:pt idx="13">
                  <c:v>7.7314836425848444E-7</c:v>
                </c:pt>
                <c:pt idx="14">
                  <c:v>9.0291984595760242E-6</c:v>
                </c:pt>
                <c:pt idx="15">
                  <c:v>9.9882899427222157E-6</c:v>
                </c:pt>
                <c:pt idx="16">
                  <c:v>4.675360022938695E-5</c:v>
                </c:pt>
                <c:pt idx="17">
                  <c:v>0</c:v>
                </c:pt>
                <c:pt idx="18">
                  <c:v>1.1380800099785987E-4</c:v>
                </c:pt>
                <c:pt idx="19">
                  <c:v>3.8605727300318486E-7</c:v>
                </c:pt>
                <c:pt idx="20">
                  <c:v>5.9039741918388136E-5</c:v>
                </c:pt>
                <c:pt idx="21">
                  <c:v>1.0490738018601054E-5</c:v>
                </c:pt>
                <c:pt idx="22">
                  <c:v>2.3107412237670835E-6</c:v>
                </c:pt>
                <c:pt idx="23">
                  <c:v>2.2197636977936197E-6</c:v>
                </c:pt>
                <c:pt idx="24">
                  <c:v>2.6737094950130994E-5</c:v>
                </c:pt>
                <c:pt idx="25">
                  <c:v>1.2991700204356353E-5</c:v>
                </c:pt>
                <c:pt idx="26">
                  <c:v>1.1107169057205296E-4</c:v>
                </c:pt>
                <c:pt idx="27">
                  <c:v>5.7259023639440249E-6</c:v>
                </c:pt>
                <c:pt idx="28">
                  <c:v>0</c:v>
                </c:pt>
                <c:pt idx="29">
                  <c:v>1.4420126546652081E-5</c:v>
                </c:pt>
                <c:pt idx="30">
                  <c:v>1.3868603518577493E-5</c:v>
                </c:pt>
                <c:pt idx="31">
                  <c:v>7.7587009464209723E-4</c:v>
                </c:pt>
                <c:pt idx="32">
                  <c:v>1.3145904368114285E-5</c:v>
                </c:pt>
                <c:pt idx="33">
                  <c:v>4.2597314905858704E-6</c:v>
                </c:pt>
                <c:pt idx="34">
                  <c:v>4.3792811723995866E-6</c:v>
                </c:pt>
                <c:pt idx="35">
                  <c:v>2.6901961053865856E-7</c:v>
                </c:pt>
                <c:pt idx="36">
                  <c:v>1.0761500661191029E-5</c:v>
                </c:pt>
                <c:pt idx="37">
                  <c:v>1.5836501836178406E-5</c:v>
                </c:pt>
                <c:pt idx="38">
                  <c:v>2.7024009110222848E-6</c:v>
                </c:pt>
                <c:pt idx="39">
                  <c:v>3.1097983435193148E-5</c:v>
                </c:pt>
                <c:pt idx="40">
                  <c:v>1.9603450909516762E-6</c:v>
                </c:pt>
                <c:pt idx="41">
                  <c:v>1.1348651331774074E-5</c:v>
                </c:pt>
                <c:pt idx="42">
                  <c:v>2.2992148170326261E-7</c:v>
                </c:pt>
                <c:pt idx="43">
                  <c:v>1.8093194486765198E-7</c:v>
                </c:pt>
                <c:pt idx="44">
                  <c:v>0</c:v>
                </c:pt>
                <c:pt idx="45">
                  <c:v>8.335633642380279E-6</c:v>
                </c:pt>
                <c:pt idx="46">
                  <c:v>1.8697433215932813E-5</c:v>
                </c:pt>
                <c:pt idx="47">
                  <c:v>2.8212255004090652E-5</c:v>
                </c:pt>
                <c:pt idx="48">
                  <c:v>4.2003955533160822E-3</c:v>
                </c:pt>
                <c:pt idx="49">
                  <c:v>2.2806036786555096E-5</c:v>
                </c:pt>
                <c:pt idx="50">
                  <c:v>1.0559089990447592E-7</c:v>
                </c:pt>
                <c:pt idx="51">
                  <c:v>6.8404120834261153E-5</c:v>
                </c:pt>
                <c:pt idx="52">
                  <c:v>1.8860484111036793E-5</c:v>
                </c:pt>
                <c:pt idx="53">
                  <c:v>9.4167417570475276E-5</c:v>
                </c:pt>
                <c:pt idx="54">
                  <c:v>8.1435561787814858E-5</c:v>
                </c:pt>
                <c:pt idx="55">
                  <c:v>2.0728043801327086E-5</c:v>
                </c:pt>
                <c:pt idx="56">
                  <c:v>1.1033077700869931E-5</c:v>
                </c:pt>
                <c:pt idx="57">
                  <c:v>0</c:v>
                </c:pt>
                <c:pt idx="58">
                  <c:v>3.6707137030054126E-5</c:v>
                </c:pt>
                <c:pt idx="59">
                  <c:v>2.417853105641005E-5</c:v>
                </c:pt>
                <c:pt idx="60">
                  <c:v>3.0505082395690202E-5</c:v>
                </c:pt>
                <c:pt idx="61">
                  <c:v>2.3967103684087082E-5</c:v>
                </c:pt>
                <c:pt idx="62">
                  <c:v>1.0055619456141011E-5</c:v>
                </c:pt>
                <c:pt idx="63">
                  <c:v>3.8544402707688752E-5</c:v>
                </c:pt>
                <c:pt idx="64">
                  <c:v>0</c:v>
                </c:pt>
                <c:pt idx="65">
                  <c:v>5.3093469049702725E-5</c:v>
                </c:pt>
                <c:pt idx="66">
                  <c:v>2.8414900867088459E-6</c:v>
                </c:pt>
                <c:pt idx="67">
                  <c:v>4.2502835418962553E-7</c:v>
                </c:pt>
                <c:pt idx="68">
                  <c:v>0</c:v>
                </c:pt>
                <c:pt idx="69">
                  <c:v>1.6890849842445471E-6</c:v>
                </c:pt>
                <c:pt idx="70">
                  <c:v>1.1430433462683143E-4</c:v>
                </c:pt>
                <c:pt idx="71">
                  <c:v>4.0807003187510901E-5</c:v>
                </c:pt>
                <c:pt idx="72">
                  <c:v>1.3836664826618493E-5</c:v>
                </c:pt>
                <c:pt idx="73">
                  <c:v>0</c:v>
                </c:pt>
                <c:pt idx="74">
                  <c:v>2.5790366036834047E-7</c:v>
                </c:pt>
                <c:pt idx="75">
                  <c:v>4.1216093460603758E-5</c:v>
                </c:pt>
                <c:pt idx="76">
                  <c:v>0</c:v>
                </c:pt>
                <c:pt idx="77">
                  <c:v>1.9468176137811629E-5</c:v>
                </c:pt>
                <c:pt idx="78">
                  <c:v>2.2075382499419659E-4</c:v>
                </c:pt>
                <c:pt idx="79">
                  <c:v>2.811972910381969E-5</c:v>
                </c:pt>
                <c:pt idx="80">
                  <c:v>3.0052190694002574E-6</c:v>
                </c:pt>
                <c:pt idx="81">
                  <c:v>2.9622366217173481E-5</c:v>
                </c:pt>
                <c:pt idx="82">
                  <c:v>4.966533321719357E-6</c:v>
                </c:pt>
                <c:pt idx="83">
                  <c:v>1.2355518575721904E-5</c:v>
                </c:pt>
                <c:pt idx="84">
                  <c:v>0</c:v>
                </c:pt>
                <c:pt idx="85">
                  <c:v>6.2595960559802549E-5</c:v>
                </c:pt>
                <c:pt idx="86">
                  <c:v>8.1178036125974704E-6</c:v>
                </c:pt>
                <c:pt idx="87">
                  <c:v>5.5659076808107445E-5</c:v>
                </c:pt>
                <c:pt idx="88">
                  <c:v>3.7803943050293249E-5</c:v>
                </c:pt>
                <c:pt idx="89">
                  <c:v>2.4924170887810252E-4</c:v>
                </c:pt>
                <c:pt idx="90">
                  <c:v>5.5346457212334848E-5</c:v>
                </c:pt>
                <c:pt idx="91">
                  <c:v>1.6404570884294113E-5</c:v>
                </c:pt>
                <c:pt idx="92">
                  <c:v>4.4994652857254406E-6</c:v>
                </c:pt>
                <c:pt idx="93">
                  <c:v>1.6116505774893729E-7</c:v>
                </c:pt>
                <c:pt idx="94">
                  <c:v>2.0502998216234292E-5</c:v>
                </c:pt>
                <c:pt idx="95">
                  <c:v>2.7726503277327445E-5</c:v>
                </c:pt>
                <c:pt idx="96">
                  <c:v>1.3302932700961909E-5</c:v>
                </c:pt>
                <c:pt idx="97">
                  <c:v>1.9757189781057677E-6</c:v>
                </c:pt>
                <c:pt idx="98">
                  <c:v>1.8107561481962712E-4</c:v>
                </c:pt>
                <c:pt idx="99">
                  <c:v>7.8594826495564913E-6</c:v>
                </c:pt>
                <c:pt idx="100">
                  <c:v>1.1974363763192087E-5</c:v>
                </c:pt>
                <c:pt idx="101">
                  <c:v>3.9627643611209277E-6</c:v>
                </c:pt>
                <c:pt idx="102">
                  <c:v>2.1417252471954181E-6</c:v>
                </c:pt>
                <c:pt idx="103">
                  <c:v>4.7322076731212227E-6</c:v>
                </c:pt>
                <c:pt idx="104">
                  <c:v>0</c:v>
                </c:pt>
                <c:pt idx="105">
                  <c:v>1.5686732287563153E-5</c:v>
                </c:pt>
                <c:pt idx="106">
                  <c:v>2.4767277257005825E-7</c:v>
                </c:pt>
                <c:pt idx="107">
                  <c:v>5.8452923331067943E-7</c:v>
                </c:pt>
                <c:pt idx="108">
                  <c:v>1.6541318602874067E-5</c:v>
                </c:pt>
                <c:pt idx="109">
                  <c:v>0</c:v>
                </c:pt>
                <c:pt idx="110">
                  <c:v>5.1710272686695147E-6</c:v>
                </c:pt>
                <c:pt idx="111">
                  <c:v>1.229299219126362E-5</c:v>
                </c:pt>
                <c:pt idx="112">
                  <c:v>6.5632298691880133E-5</c:v>
                </c:pt>
                <c:pt idx="113">
                  <c:v>3.0837004359426966E-6</c:v>
                </c:pt>
                <c:pt idx="114">
                  <c:v>5.6929854202018806E-6</c:v>
                </c:pt>
                <c:pt idx="115">
                  <c:v>1.3332246815550626E-4</c:v>
                </c:pt>
                <c:pt idx="116">
                  <c:v>9.4266065145837207E-7</c:v>
                </c:pt>
                <c:pt idx="117">
                  <c:v>2.9368402798670556E-6</c:v>
                </c:pt>
                <c:pt idx="118">
                  <c:v>4.6133406417221858E-5</c:v>
                </c:pt>
                <c:pt idx="119">
                  <c:v>0</c:v>
                </c:pt>
                <c:pt idx="120">
                  <c:v>1.6786348046162669E-5</c:v>
                </c:pt>
                <c:pt idx="121">
                  <c:v>2.2455664713018556E-4</c:v>
                </c:pt>
                <c:pt idx="122">
                  <c:v>1.6696447174856027E-5</c:v>
                </c:pt>
                <c:pt idx="123">
                  <c:v>2.2551595917389319E-5</c:v>
                </c:pt>
                <c:pt idx="124">
                  <c:v>5.5968179563919293E-5</c:v>
                </c:pt>
                <c:pt idx="125">
                  <c:v>1.3428587080046707E-4</c:v>
                </c:pt>
                <c:pt idx="126">
                  <c:v>1.4741136573097466E-7</c:v>
                </c:pt>
                <c:pt idx="127">
                  <c:v>0</c:v>
                </c:pt>
                <c:pt idx="128">
                  <c:v>1.6516765872755283E-5</c:v>
                </c:pt>
                <c:pt idx="129">
                  <c:v>4.7876349232804493E-5</c:v>
                </c:pt>
                <c:pt idx="130">
                  <c:v>1.4711723778992483E-5</c:v>
                </c:pt>
                <c:pt idx="131">
                  <c:v>0</c:v>
                </c:pt>
                <c:pt idx="132">
                  <c:v>1.3931154270992249E-5</c:v>
                </c:pt>
                <c:pt idx="133">
                  <c:v>2.2199105705473571E-5</c:v>
                </c:pt>
                <c:pt idx="134">
                  <c:v>0</c:v>
                </c:pt>
                <c:pt idx="135">
                  <c:v>3.7240714018457238E-6</c:v>
                </c:pt>
                <c:pt idx="136">
                  <c:v>8.6780855663856815E-6</c:v>
                </c:pt>
                <c:pt idx="137">
                  <c:v>1.3144779344206011E-6</c:v>
                </c:pt>
                <c:pt idx="138">
                  <c:v>2.4007426809120892E-5</c:v>
                </c:pt>
                <c:pt idx="139">
                  <c:v>2.2157021601745601E-5</c:v>
                </c:pt>
                <c:pt idx="140">
                  <c:v>4.3779705377506935E-5</c:v>
                </c:pt>
                <c:pt idx="141">
                  <c:v>3.3684827777364951E-7</c:v>
                </c:pt>
                <c:pt idx="142">
                  <c:v>3.7251407890178088E-5</c:v>
                </c:pt>
                <c:pt idx="143">
                  <c:v>8.9120497357740899E-7</c:v>
                </c:pt>
                <c:pt idx="144">
                  <c:v>7.6908690809578543E-5</c:v>
                </c:pt>
                <c:pt idx="145">
                  <c:v>6.4456282878833965E-6</c:v>
                </c:pt>
                <c:pt idx="146">
                  <c:v>1.103965639522694E-5</c:v>
                </c:pt>
                <c:pt idx="147">
                  <c:v>3.7223694484758154E-4</c:v>
                </c:pt>
                <c:pt idx="148">
                  <c:v>3.6388011432774637E-6</c:v>
                </c:pt>
                <c:pt idx="149">
                  <c:v>1.3465532296573885E-5</c:v>
                </c:pt>
                <c:pt idx="150">
                  <c:v>1.4391728147712847E-5</c:v>
                </c:pt>
                <c:pt idx="151">
                  <c:v>1.0927244718618483E-5</c:v>
                </c:pt>
                <c:pt idx="152">
                  <c:v>5.1670142931459509E-7</c:v>
                </c:pt>
                <c:pt idx="153">
                  <c:v>9.8764470363828072E-6</c:v>
                </c:pt>
                <c:pt idx="154">
                  <c:v>5.6704300684371422E-5</c:v>
                </c:pt>
                <c:pt idx="155">
                  <c:v>0</c:v>
                </c:pt>
                <c:pt idx="156">
                  <c:v>1.7598910984078893E-5</c:v>
                </c:pt>
                <c:pt idx="157">
                  <c:v>3.3762166870125851E-5</c:v>
                </c:pt>
                <c:pt idx="158">
                  <c:v>7.9051814036687924E-5</c:v>
                </c:pt>
                <c:pt idx="159">
                  <c:v>6.305285165724434E-5</c:v>
                </c:pt>
                <c:pt idx="160">
                  <c:v>1.1188436453503901E-5</c:v>
                </c:pt>
                <c:pt idx="161">
                  <c:v>1.0284472471530751E-5</c:v>
                </c:pt>
                <c:pt idx="162">
                  <c:v>3.9794190933601055E-5</c:v>
                </c:pt>
                <c:pt idx="163">
                  <c:v>8.9310946373046776E-6</c:v>
                </c:pt>
                <c:pt idx="164">
                  <c:v>7.7796194068533225E-6</c:v>
                </c:pt>
                <c:pt idx="165">
                  <c:v>3.6157426232826419E-6</c:v>
                </c:pt>
                <c:pt idx="166">
                  <c:v>4.8994177555676918E-6</c:v>
                </c:pt>
                <c:pt idx="167">
                  <c:v>1.6270199664814255E-5</c:v>
                </c:pt>
                <c:pt idx="168">
                  <c:v>5.7491281469725162E-4</c:v>
                </c:pt>
                <c:pt idx="169">
                  <c:v>2.3013427055329022E-5</c:v>
                </c:pt>
                <c:pt idx="170">
                  <c:v>1.0756074694471079E-5</c:v>
                </c:pt>
                <c:pt idx="171">
                  <c:v>1.7500834447448298E-5</c:v>
                </c:pt>
                <c:pt idx="172">
                  <c:v>2.4282340579196429E-5</c:v>
                </c:pt>
                <c:pt idx="173">
                  <c:v>2.6529177061874168E-5</c:v>
                </c:pt>
                <c:pt idx="174">
                  <c:v>1.2383213147017583E-5</c:v>
                </c:pt>
                <c:pt idx="175">
                  <c:v>1.107271759725692E-5</c:v>
                </c:pt>
                <c:pt idx="176">
                  <c:v>1.1151232797556865E-4</c:v>
                </c:pt>
                <c:pt idx="177">
                  <c:v>0</c:v>
                </c:pt>
                <c:pt idx="178">
                  <c:v>2.6792793041802772E-4</c:v>
                </c:pt>
                <c:pt idx="179">
                  <c:v>9.2383793727693326E-6</c:v>
                </c:pt>
                <c:pt idx="180">
                  <c:v>1.3671690358768976E-5</c:v>
                </c:pt>
                <c:pt idx="181">
                  <c:v>1.9678759570943501E-4</c:v>
                </c:pt>
                <c:pt idx="182">
                  <c:v>1.8700536834587319E-5</c:v>
                </c:pt>
                <c:pt idx="183">
                  <c:v>4.5951616569328233E-6</c:v>
                </c:pt>
                <c:pt idx="184">
                  <c:v>1.9747819734300136E-5</c:v>
                </c:pt>
                <c:pt idx="185">
                  <c:v>1.882380715879201E-5</c:v>
                </c:pt>
                <c:pt idx="186">
                  <c:v>4.3991889995051761E-6</c:v>
                </c:pt>
                <c:pt idx="187">
                  <c:v>2.7367841368991346E-6</c:v>
                </c:pt>
                <c:pt idx="188">
                  <c:v>5.6283161098221766E-6</c:v>
                </c:pt>
                <c:pt idx="189">
                  <c:v>7.7039764580877024E-7</c:v>
                </c:pt>
                <c:pt idx="190">
                  <c:v>3.3281604247278027E-6</c:v>
                </c:pt>
                <c:pt idx="191">
                  <c:v>1.7691647642722029E-6</c:v>
                </c:pt>
                <c:pt idx="192">
                  <c:v>9.1318744137246528E-5</c:v>
                </c:pt>
                <c:pt idx="193">
                  <c:v>3.6718404016279243E-5</c:v>
                </c:pt>
                <c:pt idx="194">
                  <c:v>1.5990570237797952E-6</c:v>
                </c:pt>
                <c:pt idx="195">
                  <c:v>2.5588631813227843E-6</c:v>
                </c:pt>
                <c:pt idx="196">
                  <c:v>0</c:v>
                </c:pt>
                <c:pt idx="197">
                  <c:v>1.269187917422577E-5</c:v>
                </c:pt>
                <c:pt idx="198">
                  <c:v>2.8318219919588405E-5</c:v>
                </c:pt>
                <c:pt idx="199">
                  <c:v>3.3980829326131392E-6</c:v>
                </c:pt>
                <c:pt idx="200">
                  <c:v>1.9587495699829264E-6</c:v>
                </c:pt>
                <c:pt idx="201">
                  <c:v>2.4226349671577617E-5</c:v>
                </c:pt>
                <c:pt idx="202">
                  <c:v>2.2408615375689265E-5</c:v>
                </c:pt>
                <c:pt idx="203">
                  <c:v>7.3794233862569931E-6</c:v>
                </c:pt>
                <c:pt idx="204">
                  <c:v>8.2326247056295012E-6</c:v>
                </c:pt>
                <c:pt idx="205">
                  <c:v>4.4762122351532206E-7</c:v>
                </c:pt>
                <c:pt idx="206">
                  <c:v>2.8831964569563905E-6</c:v>
                </c:pt>
                <c:pt idx="207">
                  <c:v>2.0560056652828617E-5</c:v>
                </c:pt>
                <c:pt idx="208">
                  <c:v>7.0839519610141056E-6</c:v>
                </c:pt>
                <c:pt idx="209">
                  <c:v>1.1604900730729169E-6</c:v>
                </c:pt>
                <c:pt idx="210">
                  <c:v>1.0326216475607307E-5</c:v>
                </c:pt>
                <c:pt idx="211">
                  <c:v>7.3090987696075345E-6</c:v>
                </c:pt>
                <c:pt idx="212">
                  <c:v>5.9682368982251012E-6</c:v>
                </c:pt>
                <c:pt idx="213">
                  <c:v>2.2984131981199417E-6</c:v>
                </c:pt>
                <c:pt idx="214">
                  <c:v>4.757464216178113E-5</c:v>
                </c:pt>
                <c:pt idx="215">
                  <c:v>4.1152388327705504E-6</c:v>
                </c:pt>
                <c:pt idx="216">
                  <c:v>1.5694990598798261E-4</c:v>
                </c:pt>
                <c:pt idx="217">
                  <c:v>4.2143947684897573E-6</c:v>
                </c:pt>
                <c:pt idx="218">
                  <c:v>6.3553768055712998E-7</c:v>
                </c:pt>
                <c:pt idx="219">
                  <c:v>3.2812872504261586E-5</c:v>
                </c:pt>
                <c:pt idx="220">
                  <c:v>8.2743199278613068E-6</c:v>
                </c:pt>
                <c:pt idx="221">
                  <c:v>9.4513319914497774E-7</c:v>
                </c:pt>
                <c:pt idx="222">
                  <c:v>1.989452983739932E-5</c:v>
                </c:pt>
                <c:pt idx="223">
                  <c:v>1.5575689424631201E-4</c:v>
                </c:pt>
                <c:pt idx="224">
                  <c:v>3.2223563769663772E-5</c:v>
                </c:pt>
                <c:pt idx="225">
                  <c:v>3.6317642517638776E-5</c:v>
                </c:pt>
                <c:pt idx="226">
                  <c:v>1.6985519561941997E-5</c:v>
                </c:pt>
                <c:pt idx="227">
                  <c:v>0</c:v>
                </c:pt>
                <c:pt idx="228">
                  <c:v>1.9324984450108669E-3</c:v>
                </c:pt>
                <c:pt idx="229">
                  <c:v>2.5278421815780686E-7</c:v>
                </c:pt>
                <c:pt idx="230">
                  <c:v>1.2278467238876487E-6</c:v>
                </c:pt>
                <c:pt idx="231">
                  <c:v>4.1852200780373461E-6</c:v>
                </c:pt>
                <c:pt idx="232">
                  <c:v>7.5906472269358679E-7</c:v>
                </c:pt>
                <c:pt idx="233">
                  <c:v>2.2355251055793937E-5</c:v>
                </c:pt>
                <c:pt idx="234">
                  <c:v>0</c:v>
                </c:pt>
                <c:pt idx="235">
                  <c:v>3.3213828101740402E-3</c:v>
                </c:pt>
                <c:pt idx="236">
                  <c:v>1.7661913317926927E-4</c:v>
                </c:pt>
                <c:pt idx="237">
                  <c:v>2.404524815731005E-5</c:v>
                </c:pt>
                <c:pt idx="238">
                  <c:v>8.2442376340137504E-6</c:v>
                </c:pt>
                <c:pt idx="239">
                  <c:v>1.355648697377938E-6</c:v>
                </c:pt>
                <c:pt idx="240">
                  <c:v>5.0068162658671833E-5</c:v>
                </c:pt>
                <c:pt idx="241">
                  <c:v>7.1846182579152307E-5</c:v>
                </c:pt>
                <c:pt idx="242">
                  <c:v>1.8130049445553928E-5</c:v>
                </c:pt>
                <c:pt idx="243">
                  <c:v>0</c:v>
                </c:pt>
                <c:pt idx="244">
                  <c:v>1.3025642371147201E-5</c:v>
                </c:pt>
                <c:pt idx="245">
                  <c:v>1.9198857863379046E-3</c:v>
                </c:pt>
                <c:pt idx="246">
                  <c:v>1.736128833532218E-5</c:v>
                </c:pt>
                <c:pt idx="247">
                  <c:v>5.6229069242180764E-6</c:v>
                </c:pt>
                <c:pt idx="248">
                  <c:v>7.1287152966893896E-6</c:v>
                </c:pt>
                <c:pt idx="249">
                  <c:v>2.3794938034201495E-5</c:v>
                </c:pt>
                <c:pt idx="250">
                  <c:v>2.964582122294448E-5</c:v>
                </c:pt>
                <c:pt idx="251">
                  <c:v>1.7695082511722479E-6</c:v>
                </c:pt>
                <c:pt idx="252">
                  <c:v>3.9596341352263701E-5</c:v>
                </c:pt>
                <c:pt idx="253">
                  <c:v>1.362169958947071E-5</c:v>
                </c:pt>
                <c:pt idx="254">
                  <c:v>2.66776317995795E-5</c:v>
                </c:pt>
                <c:pt idx="255">
                  <c:v>1.3121918858389933E-5</c:v>
                </c:pt>
                <c:pt idx="256">
                  <c:v>5.0484865967665582E-6</c:v>
                </c:pt>
                <c:pt idx="257">
                  <c:v>9.5449153003578052E-6</c:v>
                </c:pt>
                <c:pt idx="258">
                  <c:v>1.2654921328925362E-5</c:v>
                </c:pt>
                <c:pt idx="259">
                  <c:v>2.523108394721189E-6</c:v>
                </c:pt>
                <c:pt idx="260">
                  <c:v>1.3663049517602273E-6</c:v>
                </c:pt>
                <c:pt idx="261">
                  <c:v>1.3492402211207207E-4</c:v>
                </c:pt>
                <c:pt idx="262">
                  <c:v>1.1786940838572525E-5</c:v>
                </c:pt>
                <c:pt idx="263">
                  <c:v>4.5036430622210012E-6</c:v>
                </c:pt>
                <c:pt idx="264">
                  <c:v>2.7861658069856342E-5</c:v>
                </c:pt>
                <c:pt idx="265">
                  <c:v>3.8452785250857411E-6</c:v>
                </c:pt>
                <c:pt idx="266">
                  <c:v>2.6507106318584167E-5</c:v>
                </c:pt>
                <c:pt idx="267">
                  <c:v>4.8049711482314294E-6</c:v>
                </c:pt>
                <c:pt idx="268">
                  <c:v>1.7919395482898121E-5</c:v>
                </c:pt>
                <c:pt idx="269">
                  <c:v>0</c:v>
                </c:pt>
                <c:pt idx="270">
                  <c:v>4.8568994439372638E-6</c:v>
                </c:pt>
                <c:pt idx="271">
                  <c:v>9.4592758287491695E-6</c:v>
                </c:pt>
                <c:pt idx="272">
                  <c:v>1.6301571779599987E-5</c:v>
                </c:pt>
                <c:pt idx="273">
                  <c:v>2.0981933658437808E-6</c:v>
                </c:pt>
                <c:pt idx="274">
                  <c:v>1.1773142241905941E-5</c:v>
                </c:pt>
                <c:pt idx="275">
                  <c:v>2.1833073665544154E-4</c:v>
                </c:pt>
                <c:pt idx="276">
                  <c:v>1.0041599453978829E-5</c:v>
                </c:pt>
                <c:pt idx="277">
                  <c:v>2.9314507909881984E-6</c:v>
                </c:pt>
                <c:pt idx="278">
                  <c:v>2.2789985441367221E-4</c:v>
                </c:pt>
                <c:pt idx="279">
                  <c:v>1.8794627833040803E-6</c:v>
                </c:pt>
                <c:pt idx="280">
                  <c:v>4.4976470997461618E-5</c:v>
                </c:pt>
                <c:pt idx="281">
                  <c:v>3.749554404771192E-6</c:v>
                </c:pt>
                <c:pt idx="282">
                  <c:v>1.4408496545448501E-5</c:v>
                </c:pt>
                <c:pt idx="283">
                  <c:v>2.535704135474221E-5</c:v>
                </c:pt>
                <c:pt idx="284">
                  <c:v>8.2855282798559261E-5</c:v>
                </c:pt>
                <c:pt idx="285">
                  <c:v>3.4507678605582412E-5</c:v>
                </c:pt>
                <c:pt idx="286">
                  <c:v>4.6964418771227303E-5</c:v>
                </c:pt>
                <c:pt idx="287">
                  <c:v>1.0717143137246899E-4</c:v>
                </c:pt>
                <c:pt idx="288">
                  <c:v>1.6185125277804426E-4</c:v>
                </c:pt>
                <c:pt idx="289">
                  <c:v>1.4187439283266092E-5</c:v>
                </c:pt>
                <c:pt idx="290">
                  <c:v>8.0359409639100141E-6</c:v>
                </c:pt>
                <c:pt idx="291">
                  <c:v>1.5333278446723542E-4</c:v>
                </c:pt>
                <c:pt idx="292">
                  <c:v>1.2941083894365605E-5</c:v>
                </c:pt>
                <c:pt idx="293">
                  <c:v>3.3469859667395483E-6</c:v>
                </c:pt>
                <c:pt idx="294">
                  <c:v>3.4205228607061167E-5</c:v>
                </c:pt>
                <c:pt idx="295">
                  <c:v>3.930503050175571E-6</c:v>
                </c:pt>
                <c:pt idx="296">
                  <c:v>6.7143183527297976E-6</c:v>
                </c:pt>
                <c:pt idx="297">
                  <c:v>2.3250555499320115E-6</c:v>
                </c:pt>
                <c:pt idx="298">
                  <c:v>2.1660398602159141E-6</c:v>
                </c:pt>
                <c:pt idx="299">
                  <c:v>7.7334029944256152E-7</c:v>
                </c:pt>
                <c:pt idx="300">
                  <c:v>4.5212747744332748E-7</c:v>
                </c:pt>
                <c:pt idx="301">
                  <c:v>3.2971673378286785E-5</c:v>
                </c:pt>
                <c:pt idx="302">
                  <c:v>0</c:v>
                </c:pt>
                <c:pt idx="303">
                  <c:v>6.6312030025021514E-6</c:v>
                </c:pt>
                <c:pt idx="304">
                  <c:v>0</c:v>
                </c:pt>
                <c:pt idx="305">
                  <c:v>2.1954026999324241E-5</c:v>
                </c:pt>
                <c:pt idx="306">
                  <c:v>7.4852215710061989E-6</c:v>
                </c:pt>
                <c:pt idx="307">
                  <c:v>1.2724876670710454E-4</c:v>
                </c:pt>
                <c:pt idx="308">
                  <c:v>5.1820764722350424E-6</c:v>
                </c:pt>
                <c:pt idx="309">
                  <c:v>4.1109611120775799E-5</c:v>
                </c:pt>
                <c:pt idx="310">
                  <c:v>1.505535773725915E-5</c:v>
                </c:pt>
                <c:pt idx="311">
                  <c:v>3.6546289768023005E-6</c:v>
                </c:pt>
                <c:pt idx="312">
                  <c:v>1.1835381963994221E-5</c:v>
                </c:pt>
                <c:pt idx="313">
                  <c:v>2.273386302944574E-5</c:v>
                </c:pt>
                <c:pt idx="314">
                  <c:v>3.7229128340004462E-5</c:v>
                </c:pt>
                <c:pt idx="315">
                  <c:v>9.4917078309356401E-6</c:v>
                </c:pt>
                <c:pt idx="316">
                  <c:v>2.4045789502714253E-6</c:v>
                </c:pt>
                <c:pt idx="317">
                  <c:v>8.7470583299129458E-4</c:v>
                </c:pt>
                <c:pt idx="318">
                  <c:v>2.328898039572815E-5</c:v>
                </c:pt>
                <c:pt idx="319">
                  <c:v>2.3904417275148788E-5</c:v>
                </c:pt>
                <c:pt idx="320">
                  <c:v>6.1080989404249505E-6</c:v>
                </c:pt>
                <c:pt idx="321">
                  <c:v>1.2065730293562257E-5</c:v>
                </c:pt>
                <c:pt idx="322">
                  <c:v>2.3154260696015779E-6</c:v>
                </c:pt>
                <c:pt idx="323">
                  <c:v>0</c:v>
                </c:pt>
                <c:pt idx="324">
                  <c:v>1.3874392840543489E-5</c:v>
                </c:pt>
                <c:pt idx="325">
                  <c:v>4.7834552051400561E-6</c:v>
                </c:pt>
                <c:pt idx="326">
                  <c:v>1.3164781797556211E-5</c:v>
                </c:pt>
                <c:pt idx="327">
                  <c:v>2.7871628980897568E-6</c:v>
                </c:pt>
                <c:pt idx="328">
                  <c:v>8.2905711114237068E-6</c:v>
                </c:pt>
                <c:pt idx="329">
                  <c:v>1.2389928125613088E-5</c:v>
                </c:pt>
                <c:pt idx="330">
                  <c:v>1.030864485677974E-7</c:v>
                </c:pt>
                <c:pt idx="331">
                  <c:v>2.7998446626470246E-6</c:v>
                </c:pt>
                <c:pt idx="332">
                  <c:v>5.930519429022799E-6</c:v>
                </c:pt>
                <c:pt idx="333">
                  <c:v>4.4646365830603386E-5</c:v>
                </c:pt>
                <c:pt idx="334">
                  <c:v>0</c:v>
                </c:pt>
                <c:pt idx="335">
                  <c:v>5.2849127017715164E-7</c:v>
                </c:pt>
                <c:pt idx="336">
                  <c:v>2.4546082955394E-4</c:v>
                </c:pt>
                <c:pt idx="337">
                  <c:v>6.8707023925847995E-6</c:v>
                </c:pt>
                <c:pt idx="338">
                  <c:v>6.764228249805939E-6</c:v>
                </c:pt>
                <c:pt idx="339">
                  <c:v>1.7444231761831546E-5</c:v>
                </c:pt>
                <c:pt idx="340">
                  <c:v>1.8340752331051776E-5</c:v>
                </c:pt>
                <c:pt idx="341">
                  <c:v>8.4712986641926225E-5</c:v>
                </c:pt>
                <c:pt idx="342">
                  <c:v>6.9525464440307132E-5</c:v>
                </c:pt>
                <c:pt idx="343">
                  <c:v>7.0116667369221427E-5</c:v>
                </c:pt>
                <c:pt idx="344">
                  <c:v>1.4968547991443279E-3</c:v>
                </c:pt>
                <c:pt idx="345">
                  <c:v>3.3656222201730605E-5</c:v>
                </c:pt>
                <c:pt idx="346">
                  <c:v>1.6559722176768513E-4</c:v>
                </c:pt>
                <c:pt idx="347">
                  <c:v>0</c:v>
                </c:pt>
                <c:pt idx="348">
                  <c:v>3.0128626369030337E-4</c:v>
                </c:pt>
                <c:pt idx="349">
                  <c:v>0</c:v>
                </c:pt>
                <c:pt idx="350">
                  <c:v>1.9537349873433346E-5</c:v>
                </c:pt>
                <c:pt idx="351">
                  <c:v>0</c:v>
                </c:pt>
                <c:pt idx="352">
                  <c:v>3.3332491648940742E-5</c:v>
                </c:pt>
                <c:pt idx="353">
                  <c:v>0</c:v>
                </c:pt>
                <c:pt idx="354">
                  <c:v>7.119542750488442E-6</c:v>
                </c:pt>
                <c:pt idx="355">
                  <c:v>8.2972259870001309E-5</c:v>
                </c:pt>
                <c:pt idx="356">
                  <c:v>0</c:v>
                </c:pt>
                <c:pt idx="357">
                  <c:v>1.5274834990608946E-6</c:v>
                </c:pt>
                <c:pt idx="358">
                  <c:v>1.5106824193761634E-6</c:v>
                </c:pt>
                <c:pt idx="359">
                  <c:v>5.7749469227506472E-5</c:v>
                </c:pt>
                <c:pt idx="360">
                  <c:v>3.5818437242354459E-6</c:v>
                </c:pt>
                <c:pt idx="361">
                  <c:v>1.1606720057113726E-5</c:v>
                </c:pt>
                <c:pt idx="362">
                  <c:v>1.5229915781248448E-7</c:v>
                </c:pt>
                <c:pt idx="363">
                  <c:v>2.3896501957962152E-6</c:v>
                </c:pt>
                <c:pt idx="364">
                  <c:v>4.5109176692231084E-6</c:v>
                </c:pt>
                <c:pt idx="365">
                  <c:v>4.1842853502518901E-6</c:v>
                </c:pt>
                <c:pt idx="366">
                  <c:v>9.6764886225168402E-5</c:v>
                </c:pt>
                <c:pt idx="367">
                  <c:v>1.0672695136998109E-5</c:v>
                </c:pt>
                <c:pt idx="368">
                  <c:v>2.2472227539521554E-6</c:v>
                </c:pt>
                <c:pt idx="369">
                  <c:v>5.1131966980078192E-5</c:v>
                </c:pt>
                <c:pt idx="370">
                  <c:v>3.3249803974212094E-6</c:v>
                </c:pt>
                <c:pt idx="371">
                  <c:v>3.7246462537326774E-5</c:v>
                </c:pt>
                <c:pt idx="372">
                  <c:v>9.2234877035100568E-6</c:v>
                </c:pt>
                <c:pt idx="373">
                  <c:v>0</c:v>
                </c:pt>
                <c:pt idx="374">
                  <c:v>7.2270058026542824E-5</c:v>
                </c:pt>
                <c:pt idx="375">
                  <c:v>4.6719601373980234E-4</c:v>
                </c:pt>
                <c:pt idx="376">
                  <c:v>8.8182975409093533E-5</c:v>
                </c:pt>
                <c:pt idx="377">
                  <c:v>3.1791165773486939E-5</c:v>
                </c:pt>
                <c:pt idx="378">
                  <c:v>1.5957901356001545E-5</c:v>
                </c:pt>
                <c:pt idx="379">
                  <c:v>3.2591568663620842E-6</c:v>
                </c:pt>
                <c:pt idx="380">
                  <c:v>1.2675965369989954E-6</c:v>
                </c:pt>
                <c:pt idx="381">
                  <c:v>8.6110292852863755E-6</c:v>
                </c:pt>
                <c:pt idx="382">
                  <c:v>1.8704247784490701E-4</c:v>
                </c:pt>
                <c:pt idx="383">
                  <c:v>1.7478829156346075E-5</c:v>
                </c:pt>
                <c:pt idx="384">
                  <c:v>0</c:v>
                </c:pt>
                <c:pt idx="385">
                  <c:v>7.4089973187556173E-6</c:v>
                </c:pt>
                <c:pt idx="386">
                  <c:v>2.2171616593032213E-6</c:v>
                </c:pt>
                <c:pt idx="387">
                  <c:v>1.057305148540935E-5</c:v>
                </c:pt>
                <c:pt idx="388">
                  <c:v>2.2168154875290732E-5</c:v>
                </c:pt>
                <c:pt idx="389">
                  <c:v>1.5988128991162959E-5</c:v>
                </c:pt>
                <c:pt idx="390">
                  <c:v>6.5217570000994737E-6</c:v>
                </c:pt>
                <c:pt idx="391">
                  <c:v>3.7905547422404706E-5</c:v>
                </c:pt>
                <c:pt idx="392">
                  <c:v>5.2563671102624134E-5</c:v>
                </c:pt>
                <c:pt idx="393">
                  <c:v>2.5715716282709384E-6</c:v>
                </c:pt>
                <c:pt idx="394">
                  <c:v>1.1205215140251561E-5</c:v>
                </c:pt>
                <c:pt idx="395">
                  <c:v>1.2253047253807801E-5</c:v>
                </c:pt>
                <c:pt idx="396">
                  <c:v>1.4274754637788172E-4</c:v>
                </c:pt>
                <c:pt idx="397">
                  <c:v>4.9644192269630529E-7</c:v>
                </c:pt>
                <c:pt idx="398">
                  <c:v>1.0595421733556684E-4</c:v>
                </c:pt>
                <c:pt idx="399">
                  <c:v>1.1410485871219767E-4</c:v>
                </c:pt>
                <c:pt idx="400">
                  <c:v>2.8800016081752438E-6</c:v>
                </c:pt>
                <c:pt idx="401">
                  <c:v>0</c:v>
                </c:pt>
                <c:pt idx="402">
                  <c:v>4.8461873264208113E-6</c:v>
                </c:pt>
                <c:pt idx="403">
                  <c:v>7.5832583023682353E-5</c:v>
                </c:pt>
                <c:pt idx="404">
                  <c:v>2.4696360107376117E-5</c:v>
                </c:pt>
                <c:pt idx="405">
                  <c:v>3.5472453666543719E-5</c:v>
                </c:pt>
                <c:pt idx="406">
                  <c:v>4.8407420938243903E-6</c:v>
                </c:pt>
                <c:pt idx="407">
                  <c:v>1.81599886766535E-6</c:v>
                </c:pt>
                <c:pt idx="408">
                  <c:v>5.9104375668983404E-5</c:v>
                </c:pt>
                <c:pt idx="409">
                  <c:v>2.0694194579194261E-6</c:v>
                </c:pt>
                <c:pt idx="410">
                  <c:v>3.808752485345943E-5</c:v>
                </c:pt>
                <c:pt idx="411">
                  <c:v>5.1123570881184512E-4</c:v>
                </c:pt>
                <c:pt idx="412">
                  <c:v>3.4280814288185623E-6</c:v>
                </c:pt>
                <c:pt idx="413">
                  <c:v>3.0454291972449137E-6</c:v>
                </c:pt>
                <c:pt idx="414">
                  <c:v>6.2042660088216105E-6</c:v>
                </c:pt>
                <c:pt idx="415">
                  <c:v>5.6242870050141878E-5</c:v>
                </c:pt>
                <c:pt idx="416">
                  <c:v>5.9359030496968888E-5</c:v>
                </c:pt>
                <c:pt idx="417">
                  <c:v>1.823287359985761E-4</c:v>
                </c:pt>
                <c:pt idx="418">
                  <c:v>1.5101939567283362E-4</c:v>
                </c:pt>
                <c:pt idx="419">
                  <c:v>1.9516224539197285E-5</c:v>
                </c:pt>
                <c:pt idx="420">
                  <c:v>1.5558197260751873E-6</c:v>
                </c:pt>
                <c:pt idx="421">
                  <c:v>1.9651892728419195E-5</c:v>
                </c:pt>
                <c:pt idx="422">
                  <c:v>8.3426618128861878E-7</c:v>
                </c:pt>
                <c:pt idx="423">
                  <c:v>1.1315737093819973E-5</c:v>
                </c:pt>
                <c:pt idx="424">
                  <c:v>8.9091650438222432E-7</c:v>
                </c:pt>
                <c:pt idx="425">
                  <c:v>1.7335480576499547E-5</c:v>
                </c:pt>
                <c:pt idx="426">
                  <c:v>1.9005879557220695E-5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1.7605762980519047E-4</c:v>
                </c:pt>
                <c:pt idx="432">
                  <c:v>2.0728305888940224E-5</c:v>
                </c:pt>
                <c:pt idx="433">
                  <c:v>1.5648546838340437E-7</c:v>
                </c:pt>
                <c:pt idx="434">
                  <c:v>5.0481500802902803E-5</c:v>
                </c:pt>
                <c:pt idx="435">
                  <c:v>6.0157543889086594E-5</c:v>
                </c:pt>
                <c:pt idx="436">
                  <c:v>1.2810886769144723E-6</c:v>
                </c:pt>
                <c:pt idx="437">
                  <c:v>1.7160148630750005E-6</c:v>
                </c:pt>
                <c:pt idx="438">
                  <c:v>6.6444606919704779E-4</c:v>
                </c:pt>
                <c:pt idx="439">
                  <c:v>0</c:v>
                </c:pt>
                <c:pt idx="440">
                  <c:v>0</c:v>
                </c:pt>
                <c:pt idx="441">
                  <c:v>2.0556286752932347E-5</c:v>
                </c:pt>
                <c:pt idx="442">
                  <c:v>6.6042195076713744E-6</c:v>
                </c:pt>
                <c:pt idx="443">
                  <c:v>5.2733603672759836E-5</c:v>
                </c:pt>
                <c:pt idx="444">
                  <c:v>5.2633164719120921E-5</c:v>
                </c:pt>
                <c:pt idx="445">
                  <c:v>5.3639244792415528E-7</c:v>
                </c:pt>
                <c:pt idx="446">
                  <c:v>2.5300384570161029E-6</c:v>
                </c:pt>
                <c:pt idx="447">
                  <c:v>4.9494692546077659E-6</c:v>
                </c:pt>
                <c:pt idx="448">
                  <c:v>1.6931811361153002E-5</c:v>
                </c:pt>
                <c:pt idx="449">
                  <c:v>1.170582000678642E-7</c:v>
                </c:pt>
                <c:pt idx="450">
                  <c:v>1.7772231879225949E-5</c:v>
                </c:pt>
                <c:pt idx="451">
                  <c:v>7.6788331767446357E-7</c:v>
                </c:pt>
                <c:pt idx="452">
                  <c:v>6.6326293553328443E-5</c:v>
                </c:pt>
                <c:pt idx="453">
                  <c:v>1.8875335230721785E-6</c:v>
                </c:pt>
                <c:pt idx="454">
                  <c:v>1.6873417862584103E-5</c:v>
                </c:pt>
                <c:pt idx="455">
                  <c:v>2.1056102354160614E-4</c:v>
                </c:pt>
                <c:pt idx="456">
                  <c:v>1.6144680505678687E-4</c:v>
                </c:pt>
                <c:pt idx="457">
                  <c:v>5.0488338923792021E-5</c:v>
                </c:pt>
                <c:pt idx="458">
                  <c:v>7.9297692403737746E-6</c:v>
                </c:pt>
                <c:pt idx="459">
                  <c:v>9.0121172722764432E-6</c:v>
                </c:pt>
                <c:pt idx="460">
                  <c:v>1.0432941570207717E-6</c:v>
                </c:pt>
                <c:pt idx="461">
                  <c:v>1.3701761519807938E-5</c:v>
                </c:pt>
                <c:pt idx="462">
                  <c:v>7.2340396390932389E-6</c:v>
                </c:pt>
                <c:pt idx="463">
                  <c:v>6.6938024015549488E-6</c:v>
                </c:pt>
                <c:pt idx="464">
                  <c:v>3.5684413304504439E-6</c:v>
                </c:pt>
                <c:pt idx="465">
                  <c:v>4.8573198394159395E-5</c:v>
                </c:pt>
                <c:pt idx="466">
                  <c:v>1.7019030098287802E-7</c:v>
                </c:pt>
                <c:pt idx="467">
                  <c:v>1.129506488559014E-4</c:v>
                </c:pt>
                <c:pt idx="468">
                  <c:v>1.8341181023498938E-5</c:v>
                </c:pt>
                <c:pt idx="469">
                  <c:v>6.3649168855443191E-5</c:v>
                </c:pt>
                <c:pt idx="470">
                  <c:v>5.247861632298054E-5</c:v>
                </c:pt>
                <c:pt idx="471">
                  <c:v>1.8232894723048418E-5</c:v>
                </c:pt>
                <c:pt idx="472">
                  <c:v>1.2915475367701726E-4</c:v>
                </c:pt>
                <c:pt idx="473">
                  <c:v>2.2206882746349817E-5</c:v>
                </c:pt>
                <c:pt idx="474">
                  <c:v>4.7844292961290133E-5</c:v>
                </c:pt>
                <c:pt idx="475">
                  <c:v>6.9709697073492911E-6</c:v>
                </c:pt>
                <c:pt idx="476">
                  <c:v>3.2406606330944296E-5</c:v>
                </c:pt>
                <c:pt idx="477">
                  <c:v>6.5242903442862732E-4</c:v>
                </c:pt>
                <c:pt idx="478">
                  <c:v>1.2766966822401539E-4</c:v>
                </c:pt>
                <c:pt idx="479">
                  <c:v>0</c:v>
                </c:pt>
                <c:pt idx="480">
                  <c:v>1.8648517034132476E-3</c:v>
                </c:pt>
                <c:pt idx="481">
                  <c:v>2.2815802732000948E-5</c:v>
                </c:pt>
                <c:pt idx="482">
                  <c:v>1.6892835739621683E-5</c:v>
                </c:pt>
                <c:pt idx="483">
                  <c:v>2.5771266214269634E-5</c:v>
                </c:pt>
                <c:pt idx="484">
                  <c:v>1.7127201899759898E-5</c:v>
                </c:pt>
                <c:pt idx="485">
                  <c:v>6.6761901377327806E-5</c:v>
                </c:pt>
                <c:pt idx="486">
                  <c:v>5.7671867749981412E-6</c:v>
                </c:pt>
                <c:pt idx="487">
                  <c:v>1.8182724463982626E-5</c:v>
                </c:pt>
                <c:pt idx="488">
                  <c:v>1.0231728193923544E-5</c:v>
                </c:pt>
                <c:pt idx="489">
                  <c:v>2.6822175855188953E-3</c:v>
                </c:pt>
                <c:pt idx="490">
                  <c:v>1.6607550319597793E-6</c:v>
                </c:pt>
                <c:pt idx="491">
                  <c:v>4.5101229339043715E-6</c:v>
                </c:pt>
                <c:pt idx="492">
                  <c:v>1.9843002691916323E-7</c:v>
                </c:pt>
                <c:pt idx="493">
                  <c:v>2.9710880382249834E-5</c:v>
                </c:pt>
                <c:pt idx="494">
                  <c:v>7.8861249636227952E-5</c:v>
                </c:pt>
                <c:pt idx="495">
                  <c:v>2.0906998181086214E-5</c:v>
                </c:pt>
                <c:pt idx="496">
                  <c:v>1.6260998585289249E-4</c:v>
                </c:pt>
                <c:pt idx="497">
                  <c:v>1.3000647991747533E-5</c:v>
                </c:pt>
                <c:pt idx="498">
                  <c:v>9.4926219014123723E-5</c:v>
                </c:pt>
                <c:pt idx="499">
                  <c:v>1.1185937459656521E-4</c:v>
                </c:pt>
                <c:pt idx="500">
                  <c:v>6.1925092105538771E-6</c:v>
                </c:pt>
                <c:pt idx="501">
                  <c:v>2.1371598140665899E-5</c:v>
                </c:pt>
                <c:pt idx="502">
                  <c:v>2.9808404486307868E-6</c:v>
                </c:pt>
                <c:pt idx="503">
                  <c:v>4.3388911479391826E-5</c:v>
                </c:pt>
                <c:pt idx="504">
                  <c:v>1.1773081723342945E-4</c:v>
                </c:pt>
                <c:pt idx="505">
                  <c:v>7.8415795000130953E-5</c:v>
                </c:pt>
                <c:pt idx="506">
                  <c:v>8.4609175855765065E-5</c:v>
                </c:pt>
                <c:pt idx="507">
                  <c:v>5.4854861454834155E-6</c:v>
                </c:pt>
                <c:pt idx="508">
                  <c:v>1.2748953029212141E-4</c:v>
                </c:pt>
                <c:pt idx="509">
                  <c:v>4.7903261987952988E-6</c:v>
                </c:pt>
                <c:pt idx="510">
                  <c:v>3.8607659694897672E-5</c:v>
                </c:pt>
                <c:pt idx="511">
                  <c:v>1.7869229214603615E-7</c:v>
                </c:pt>
                <c:pt idx="512">
                  <c:v>2.5273987004935922E-5</c:v>
                </c:pt>
                <c:pt idx="513">
                  <c:v>4.1156094908097756E-5</c:v>
                </c:pt>
                <c:pt idx="514">
                  <c:v>1.2140185706579528E-5</c:v>
                </c:pt>
                <c:pt idx="515">
                  <c:v>1.7484761588358021E-6</c:v>
                </c:pt>
                <c:pt idx="516">
                  <c:v>1.7108861870669701E-5</c:v>
                </c:pt>
                <c:pt idx="517">
                  <c:v>9.5623838380491267E-8</c:v>
                </c:pt>
                <c:pt idx="518">
                  <c:v>2.2827867156555916E-4</c:v>
                </c:pt>
                <c:pt idx="519">
                  <c:v>1.2733054722900903E-5</c:v>
                </c:pt>
                <c:pt idx="520">
                  <c:v>1.404745341445971E-5</c:v>
                </c:pt>
                <c:pt idx="521">
                  <c:v>1.9896112712965207E-6</c:v>
                </c:pt>
                <c:pt idx="522">
                  <c:v>9.3444914718457786E-6</c:v>
                </c:pt>
                <c:pt idx="523">
                  <c:v>1.5005177348838444E-5</c:v>
                </c:pt>
                <c:pt idx="524">
                  <c:v>4.8238094568706583E-6</c:v>
                </c:pt>
                <c:pt idx="525">
                  <c:v>1.6091224981521249E-5</c:v>
                </c:pt>
                <c:pt idx="526">
                  <c:v>1.2776730293978051E-5</c:v>
                </c:pt>
                <c:pt idx="527">
                  <c:v>2.0545311214158276E-6</c:v>
                </c:pt>
                <c:pt idx="528">
                  <c:v>0</c:v>
                </c:pt>
                <c:pt idx="529">
                  <c:v>1.1143412564355048E-6</c:v>
                </c:pt>
                <c:pt idx="530">
                  <c:v>9.8775747427756824E-6</c:v>
                </c:pt>
                <c:pt idx="531">
                  <c:v>1.1308036070356981E-6</c:v>
                </c:pt>
                <c:pt idx="532">
                  <c:v>6.6755072639856953E-6</c:v>
                </c:pt>
                <c:pt idx="533">
                  <c:v>2.8124957254669924E-6</c:v>
                </c:pt>
                <c:pt idx="534">
                  <c:v>8.2451953883684247E-6</c:v>
                </c:pt>
                <c:pt idx="535">
                  <c:v>4.3043750189506111E-5</c:v>
                </c:pt>
                <c:pt idx="536">
                  <c:v>4.286990536121712E-6</c:v>
                </c:pt>
                <c:pt idx="537">
                  <c:v>2.7443021013444782E-6</c:v>
                </c:pt>
                <c:pt idx="538">
                  <c:v>1.778586102043783E-5</c:v>
                </c:pt>
                <c:pt idx="539">
                  <c:v>5.2748205701721516E-7</c:v>
                </c:pt>
                <c:pt idx="540">
                  <c:v>3.9486284148090703E-6</c:v>
                </c:pt>
                <c:pt idx="541">
                  <c:v>2.6963749038411797E-5</c:v>
                </c:pt>
                <c:pt idx="542">
                  <c:v>4.7847849048498132E-5</c:v>
                </c:pt>
                <c:pt idx="543">
                  <c:v>2.4586494211334115E-7</c:v>
                </c:pt>
                <c:pt idx="544">
                  <c:v>8.782388803509403E-5</c:v>
                </c:pt>
                <c:pt idx="545">
                  <c:v>1.139889915644043E-6</c:v>
                </c:pt>
                <c:pt idx="546">
                  <c:v>5.259885428274633E-6</c:v>
                </c:pt>
                <c:pt idx="547">
                  <c:v>1.0550414999954725E-5</c:v>
                </c:pt>
                <c:pt idx="548">
                  <c:v>1.7215705612310599E-5</c:v>
                </c:pt>
                <c:pt idx="549">
                  <c:v>8.5886207667321782E-6</c:v>
                </c:pt>
                <c:pt idx="550">
                  <c:v>2.7501781085772978E-5</c:v>
                </c:pt>
                <c:pt idx="551">
                  <c:v>1.9676246590048606E-4</c:v>
                </c:pt>
                <c:pt idx="552">
                  <c:v>1.1742406191029908E-5</c:v>
                </c:pt>
                <c:pt idx="553">
                  <c:v>0</c:v>
                </c:pt>
                <c:pt idx="554">
                  <c:v>0</c:v>
                </c:pt>
                <c:pt idx="555">
                  <c:v>1.0664959494309603E-6</c:v>
                </c:pt>
                <c:pt idx="556">
                  <c:v>0</c:v>
                </c:pt>
                <c:pt idx="557">
                  <c:v>8.2677674625204531E-5</c:v>
                </c:pt>
                <c:pt idx="558">
                  <c:v>0</c:v>
                </c:pt>
                <c:pt idx="559">
                  <c:v>2.7412289361765449E-5</c:v>
                </c:pt>
                <c:pt idx="560">
                  <c:v>1.7964531770414855E-5</c:v>
                </c:pt>
                <c:pt idx="561">
                  <c:v>1.9214640940005574E-5</c:v>
                </c:pt>
                <c:pt idx="562">
                  <c:v>1.6379426025966458E-5</c:v>
                </c:pt>
                <c:pt idx="563">
                  <c:v>4.748325224245146E-5</c:v>
                </c:pt>
                <c:pt idx="564">
                  <c:v>3.8753783780856593E-7</c:v>
                </c:pt>
                <c:pt idx="565">
                  <c:v>0</c:v>
                </c:pt>
                <c:pt idx="566">
                  <c:v>0</c:v>
                </c:pt>
                <c:pt idx="567">
                  <c:v>1.9046165882246053E-5</c:v>
                </c:pt>
                <c:pt idx="568">
                  <c:v>1.5829148588306107E-6</c:v>
                </c:pt>
                <c:pt idx="569">
                  <c:v>1.9804113906630809E-7</c:v>
                </c:pt>
                <c:pt idx="570">
                  <c:v>2.1713843915939697E-5</c:v>
                </c:pt>
                <c:pt idx="571">
                  <c:v>8.8494121155340453E-6</c:v>
                </c:pt>
                <c:pt idx="572">
                  <c:v>7.6859466740804657E-6</c:v>
                </c:pt>
                <c:pt idx="573">
                  <c:v>2.1020528246396971E-5</c:v>
                </c:pt>
                <c:pt idx="574">
                  <c:v>1.081705800200281E-5</c:v>
                </c:pt>
                <c:pt idx="575">
                  <c:v>0</c:v>
                </c:pt>
                <c:pt idx="576">
                  <c:v>0</c:v>
                </c:pt>
                <c:pt idx="577">
                  <c:v>2.697446377231181E-5</c:v>
                </c:pt>
                <c:pt idx="578">
                  <c:v>0</c:v>
                </c:pt>
                <c:pt idx="579">
                  <c:v>1.8843914444491113E-7</c:v>
                </c:pt>
                <c:pt idx="580">
                  <c:v>2.7226328751634891E-4</c:v>
                </c:pt>
                <c:pt idx="581">
                  <c:v>1.5113359066995784E-5</c:v>
                </c:pt>
                <c:pt idx="582">
                  <c:v>2.2624187525123799E-5</c:v>
                </c:pt>
                <c:pt idx="583">
                  <c:v>2.0451928477087624E-4</c:v>
                </c:pt>
                <c:pt idx="584">
                  <c:v>4.7398933002030389E-6</c:v>
                </c:pt>
                <c:pt idx="585">
                  <c:v>3.5905126789636665E-7</c:v>
                </c:pt>
                <c:pt idx="586">
                  <c:v>4.2699651567089954E-5</c:v>
                </c:pt>
                <c:pt idx="587">
                  <c:v>2.8800502741143071E-6</c:v>
                </c:pt>
                <c:pt idx="588">
                  <c:v>4.1795619246557231E-6</c:v>
                </c:pt>
                <c:pt idx="589">
                  <c:v>1.3316105030524917E-5</c:v>
                </c:pt>
                <c:pt idx="590">
                  <c:v>3.8011757412465651E-5</c:v>
                </c:pt>
                <c:pt idx="591">
                  <c:v>1.8355537298670562E-5</c:v>
                </c:pt>
                <c:pt idx="592">
                  <c:v>8.3267032190710662E-6</c:v>
                </c:pt>
                <c:pt idx="593">
                  <c:v>1.0439261631644676E-4</c:v>
                </c:pt>
                <c:pt idx="594">
                  <c:v>2.6043094058055285E-3</c:v>
                </c:pt>
                <c:pt idx="595">
                  <c:v>6.724903876287444E-5</c:v>
                </c:pt>
                <c:pt idx="596">
                  <c:v>4.4133338120630656E-4</c:v>
                </c:pt>
                <c:pt idx="597">
                  <c:v>3.7612786751813957E-5</c:v>
                </c:pt>
                <c:pt idx="598">
                  <c:v>2.2091728078014534E-4</c:v>
                </c:pt>
                <c:pt idx="599">
                  <c:v>1.9717169016308976E-6</c:v>
                </c:pt>
                <c:pt idx="600">
                  <c:v>0</c:v>
                </c:pt>
                <c:pt idx="601">
                  <c:v>3.526261006858576E-7</c:v>
                </c:pt>
                <c:pt idx="602">
                  <c:v>2.1977303017975657E-5</c:v>
                </c:pt>
                <c:pt idx="603">
                  <c:v>3.0948422546055101E-6</c:v>
                </c:pt>
                <c:pt idx="604">
                  <c:v>5.1366756653598998E-5</c:v>
                </c:pt>
                <c:pt idx="605">
                  <c:v>1.4085826047257121E-5</c:v>
                </c:pt>
                <c:pt idx="606">
                  <c:v>5.1880328819732576E-5</c:v>
                </c:pt>
                <c:pt idx="607">
                  <c:v>0</c:v>
                </c:pt>
                <c:pt idx="608">
                  <c:v>9.6351232592961763E-5</c:v>
                </c:pt>
                <c:pt idx="609">
                  <c:v>0</c:v>
                </c:pt>
                <c:pt idx="610">
                  <c:v>0</c:v>
                </c:pt>
                <c:pt idx="611">
                  <c:v>1.716527075214618E-5</c:v>
                </c:pt>
                <c:pt idx="612">
                  <c:v>3.8316668855195801E-5</c:v>
                </c:pt>
                <c:pt idx="613">
                  <c:v>6.1103849559234204E-8</c:v>
                </c:pt>
                <c:pt idx="614">
                  <c:v>3.5911063007993648E-5</c:v>
                </c:pt>
                <c:pt idx="615">
                  <c:v>3.5728482585961107E-6</c:v>
                </c:pt>
                <c:pt idx="616">
                  <c:v>3.9317845984736342E-5</c:v>
                </c:pt>
                <c:pt idx="617">
                  <c:v>0</c:v>
                </c:pt>
                <c:pt idx="618">
                  <c:v>2.1507994459059523E-5</c:v>
                </c:pt>
                <c:pt idx="619">
                  <c:v>1.6321797950664987E-5</c:v>
                </c:pt>
                <c:pt idx="620">
                  <c:v>2.4678081014513196E-4</c:v>
                </c:pt>
                <c:pt idx="621">
                  <c:v>3.5582941729463271E-6</c:v>
                </c:pt>
                <c:pt idx="622">
                  <c:v>9.4826773813461255E-5</c:v>
                </c:pt>
                <c:pt idx="623">
                  <c:v>1.0693173672865969E-6</c:v>
                </c:pt>
                <c:pt idx="624">
                  <c:v>0</c:v>
                </c:pt>
                <c:pt idx="625">
                  <c:v>8.389662724508076E-6</c:v>
                </c:pt>
                <c:pt idx="626">
                  <c:v>0</c:v>
                </c:pt>
                <c:pt idx="627">
                  <c:v>6.808185360187543E-8</c:v>
                </c:pt>
                <c:pt idx="628">
                  <c:v>1.2849728756912463E-5</c:v>
                </c:pt>
                <c:pt idx="629">
                  <c:v>6.2736446870074178E-6</c:v>
                </c:pt>
                <c:pt idx="630">
                  <c:v>0</c:v>
                </c:pt>
                <c:pt idx="631">
                  <c:v>2.5077208896015014E-4</c:v>
                </c:pt>
                <c:pt idx="632">
                  <c:v>1.685931031634339E-6</c:v>
                </c:pt>
                <c:pt idx="633">
                  <c:v>1.3808141655831244E-5</c:v>
                </c:pt>
                <c:pt idx="634">
                  <c:v>2.9436834266926948E-5</c:v>
                </c:pt>
                <c:pt idx="635">
                  <c:v>2.5374686868920321E-7</c:v>
                </c:pt>
                <c:pt idx="636">
                  <c:v>2.7864810204400565E-5</c:v>
                </c:pt>
                <c:pt idx="637">
                  <c:v>1.0017396898000819E-5</c:v>
                </c:pt>
                <c:pt idx="638">
                  <c:v>5.5607782031114733E-4</c:v>
                </c:pt>
                <c:pt idx="639">
                  <c:v>5.6882576945240037E-6</c:v>
                </c:pt>
                <c:pt idx="640">
                  <c:v>2.0538717725321964E-7</c:v>
                </c:pt>
                <c:pt idx="641">
                  <c:v>3.5422055397804996E-5</c:v>
                </c:pt>
                <c:pt idx="642">
                  <c:v>0</c:v>
                </c:pt>
                <c:pt idx="643">
                  <c:v>1.7903945185055286E-4</c:v>
                </c:pt>
                <c:pt idx="644">
                  <c:v>4.0886633762506943E-6</c:v>
                </c:pt>
                <c:pt idx="645">
                  <c:v>6.0017016321243617E-5</c:v>
                </c:pt>
                <c:pt idx="646">
                  <c:v>2.2325281973618452E-6</c:v>
                </c:pt>
                <c:pt idx="647">
                  <c:v>1.557387400570937E-5</c:v>
                </c:pt>
                <c:pt idx="648">
                  <c:v>9.7678334578079962E-6</c:v>
                </c:pt>
                <c:pt idx="649">
                  <c:v>8.8933325596113521E-6</c:v>
                </c:pt>
                <c:pt idx="650">
                  <c:v>0</c:v>
                </c:pt>
                <c:pt idx="651">
                  <c:v>6.2144230250463828E-6</c:v>
                </c:pt>
                <c:pt idx="652">
                  <c:v>8.5437377527646598E-5</c:v>
                </c:pt>
                <c:pt idx="653">
                  <c:v>2.0047945739412656E-5</c:v>
                </c:pt>
                <c:pt idx="654">
                  <c:v>5.8900104165294524E-6</c:v>
                </c:pt>
                <c:pt idx="655">
                  <c:v>4.6054526902336434E-6</c:v>
                </c:pt>
                <c:pt idx="656">
                  <c:v>8.0387505611309996E-5</c:v>
                </c:pt>
                <c:pt idx="657">
                  <c:v>0</c:v>
                </c:pt>
                <c:pt idx="658">
                  <c:v>2.3970594633479296E-5</c:v>
                </c:pt>
                <c:pt idx="659">
                  <c:v>3.6414591426516675E-5</c:v>
                </c:pt>
                <c:pt idx="660">
                  <c:v>5.9414214315190144E-4</c:v>
                </c:pt>
                <c:pt idx="661">
                  <c:v>5.8010932095892425E-4</c:v>
                </c:pt>
                <c:pt idx="662">
                  <c:v>3.0846992053146523E-5</c:v>
                </c:pt>
                <c:pt idx="663">
                  <c:v>3.9042653793001088E-6</c:v>
                </c:pt>
                <c:pt idx="664">
                  <c:v>2.0465922270092817E-5</c:v>
                </c:pt>
                <c:pt idx="665">
                  <c:v>5.3388342855201747E-5</c:v>
                </c:pt>
                <c:pt idx="666">
                  <c:v>6.8014753698084996E-6</c:v>
                </c:pt>
                <c:pt idx="667">
                  <c:v>0</c:v>
                </c:pt>
                <c:pt idx="668">
                  <c:v>3.2158729712289622E-6</c:v>
                </c:pt>
                <c:pt idx="669">
                  <c:v>0</c:v>
                </c:pt>
                <c:pt idx="670">
                  <c:v>9.1187131769661324E-5</c:v>
                </c:pt>
                <c:pt idx="671">
                  <c:v>2.7280222598492796E-6</c:v>
                </c:pt>
                <c:pt idx="672">
                  <c:v>7.3311799324412235E-6</c:v>
                </c:pt>
                <c:pt idx="673">
                  <c:v>3.2212907800380157E-6</c:v>
                </c:pt>
                <c:pt idx="674">
                  <c:v>0</c:v>
                </c:pt>
                <c:pt idx="675">
                  <c:v>3.0747314251482742E-5</c:v>
                </c:pt>
                <c:pt idx="676">
                  <c:v>0</c:v>
                </c:pt>
                <c:pt idx="677">
                  <c:v>0</c:v>
                </c:pt>
                <c:pt idx="678">
                  <c:v>2.5283807391497768E-4</c:v>
                </c:pt>
                <c:pt idx="679">
                  <c:v>4.6554426844062918E-6</c:v>
                </c:pt>
                <c:pt idx="680">
                  <c:v>0</c:v>
                </c:pt>
                <c:pt idx="681">
                  <c:v>1.1908417475952151E-5</c:v>
                </c:pt>
                <c:pt idx="682">
                  <c:v>1.6124142489942289E-4</c:v>
                </c:pt>
                <c:pt idx="683">
                  <c:v>4.3355440598486102E-5</c:v>
                </c:pt>
                <c:pt idx="684">
                  <c:v>7.8447736988711363E-7</c:v>
                </c:pt>
                <c:pt idx="685">
                  <c:v>1.5956194445991467E-3</c:v>
                </c:pt>
                <c:pt idx="686">
                  <c:v>4.1230072915706169E-6</c:v>
                </c:pt>
                <c:pt idx="687">
                  <c:v>3.8167255716386612E-5</c:v>
                </c:pt>
                <c:pt idx="688">
                  <c:v>1.1950189749807166E-5</c:v>
                </c:pt>
                <c:pt idx="689">
                  <c:v>2.6839439896038011E-6</c:v>
                </c:pt>
                <c:pt idx="690">
                  <c:v>0</c:v>
                </c:pt>
                <c:pt idx="691">
                  <c:v>3.8004931908381814E-6</c:v>
                </c:pt>
                <c:pt idx="692">
                  <c:v>1.598755125131998E-6</c:v>
                </c:pt>
                <c:pt idx="693">
                  <c:v>0</c:v>
                </c:pt>
                <c:pt idx="694">
                  <c:v>5.431843221122081E-5</c:v>
                </c:pt>
                <c:pt idx="695">
                  <c:v>2.0058054678555602E-5</c:v>
                </c:pt>
                <c:pt idx="696">
                  <c:v>0</c:v>
                </c:pt>
                <c:pt idx="697">
                  <c:v>5.2590271198923574E-6</c:v>
                </c:pt>
                <c:pt idx="698">
                  <c:v>4.4230854737763872E-6</c:v>
                </c:pt>
                <c:pt idx="699">
                  <c:v>5.3549530398028983E-5</c:v>
                </c:pt>
                <c:pt idx="700">
                  <c:v>5.7345232141069003E-6</c:v>
                </c:pt>
                <c:pt idx="701">
                  <c:v>1.0219075034295559E-5</c:v>
                </c:pt>
                <c:pt idx="702">
                  <c:v>6.0951089935336291E-5</c:v>
                </c:pt>
                <c:pt idx="703">
                  <c:v>3.4547176481567094E-6</c:v>
                </c:pt>
                <c:pt idx="704">
                  <c:v>2.1688678062479008E-5</c:v>
                </c:pt>
                <c:pt idx="705">
                  <c:v>0</c:v>
                </c:pt>
                <c:pt idx="706">
                  <c:v>4.3739321641391937E-6</c:v>
                </c:pt>
                <c:pt idx="707">
                  <c:v>8.9882580572456084E-8</c:v>
                </c:pt>
                <c:pt idx="708">
                  <c:v>2.1299244797660055E-5</c:v>
                </c:pt>
                <c:pt idx="709">
                  <c:v>5.6913665390309126E-6</c:v>
                </c:pt>
                <c:pt idx="710">
                  <c:v>7.5683697731473306E-5</c:v>
                </c:pt>
                <c:pt idx="711">
                  <c:v>7.6681401688828653E-6</c:v>
                </c:pt>
                <c:pt idx="712">
                  <c:v>1.5037275477467772E-5</c:v>
                </c:pt>
                <c:pt idx="713">
                  <c:v>6.0565171773927458E-6</c:v>
                </c:pt>
                <c:pt idx="714">
                  <c:v>1.3207928248611327E-5</c:v>
                </c:pt>
                <c:pt idx="715">
                  <c:v>1.5117322961518871E-5</c:v>
                </c:pt>
                <c:pt idx="716">
                  <c:v>1.0750794919600537E-5</c:v>
                </c:pt>
                <c:pt idx="717">
                  <c:v>1.3567812193030825E-5</c:v>
                </c:pt>
                <c:pt idx="718">
                  <c:v>6.0744396901278302E-5</c:v>
                </c:pt>
                <c:pt idx="719">
                  <c:v>7.8333714115181241E-6</c:v>
                </c:pt>
                <c:pt idx="720">
                  <c:v>6.1253756669270689E-4</c:v>
                </c:pt>
                <c:pt idx="721">
                  <c:v>2.2966020729223508E-6</c:v>
                </c:pt>
                <c:pt idx="722">
                  <c:v>9.9641019512249892E-5</c:v>
                </c:pt>
                <c:pt idx="723">
                  <c:v>1.965894565808815E-6</c:v>
                </c:pt>
                <c:pt idx="724">
                  <c:v>1.2316969664141481E-5</c:v>
                </c:pt>
                <c:pt idx="725">
                  <c:v>8.4318428425082413E-5</c:v>
                </c:pt>
                <c:pt idx="726">
                  <c:v>3.4196443725408897E-6</c:v>
                </c:pt>
                <c:pt idx="727">
                  <c:v>5.0871524546127931E-4</c:v>
                </c:pt>
                <c:pt idx="728">
                  <c:v>1.1997291646271793E-5</c:v>
                </c:pt>
                <c:pt idx="729">
                  <c:v>2.0347581903224984E-5</c:v>
                </c:pt>
                <c:pt idx="730">
                  <c:v>9.4899390472471975E-7</c:v>
                </c:pt>
                <c:pt idx="731">
                  <c:v>6.3065927136842661E-5</c:v>
                </c:pt>
                <c:pt idx="732">
                  <c:v>6.3141886492703583E-5</c:v>
                </c:pt>
                <c:pt idx="733">
                  <c:v>4.2690058109757013E-6</c:v>
                </c:pt>
                <c:pt idx="734">
                  <c:v>0</c:v>
                </c:pt>
                <c:pt idx="735">
                  <c:v>1.4455670009409765E-3</c:v>
                </c:pt>
                <c:pt idx="736">
                  <c:v>0</c:v>
                </c:pt>
                <c:pt idx="737">
                  <c:v>1.5851057444483726E-6</c:v>
                </c:pt>
                <c:pt idx="738">
                  <c:v>3.389271133682145E-5</c:v>
                </c:pt>
                <c:pt idx="739">
                  <c:v>5.7266479078500992E-7</c:v>
                </c:pt>
                <c:pt idx="740">
                  <c:v>2.4972725943917696E-7</c:v>
                </c:pt>
                <c:pt idx="741">
                  <c:v>2.9345060322288869E-4</c:v>
                </c:pt>
                <c:pt idx="742">
                  <c:v>3.8421247116535659E-6</c:v>
                </c:pt>
                <c:pt idx="743">
                  <c:v>1.1074476597493503E-4</c:v>
                </c:pt>
                <c:pt idx="744">
                  <c:v>8.3242534681975029E-6</c:v>
                </c:pt>
                <c:pt idx="745">
                  <c:v>1.11624545454942E-5</c:v>
                </c:pt>
                <c:pt idx="746">
                  <c:v>2.7126310001218612E-5</c:v>
                </c:pt>
                <c:pt idx="747">
                  <c:v>9.0716678290297766E-6</c:v>
                </c:pt>
                <c:pt idx="748">
                  <c:v>1.2625048975985621E-5</c:v>
                </c:pt>
                <c:pt idx="749">
                  <c:v>2.433322865223421E-5</c:v>
                </c:pt>
                <c:pt idx="750">
                  <c:v>0</c:v>
                </c:pt>
                <c:pt idx="751">
                  <c:v>2.3642953248606398E-5</c:v>
                </c:pt>
                <c:pt idx="752">
                  <c:v>0</c:v>
                </c:pt>
                <c:pt idx="753">
                  <c:v>2.5724776268552276E-5</c:v>
                </c:pt>
                <c:pt idx="754">
                  <c:v>6.0847607609469588E-6</c:v>
                </c:pt>
                <c:pt idx="755">
                  <c:v>1.93317179035151E-5</c:v>
                </c:pt>
                <c:pt idx="756">
                  <c:v>1.1124254554636248E-6</c:v>
                </c:pt>
                <c:pt idx="757">
                  <c:v>7.7522610583141985E-7</c:v>
                </c:pt>
                <c:pt idx="758">
                  <c:v>2.0059437232460011E-5</c:v>
                </c:pt>
                <c:pt idx="759">
                  <c:v>1.0036827324965703E-4</c:v>
                </c:pt>
                <c:pt idx="760">
                  <c:v>2.1794569943867233E-3</c:v>
                </c:pt>
                <c:pt idx="761">
                  <c:v>7.8209702958270511E-6</c:v>
                </c:pt>
                <c:pt idx="762">
                  <c:v>1.4115382020116668E-5</c:v>
                </c:pt>
                <c:pt idx="763">
                  <c:v>2.9723792853835292E-5</c:v>
                </c:pt>
                <c:pt idx="764">
                  <c:v>3.3295991961656602E-4</c:v>
                </c:pt>
                <c:pt idx="765">
                  <c:v>1.2813503402578317E-7</c:v>
                </c:pt>
                <c:pt idx="766">
                  <c:v>3.0171610891151622E-5</c:v>
                </c:pt>
                <c:pt idx="767">
                  <c:v>2.0955170987955148E-6</c:v>
                </c:pt>
                <c:pt idx="768">
                  <c:v>6.7401035065856647E-6</c:v>
                </c:pt>
                <c:pt idx="769">
                  <c:v>2.272355215367485E-4</c:v>
                </c:pt>
                <c:pt idx="770">
                  <c:v>1.1835674163694941E-5</c:v>
                </c:pt>
                <c:pt idx="771">
                  <c:v>2.5421507222285254E-7</c:v>
                </c:pt>
                <c:pt idx="772">
                  <c:v>6.596430489699324E-6</c:v>
                </c:pt>
                <c:pt idx="773">
                  <c:v>1.7118356927306614E-5</c:v>
                </c:pt>
                <c:pt idx="774">
                  <c:v>2.0393554907199847E-5</c:v>
                </c:pt>
                <c:pt idx="775">
                  <c:v>7.4374144989286005E-6</c:v>
                </c:pt>
                <c:pt idx="776">
                  <c:v>4.3442936677657822E-5</c:v>
                </c:pt>
                <c:pt idx="777">
                  <c:v>3.2467152980722267E-5</c:v>
                </c:pt>
                <c:pt idx="778">
                  <c:v>1.8812959348894384E-5</c:v>
                </c:pt>
                <c:pt idx="779">
                  <c:v>6.6127110811343141E-7</c:v>
                </c:pt>
                <c:pt idx="780">
                  <c:v>1.0834470955023501E-5</c:v>
                </c:pt>
                <c:pt idx="781">
                  <c:v>3.0632911628076276E-6</c:v>
                </c:pt>
                <c:pt idx="782">
                  <c:v>3.0459831562496954E-7</c:v>
                </c:pt>
                <c:pt idx="783">
                  <c:v>1.4306144555678911E-5</c:v>
                </c:pt>
                <c:pt idx="784">
                  <c:v>1.3054846497361343E-4</c:v>
                </c:pt>
                <c:pt idx="785">
                  <c:v>1.2980986498206531E-5</c:v>
                </c:pt>
                <c:pt idx="786">
                  <c:v>1.2843204329648228E-5</c:v>
                </c:pt>
                <c:pt idx="787">
                  <c:v>3.6510084236201412E-6</c:v>
                </c:pt>
                <c:pt idx="788">
                  <c:v>9.5803580151769372E-6</c:v>
                </c:pt>
                <c:pt idx="789">
                  <c:v>1.6916600750473993E-5</c:v>
                </c:pt>
                <c:pt idx="790">
                  <c:v>2.8068335172065557E-5</c:v>
                </c:pt>
                <c:pt idx="791">
                  <c:v>1.9848242289068796E-5</c:v>
                </c:pt>
                <c:pt idx="792">
                  <c:v>9.184303274349087E-6</c:v>
                </c:pt>
                <c:pt idx="793">
                  <c:v>8.7418646084743597E-7</c:v>
                </c:pt>
                <c:pt idx="794">
                  <c:v>1.5816598623952148E-5</c:v>
                </c:pt>
                <c:pt idx="795">
                  <c:v>8.0455983774023339E-6</c:v>
                </c:pt>
                <c:pt idx="796">
                  <c:v>0</c:v>
                </c:pt>
                <c:pt idx="797">
                  <c:v>2.5671273025145409E-5</c:v>
                </c:pt>
                <c:pt idx="798">
                  <c:v>8.1802636070655003E-6</c:v>
                </c:pt>
                <c:pt idx="799">
                  <c:v>2.2587756858389264E-5</c:v>
                </c:pt>
                <c:pt idx="800">
                  <c:v>1.7848392269218233E-5</c:v>
                </c:pt>
                <c:pt idx="801">
                  <c:v>0</c:v>
                </c:pt>
                <c:pt idx="802">
                  <c:v>0</c:v>
                </c:pt>
                <c:pt idx="803">
                  <c:v>9.8911856474010629E-6</c:v>
                </c:pt>
                <c:pt idx="804">
                  <c:v>2.0183826988455345E-4</c:v>
                </c:pt>
                <c:pt idx="805">
                  <c:v>3.2969165157776123E-6</c:v>
                </c:pt>
                <c:pt idx="806">
                  <c:v>4.068676494340759E-6</c:v>
                </c:pt>
                <c:pt idx="807">
                  <c:v>1.0220885826896524E-5</c:v>
                </c:pt>
                <c:pt idx="808">
                  <c:v>8.218913779217415E-6</c:v>
                </c:pt>
                <c:pt idx="809">
                  <c:v>7.6325649849085132E-5</c:v>
                </c:pt>
                <c:pt idx="810">
                  <c:v>1.8781700493647245E-6</c:v>
                </c:pt>
                <c:pt idx="811">
                  <c:v>1.1387318611573303E-5</c:v>
                </c:pt>
                <c:pt idx="812">
                  <c:v>4.766238154419996E-5</c:v>
                </c:pt>
                <c:pt idx="813">
                  <c:v>7.5618628098029165E-3</c:v>
                </c:pt>
                <c:pt idx="814">
                  <c:v>5.4695800383536542E-7</c:v>
                </c:pt>
                <c:pt idx="815">
                  <c:v>1.2795965367194841E-5</c:v>
                </c:pt>
                <c:pt idx="816">
                  <c:v>0</c:v>
                </c:pt>
                <c:pt idx="817">
                  <c:v>1.4145300606625833E-5</c:v>
                </c:pt>
                <c:pt idx="818">
                  <c:v>9.3565269637577804E-7</c:v>
                </c:pt>
                <c:pt idx="819">
                  <c:v>6.1366695065941579E-5</c:v>
                </c:pt>
                <c:pt idx="820">
                  <c:v>5.8446250622924987E-6</c:v>
                </c:pt>
                <c:pt idx="821">
                  <c:v>4.2084742259363435E-5</c:v>
                </c:pt>
                <c:pt idx="822">
                  <c:v>2.0375541855417842E-5</c:v>
                </c:pt>
                <c:pt idx="823">
                  <c:v>3.412895532171887E-5</c:v>
                </c:pt>
                <c:pt idx="824">
                  <c:v>1.8826683850066252E-4</c:v>
                </c:pt>
                <c:pt idx="825">
                  <c:v>5.5452839526537132E-6</c:v>
                </c:pt>
                <c:pt idx="826">
                  <c:v>4.8851629324650677E-5</c:v>
                </c:pt>
                <c:pt idx="827">
                  <c:v>5.7557749100110933E-5</c:v>
                </c:pt>
                <c:pt idx="828">
                  <c:v>1.3386778496364034E-6</c:v>
                </c:pt>
                <c:pt idx="829">
                  <c:v>0</c:v>
                </c:pt>
                <c:pt idx="830">
                  <c:v>7.3518898658856744E-5</c:v>
                </c:pt>
                <c:pt idx="831">
                  <c:v>2.1470168260753783E-5</c:v>
                </c:pt>
                <c:pt idx="832">
                  <c:v>1.7046699292124312E-6</c:v>
                </c:pt>
                <c:pt idx="833">
                  <c:v>2.3573723038925816E-5</c:v>
                </c:pt>
                <c:pt idx="834">
                  <c:v>6.63326726128804E-4</c:v>
                </c:pt>
                <c:pt idx="835">
                  <c:v>5.0367846085275269E-7</c:v>
                </c:pt>
                <c:pt idx="836">
                  <c:v>1.1339818209636164E-5</c:v>
                </c:pt>
                <c:pt idx="837">
                  <c:v>7.0407195905353489E-3</c:v>
                </c:pt>
                <c:pt idx="838">
                  <c:v>9.9155428849487374E-6</c:v>
                </c:pt>
                <c:pt idx="839">
                  <c:v>1.6691669923608639E-6</c:v>
                </c:pt>
                <c:pt idx="840">
                  <c:v>2.0488630312789187E-5</c:v>
                </c:pt>
                <c:pt idx="841">
                  <c:v>2.3431997961410691E-6</c:v>
                </c:pt>
                <c:pt idx="842">
                  <c:v>1.3407991463205896E-5</c:v>
                </c:pt>
                <c:pt idx="843">
                  <c:v>1.7801217845121405E-5</c:v>
                </c:pt>
                <c:pt idx="844">
                  <c:v>4.001999651825097E-6</c:v>
                </c:pt>
                <c:pt idx="845">
                  <c:v>1.4541679146732306E-5</c:v>
                </c:pt>
                <c:pt idx="846">
                  <c:v>3.0737792002611026E-6</c:v>
                </c:pt>
                <c:pt idx="847">
                  <c:v>0</c:v>
                </c:pt>
                <c:pt idx="848">
                  <c:v>2.3794618692859412E-5</c:v>
                </c:pt>
                <c:pt idx="849">
                  <c:v>9.4900117360535867E-6</c:v>
                </c:pt>
                <c:pt idx="850">
                  <c:v>2.4212238908328645E-6</c:v>
                </c:pt>
                <c:pt idx="851">
                  <c:v>1.1130797564525965E-5</c:v>
                </c:pt>
                <c:pt idx="852">
                  <c:v>2.9459970493970489E-5</c:v>
                </c:pt>
                <c:pt idx="853">
                  <c:v>2.8598656780006392E-6</c:v>
                </c:pt>
                <c:pt idx="854">
                  <c:v>2.6126302214185013E-5</c:v>
                </c:pt>
                <c:pt idx="855">
                  <c:v>2.4689474291800519E-6</c:v>
                </c:pt>
                <c:pt idx="856">
                  <c:v>3.9981868689700504E-6</c:v>
                </c:pt>
                <c:pt idx="857">
                  <c:v>1.249782110140664E-5</c:v>
                </c:pt>
                <c:pt idx="858">
                  <c:v>2.3650521625971416E-5</c:v>
                </c:pt>
                <c:pt idx="859">
                  <c:v>2.4320214490633807E-7</c:v>
                </c:pt>
                <c:pt idx="860">
                  <c:v>1.6611039650726093E-5</c:v>
                </c:pt>
                <c:pt idx="861">
                  <c:v>6.8044369771955801E-6</c:v>
                </c:pt>
                <c:pt idx="862">
                  <c:v>5.8889495356907514E-6</c:v>
                </c:pt>
                <c:pt idx="863">
                  <c:v>1.2965652976964924E-5</c:v>
                </c:pt>
                <c:pt idx="864">
                  <c:v>7.8213127045294069E-6</c:v>
                </c:pt>
                <c:pt idx="865">
                  <c:v>1.8097743340746225E-5</c:v>
                </c:pt>
                <c:pt idx="866">
                  <c:v>0</c:v>
                </c:pt>
                <c:pt idx="867">
                  <c:v>5.5522247916804214E-7</c:v>
                </c:pt>
                <c:pt idx="868">
                  <c:v>0</c:v>
                </c:pt>
                <c:pt idx="869">
                  <c:v>0</c:v>
                </c:pt>
                <c:pt idx="870">
                  <c:v>1.8348148897211013E-4</c:v>
                </c:pt>
                <c:pt idx="871">
                  <c:v>1.0793794081528641E-5</c:v>
                </c:pt>
                <c:pt idx="872">
                  <c:v>3.0336580816412714E-6</c:v>
                </c:pt>
                <c:pt idx="873">
                  <c:v>2.7651329260719496E-5</c:v>
                </c:pt>
                <c:pt idx="874">
                  <c:v>2.9874498509559054E-7</c:v>
                </c:pt>
                <c:pt idx="875">
                  <c:v>3.3773319728380038E-6</c:v>
                </c:pt>
                <c:pt idx="876">
                  <c:v>1.7277394858142443E-6</c:v>
                </c:pt>
                <c:pt idx="877">
                  <c:v>3.0075211098920161E-6</c:v>
                </c:pt>
                <c:pt idx="878">
                  <c:v>8.909943051094088E-6</c:v>
                </c:pt>
                <c:pt idx="879">
                  <c:v>1.1843404330672701E-5</c:v>
                </c:pt>
                <c:pt idx="880">
                  <c:v>7.848304884824877E-5</c:v>
                </c:pt>
                <c:pt idx="881">
                  <c:v>1.3563824323299819E-6</c:v>
                </c:pt>
                <c:pt idx="882">
                  <c:v>3.1601545347260742E-5</c:v>
                </c:pt>
                <c:pt idx="883">
                  <c:v>2.7102698131600411E-5</c:v>
                </c:pt>
                <c:pt idx="884">
                  <c:v>2.1419249418571635E-5</c:v>
                </c:pt>
                <c:pt idx="885">
                  <c:v>2.5256551515723841E-6</c:v>
                </c:pt>
                <c:pt idx="886">
                  <c:v>4.2056804303048901E-6</c:v>
                </c:pt>
                <c:pt idx="887">
                  <c:v>6.291478759248758E-5</c:v>
                </c:pt>
                <c:pt idx="888">
                  <c:v>2.0352324128837418E-5</c:v>
                </c:pt>
                <c:pt idx="889">
                  <c:v>9.0729958436438876E-7</c:v>
                </c:pt>
                <c:pt idx="890">
                  <c:v>7.5438963201630264E-7</c:v>
                </c:pt>
                <c:pt idx="891">
                  <c:v>7.4438667556967843E-7</c:v>
                </c:pt>
                <c:pt idx="892">
                  <c:v>1.3514351407834804E-5</c:v>
                </c:pt>
                <c:pt idx="893">
                  <c:v>0</c:v>
                </c:pt>
                <c:pt idx="894">
                  <c:v>4.3183970601958793E-7</c:v>
                </c:pt>
                <c:pt idx="895">
                  <c:v>0</c:v>
                </c:pt>
                <c:pt idx="896">
                  <c:v>4.2765883752818906E-5</c:v>
                </c:pt>
                <c:pt idx="897">
                  <c:v>1.4809631486976968E-6</c:v>
                </c:pt>
                <c:pt idx="898">
                  <c:v>1.0632151549365026E-5</c:v>
                </c:pt>
                <c:pt idx="899">
                  <c:v>8.0267056846534271E-5</c:v>
                </c:pt>
                <c:pt idx="900">
                  <c:v>3.1920738243482451E-5</c:v>
                </c:pt>
                <c:pt idx="901">
                  <c:v>2.0069750337260282E-5</c:v>
                </c:pt>
                <c:pt idx="902">
                  <c:v>3.2244031382795896E-5</c:v>
                </c:pt>
                <c:pt idx="903">
                  <c:v>6.6872079418757982E-6</c:v>
                </c:pt>
                <c:pt idx="904">
                  <c:v>7.0875879140647554E-6</c:v>
                </c:pt>
                <c:pt idx="905">
                  <c:v>0</c:v>
                </c:pt>
                <c:pt idx="906">
                  <c:v>0</c:v>
                </c:pt>
                <c:pt idx="907">
                  <c:v>8.3946410142125561E-7</c:v>
                </c:pt>
                <c:pt idx="908">
                  <c:v>8.9020853881892973E-6</c:v>
                </c:pt>
                <c:pt idx="909">
                  <c:v>1.1859091970676559E-4</c:v>
                </c:pt>
                <c:pt idx="910">
                  <c:v>5.1115972646670746E-6</c:v>
                </c:pt>
                <c:pt idx="911">
                  <c:v>7.0912625409532418E-5</c:v>
                </c:pt>
                <c:pt idx="912">
                  <c:v>9.4785555518491797E-6</c:v>
                </c:pt>
                <c:pt idx="913">
                  <c:v>5.7640208889031734E-7</c:v>
                </c:pt>
                <c:pt idx="914">
                  <c:v>0</c:v>
                </c:pt>
                <c:pt idx="915">
                  <c:v>9.3030610953934205E-6</c:v>
                </c:pt>
                <c:pt idx="916">
                  <c:v>2.7041863318981449E-5</c:v>
                </c:pt>
                <c:pt idx="917">
                  <c:v>5.2435963483418762E-5</c:v>
                </c:pt>
                <c:pt idx="918">
                  <c:v>2.4773668812426897E-4</c:v>
                </c:pt>
                <c:pt idx="919">
                  <c:v>9.6518055494484703E-6</c:v>
                </c:pt>
                <c:pt idx="920">
                  <c:v>0</c:v>
                </c:pt>
                <c:pt idx="921">
                  <c:v>2.081655217640923E-3</c:v>
                </c:pt>
                <c:pt idx="922">
                  <c:v>1.1340997651303801E-5</c:v>
                </c:pt>
                <c:pt idx="923">
                  <c:v>4.4510335413304586E-5</c:v>
                </c:pt>
                <c:pt idx="924">
                  <c:v>2.4225460864175552E-3</c:v>
                </c:pt>
                <c:pt idx="925">
                  <c:v>2.8869789763207368E-5</c:v>
                </c:pt>
                <c:pt idx="926">
                  <c:v>2.4551526752900192E-5</c:v>
                </c:pt>
                <c:pt idx="927">
                  <c:v>1.7615397760742461E-5</c:v>
                </c:pt>
                <c:pt idx="928">
                  <c:v>3.6287671114193564E-6</c:v>
                </c:pt>
                <c:pt idx="929">
                  <c:v>0</c:v>
                </c:pt>
                <c:pt idx="930">
                  <c:v>3.6750603972519687E-5</c:v>
                </c:pt>
                <c:pt idx="931">
                  <c:v>3.5017819175663758E-5</c:v>
                </c:pt>
                <c:pt idx="932">
                  <c:v>0</c:v>
                </c:pt>
                <c:pt idx="933">
                  <c:v>8.2785860693156189E-7</c:v>
                </c:pt>
                <c:pt idx="934">
                  <c:v>4.8928175637822384E-5</c:v>
                </c:pt>
                <c:pt idx="935">
                  <c:v>6.5670986675367433E-6</c:v>
                </c:pt>
                <c:pt idx="936">
                  <c:v>0</c:v>
                </c:pt>
                <c:pt idx="937">
                  <c:v>6.2897930645801716E-6</c:v>
                </c:pt>
                <c:pt idx="938">
                  <c:v>5.4110035453056916E-7</c:v>
                </c:pt>
                <c:pt idx="939">
                  <c:v>4.1516224818645885E-6</c:v>
                </c:pt>
                <c:pt idx="940">
                  <c:v>0</c:v>
                </c:pt>
                <c:pt idx="941">
                  <c:v>9.1032816132797254E-5</c:v>
                </c:pt>
                <c:pt idx="942">
                  <c:v>2.6277905515234526E-6</c:v>
                </c:pt>
                <c:pt idx="943">
                  <c:v>0</c:v>
                </c:pt>
                <c:pt idx="944">
                  <c:v>7.6613444315004514E-6</c:v>
                </c:pt>
                <c:pt idx="945">
                  <c:v>5.3449669811131808E-5</c:v>
                </c:pt>
                <c:pt idx="946">
                  <c:v>1.6135806979414547E-6</c:v>
                </c:pt>
                <c:pt idx="947">
                  <c:v>3.2131954113873514E-5</c:v>
                </c:pt>
                <c:pt idx="948">
                  <c:v>9.9920028049194676E-6</c:v>
                </c:pt>
                <c:pt idx="949">
                  <c:v>2.1836951098559397E-7</c:v>
                </c:pt>
                <c:pt idx="950">
                  <c:v>5.3965164298432826E-5</c:v>
                </c:pt>
                <c:pt idx="951">
                  <c:v>1.5025830616639269E-5</c:v>
                </c:pt>
                <c:pt idx="952">
                  <c:v>0</c:v>
                </c:pt>
                <c:pt idx="953">
                  <c:v>4.1484851976639152E-6</c:v>
                </c:pt>
                <c:pt idx="954">
                  <c:v>0</c:v>
                </c:pt>
                <c:pt idx="955">
                  <c:v>9.4306156143805742E-4</c:v>
                </c:pt>
                <c:pt idx="956">
                  <c:v>7.6496880838814222E-5</c:v>
                </c:pt>
                <c:pt idx="957">
                  <c:v>4.5990109778874862E-6</c:v>
                </c:pt>
                <c:pt idx="958">
                  <c:v>4.7985987119232542E-6</c:v>
                </c:pt>
                <c:pt idx="959">
                  <c:v>6.4932042543668173E-6</c:v>
                </c:pt>
                <c:pt idx="960">
                  <c:v>3.0074550954935535E-7</c:v>
                </c:pt>
                <c:pt idx="961">
                  <c:v>1.2029820381974184E-7</c:v>
                </c:pt>
                <c:pt idx="962">
                  <c:v>2.1445405698726023E-5</c:v>
                </c:pt>
                <c:pt idx="963">
                  <c:v>1.3200586702623522E-6</c:v>
                </c:pt>
                <c:pt idx="964">
                  <c:v>2.4337786899947796E-7</c:v>
                </c:pt>
                <c:pt idx="965">
                  <c:v>2.1946034304173861E-5</c:v>
                </c:pt>
                <c:pt idx="966">
                  <c:v>4.1222139664300476E-5</c:v>
                </c:pt>
                <c:pt idx="967">
                  <c:v>1.2143974917124007E-4</c:v>
                </c:pt>
                <c:pt idx="968">
                  <c:v>3.0376411355495656E-7</c:v>
                </c:pt>
                <c:pt idx="969">
                  <c:v>2.1082698866118875E-5</c:v>
                </c:pt>
                <c:pt idx="970">
                  <c:v>5.453999525500774E-6</c:v>
                </c:pt>
                <c:pt idx="971">
                  <c:v>1.1162732463482772E-7</c:v>
                </c:pt>
                <c:pt idx="972">
                  <c:v>2.3598371023146452E-6</c:v>
                </c:pt>
                <c:pt idx="973">
                  <c:v>7.2976773312020607E-5</c:v>
                </c:pt>
                <c:pt idx="974">
                  <c:v>3.2942295422521231E-7</c:v>
                </c:pt>
                <c:pt idx="975">
                  <c:v>3.3898742950582281E-5</c:v>
                </c:pt>
                <c:pt idx="976">
                  <c:v>1.0656925626517327E-6</c:v>
                </c:pt>
                <c:pt idx="977">
                  <c:v>1.5242234076952461E-5</c:v>
                </c:pt>
                <c:pt idx="978">
                  <c:v>1.7902149240945633E-5</c:v>
                </c:pt>
                <c:pt idx="979">
                  <c:v>3.1864096497889071E-5</c:v>
                </c:pt>
                <c:pt idx="980">
                  <c:v>1.3313635205346913E-6</c:v>
                </c:pt>
                <c:pt idx="981">
                  <c:v>0</c:v>
                </c:pt>
                <c:pt idx="982">
                  <c:v>3.6042356054478655E-4</c:v>
                </c:pt>
                <c:pt idx="983">
                  <c:v>2.6961108138774863E-5</c:v>
                </c:pt>
                <c:pt idx="984">
                  <c:v>0</c:v>
                </c:pt>
                <c:pt idx="985">
                  <c:v>2.1040009736894141E-5</c:v>
                </c:pt>
                <c:pt idx="986">
                  <c:v>2.3375084711677811E-6</c:v>
                </c:pt>
                <c:pt idx="987">
                  <c:v>1.4076527646946689E-5</c:v>
                </c:pt>
                <c:pt idx="988">
                  <c:v>9.3142376548911389E-7</c:v>
                </c:pt>
                <c:pt idx="989">
                  <c:v>2.2155110883207661E-6</c:v>
                </c:pt>
                <c:pt idx="990">
                  <c:v>2.5183923042637629E-7</c:v>
                </c:pt>
                <c:pt idx="991">
                  <c:v>1.6339194894576755E-5</c:v>
                </c:pt>
                <c:pt idx="992">
                  <c:v>3.8290066503866793E-5</c:v>
                </c:pt>
                <c:pt idx="993">
                  <c:v>1.75892935088918E-6</c:v>
                </c:pt>
                <c:pt idx="994">
                  <c:v>0</c:v>
                </c:pt>
                <c:pt idx="995">
                  <c:v>5.5198281976135184E-6</c:v>
                </c:pt>
                <c:pt idx="996">
                  <c:v>3.2271613958829214E-5</c:v>
                </c:pt>
                <c:pt idx="997">
                  <c:v>2.3371030056914396E-7</c:v>
                </c:pt>
                <c:pt idx="998">
                  <c:v>0</c:v>
                </c:pt>
                <c:pt idx="999">
                  <c:v>9.1046016175360824E-6</c:v>
                </c:pt>
                <c:pt idx="1000">
                  <c:v>2.7114169069632241E-5</c:v>
                </c:pt>
                <c:pt idx="1001">
                  <c:v>0</c:v>
                </c:pt>
                <c:pt idx="1002">
                  <c:v>0</c:v>
                </c:pt>
                <c:pt idx="1003">
                  <c:v>5.0190641328766832E-6</c:v>
                </c:pt>
                <c:pt idx="1004">
                  <c:v>4.5464371544349227E-6</c:v>
                </c:pt>
                <c:pt idx="1005">
                  <c:v>2.1459449769386488E-5</c:v>
                </c:pt>
                <c:pt idx="1006">
                  <c:v>9.3656552827468142E-5</c:v>
                </c:pt>
                <c:pt idx="1007">
                  <c:v>0</c:v>
                </c:pt>
                <c:pt idx="1008">
                  <c:v>0</c:v>
                </c:pt>
                <c:pt idx="1009">
                  <c:v>1.1363107445141853E-6</c:v>
                </c:pt>
                <c:pt idx="1010">
                  <c:v>1.945617159250708E-7</c:v>
                </c:pt>
                <c:pt idx="1011">
                  <c:v>9.5016916980332646E-7</c:v>
                </c:pt>
                <c:pt idx="1012">
                  <c:v>7.6160013929045725E-7</c:v>
                </c:pt>
                <c:pt idx="1013">
                  <c:v>8.4581520353169542E-6</c:v>
                </c:pt>
                <c:pt idx="1014">
                  <c:v>1.6109498598469784E-5</c:v>
                </c:pt>
                <c:pt idx="1015">
                  <c:v>1.5182710619399135E-5</c:v>
                </c:pt>
                <c:pt idx="1016">
                  <c:v>3.3076492382754052E-3</c:v>
                </c:pt>
                <c:pt idx="1017">
                  <c:v>4.5289928620355551E-5</c:v>
                </c:pt>
                <c:pt idx="1018">
                  <c:v>1.2973998716818904E-4</c:v>
                </c:pt>
                <c:pt idx="1019">
                  <c:v>8.2688729268154835E-6</c:v>
                </c:pt>
                <c:pt idx="1020">
                  <c:v>2.564961655395796E-6</c:v>
                </c:pt>
                <c:pt idx="1021">
                  <c:v>0</c:v>
                </c:pt>
                <c:pt idx="1022">
                  <c:v>7.7077400239039679E-6</c:v>
                </c:pt>
                <c:pt idx="1023">
                  <c:v>9.6616970551945748E-5</c:v>
                </c:pt>
                <c:pt idx="1024">
                  <c:v>1.5142928682561587E-4</c:v>
                </c:pt>
                <c:pt idx="1025">
                  <c:v>8.6067281374949986E-8</c:v>
                </c:pt>
                <c:pt idx="1026">
                  <c:v>1.6295479615824368E-6</c:v>
                </c:pt>
                <c:pt idx="1027">
                  <c:v>2.4059640763948464E-7</c:v>
                </c:pt>
                <c:pt idx="1028">
                  <c:v>1.8759533788591342E-5</c:v>
                </c:pt>
                <c:pt idx="1029">
                  <c:v>1.2710753611142622E-7</c:v>
                </c:pt>
                <c:pt idx="1030">
                  <c:v>1.4797347723031549E-4</c:v>
                </c:pt>
                <c:pt idx="1031">
                  <c:v>1.1623587847507739E-6</c:v>
                </c:pt>
                <c:pt idx="1032">
                  <c:v>1.011402294079536E-5</c:v>
                </c:pt>
                <c:pt idx="1033">
                  <c:v>4.5121957764974206E-5</c:v>
                </c:pt>
                <c:pt idx="1034">
                  <c:v>1.6107296342923261E-4</c:v>
                </c:pt>
                <c:pt idx="1035">
                  <c:v>2.4614420027544096E-5</c:v>
                </c:pt>
                <c:pt idx="1036">
                  <c:v>7.8682957047814022E-5</c:v>
                </c:pt>
                <c:pt idx="1037">
                  <c:v>6.0338232006395887E-6</c:v>
                </c:pt>
                <c:pt idx="1038">
                  <c:v>7.0004688864789092E-6</c:v>
                </c:pt>
                <c:pt idx="1039">
                  <c:v>7.7819850169280195E-6</c:v>
                </c:pt>
                <c:pt idx="1040">
                  <c:v>1.8477804106712367E-5</c:v>
                </c:pt>
                <c:pt idx="1041">
                  <c:v>4.7068642193226794E-6</c:v>
                </c:pt>
                <c:pt idx="1042">
                  <c:v>4.5915130314194823E-5</c:v>
                </c:pt>
                <c:pt idx="1043">
                  <c:v>5.2448302579346734E-5</c:v>
                </c:pt>
                <c:pt idx="1044">
                  <c:v>0</c:v>
                </c:pt>
                <c:pt idx="1045">
                  <c:v>8.4095710804458668E-5</c:v>
                </c:pt>
                <c:pt idx="1046">
                  <c:v>2.3021095119461473E-5</c:v>
                </c:pt>
                <c:pt idx="1047">
                  <c:v>1.3706257831835843E-5</c:v>
                </c:pt>
                <c:pt idx="1048">
                  <c:v>1.0714644774560397E-4</c:v>
                </c:pt>
                <c:pt idx="1049">
                  <c:v>2.6508983528795286E-5</c:v>
                </c:pt>
                <c:pt idx="1050">
                  <c:v>3.7232190197751066E-6</c:v>
                </c:pt>
                <c:pt idx="1051">
                  <c:v>8.5274676125387146E-7</c:v>
                </c:pt>
                <c:pt idx="1052">
                  <c:v>8.4779373069479978E-6</c:v>
                </c:pt>
                <c:pt idx="1053">
                  <c:v>1.1640620310792746E-5</c:v>
                </c:pt>
                <c:pt idx="1054">
                  <c:v>4.7256453031534693E-5</c:v>
                </c:pt>
                <c:pt idx="1055">
                  <c:v>9.792695889887827E-6</c:v>
                </c:pt>
                <c:pt idx="1056">
                  <c:v>2.0535318213422493E-5</c:v>
                </c:pt>
                <c:pt idx="1057">
                  <c:v>0</c:v>
                </c:pt>
                <c:pt idx="1058">
                  <c:v>1.453217130888719E-6</c:v>
                </c:pt>
                <c:pt idx="1059">
                  <c:v>8.4131416004697847E-7</c:v>
                </c:pt>
                <c:pt idx="1060">
                  <c:v>8.5306435781299954E-6</c:v>
                </c:pt>
                <c:pt idx="1061">
                  <c:v>9.4000456938217544E-6</c:v>
                </c:pt>
                <c:pt idx="1062">
                  <c:v>8.0241009634658754E-4</c:v>
                </c:pt>
                <c:pt idx="1063">
                  <c:v>2.3668299827644812E-6</c:v>
                </c:pt>
                <c:pt idx="1064">
                  <c:v>8.7163435399216984E-6</c:v>
                </c:pt>
                <c:pt idx="1065">
                  <c:v>3.544906479839469E-5</c:v>
                </c:pt>
                <c:pt idx="1066">
                  <c:v>9.9820705389009569E-6</c:v>
                </c:pt>
                <c:pt idx="1067">
                  <c:v>3.4684847240245339E-4</c:v>
                </c:pt>
                <c:pt idx="1068">
                  <c:v>1.0671080338831103E-6</c:v>
                </c:pt>
                <c:pt idx="1069">
                  <c:v>0</c:v>
                </c:pt>
                <c:pt idx="1070">
                  <c:v>2.6705141446229511E-5</c:v>
                </c:pt>
                <c:pt idx="1071">
                  <c:v>4.3859818100580967E-5</c:v>
                </c:pt>
                <c:pt idx="1072">
                  <c:v>9.9729080886833469E-8</c:v>
                </c:pt>
                <c:pt idx="1073">
                  <c:v>0</c:v>
                </c:pt>
                <c:pt idx="1074">
                  <c:v>1.8067776205877023E-6</c:v>
                </c:pt>
                <c:pt idx="1075">
                  <c:v>6.0450738208007017E-5</c:v>
                </c:pt>
                <c:pt idx="1076">
                  <c:v>5.6791942733506296E-5</c:v>
                </c:pt>
                <c:pt idx="1077">
                  <c:v>1.4211991534667304E-5</c:v>
                </c:pt>
                <c:pt idx="1078">
                  <c:v>0</c:v>
                </c:pt>
                <c:pt idx="1079">
                  <c:v>1.1337495632718632E-5</c:v>
                </c:pt>
                <c:pt idx="1080">
                  <c:v>2.1860133167759003E-6</c:v>
                </c:pt>
                <c:pt idx="1081">
                  <c:v>2.9380295241137145E-5</c:v>
                </c:pt>
                <c:pt idx="1082">
                  <c:v>6.4510117506619802E-6</c:v>
                </c:pt>
                <c:pt idx="1083">
                  <c:v>1.1121909409749752E-6</c:v>
                </c:pt>
                <c:pt idx="1084">
                  <c:v>1.4257564897154654E-7</c:v>
                </c:pt>
                <c:pt idx="1085">
                  <c:v>1.7482154341884172E-4</c:v>
                </c:pt>
                <c:pt idx="1086">
                  <c:v>1.5310680486148981E-5</c:v>
                </c:pt>
                <c:pt idx="1087">
                  <c:v>1.5903511662740006E-5</c:v>
                </c:pt>
                <c:pt idx="1088">
                  <c:v>4.73938652234563E-6</c:v>
                </c:pt>
                <c:pt idx="1089">
                  <c:v>1.2911172263405697E-5</c:v>
                </c:pt>
                <c:pt idx="1090">
                  <c:v>1.0343121222171726E-5</c:v>
                </c:pt>
                <c:pt idx="1091">
                  <c:v>0</c:v>
                </c:pt>
                <c:pt idx="1092">
                  <c:v>2.6111238038393668E-7</c:v>
                </c:pt>
                <c:pt idx="1093">
                  <c:v>1.3541833633831071E-5</c:v>
                </c:pt>
                <c:pt idx="1094">
                  <c:v>1.2306737882324875E-5</c:v>
                </c:pt>
                <c:pt idx="1095">
                  <c:v>4.872554405764655E-6</c:v>
                </c:pt>
                <c:pt idx="1096">
                  <c:v>8.1399703815167189E-6</c:v>
                </c:pt>
                <c:pt idx="1097">
                  <c:v>1.6253766759591532E-3</c:v>
                </c:pt>
                <c:pt idx="1098">
                  <c:v>2.7927135274604559E-5</c:v>
                </c:pt>
                <c:pt idx="1099">
                  <c:v>4.4088971054003124E-4</c:v>
                </c:pt>
                <c:pt idx="1100">
                  <c:v>1.8063802157434734E-5</c:v>
                </c:pt>
                <c:pt idx="1101">
                  <c:v>1.7049362544623529E-5</c:v>
                </c:pt>
                <c:pt idx="1102">
                  <c:v>3.2861948360515101E-6</c:v>
                </c:pt>
                <c:pt idx="1103">
                  <c:v>0</c:v>
                </c:pt>
                <c:pt idx="1104">
                  <c:v>1.4565016515827512E-5</c:v>
                </c:pt>
                <c:pt idx="1105">
                  <c:v>1.5890713413787263E-5</c:v>
                </c:pt>
                <c:pt idx="1106">
                  <c:v>2.9022963677959969E-5</c:v>
                </c:pt>
                <c:pt idx="1107">
                  <c:v>5.1708835570085284E-5</c:v>
                </c:pt>
                <c:pt idx="1108">
                  <c:v>1.4754938771802705E-5</c:v>
                </c:pt>
                <c:pt idx="1109">
                  <c:v>1.7646887790191411E-7</c:v>
                </c:pt>
                <c:pt idx="1110">
                  <c:v>2.5626179472342093E-5</c:v>
                </c:pt>
                <c:pt idx="1111">
                  <c:v>3.0345492855430489E-7</c:v>
                </c:pt>
                <c:pt idx="1112">
                  <c:v>1.5242986970345409E-5</c:v>
                </c:pt>
                <c:pt idx="1113">
                  <c:v>0</c:v>
                </c:pt>
                <c:pt idx="1114">
                  <c:v>0</c:v>
                </c:pt>
                <c:pt idx="1115">
                  <c:v>1.1855313468879823E-5</c:v>
                </c:pt>
                <c:pt idx="1116">
                  <c:v>1.8491893168173898E-6</c:v>
                </c:pt>
                <c:pt idx="1117">
                  <c:v>9.5896077066271731E-6</c:v>
                </c:pt>
                <c:pt idx="1118">
                  <c:v>3.3565473641258651E-6</c:v>
                </c:pt>
                <c:pt idx="1119">
                  <c:v>2.1714409761326641E-5</c:v>
                </c:pt>
                <c:pt idx="1120">
                  <c:v>1.9172672795910586E-5</c:v>
                </c:pt>
                <c:pt idx="1121">
                  <c:v>1.4487326775154845E-7</c:v>
                </c:pt>
                <c:pt idx="1122">
                  <c:v>3.3423803314526165E-4</c:v>
                </c:pt>
                <c:pt idx="1123">
                  <c:v>1.4544395201758788E-6</c:v>
                </c:pt>
                <c:pt idx="1124">
                  <c:v>0</c:v>
                </c:pt>
                <c:pt idx="1125">
                  <c:v>0</c:v>
                </c:pt>
                <c:pt idx="1126">
                  <c:v>1.8918606644232231E-5</c:v>
                </c:pt>
                <c:pt idx="1127">
                  <c:v>5.5885585944967965E-5</c:v>
                </c:pt>
                <c:pt idx="1128">
                  <c:v>0</c:v>
                </c:pt>
                <c:pt idx="1129">
                  <c:v>0</c:v>
                </c:pt>
                <c:pt idx="1130">
                  <c:v>2.820623902608947E-5</c:v>
                </c:pt>
                <c:pt idx="1131">
                  <c:v>0</c:v>
                </c:pt>
                <c:pt idx="1132">
                  <c:v>1.6756898906601064E-5</c:v>
                </c:pt>
                <c:pt idx="1133">
                  <c:v>0</c:v>
                </c:pt>
                <c:pt idx="1134">
                  <c:v>2.2264389885820781E-5</c:v>
                </c:pt>
                <c:pt idx="1135">
                  <c:v>6.3702680650320646E-5</c:v>
                </c:pt>
                <c:pt idx="1136">
                  <c:v>9.5057721791305613E-6</c:v>
                </c:pt>
                <c:pt idx="1137">
                  <c:v>2.0340860919053492E-6</c:v>
                </c:pt>
                <c:pt idx="1138">
                  <c:v>1.0489576336295104E-5</c:v>
                </c:pt>
                <c:pt idx="1139">
                  <c:v>9.2279674311012967E-5</c:v>
                </c:pt>
                <c:pt idx="1140">
                  <c:v>2.3164963116959795E-5</c:v>
                </c:pt>
                <c:pt idx="1141">
                  <c:v>5.4173827728832129E-6</c:v>
                </c:pt>
                <c:pt idx="1142">
                  <c:v>0</c:v>
                </c:pt>
                <c:pt idx="1143">
                  <c:v>0</c:v>
                </c:pt>
                <c:pt idx="1144">
                  <c:v>2.0157593838211603E-5</c:v>
                </c:pt>
                <c:pt idx="1145">
                  <c:v>1.118406148588129E-5</c:v>
                </c:pt>
                <c:pt idx="1146">
                  <c:v>1.1427506529743961E-5</c:v>
                </c:pt>
                <c:pt idx="1147">
                  <c:v>4.6236783897773359E-7</c:v>
                </c:pt>
                <c:pt idx="1148">
                  <c:v>0</c:v>
                </c:pt>
                <c:pt idx="1149">
                  <c:v>7.1788578744696953E-5</c:v>
                </c:pt>
                <c:pt idx="1150">
                  <c:v>0</c:v>
                </c:pt>
                <c:pt idx="1151">
                  <c:v>3.0055382981095621E-6</c:v>
                </c:pt>
                <c:pt idx="1152">
                  <c:v>1.3184593447531806E-5</c:v>
                </c:pt>
                <c:pt idx="1153">
                  <c:v>1.8603737096287263E-6</c:v>
                </c:pt>
                <c:pt idx="1154">
                  <c:v>1.5522348879966708E-6</c:v>
                </c:pt>
                <c:pt idx="1155">
                  <c:v>1.1212458610871474E-5</c:v>
                </c:pt>
                <c:pt idx="1156">
                  <c:v>9.9190666217014733E-6</c:v>
                </c:pt>
                <c:pt idx="1157">
                  <c:v>5.049242256594227E-4</c:v>
                </c:pt>
                <c:pt idx="1158">
                  <c:v>0</c:v>
                </c:pt>
                <c:pt idx="1159">
                  <c:v>3.1043481663560796E-5</c:v>
                </c:pt>
                <c:pt idx="1160">
                  <c:v>0</c:v>
                </c:pt>
                <c:pt idx="1161">
                  <c:v>5.3238354030864528E-5</c:v>
                </c:pt>
                <c:pt idx="1162">
                  <c:v>0</c:v>
                </c:pt>
                <c:pt idx="1163">
                  <c:v>0</c:v>
                </c:pt>
                <c:pt idx="1164">
                  <c:v>1.1736410128755335E-7</c:v>
                </c:pt>
                <c:pt idx="1165">
                  <c:v>0</c:v>
                </c:pt>
                <c:pt idx="1166">
                  <c:v>5.2728028368364783E-6</c:v>
                </c:pt>
                <c:pt idx="1167">
                  <c:v>0</c:v>
                </c:pt>
                <c:pt idx="1168">
                  <c:v>5.6480959776648314E-6</c:v>
                </c:pt>
                <c:pt idx="1169">
                  <c:v>5.1874746248413797E-5</c:v>
                </c:pt>
                <c:pt idx="1170">
                  <c:v>3.9243769414300185E-6</c:v>
                </c:pt>
                <c:pt idx="1171">
                  <c:v>1.2475369285010264E-6</c:v>
                </c:pt>
                <c:pt idx="1172">
                  <c:v>2.4675085519907057E-5</c:v>
                </c:pt>
                <c:pt idx="1173">
                  <c:v>1.0507312467156295E-4</c:v>
                </c:pt>
                <c:pt idx="1174">
                  <c:v>3.8989957392178227E-5</c:v>
                </c:pt>
                <c:pt idx="1175">
                  <c:v>6.0896717865813281E-7</c:v>
                </c:pt>
                <c:pt idx="1176">
                  <c:v>1.625972516561043E-5</c:v>
                </c:pt>
                <c:pt idx="1177">
                  <c:v>1.4269543420556113E-4</c:v>
                </c:pt>
                <c:pt idx="1178">
                  <c:v>1.1739903793179843E-5</c:v>
                </c:pt>
                <c:pt idx="1179">
                  <c:v>5.0746828886942508E-4</c:v>
                </c:pt>
                <c:pt idx="1180">
                  <c:v>0</c:v>
                </c:pt>
                <c:pt idx="1181">
                  <c:v>3.5362076657710261E-5</c:v>
                </c:pt>
                <c:pt idx="1182">
                  <c:v>6.1393566087316876E-6</c:v>
                </c:pt>
                <c:pt idx="1183">
                  <c:v>9.566217957712397E-5</c:v>
                </c:pt>
                <c:pt idx="1184">
                  <c:v>3.9525816689724364E-5</c:v>
                </c:pt>
                <c:pt idx="1185">
                  <c:v>3.2108893434464779E-6</c:v>
                </c:pt>
                <c:pt idx="1186">
                  <c:v>3.7426107855030968E-5</c:v>
                </c:pt>
                <c:pt idx="1187">
                  <c:v>1.1699375826646341E-4</c:v>
                </c:pt>
                <c:pt idx="1188">
                  <c:v>3.1734865007654343E-5</c:v>
                </c:pt>
                <c:pt idx="1189">
                  <c:v>2.3383584742482035E-5</c:v>
                </c:pt>
                <c:pt idx="1190">
                  <c:v>7.1190338749878301E-5</c:v>
                </c:pt>
                <c:pt idx="1191">
                  <c:v>9.0612421440467216E-6</c:v>
                </c:pt>
                <c:pt idx="1192">
                  <c:v>1.1594896106625827E-4</c:v>
                </c:pt>
                <c:pt idx="1193">
                  <c:v>0</c:v>
                </c:pt>
                <c:pt idx="1194">
                  <c:v>7.1954065836107601E-7</c:v>
                </c:pt>
                <c:pt idx="1195">
                  <c:v>0</c:v>
                </c:pt>
                <c:pt idx="1196">
                  <c:v>6.2077308032095508E-6</c:v>
                </c:pt>
                <c:pt idx="1197">
                  <c:v>5.9451631564482236E-6</c:v>
                </c:pt>
                <c:pt idx="1198">
                  <c:v>0</c:v>
                </c:pt>
                <c:pt idx="1199">
                  <c:v>0</c:v>
                </c:pt>
                <c:pt idx="1200">
                  <c:v>5.9951891739674835E-5</c:v>
                </c:pt>
                <c:pt idx="1201">
                  <c:v>0</c:v>
                </c:pt>
                <c:pt idx="1202">
                  <c:v>1.159771843839208E-5</c:v>
                </c:pt>
                <c:pt idx="1203">
                  <c:v>4.1813996362172497E-5</c:v>
                </c:pt>
                <c:pt idx="1204">
                  <c:v>1.8018285427759013E-5</c:v>
                </c:pt>
                <c:pt idx="1205">
                  <c:v>4.5976015938446975E-5</c:v>
                </c:pt>
                <c:pt idx="1206">
                  <c:v>0</c:v>
                </c:pt>
                <c:pt idx="1207">
                  <c:v>2.7371202392864989E-5</c:v>
                </c:pt>
                <c:pt idx="1208">
                  <c:v>0</c:v>
                </c:pt>
                <c:pt idx="1209">
                  <c:v>1.7681038328855107E-5</c:v>
                </c:pt>
                <c:pt idx="1210">
                  <c:v>0</c:v>
                </c:pt>
                <c:pt idx="1211">
                  <c:v>2.754784146950238E-5</c:v>
                </c:pt>
                <c:pt idx="1212">
                  <c:v>7.5245657054135879E-6</c:v>
                </c:pt>
                <c:pt idx="1213">
                  <c:v>0</c:v>
                </c:pt>
                <c:pt idx="1214">
                  <c:v>9.6050647977609497E-6</c:v>
                </c:pt>
                <c:pt idx="1215">
                  <c:v>0</c:v>
                </c:pt>
                <c:pt idx="1216">
                  <c:v>3.6087143112577964E-6</c:v>
                </c:pt>
                <c:pt idx="1217">
                  <c:v>8.4033672522730727E-7</c:v>
                </c:pt>
                <c:pt idx="1218">
                  <c:v>2.6221521528245288E-5</c:v>
                </c:pt>
                <c:pt idx="1219">
                  <c:v>2.8069580891273114E-5</c:v>
                </c:pt>
                <c:pt idx="1220">
                  <c:v>5.7330100000714301E-5</c:v>
                </c:pt>
                <c:pt idx="1221">
                  <c:v>3.3966551666750681E-6</c:v>
                </c:pt>
                <c:pt idx="1222">
                  <c:v>1.3106419093201464E-7</c:v>
                </c:pt>
                <c:pt idx="1223">
                  <c:v>7.5130476735006527E-5</c:v>
                </c:pt>
                <c:pt idx="1224">
                  <c:v>9.2333481597262766E-6</c:v>
                </c:pt>
                <c:pt idx="1225">
                  <c:v>4.008575041323941E-4</c:v>
                </c:pt>
                <c:pt idx="1226">
                  <c:v>3.3402801258292601E-5</c:v>
                </c:pt>
                <c:pt idx="1227">
                  <c:v>5.8349365002331717E-6</c:v>
                </c:pt>
                <c:pt idx="1228">
                  <c:v>5.1327233629756801E-7</c:v>
                </c:pt>
                <c:pt idx="1229">
                  <c:v>1.4089350682172625E-5</c:v>
                </c:pt>
                <c:pt idx="1230">
                  <c:v>7.8413570801080951E-6</c:v>
                </c:pt>
                <c:pt idx="1231">
                  <c:v>2.9515438515697812E-5</c:v>
                </c:pt>
                <c:pt idx="1232">
                  <c:v>1.983186170406196E-5</c:v>
                </c:pt>
                <c:pt idx="1233">
                  <c:v>5.4182569012645573E-7</c:v>
                </c:pt>
                <c:pt idx="1234">
                  <c:v>1.0570162062776649E-5</c:v>
                </c:pt>
                <c:pt idx="1235">
                  <c:v>0</c:v>
                </c:pt>
                <c:pt idx="1236">
                  <c:v>2.3211806907740436E-6</c:v>
                </c:pt>
                <c:pt idx="1237">
                  <c:v>7.2267098979459677E-6</c:v>
                </c:pt>
                <c:pt idx="1238">
                  <c:v>3.5850421700190152E-5</c:v>
                </c:pt>
                <c:pt idx="1239">
                  <c:v>3.3536773684657503E-7</c:v>
                </c:pt>
                <c:pt idx="1240">
                  <c:v>7.8347517412822549E-5</c:v>
                </c:pt>
                <c:pt idx="1241">
                  <c:v>1.1514346103012823E-5</c:v>
                </c:pt>
                <c:pt idx="1242">
                  <c:v>0</c:v>
                </c:pt>
                <c:pt idx="1243">
                  <c:v>2.7862309384658577E-5</c:v>
                </c:pt>
                <c:pt idx="1244">
                  <c:v>1.1769865642685598E-5</c:v>
                </c:pt>
                <c:pt idx="1245">
                  <c:v>4.4911329426037146E-5</c:v>
                </c:pt>
                <c:pt idx="1246">
                  <c:v>1.2478233893342053E-5</c:v>
                </c:pt>
                <c:pt idx="1247">
                  <c:v>8.9560785211105897E-5</c:v>
                </c:pt>
                <c:pt idx="1248">
                  <c:v>9.8960944243972902E-5</c:v>
                </c:pt>
                <c:pt idx="1249">
                  <c:v>2.4232731704696256E-7</c:v>
                </c:pt>
                <c:pt idx="1250">
                  <c:v>9.7136970734687291E-6</c:v>
                </c:pt>
                <c:pt idx="1251">
                  <c:v>9.0819413612978515E-5</c:v>
                </c:pt>
                <c:pt idx="1252">
                  <c:v>5.3890349709316837E-5</c:v>
                </c:pt>
                <c:pt idx="1253">
                  <c:v>7.2569436899307479E-5</c:v>
                </c:pt>
                <c:pt idx="1254">
                  <c:v>9.4017377020466175E-4</c:v>
                </c:pt>
                <c:pt idx="1255">
                  <c:v>2.3224540563132755E-4</c:v>
                </c:pt>
                <c:pt idx="1256">
                  <c:v>5.5642355041107869E-6</c:v>
                </c:pt>
                <c:pt idx="1257">
                  <c:v>1.1879279340614571E-5</c:v>
                </c:pt>
                <c:pt idx="1258">
                  <c:v>2.5333961610150678E-5</c:v>
                </c:pt>
                <c:pt idx="1259">
                  <c:v>2.2230096890010882E-5</c:v>
                </c:pt>
                <c:pt idx="1260">
                  <c:v>0</c:v>
                </c:pt>
                <c:pt idx="1261">
                  <c:v>1.5788305831480924E-5</c:v>
                </c:pt>
                <c:pt idx="1262">
                  <c:v>8.1151181068941493E-5</c:v>
                </c:pt>
                <c:pt idx="1263">
                  <c:v>8.9041592253360764E-6</c:v>
                </c:pt>
                <c:pt idx="1264">
                  <c:v>7.2583966749150915E-6</c:v>
                </c:pt>
                <c:pt idx="1265">
                  <c:v>2.2325675336966292E-5</c:v>
                </c:pt>
                <c:pt idx="1266">
                  <c:v>1.4668915435831381E-5</c:v>
                </c:pt>
                <c:pt idx="1267">
                  <c:v>0</c:v>
                </c:pt>
                <c:pt idx="1268">
                  <c:v>0</c:v>
                </c:pt>
                <c:pt idx="1269">
                  <c:v>1.5211901902367413E-5</c:v>
                </c:pt>
                <c:pt idx="1270">
                  <c:v>5.8527596441007854E-5</c:v>
                </c:pt>
                <c:pt idx="1271">
                  <c:v>9.0755498596879401E-6</c:v>
                </c:pt>
                <c:pt idx="1272">
                  <c:v>3.8990543231607686E-6</c:v>
                </c:pt>
                <c:pt idx="1273">
                  <c:v>0</c:v>
                </c:pt>
                <c:pt idx="1274">
                  <c:v>2.3121277239613499E-6</c:v>
                </c:pt>
                <c:pt idx="1275">
                  <c:v>2.1196962828492212E-5</c:v>
                </c:pt>
                <c:pt idx="1276">
                  <c:v>5.6791368388784972E-6</c:v>
                </c:pt>
                <c:pt idx="1277">
                  <c:v>1.433668296323146E-5</c:v>
                </c:pt>
                <c:pt idx="1278">
                  <c:v>8.825914009451027E-7</c:v>
                </c:pt>
                <c:pt idx="1279">
                  <c:v>6.7608452899410815E-6</c:v>
                </c:pt>
                <c:pt idx="1280">
                  <c:v>7.5173082542308593E-5</c:v>
                </c:pt>
                <c:pt idx="1281">
                  <c:v>1.1121136933010887E-4</c:v>
                </c:pt>
                <c:pt idx="1282">
                  <c:v>4.0196880480762484E-5</c:v>
                </c:pt>
                <c:pt idx="1283">
                  <c:v>1.2344737145900287E-6</c:v>
                </c:pt>
                <c:pt idx="1284">
                  <c:v>1.8136225853946635E-4</c:v>
                </c:pt>
                <c:pt idx="1285">
                  <c:v>1.3085317177674722E-5</c:v>
                </c:pt>
                <c:pt idx="1286">
                  <c:v>2.8842138163510159E-6</c:v>
                </c:pt>
                <c:pt idx="1287">
                  <c:v>6.0612976731798389E-7</c:v>
                </c:pt>
                <c:pt idx="1288">
                  <c:v>8.7992090538275716E-6</c:v>
                </c:pt>
                <c:pt idx="1289">
                  <c:v>1.9517540358044127E-5</c:v>
                </c:pt>
                <c:pt idx="1290">
                  <c:v>1.6750262493340389E-4</c:v>
                </c:pt>
                <c:pt idx="1291">
                  <c:v>1.6862827068599729E-7</c:v>
                </c:pt>
                <c:pt idx="1292">
                  <c:v>1.8091665379867039E-5</c:v>
                </c:pt>
                <c:pt idx="1293">
                  <c:v>4.6080021944200505E-5</c:v>
                </c:pt>
                <c:pt idx="1294">
                  <c:v>1.1987009633283946E-5</c:v>
                </c:pt>
                <c:pt idx="1295">
                  <c:v>2.5490213998561647E-5</c:v>
                </c:pt>
                <c:pt idx="1296">
                  <c:v>2.3461861258558081E-5</c:v>
                </c:pt>
                <c:pt idx="1297">
                  <c:v>0</c:v>
                </c:pt>
                <c:pt idx="1298">
                  <c:v>0</c:v>
                </c:pt>
                <c:pt idx="1299">
                  <c:v>1.2987656395379588E-5</c:v>
                </c:pt>
                <c:pt idx="1300">
                  <c:v>1.6370571393243722E-5</c:v>
                </c:pt>
                <c:pt idx="1301">
                  <c:v>7.3443361980002147E-6</c:v>
                </c:pt>
                <c:pt idx="1302">
                  <c:v>4.4588878777252302E-6</c:v>
                </c:pt>
                <c:pt idx="1303">
                  <c:v>1.2347354847042086E-5</c:v>
                </c:pt>
                <c:pt idx="1304">
                  <c:v>7.0754161442136922E-6</c:v>
                </c:pt>
                <c:pt idx="1305">
                  <c:v>9.3788566629032875E-4</c:v>
                </c:pt>
                <c:pt idx="1306">
                  <c:v>1.5643885569069511E-5</c:v>
                </c:pt>
                <c:pt idx="1307">
                  <c:v>2.8549360511793612E-4</c:v>
                </c:pt>
                <c:pt idx="1308">
                  <c:v>1.6400671119285391E-5</c:v>
                </c:pt>
                <c:pt idx="1309">
                  <c:v>1.7200083609971656E-6</c:v>
                </c:pt>
                <c:pt idx="1310">
                  <c:v>2.1070308066447897E-5</c:v>
                </c:pt>
                <c:pt idx="1311">
                  <c:v>1.5147142089435023E-5</c:v>
                </c:pt>
                <c:pt idx="1312">
                  <c:v>1.7163565385746607E-5</c:v>
                </c:pt>
                <c:pt idx="1313">
                  <c:v>1.3341450417092665E-5</c:v>
                </c:pt>
                <c:pt idx="1314">
                  <c:v>7.3732152627611333E-6</c:v>
                </c:pt>
                <c:pt idx="1315">
                  <c:v>7.8870746761414717E-5</c:v>
                </c:pt>
                <c:pt idx="1316">
                  <c:v>9.7227513994708227E-7</c:v>
                </c:pt>
                <c:pt idx="1317">
                  <c:v>6.5128512037639899E-6</c:v>
                </c:pt>
                <c:pt idx="1318">
                  <c:v>1.7089217961025832E-4</c:v>
                </c:pt>
                <c:pt idx="1319">
                  <c:v>8.1538361339937086E-7</c:v>
                </c:pt>
                <c:pt idx="1320">
                  <c:v>1.2419321924938181E-5</c:v>
                </c:pt>
                <c:pt idx="1321">
                  <c:v>3.017405407921465E-5</c:v>
                </c:pt>
                <c:pt idx="1322">
                  <c:v>5.817405677253199E-6</c:v>
                </c:pt>
                <c:pt idx="1323">
                  <c:v>1.2734939533215445E-4</c:v>
                </c:pt>
                <c:pt idx="1324">
                  <c:v>1.0890738082526303E-5</c:v>
                </c:pt>
                <c:pt idx="1325">
                  <c:v>8.5284090450937647E-4</c:v>
                </c:pt>
                <c:pt idx="1326">
                  <c:v>4.9681190172661104E-6</c:v>
                </c:pt>
                <c:pt idx="1327">
                  <c:v>1.0508721701484712E-7</c:v>
                </c:pt>
                <c:pt idx="1328">
                  <c:v>5.2200602788378184E-6</c:v>
                </c:pt>
                <c:pt idx="1329">
                  <c:v>2.491033819024064E-5</c:v>
                </c:pt>
                <c:pt idx="1330">
                  <c:v>3.0831576265014214E-8</c:v>
                </c:pt>
                <c:pt idx="1331">
                  <c:v>4.8642152461034405E-4</c:v>
                </c:pt>
                <c:pt idx="1332">
                  <c:v>1.0411663796212943E-5</c:v>
                </c:pt>
                <c:pt idx="1333">
                  <c:v>2.0466395392470201E-3</c:v>
                </c:pt>
                <c:pt idx="1334">
                  <c:v>1.5376204083093987E-6</c:v>
                </c:pt>
                <c:pt idx="1335">
                  <c:v>9.0547035133139806E-8</c:v>
                </c:pt>
                <c:pt idx="1336">
                  <c:v>4.1968696670947706E-5</c:v>
                </c:pt>
                <c:pt idx="1337">
                  <c:v>5.6984241073636607E-6</c:v>
                </c:pt>
                <c:pt idx="1338">
                  <c:v>1.4031268540882277E-5</c:v>
                </c:pt>
                <c:pt idx="1339">
                  <c:v>2.9677089929099437E-7</c:v>
                </c:pt>
                <c:pt idx="1340">
                  <c:v>8.7774585197467199E-7</c:v>
                </c:pt>
                <c:pt idx="1341">
                  <c:v>1.3971596644087991E-5</c:v>
                </c:pt>
                <c:pt idx="1342">
                  <c:v>1.6891783438313407E-5</c:v>
                </c:pt>
                <c:pt idx="1343">
                  <c:v>9.2307870757072704E-6</c:v>
                </c:pt>
                <c:pt idx="1344">
                  <c:v>0</c:v>
                </c:pt>
                <c:pt idx="1345">
                  <c:v>2.9596065648885838E-6</c:v>
                </c:pt>
                <c:pt idx="1346">
                  <c:v>6.3835029552451591E-6</c:v>
                </c:pt>
                <c:pt idx="1347">
                  <c:v>1.0922845564076571E-5</c:v>
                </c:pt>
                <c:pt idx="1348">
                  <c:v>4.3752283510424329E-5</c:v>
                </c:pt>
                <c:pt idx="1349">
                  <c:v>1.075291207327297E-6</c:v>
                </c:pt>
                <c:pt idx="1350">
                  <c:v>2.7771139644219337E-5</c:v>
                </c:pt>
                <c:pt idx="1351">
                  <c:v>1.0443713040885727E-4</c:v>
                </c:pt>
                <c:pt idx="1352">
                  <c:v>4.1890424451031363E-5</c:v>
                </c:pt>
                <c:pt idx="1353">
                  <c:v>7.4751075843067086E-4</c:v>
                </c:pt>
                <c:pt idx="1354">
                  <c:v>1.6554432010850834E-5</c:v>
                </c:pt>
                <c:pt idx="1355">
                  <c:v>0</c:v>
                </c:pt>
                <c:pt idx="1356">
                  <c:v>1.9452717834236164E-5</c:v>
                </c:pt>
                <c:pt idx="1357">
                  <c:v>2.4159972877226042E-5</c:v>
                </c:pt>
                <c:pt idx="1358">
                  <c:v>5.286238813385513E-6</c:v>
                </c:pt>
                <c:pt idx="1359">
                  <c:v>8.7885400034117725E-6</c:v>
                </c:pt>
                <c:pt idx="1360">
                  <c:v>2.6946797655622298E-5</c:v>
                </c:pt>
                <c:pt idx="1361">
                  <c:v>0</c:v>
                </c:pt>
                <c:pt idx="1362">
                  <c:v>5.1803662159735983E-5</c:v>
                </c:pt>
                <c:pt idx="1363">
                  <c:v>1.369147882655829E-5</c:v>
                </c:pt>
                <c:pt idx="1364">
                  <c:v>1.5210598676674241E-4</c:v>
                </c:pt>
                <c:pt idx="1365">
                  <c:v>3.2261631836607416E-5</c:v>
                </c:pt>
                <c:pt idx="1366">
                  <c:v>1.0063119456456462E-6</c:v>
                </c:pt>
                <c:pt idx="1367">
                  <c:v>6.482378827888791E-5</c:v>
                </c:pt>
                <c:pt idx="1368">
                  <c:v>7.1667015041548739E-5</c:v>
                </c:pt>
                <c:pt idx="1369">
                  <c:v>6.9307607138946556E-6</c:v>
                </c:pt>
                <c:pt idx="1370">
                  <c:v>0</c:v>
                </c:pt>
                <c:pt idx="1371">
                  <c:v>6.4378496336092966E-6</c:v>
                </c:pt>
                <c:pt idx="1372">
                  <c:v>5.5434604590808635E-5</c:v>
                </c:pt>
                <c:pt idx="1373">
                  <c:v>1.4891063379228281E-5</c:v>
                </c:pt>
                <c:pt idx="1374">
                  <c:v>4.9751310101069326E-5</c:v>
                </c:pt>
                <c:pt idx="1375">
                  <c:v>9.1703761655258865E-6</c:v>
                </c:pt>
                <c:pt idx="1376">
                  <c:v>4.5328139907949372E-6</c:v>
                </c:pt>
                <c:pt idx="1377">
                  <c:v>2.5835855853904505E-7</c:v>
                </c:pt>
                <c:pt idx="1378">
                  <c:v>3.6072051854487056E-5</c:v>
                </c:pt>
                <c:pt idx="1379">
                  <c:v>1.2596625418998455E-5</c:v>
                </c:pt>
                <c:pt idx="1380">
                  <c:v>1.4486807789642332E-4</c:v>
                </c:pt>
                <c:pt idx="1381">
                  <c:v>2.1199093613211734E-5</c:v>
                </c:pt>
                <c:pt idx="1382">
                  <c:v>1.4985860694101784E-5</c:v>
                </c:pt>
                <c:pt idx="1383">
                  <c:v>5.1327233629756801E-7</c:v>
                </c:pt>
                <c:pt idx="1384">
                  <c:v>4.686467694619878E-5</c:v>
                </c:pt>
                <c:pt idx="1385">
                  <c:v>1.0792990785601667E-5</c:v>
                </c:pt>
                <c:pt idx="1386">
                  <c:v>2.6828108959472021E-5</c:v>
                </c:pt>
                <c:pt idx="1387">
                  <c:v>1.6279334345685609E-5</c:v>
                </c:pt>
                <c:pt idx="1388">
                  <c:v>2.8679119738858925E-5</c:v>
                </c:pt>
                <c:pt idx="1389">
                  <c:v>0</c:v>
                </c:pt>
                <c:pt idx="1390">
                  <c:v>5.407858646217339E-6</c:v>
                </c:pt>
                <c:pt idx="1391">
                  <c:v>0</c:v>
                </c:pt>
                <c:pt idx="1392">
                  <c:v>6.9072487661563602E-5</c:v>
                </c:pt>
                <c:pt idx="1393">
                  <c:v>3.2182066690539691E-4</c:v>
                </c:pt>
                <c:pt idx="1394">
                  <c:v>3.4206090112919753E-6</c:v>
                </c:pt>
                <c:pt idx="1395">
                  <c:v>6.9288630978808204E-6</c:v>
                </c:pt>
                <c:pt idx="1396">
                  <c:v>4.1038404721364233E-5</c:v>
                </c:pt>
                <c:pt idx="1397">
                  <c:v>2.4016753703763211E-7</c:v>
                </c:pt>
                <c:pt idx="1398">
                  <c:v>2.9636917895354551E-6</c:v>
                </c:pt>
                <c:pt idx="1399">
                  <c:v>5.8707342718534181E-5</c:v>
                </c:pt>
                <c:pt idx="1400">
                  <c:v>0</c:v>
                </c:pt>
                <c:pt idx="1401">
                  <c:v>1.664514965473112E-5</c:v>
                </c:pt>
                <c:pt idx="1402">
                  <c:v>6.2462104504465329E-6</c:v>
                </c:pt>
                <c:pt idx="1403">
                  <c:v>8.9624372852825567E-5</c:v>
                </c:pt>
                <c:pt idx="1404">
                  <c:v>1.6479959022862347E-5</c:v>
                </c:pt>
                <c:pt idx="1405">
                  <c:v>3.2239438870136393E-5</c:v>
                </c:pt>
                <c:pt idx="1406">
                  <c:v>5.3758979098907945E-6</c:v>
                </c:pt>
                <c:pt idx="1407">
                  <c:v>0</c:v>
                </c:pt>
                <c:pt idx="1408">
                  <c:v>6.3170657598578727E-7</c:v>
                </c:pt>
                <c:pt idx="1409">
                  <c:v>2.220624672444689E-6</c:v>
                </c:pt>
                <c:pt idx="1410">
                  <c:v>1.9799740917011768E-4</c:v>
                </c:pt>
                <c:pt idx="1411">
                  <c:v>1.1916519636776521E-5</c:v>
                </c:pt>
                <c:pt idx="1412">
                  <c:v>2.2143160432718056E-5</c:v>
                </c:pt>
                <c:pt idx="1413">
                  <c:v>1.285629659142278E-7</c:v>
                </c:pt>
                <c:pt idx="1414">
                  <c:v>3.3380782951690021E-6</c:v>
                </c:pt>
                <c:pt idx="1415">
                  <c:v>1.4258920178988947E-5</c:v>
                </c:pt>
                <c:pt idx="1416">
                  <c:v>4.5777229093634333E-4</c:v>
                </c:pt>
                <c:pt idx="1417">
                  <c:v>5.5906776156774522E-6</c:v>
                </c:pt>
                <c:pt idx="1418">
                  <c:v>0</c:v>
                </c:pt>
                <c:pt idx="1419">
                  <c:v>1.103965639522694E-5</c:v>
                </c:pt>
                <c:pt idx="1420">
                  <c:v>1.0653254256926941E-4</c:v>
                </c:pt>
                <c:pt idx="1421">
                  <c:v>1.0792438957707961E-4</c:v>
                </c:pt>
                <c:pt idx="1422">
                  <c:v>3.0887060231114059E-5</c:v>
                </c:pt>
                <c:pt idx="1423">
                  <c:v>3.73192406513483E-3</c:v>
                </c:pt>
                <c:pt idx="1424">
                  <c:v>8.5886207667321782E-6</c:v>
                </c:pt>
                <c:pt idx="1425">
                  <c:v>1.5050487418927705E-4</c:v>
                </c:pt>
                <c:pt idx="1426">
                  <c:v>6.0690985710860933E-6</c:v>
                </c:pt>
                <c:pt idx="1427">
                  <c:v>3.3348567994298659E-7</c:v>
                </c:pt>
                <c:pt idx="1428">
                  <c:v>2.1131428525425262E-7</c:v>
                </c:pt>
                <c:pt idx="1429">
                  <c:v>2.989189292156405E-5</c:v>
                </c:pt>
                <c:pt idx="1430">
                  <c:v>0</c:v>
                </c:pt>
                <c:pt idx="1431">
                  <c:v>2.02861713844082E-5</c:v>
                </c:pt>
                <c:pt idx="1432">
                  <c:v>0</c:v>
                </c:pt>
                <c:pt idx="1433">
                  <c:v>3.9812475156871663E-4</c:v>
                </c:pt>
                <c:pt idx="1434">
                  <c:v>3.0661341852430751E-6</c:v>
                </c:pt>
                <c:pt idx="1435">
                  <c:v>1.0435140293404841E-5</c:v>
                </c:pt>
                <c:pt idx="1436">
                  <c:v>1.1325708852767756E-6</c:v>
                </c:pt>
                <c:pt idx="1437">
                  <c:v>7.7309907204527031E-6</c:v>
                </c:pt>
                <c:pt idx="1438">
                  <c:v>1.9802128401460377E-5</c:v>
                </c:pt>
                <c:pt idx="1439">
                  <c:v>2.4761922170031249E-6</c:v>
                </c:pt>
                <c:pt idx="1440">
                  <c:v>0</c:v>
                </c:pt>
                <c:pt idx="1441">
                  <c:v>6.2162982951594428E-4</c:v>
                </c:pt>
                <c:pt idx="1442">
                  <c:v>4.4338162215345839E-5</c:v>
                </c:pt>
                <c:pt idx="1443">
                  <c:v>2.0132664915120006E-5</c:v>
                </c:pt>
                <c:pt idx="1444">
                  <c:v>3.1779361757605298E-5</c:v>
                </c:pt>
                <c:pt idx="1445">
                  <c:v>2.9347100640072619E-5</c:v>
                </c:pt>
                <c:pt idx="1446">
                  <c:v>3.7993815414134645E-5</c:v>
                </c:pt>
                <c:pt idx="1447">
                  <c:v>8.9684576363447275E-5</c:v>
                </c:pt>
                <c:pt idx="1448">
                  <c:v>1.2489026312278447E-5</c:v>
                </c:pt>
                <c:pt idx="1449">
                  <c:v>9.078161962273681E-5</c:v>
                </c:pt>
                <c:pt idx="1450">
                  <c:v>5.8498909599846752E-5</c:v>
                </c:pt>
                <c:pt idx="1451">
                  <c:v>2.9843765707570546E-5</c:v>
                </c:pt>
                <c:pt idx="1452">
                  <c:v>1.6186845950997655E-5</c:v>
                </c:pt>
                <c:pt idx="1453">
                  <c:v>9.0044627322396849E-5</c:v>
                </c:pt>
                <c:pt idx="1454">
                  <c:v>1.5685027696628546E-5</c:v>
                </c:pt>
                <c:pt idx="1455">
                  <c:v>2.1795772208412325E-4</c:v>
                </c:pt>
                <c:pt idx="1456">
                  <c:v>2.1777840364329622E-5</c:v>
                </c:pt>
                <c:pt idx="1457">
                  <c:v>1.7148391015088684E-5</c:v>
                </c:pt>
                <c:pt idx="1458">
                  <c:v>9.5688964388809041E-6</c:v>
                </c:pt>
                <c:pt idx="1459">
                  <c:v>5.9561549185332533E-5</c:v>
                </c:pt>
                <c:pt idx="1460">
                  <c:v>8.6179306074923123E-6</c:v>
                </c:pt>
                <c:pt idx="1461">
                  <c:v>5.0682472251788287E-6</c:v>
                </c:pt>
                <c:pt idx="1462">
                  <c:v>7.392422706033776E-6</c:v>
                </c:pt>
                <c:pt idx="1463">
                  <c:v>3.4393803888974082E-6</c:v>
                </c:pt>
                <c:pt idx="1464">
                  <c:v>7.5853349543820174E-6</c:v>
                </c:pt>
                <c:pt idx="1465">
                  <c:v>2.1527449637440618E-5</c:v>
                </c:pt>
                <c:pt idx="1466">
                  <c:v>4.3114876248995726E-7</c:v>
                </c:pt>
                <c:pt idx="1467">
                  <c:v>1.5704028049858256E-4</c:v>
                </c:pt>
                <c:pt idx="1468">
                  <c:v>2.8666806016619462E-5</c:v>
                </c:pt>
                <c:pt idx="1469">
                  <c:v>4.0328101203666491E-5</c:v>
                </c:pt>
                <c:pt idx="1470">
                  <c:v>6.5392065972112823E-5</c:v>
                </c:pt>
                <c:pt idx="1471">
                  <c:v>1.5620096990461641E-5</c:v>
                </c:pt>
                <c:pt idx="1472">
                  <c:v>4.7664213016074475E-5</c:v>
                </c:pt>
                <c:pt idx="1473">
                  <c:v>2.3108222491003655E-5</c:v>
                </c:pt>
                <c:pt idx="1474">
                  <c:v>1.1140794896381233E-5</c:v>
                </c:pt>
                <c:pt idx="1475">
                  <c:v>1.359804759745442E-6</c:v>
                </c:pt>
                <c:pt idx="1476">
                  <c:v>1.2484141925816358E-5</c:v>
                </c:pt>
                <c:pt idx="1477">
                  <c:v>0</c:v>
                </c:pt>
                <c:pt idx="1478">
                  <c:v>1.2944818729682434E-5</c:v>
                </c:pt>
                <c:pt idx="1479">
                  <c:v>1.3213925971104964E-5</c:v>
                </c:pt>
                <c:pt idx="1480">
                  <c:v>8.7926211160379761E-6</c:v>
                </c:pt>
                <c:pt idx="1481">
                  <c:v>1.8630790021011506E-4</c:v>
                </c:pt>
                <c:pt idx="1482">
                  <c:v>2.0851170716202707E-5</c:v>
                </c:pt>
                <c:pt idx="1483">
                  <c:v>7.2790097423952965E-5</c:v>
                </c:pt>
                <c:pt idx="1484">
                  <c:v>1.5594986749037518E-5</c:v>
                </c:pt>
                <c:pt idx="1485">
                  <c:v>0</c:v>
                </c:pt>
                <c:pt idx="1486">
                  <c:v>1.1135236101142668E-5</c:v>
                </c:pt>
                <c:pt idx="1487">
                  <c:v>2.5490213998561647E-5</c:v>
                </c:pt>
                <c:pt idx="1488">
                  <c:v>1.7839935396219072E-6</c:v>
                </c:pt>
                <c:pt idx="1489">
                  <c:v>1.2950473430085825E-4</c:v>
                </c:pt>
                <c:pt idx="1490">
                  <c:v>7.5246204411806035E-5</c:v>
                </c:pt>
                <c:pt idx="1491">
                  <c:v>4.4865313719657821E-5</c:v>
                </c:pt>
                <c:pt idx="1492">
                  <c:v>8.9524244703064444E-5</c:v>
                </c:pt>
                <c:pt idx="1493">
                  <c:v>0</c:v>
                </c:pt>
                <c:pt idx="1494">
                  <c:v>2.3365261258355889E-5</c:v>
                </c:pt>
                <c:pt idx="1495">
                  <c:v>2.8332277142248697E-5</c:v>
                </c:pt>
                <c:pt idx="1496">
                  <c:v>5.5451311543929045E-6</c:v>
                </c:pt>
                <c:pt idx="1497">
                  <c:v>1.3077872915252273E-6</c:v>
                </c:pt>
                <c:pt idx="1498">
                  <c:v>1.0054775244635233E-5</c:v>
                </c:pt>
                <c:pt idx="1499">
                  <c:v>4.7813594963973939E-5</c:v>
                </c:pt>
                <c:pt idx="1500">
                  <c:v>4.1364887383653503E-5</c:v>
                </c:pt>
                <c:pt idx="1501">
                  <c:v>3.914568578350532E-4</c:v>
                </c:pt>
                <c:pt idx="1502">
                  <c:v>1.4728356107888142E-5</c:v>
                </c:pt>
                <c:pt idx="1503">
                  <c:v>3.7995556661575062E-5</c:v>
                </c:pt>
                <c:pt idx="1504">
                  <c:v>2.2530767270587168E-6</c:v>
                </c:pt>
                <c:pt idx="1505">
                  <c:v>7.4851238587636456E-5</c:v>
                </c:pt>
                <c:pt idx="1506">
                  <c:v>2.2096230401835308E-4</c:v>
                </c:pt>
                <c:pt idx="1507">
                  <c:v>1.8191930906749173E-6</c:v>
                </c:pt>
                <c:pt idx="1508">
                  <c:v>3.9313793995280442E-6</c:v>
                </c:pt>
                <c:pt idx="1509">
                  <c:v>0</c:v>
                </c:pt>
                <c:pt idx="1510">
                  <c:v>3.4741325903116341E-5</c:v>
                </c:pt>
                <c:pt idx="1511">
                  <c:v>8.1958002086224643E-5</c:v>
                </c:pt>
                <c:pt idx="1512">
                  <c:v>3.8568889774268492E-7</c:v>
                </c:pt>
                <c:pt idx="1513">
                  <c:v>3.16370448666173E-5</c:v>
                </c:pt>
                <c:pt idx="1514">
                  <c:v>1.7473861727633108E-5</c:v>
                </c:pt>
                <c:pt idx="1515">
                  <c:v>3.5738458429207278E-6</c:v>
                </c:pt>
                <c:pt idx="1516">
                  <c:v>6.1959303453063331E-5</c:v>
                </c:pt>
                <c:pt idx="1517">
                  <c:v>1.4567417751302465E-5</c:v>
                </c:pt>
                <c:pt idx="1518">
                  <c:v>1.0363661466530361E-6</c:v>
                </c:pt>
                <c:pt idx="1519">
                  <c:v>9.442282592791707E-6</c:v>
                </c:pt>
                <c:pt idx="1520">
                  <c:v>1.7809126516576044E-6</c:v>
                </c:pt>
                <c:pt idx="1521">
                  <c:v>0</c:v>
                </c:pt>
                <c:pt idx="1522">
                  <c:v>7.1025904363860514E-6</c:v>
                </c:pt>
                <c:pt idx="1523">
                  <c:v>3.075665417247012E-6</c:v>
                </c:pt>
                <c:pt idx="1524">
                  <c:v>7.1953010171996128E-6</c:v>
                </c:pt>
                <c:pt idx="1525">
                  <c:v>8.0018580518300296E-6</c:v>
                </c:pt>
                <c:pt idx="1526">
                  <c:v>3.6079844982547887E-6</c:v>
                </c:pt>
                <c:pt idx="1527">
                  <c:v>0</c:v>
                </c:pt>
                <c:pt idx="1528">
                  <c:v>1.6215250230407246E-6</c:v>
                </c:pt>
                <c:pt idx="1529">
                  <c:v>1.6582644711152189E-5</c:v>
                </c:pt>
                <c:pt idx="1530">
                  <c:v>5.6849784083591312E-6</c:v>
                </c:pt>
                <c:pt idx="1531">
                  <c:v>6.8157636527810202E-6</c:v>
                </c:pt>
                <c:pt idx="1532">
                  <c:v>1.3588815812502379E-4</c:v>
                </c:pt>
                <c:pt idx="1533">
                  <c:v>3.0129415768638247E-7</c:v>
                </c:pt>
                <c:pt idx="1534">
                  <c:v>1.8804694740088942E-5</c:v>
                </c:pt>
                <c:pt idx="1535">
                  <c:v>4.8779604515287013E-4</c:v>
                </c:pt>
                <c:pt idx="1536">
                  <c:v>9.0123069082348875E-6</c:v>
                </c:pt>
                <c:pt idx="1537">
                  <c:v>0</c:v>
                </c:pt>
                <c:pt idx="1538">
                  <c:v>3.8573723795845251E-6</c:v>
                </c:pt>
                <c:pt idx="1539">
                  <c:v>3.6051483735112856E-5</c:v>
                </c:pt>
                <c:pt idx="1540">
                  <c:v>4.1713309064430833E-7</c:v>
                </c:pt>
                <c:pt idx="1541">
                  <c:v>2.6206966126728769E-5</c:v>
                </c:pt>
                <c:pt idx="1542">
                  <c:v>1.5065517547258712E-4</c:v>
                </c:pt>
                <c:pt idx="1543">
                  <c:v>8.7854992593751678E-6</c:v>
                </c:pt>
                <c:pt idx="1544">
                  <c:v>1.6599255080681019E-5</c:v>
                </c:pt>
                <c:pt idx="1545">
                  <c:v>1.2241802645490397E-4</c:v>
                </c:pt>
                <c:pt idx="1546">
                  <c:v>2.6115839137607412E-5</c:v>
                </c:pt>
                <c:pt idx="1547">
                  <c:v>1.8081344117567766E-5</c:v>
                </c:pt>
                <c:pt idx="1548">
                  <c:v>5.930728603664075E-6</c:v>
                </c:pt>
                <c:pt idx="1549">
                  <c:v>2.7875997574781783E-5</c:v>
                </c:pt>
                <c:pt idx="1550">
                  <c:v>1.6603658415658495E-5</c:v>
                </c:pt>
                <c:pt idx="1551">
                  <c:v>1.7072337233817908E-6</c:v>
                </c:pt>
                <c:pt idx="1552">
                  <c:v>1.7405608094470686E-5</c:v>
                </c:pt>
                <c:pt idx="1553">
                  <c:v>0</c:v>
                </c:pt>
                <c:pt idx="1554">
                  <c:v>1.305859635534711E-6</c:v>
                </c:pt>
                <c:pt idx="1555">
                  <c:v>1.1277870314554578E-5</c:v>
                </c:pt>
                <c:pt idx="1556">
                  <c:v>0</c:v>
                </c:pt>
                <c:pt idx="1557">
                  <c:v>1.2734781500766665E-5</c:v>
                </c:pt>
                <c:pt idx="1558">
                  <c:v>1.1229831076587425E-3</c:v>
                </c:pt>
                <c:pt idx="1559">
                  <c:v>9.8223856866077886E-6</c:v>
                </c:pt>
                <c:pt idx="1560">
                  <c:v>2.3776586166725436E-5</c:v>
                </c:pt>
                <c:pt idx="1561">
                  <c:v>8.0989513793373027E-6</c:v>
                </c:pt>
                <c:pt idx="1562">
                  <c:v>3.7273348231132874E-5</c:v>
                </c:pt>
                <c:pt idx="1563">
                  <c:v>8.3017690712736662E-6</c:v>
                </c:pt>
                <c:pt idx="1564">
                  <c:v>2.1971801222630299E-5</c:v>
                </c:pt>
                <c:pt idx="1565">
                  <c:v>7.0971916901671893E-5</c:v>
                </c:pt>
                <c:pt idx="1566">
                  <c:v>1.215571889914388E-5</c:v>
                </c:pt>
                <c:pt idx="1567">
                  <c:v>1.615988705296013E-8</c:v>
                </c:pt>
                <c:pt idx="1568">
                  <c:v>2.9687149959583863E-5</c:v>
                </c:pt>
                <c:pt idx="1569">
                  <c:v>0</c:v>
                </c:pt>
                <c:pt idx="1570">
                  <c:v>1.0915191527714184E-6</c:v>
                </c:pt>
                <c:pt idx="1571">
                  <c:v>0</c:v>
                </c:pt>
                <c:pt idx="1572">
                  <c:v>1.8060333797015251E-4</c:v>
                </c:pt>
                <c:pt idx="1573">
                  <c:v>6.3113680863473935E-6</c:v>
                </c:pt>
                <c:pt idx="1574">
                  <c:v>4.7361038303821008E-6</c:v>
                </c:pt>
                <c:pt idx="1575">
                  <c:v>5.3633553838090204E-6</c:v>
                </c:pt>
                <c:pt idx="1576">
                  <c:v>0</c:v>
                </c:pt>
                <c:pt idx="1577">
                  <c:v>2.3830501328101248E-6</c:v>
                </c:pt>
                <c:pt idx="1578">
                  <c:v>1.6236165740025096E-5</c:v>
                </c:pt>
                <c:pt idx="1579">
                  <c:v>5.2270581812057421E-5</c:v>
                </c:pt>
                <c:pt idx="1580">
                  <c:v>5.5654262568424566E-4</c:v>
                </c:pt>
                <c:pt idx="1581">
                  <c:v>1.0373395649236313E-5</c:v>
                </c:pt>
                <c:pt idx="1582">
                  <c:v>8.0552704735668162E-5</c:v>
                </c:pt>
                <c:pt idx="1583">
                  <c:v>2.6650679000066019E-6</c:v>
                </c:pt>
                <c:pt idx="1584">
                  <c:v>6.4830161723777481E-6</c:v>
                </c:pt>
                <c:pt idx="1585">
                  <c:v>3.0900179402516889E-5</c:v>
                </c:pt>
                <c:pt idx="1586">
                  <c:v>4.5713317451502206E-5</c:v>
                </c:pt>
                <c:pt idx="1587">
                  <c:v>1.1078625282004188E-5</c:v>
                </c:pt>
                <c:pt idx="1588">
                  <c:v>4.0863861262858789E-6</c:v>
                </c:pt>
                <c:pt idx="1589">
                  <c:v>1.3996637617240661E-5</c:v>
                </c:pt>
                <c:pt idx="1590">
                  <c:v>4.1584565451616411E-7</c:v>
                </c:pt>
                <c:pt idx="1591">
                  <c:v>2.7594557214651648E-5</c:v>
                </c:pt>
                <c:pt idx="1592">
                  <c:v>0</c:v>
                </c:pt>
                <c:pt idx="1593">
                  <c:v>3.0031856218500876E-5</c:v>
                </c:pt>
                <c:pt idx="1594">
                  <c:v>2.7685799184565954E-5</c:v>
                </c:pt>
                <c:pt idx="1595">
                  <c:v>4.0680552016337904E-6</c:v>
                </c:pt>
                <c:pt idx="1596">
                  <c:v>1.0077270225293713E-4</c:v>
                </c:pt>
                <c:pt idx="1597">
                  <c:v>3.2590320694046159E-5</c:v>
                </c:pt>
                <c:pt idx="1598">
                  <c:v>1.4391483443013376E-6</c:v>
                </c:pt>
                <c:pt idx="1599">
                  <c:v>7.9255287222418656E-6</c:v>
                </c:pt>
                <c:pt idx="1600">
                  <c:v>0</c:v>
                </c:pt>
                <c:pt idx="1601">
                  <c:v>1.1867516618694193E-5</c:v>
                </c:pt>
                <c:pt idx="1602">
                  <c:v>4.6985260243481507E-5</c:v>
                </c:pt>
                <c:pt idx="1603">
                  <c:v>4.9300938953610647E-6</c:v>
                </c:pt>
                <c:pt idx="1604">
                  <c:v>2.5435622440065547E-6</c:v>
                </c:pt>
                <c:pt idx="1605">
                  <c:v>1.4126761549474309E-6</c:v>
                </c:pt>
                <c:pt idx="1606">
                  <c:v>5.0388320819456476E-6</c:v>
                </c:pt>
                <c:pt idx="1607">
                  <c:v>7.2079911424504086E-6</c:v>
                </c:pt>
                <c:pt idx="1608">
                  <c:v>6.4963350182310379E-8</c:v>
                </c:pt>
                <c:pt idx="1609">
                  <c:v>4.9725160084655332E-5</c:v>
                </c:pt>
                <c:pt idx="1610">
                  <c:v>1.6716422291677024E-5</c:v>
                </c:pt>
                <c:pt idx="1611">
                  <c:v>0</c:v>
                </c:pt>
                <c:pt idx="1612">
                  <c:v>1.492897377042777E-7</c:v>
                </c:pt>
                <c:pt idx="1613">
                  <c:v>4.5625299368860381E-6</c:v>
                </c:pt>
                <c:pt idx="1614">
                  <c:v>1.2572378377428686E-6</c:v>
                </c:pt>
                <c:pt idx="1615">
                  <c:v>6.7440298811677155E-6</c:v>
                </c:pt>
                <c:pt idx="1616">
                  <c:v>6.971095462423125E-6</c:v>
                </c:pt>
                <c:pt idx="1617">
                  <c:v>1.4493818754111513E-5</c:v>
                </c:pt>
                <c:pt idx="1618">
                  <c:v>4.3000801728018134E-6</c:v>
                </c:pt>
                <c:pt idx="1619">
                  <c:v>5.283685814827903E-6</c:v>
                </c:pt>
                <c:pt idx="1620">
                  <c:v>5.2042288602079532E-5</c:v>
                </c:pt>
                <c:pt idx="1621">
                  <c:v>1.9410437548764213E-4</c:v>
                </c:pt>
                <c:pt idx="1622">
                  <c:v>8.8280385692360237E-6</c:v>
                </c:pt>
                <c:pt idx="1623">
                  <c:v>4.8430621235841844E-7</c:v>
                </c:pt>
                <c:pt idx="1624">
                  <c:v>8.7179456319893879E-6</c:v>
                </c:pt>
                <c:pt idx="1625">
                  <c:v>0</c:v>
                </c:pt>
                <c:pt idx="1626">
                  <c:v>1.6988498778275457E-5</c:v>
                </c:pt>
                <c:pt idx="1627">
                  <c:v>0</c:v>
                </c:pt>
                <c:pt idx="1628">
                  <c:v>6.80296203109153E-5</c:v>
                </c:pt>
                <c:pt idx="1629">
                  <c:v>1.0633963537652509E-5</c:v>
                </c:pt>
                <c:pt idx="1630">
                  <c:v>9.9423560223114267E-6</c:v>
                </c:pt>
                <c:pt idx="1631">
                  <c:v>1.5633690622987578E-5</c:v>
                </c:pt>
                <c:pt idx="1632">
                  <c:v>2.8185066385816469E-6</c:v>
                </c:pt>
                <c:pt idx="1633">
                  <c:v>2.7492969279120534E-6</c:v>
                </c:pt>
                <c:pt idx="1634">
                  <c:v>1.3497413172134882E-5</c:v>
                </c:pt>
                <c:pt idx="1635">
                  <c:v>2.7833529571163908E-5</c:v>
                </c:pt>
                <c:pt idx="1636">
                  <c:v>0</c:v>
                </c:pt>
                <c:pt idx="1637">
                  <c:v>1.4198525204494231E-5</c:v>
                </c:pt>
                <c:pt idx="1638">
                  <c:v>1.1286039400103661E-3</c:v>
                </c:pt>
                <c:pt idx="1639">
                  <c:v>4.7398276006632184E-5</c:v>
                </c:pt>
                <c:pt idx="1640">
                  <c:v>3.2301671042272016E-5</c:v>
                </c:pt>
                <c:pt idx="1641">
                  <c:v>2.2977889473786424E-5</c:v>
                </c:pt>
                <c:pt idx="1642">
                  <c:v>9.0510578558819044E-5</c:v>
                </c:pt>
                <c:pt idx="1643">
                  <c:v>1.3042821854210153E-5</c:v>
                </c:pt>
                <c:pt idx="1644">
                  <c:v>1.7178066093829767E-5</c:v>
                </c:pt>
                <c:pt idx="1645">
                  <c:v>2.089745470345748E-5</c:v>
                </c:pt>
                <c:pt idx="1646">
                  <c:v>0</c:v>
                </c:pt>
                <c:pt idx="1647">
                  <c:v>1.281042206009342E-4</c:v>
                </c:pt>
                <c:pt idx="1648">
                  <c:v>7.6922169935763923E-6</c:v>
                </c:pt>
                <c:pt idx="1649">
                  <c:v>2.0154672891265652E-6</c:v>
                </c:pt>
                <c:pt idx="1650">
                  <c:v>4.3398237163333528E-5</c:v>
                </c:pt>
                <c:pt idx="1651">
                  <c:v>1.1353135592954631E-5</c:v>
                </c:pt>
                <c:pt idx="1652">
                  <c:v>1.0329445727351941E-5</c:v>
                </c:pt>
                <c:pt idx="1653">
                  <c:v>4.984922428439721E-5</c:v>
                </c:pt>
                <c:pt idx="1654">
                  <c:v>1.2191495038063147E-3</c:v>
                </c:pt>
                <c:pt idx="1655">
                  <c:v>5.9644436274334605E-5</c:v>
                </c:pt>
                <c:pt idx="1656">
                  <c:v>9.4417651211010184E-8</c:v>
                </c:pt>
                <c:pt idx="1657">
                  <c:v>0</c:v>
                </c:pt>
                <c:pt idx="1658">
                  <c:v>0</c:v>
                </c:pt>
                <c:pt idx="1659">
                  <c:v>7.9255287222418656E-6</c:v>
                </c:pt>
                <c:pt idx="1660">
                  <c:v>2.3382406431333478E-4</c:v>
                </c:pt>
                <c:pt idx="1661">
                  <c:v>2.8108297554571473E-5</c:v>
                </c:pt>
                <c:pt idx="1662">
                  <c:v>4.1556728085235102E-4</c:v>
                </c:pt>
                <c:pt idx="1663">
                  <c:v>1.0644216974122636E-4</c:v>
                </c:pt>
                <c:pt idx="1664">
                  <c:v>3.9414099727238124E-5</c:v>
                </c:pt>
                <c:pt idx="1665">
                  <c:v>9.153124203676058E-6</c:v>
                </c:pt>
                <c:pt idx="1666">
                  <c:v>2.245566471301856E-5</c:v>
                </c:pt>
                <c:pt idx="1667">
                  <c:v>1.3567181186241306E-5</c:v>
                </c:pt>
                <c:pt idx="1668">
                  <c:v>1.8091640006773801E-5</c:v>
                </c:pt>
                <c:pt idx="1669">
                  <c:v>2.2160195440478814E-7</c:v>
                </c:pt>
                <c:pt idx="1670">
                  <c:v>2.6677029937156658E-5</c:v>
                </c:pt>
                <c:pt idx="1671">
                  <c:v>1.0836086579434049E-5</c:v>
                </c:pt>
                <c:pt idx="1672">
                  <c:v>1.9669602093537361E-5</c:v>
                </c:pt>
                <c:pt idx="1673">
                  <c:v>5.150529363899159E-5</c:v>
                </c:pt>
                <c:pt idx="1674">
                  <c:v>6.9037695593704321E-4</c:v>
                </c:pt>
                <c:pt idx="1675">
                  <c:v>1.5028244080784601E-6</c:v>
                </c:pt>
                <c:pt idx="1676">
                  <c:v>1.0006070905623987E-4</c:v>
                </c:pt>
                <c:pt idx="1677">
                  <c:v>4.4144000179561989E-5</c:v>
                </c:pt>
                <c:pt idx="1678">
                  <c:v>8.241031687522569E-5</c:v>
                </c:pt>
                <c:pt idx="1679">
                  <c:v>9.7842539106723523E-4</c:v>
                </c:pt>
                <c:pt idx="1680">
                  <c:v>2.2291373185354357E-5</c:v>
                </c:pt>
                <c:pt idx="1681">
                  <c:v>2.4406202800959063E-5</c:v>
                </c:pt>
                <c:pt idx="1682">
                  <c:v>4.5231145607097317E-6</c:v>
                </c:pt>
                <c:pt idx="1683">
                  <c:v>1.2067849318903569E-6</c:v>
                </c:pt>
                <c:pt idx="1684">
                  <c:v>8.001043883111877E-5</c:v>
                </c:pt>
                <c:pt idx="1685">
                  <c:v>0</c:v>
                </c:pt>
                <c:pt idx="1686">
                  <c:v>1.1249210750583333E-3</c:v>
                </c:pt>
                <c:pt idx="1687">
                  <c:v>4.2637338062693493E-7</c:v>
                </c:pt>
                <c:pt idx="1688">
                  <c:v>0</c:v>
                </c:pt>
                <c:pt idx="1689">
                  <c:v>1.5334305606582178E-5</c:v>
                </c:pt>
                <c:pt idx="1690">
                  <c:v>0</c:v>
                </c:pt>
                <c:pt idx="1691">
                  <c:v>3.1606877930670858E-5</c:v>
                </c:pt>
                <c:pt idx="1692">
                  <c:v>4.4673073036509103E-7</c:v>
                </c:pt>
                <c:pt idx="1693">
                  <c:v>0</c:v>
                </c:pt>
                <c:pt idx="1694">
                  <c:v>8.5274676125387146E-7</c:v>
                </c:pt>
                <c:pt idx="1695">
                  <c:v>1.8161779053447036E-5</c:v>
                </c:pt>
                <c:pt idx="1696">
                  <c:v>0</c:v>
                </c:pt>
                <c:pt idx="1697">
                  <c:v>0</c:v>
                </c:pt>
                <c:pt idx="1698">
                  <c:v>1.5450005285558693E-5</c:v>
                </c:pt>
                <c:pt idx="1699">
                  <c:v>0</c:v>
                </c:pt>
                <c:pt idx="1700">
                  <c:v>4.4494712269951476E-6</c:v>
                </c:pt>
                <c:pt idx="1701">
                  <c:v>0</c:v>
                </c:pt>
                <c:pt idx="1702">
                  <c:v>0</c:v>
                </c:pt>
                <c:pt idx="1703">
                  <c:v>0</c:v>
                </c:pt>
                <c:pt idx="1704">
                  <c:v>9.2946637722050027E-5</c:v>
                </c:pt>
                <c:pt idx="1705">
                  <c:v>8.566900988781669E-6</c:v>
                </c:pt>
                <c:pt idx="1706">
                  <c:v>3.0643617563987963E-5</c:v>
                </c:pt>
                <c:pt idx="1707">
                  <c:v>7.4904232538213606E-5</c:v>
                </c:pt>
                <c:pt idx="1708">
                  <c:v>0</c:v>
                </c:pt>
                <c:pt idx="1709">
                  <c:v>0</c:v>
                </c:pt>
                <c:pt idx="1710">
                  <c:v>0</c:v>
                </c:pt>
                <c:pt idx="1711">
                  <c:v>8.875160616619362E-6</c:v>
                </c:pt>
                <c:pt idx="1712">
                  <c:v>0</c:v>
                </c:pt>
                <c:pt idx="1713">
                  <c:v>1.0346359784428243E-5</c:v>
                </c:pt>
                <c:pt idx="1714">
                  <c:v>0</c:v>
                </c:pt>
                <c:pt idx="1715">
                  <c:v>0</c:v>
                </c:pt>
                <c:pt idx="1716">
                  <c:v>6.6704073492140918E-6</c:v>
                </c:pt>
                <c:pt idx="1717">
                  <c:v>2.1713328689447747E-5</c:v>
                </c:pt>
                <c:pt idx="1718">
                  <c:v>0</c:v>
                </c:pt>
                <c:pt idx="1719">
                  <c:v>1.0986891748000486E-5</c:v>
                </c:pt>
                <c:pt idx="1720">
                  <c:v>1.9145725694625672E-5</c:v>
                </c:pt>
                <c:pt idx="1721">
                  <c:v>4.3788546190386113E-5</c:v>
                </c:pt>
                <c:pt idx="1722">
                  <c:v>0</c:v>
                </c:pt>
                <c:pt idx="1723">
                  <c:v>0</c:v>
                </c:pt>
                <c:pt idx="1724">
                  <c:v>0</c:v>
                </c:pt>
                <c:pt idx="1725">
                  <c:v>0</c:v>
                </c:pt>
                <c:pt idx="1726">
                  <c:v>7.3048547861626704E-6</c:v>
                </c:pt>
                <c:pt idx="1727">
                  <c:v>6.6197954664079536E-5</c:v>
                </c:pt>
                <c:pt idx="1728">
                  <c:v>5.7149728237167878E-6</c:v>
                </c:pt>
                <c:pt idx="1729">
                  <c:v>1.5037275477467791E-7</c:v>
                </c:pt>
                <c:pt idx="1730">
                  <c:v>3.3704048318502536E-6</c:v>
                </c:pt>
                <c:pt idx="1731">
                  <c:v>2.6529530927497155E-4</c:v>
                </c:pt>
                <c:pt idx="1732">
                  <c:v>0</c:v>
                </c:pt>
                <c:pt idx="1733">
                  <c:v>6.7366994139055953E-5</c:v>
                </c:pt>
                <c:pt idx="1734">
                  <c:v>0</c:v>
                </c:pt>
                <c:pt idx="1735">
                  <c:v>7.9208566527914375E-5</c:v>
                </c:pt>
                <c:pt idx="1736">
                  <c:v>0</c:v>
                </c:pt>
                <c:pt idx="1737">
                  <c:v>0</c:v>
                </c:pt>
                <c:pt idx="1738">
                  <c:v>6.5660935242718513E-6</c:v>
                </c:pt>
                <c:pt idx="1739">
                  <c:v>2.22333313990283E-6</c:v>
                </c:pt>
                <c:pt idx="1740">
                  <c:v>0</c:v>
                </c:pt>
                <c:pt idx="1741">
                  <c:v>0</c:v>
                </c:pt>
                <c:pt idx="1742">
                  <c:v>0</c:v>
                </c:pt>
                <c:pt idx="1743">
                  <c:v>1.3274284559419754E-7</c:v>
                </c:pt>
                <c:pt idx="1744">
                  <c:v>1.8216539230120051E-4</c:v>
                </c:pt>
                <c:pt idx="1745">
                  <c:v>1.0347250092234275E-4</c:v>
                </c:pt>
                <c:pt idx="1746">
                  <c:v>3.2390972678972743E-6</c:v>
                </c:pt>
                <c:pt idx="1747">
                  <c:v>3.0764429878121759E-5</c:v>
                </c:pt>
                <c:pt idx="1748">
                  <c:v>2.0590576281704642E-5</c:v>
                </c:pt>
                <c:pt idx="1749">
                  <c:v>0</c:v>
                </c:pt>
                <c:pt idx="1750">
                  <c:v>4.3237152333554475E-5</c:v>
                </c:pt>
                <c:pt idx="1751">
                  <c:v>0</c:v>
                </c:pt>
                <c:pt idx="1752">
                  <c:v>0</c:v>
                </c:pt>
                <c:pt idx="1753">
                  <c:v>0</c:v>
                </c:pt>
                <c:pt idx="1754">
                  <c:v>1.0192054395444525E-5</c:v>
                </c:pt>
                <c:pt idx="1755">
                  <c:v>1.2831808407439183E-5</c:v>
                </c:pt>
                <c:pt idx="1756">
                  <c:v>6.2124648237538909E-6</c:v>
                </c:pt>
                <c:pt idx="1757">
                  <c:v>0</c:v>
                </c:pt>
                <c:pt idx="1758">
                  <c:v>0</c:v>
                </c:pt>
                <c:pt idx="1759">
                  <c:v>2.0807750174550638E-5</c:v>
                </c:pt>
                <c:pt idx="1760">
                  <c:v>2.3653815498050628E-5</c:v>
                </c:pt>
                <c:pt idx="1761">
                  <c:v>2.1438303332012578E-5</c:v>
                </c:pt>
                <c:pt idx="1762">
                  <c:v>6.3423969575499402E-5</c:v>
                </c:pt>
                <c:pt idx="1763">
                  <c:v>5.4040240477938063E-5</c:v>
                </c:pt>
                <c:pt idx="1764">
                  <c:v>4.1767536366214498E-6</c:v>
                </c:pt>
                <c:pt idx="1765">
                  <c:v>1.9376296008130918E-5</c:v>
                </c:pt>
                <c:pt idx="1766">
                  <c:v>2.0031906338399647E-5</c:v>
                </c:pt>
                <c:pt idx="1767">
                  <c:v>0</c:v>
                </c:pt>
                <c:pt idx="1768">
                  <c:v>0</c:v>
                </c:pt>
                <c:pt idx="1769">
                  <c:v>5.1688230797229404E-7</c:v>
                </c:pt>
                <c:pt idx="1770">
                  <c:v>0</c:v>
                </c:pt>
                <c:pt idx="1771">
                  <c:v>1.736028615383832E-6</c:v>
                </c:pt>
                <c:pt idx="1772">
                  <c:v>0</c:v>
                </c:pt>
                <c:pt idx="1773">
                  <c:v>2.4646461270386182E-6</c:v>
                </c:pt>
                <c:pt idx="1774">
                  <c:v>1.6753487497029459E-5</c:v>
                </c:pt>
                <c:pt idx="1775">
                  <c:v>9.8920081992220489E-5</c:v>
                </c:pt>
                <c:pt idx="1776">
                  <c:v>6.2185408372982814E-6</c:v>
                </c:pt>
                <c:pt idx="1777">
                  <c:v>0</c:v>
                </c:pt>
                <c:pt idx="1778">
                  <c:v>1.3535200541399665E-5</c:v>
                </c:pt>
                <c:pt idx="1779">
                  <c:v>0</c:v>
                </c:pt>
                <c:pt idx="1780">
                  <c:v>0</c:v>
                </c:pt>
                <c:pt idx="1781">
                  <c:v>0</c:v>
                </c:pt>
                <c:pt idx="1782">
                  <c:v>0</c:v>
                </c:pt>
                <c:pt idx="1783">
                  <c:v>5.7252402951039087E-7</c:v>
                </c:pt>
                <c:pt idx="1784">
                  <c:v>1.4789680381790443E-7</c:v>
                </c:pt>
                <c:pt idx="1785">
                  <c:v>5.0755954488329711E-6</c:v>
                </c:pt>
                <c:pt idx="1786">
                  <c:v>1.8655383647363385E-3</c:v>
                </c:pt>
                <c:pt idx="1787">
                  <c:v>1.8076634932788736E-6</c:v>
                </c:pt>
                <c:pt idx="1788">
                  <c:v>1.5832431055007182E-7</c:v>
                </c:pt>
                <c:pt idx="1789">
                  <c:v>0</c:v>
                </c:pt>
                <c:pt idx="1790">
                  <c:v>0</c:v>
                </c:pt>
                <c:pt idx="1791">
                  <c:v>1.1595007597083571E-6</c:v>
                </c:pt>
                <c:pt idx="1792">
                  <c:v>0</c:v>
                </c:pt>
                <c:pt idx="1793">
                  <c:v>6.9450509421706991E-6</c:v>
                </c:pt>
                <c:pt idx="1794">
                  <c:v>1.1832610211777886E-5</c:v>
                </c:pt>
                <c:pt idx="1795">
                  <c:v>0</c:v>
                </c:pt>
                <c:pt idx="1796">
                  <c:v>2.4586494211334115E-7</c:v>
                </c:pt>
                <c:pt idx="1797">
                  <c:v>1.060948796586092E-4</c:v>
                </c:pt>
                <c:pt idx="1798">
                  <c:v>9.4081064949802386E-7</c:v>
                </c:pt>
                <c:pt idx="1799">
                  <c:v>6.5462014870327833E-5</c:v>
                </c:pt>
                <c:pt idx="1800">
                  <c:v>2.6781985437545098E-6</c:v>
                </c:pt>
                <c:pt idx="1801">
                  <c:v>7.282918285303344E-7</c:v>
                </c:pt>
                <c:pt idx="1802">
                  <c:v>4.4175078123970823E-7</c:v>
                </c:pt>
                <c:pt idx="1803">
                  <c:v>0</c:v>
                </c:pt>
                <c:pt idx="1804">
                  <c:v>5.6139161782546424E-6</c:v>
                </c:pt>
                <c:pt idx="1805">
                  <c:v>3.378908796943228E-6</c:v>
                </c:pt>
                <c:pt idx="1806">
                  <c:v>3.9744539315077098E-7</c:v>
                </c:pt>
                <c:pt idx="1807">
                  <c:v>1.1014878047589229E-6</c:v>
                </c:pt>
                <c:pt idx="1808">
                  <c:v>0</c:v>
                </c:pt>
                <c:pt idx="1809">
                  <c:v>2.3264657000714598E-5</c:v>
                </c:pt>
                <c:pt idx="1810">
                  <c:v>0</c:v>
                </c:pt>
                <c:pt idx="1811">
                  <c:v>3.1233788191744034E-5</c:v>
                </c:pt>
                <c:pt idx="1812">
                  <c:v>0</c:v>
                </c:pt>
                <c:pt idx="1813">
                  <c:v>8.6478811475039429E-8</c:v>
                </c:pt>
                <c:pt idx="1814">
                  <c:v>0</c:v>
                </c:pt>
                <c:pt idx="1815">
                  <c:v>0</c:v>
                </c:pt>
                <c:pt idx="1816">
                  <c:v>6.8392887450818202E-7</c:v>
                </c:pt>
                <c:pt idx="1817">
                  <c:v>1.1532811774403703E-5</c:v>
                </c:pt>
                <c:pt idx="1818">
                  <c:v>0</c:v>
                </c:pt>
                <c:pt idx="1819">
                  <c:v>0</c:v>
                </c:pt>
                <c:pt idx="1820">
                  <c:v>1.0667774210460141E-7</c:v>
                </c:pt>
                <c:pt idx="1821">
                  <c:v>1.2880878420469537E-7</c:v>
                </c:pt>
                <c:pt idx="1822">
                  <c:v>1.5703262037075913E-7</c:v>
                </c:pt>
                <c:pt idx="1823">
                  <c:v>0</c:v>
                </c:pt>
                <c:pt idx="1824">
                  <c:v>3.1576765576079332E-6</c:v>
                </c:pt>
                <c:pt idx="1825">
                  <c:v>1.9048686712263328E-6</c:v>
                </c:pt>
                <c:pt idx="1826">
                  <c:v>7.5712987977900157E-5</c:v>
                </c:pt>
                <c:pt idx="1827">
                  <c:v>0</c:v>
                </c:pt>
                <c:pt idx="1828">
                  <c:v>1.9380785875276073E-5</c:v>
                </c:pt>
                <c:pt idx="1829">
                  <c:v>2.1033927051222965E-6</c:v>
                </c:pt>
                <c:pt idx="1830">
                  <c:v>3.18725563668651E-6</c:v>
                </c:pt>
                <c:pt idx="1831">
                  <c:v>2.5985340072924231E-7</c:v>
                </c:pt>
                <c:pt idx="1832">
                  <c:v>2.653591891118886E-6</c:v>
                </c:pt>
                <c:pt idx="1833">
                  <c:v>4.0297551760683394E-6</c:v>
                </c:pt>
                <c:pt idx="1834">
                  <c:v>0</c:v>
                </c:pt>
                <c:pt idx="1835">
                  <c:v>0</c:v>
                </c:pt>
                <c:pt idx="1836">
                  <c:v>1.0969705585476801E-5</c:v>
                </c:pt>
                <c:pt idx="1837">
                  <c:v>0</c:v>
                </c:pt>
                <c:pt idx="1838">
                  <c:v>1.690514282034019E-7</c:v>
                </c:pt>
                <c:pt idx="1839">
                  <c:v>2.9718772884291583E-5</c:v>
                </c:pt>
                <c:pt idx="1840">
                  <c:v>6.0728944919715344E-6</c:v>
                </c:pt>
                <c:pt idx="1841">
                  <c:v>1.729693092759528E-5</c:v>
                </c:pt>
                <c:pt idx="1842">
                  <c:v>1.2640163544687559E-5</c:v>
                </c:pt>
                <c:pt idx="1843">
                  <c:v>4.115128358700809E-5</c:v>
                </c:pt>
                <c:pt idx="1844">
                  <c:v>2.2243685633780812E-3</c:v>
                </c:pt>
                <c:pt idx="1845">
                  <c:v>1.3471315491086742E-5</c:v>
                </c:pt>
                <c:pt idx="1846">
                  <c:v>1.0025305393083317E-5</c:v>
                </c:pt>
                <c:pt idx="1847">
                  <c:v>5.8892258381203461E-5</c:v>
                </c:pt>
                <c:pt idx="1848">
                  <c:v>5.8400283884654137E-5</c:v>
                </c:pt>
                <c:pt idx="1849">
                  <c:v>6.7551890244532326E-5</c:v>
                </c:pt>
                <c:pt idx="1850">
                  <c:v>1.5255418203059255E-5</c:v>
                </c:pt>
                <c:pt idx="1851">
                  <c:v>2.9658425092665952E-5</c:v>
                </c:pt>
                <c:pt idx="1852">
                  <c:v>1.7129821490925304E-5</c:v>
                </c:pt>
                <c:pt idx="1853">
                  <c:v>1.362325462872718E-7</c:v>
                </c:pt>
                <c:pt idx="1854">
                  <c:v>1.3818793052665219E-6</c:v>
                </c:pt>
                <c:pt idx="1855">
                  <c:v>7.0315717788240051E-6</c:v>
                </c:pt>
                <c:pt idx="1856">
                  <c:v>6.243228504842912E-6</c:v>
                </c:pt>
                <c:pt idx="1857">
                  <c:v>1.3976554800633934E-5</c:v>
                </c:pt>
                <c:pt idx="1858">
                  <c:v>2.0813710500008547E-5</c:v>
                </c:pt>
                <c:pt idx="1859">
                  <c:v>6.6948565604030422E-7</c:v>
                </c:pt>
                <c:pt idx="1860">
                  <c:v>1.4637766627745341E-5</c:v>
                </c:pt>
                <c:pt idx="1861">
                  <c:v>8.9225435591255611E-5</c:v>
                </c:pt>
                <c:pt idx="1862">
                  <c:v>0</c:v>
                </c:pt>
                <c:pt idx="1863">
                  <c:v>3.4571800270933805E-6</c:v>
                </c:pt>
                <c:pt idx="1864">
                  <c:v>3.3451304767792161E-6</c:v>
                </c:pt>
                <c:pt idx="1865">
                  <c:v>3.7708569046389611E-5</c:v>
                </c:pt>
                <c:pt idx="1866">
                  <c:v>1.3501823719852942E-5</c:v>
                </c:pt>
                <c:pt idx="1867">
                  <c:v>1.4332376260243146E-5</c:v>
                </c:pt>
                <c:pt idx="1868">
                  <c:v>2.0083688779030115E-3</c:v>
                </c:pt>
                <c:pt idx="1869">
                  <c:v>3.6612496814704239E-5</c:v>
                </c:pt>
                <c:pt idx="1870">
                  <c:v>3.1035415064094067E-5</c:v>
                </c:pt>
                <c:pt idx="1871">
                  <c:v>0</c:v>
                </c:pt>
                <c:pt idx="1872">
                  <c:v>0</c:v>
                </c:pt>
                <c:pt idx="1873">
                  <c:v>0</c:v>
                </c:pt>
                <c:pt idx="1874">
                  <c:v>6.5350465489660495E-6</c:v>
                </c:pt>
                <c:pt idx="1875">
                  <c:v>8.9992254905797223E-5</c:v>
                </c:pt>
                <c:pt idx="1876">
                  <c:v>2.360132915943979E-6</c:v>
                </c:pt>
                <c:pt idx="1877">
                  <c:v>4.2886445043579926E-5</c:v>
                </c:pt>
                <c:pt idx="1878">
                  <c:v>5.1425186365691224E-7</c:v>
                </c:pt>
                <c:pt idx="1879">
                  <c:v>4.0000751265559185E-5</c:v>
                </c:pt>
                <c:pt idx="1880">
                  <c:v>1.4379173538924377E-4</c:v>
                </c:pt>
                <c:pt idx="1881">
                  <c:v>3.1193643032310285E-5</c:v>
                </c:pt>
                <c:pt idx="1882">
                  <c:v>2.957936076358105E-7</c:v>
                </c:pt>
                <c:pt idx="1883">
                  <c:v>5.1758392688582282E-5</c:v>
                </c:pt>
                <c:pt idx="1884">
                  <c:v>2.7055017726528492E-6</c:v>
                </c:pt>
                <c:pt idx="1885">
                  <c:v>1.1715998980705297E-6</c:v>
                </c:pt>
                <c:pt idx="1886">
                  <c:v>7.970956305208982E-8</c:v>
                </c:pt>
                <c:pt idx="1887">
                  <c:v>9.1407047678501546E-8</c:v>
                </c:pt>
                <c:pt idx="1888">
                  <c:v>3.427148829019287E-5</c:v>
                </c:pt>
                <c:pt idx="1889">
                  <c:v>2.1217950909938809E-6</c:v>
                </c:pt>
                <c:pt idx="1890">
                  <c:v>1.313579657927816E-4</c:v>
                </c:pt>
                <c:pt idx="1891">
                  <c:v>2.6778126302699758E-5</c:v>
                </c:pt>
                <c:pt idx="1892">
                  <c:v>2.8579958798893905E-6</c:v>
                </c:pt>
                <c:pt idx="1893">
                  <c:v>4.8930631281285651E-6</c:v>
                </c:pt>
                <c:pt idx="1894">
                  <c:v>1.1056818915229821E-5</c:v>
                </c:pt>
                <c:pt idx="1895">
                  <c:v>3.6012871147491449E-6</c:v>
                </c:pt>
                <c:pt idx="1896">
                  <c:v>2.8016722644551052E-5</c:v>
                </c:pt>
                <c:pt idx="1897">
                  <c:v>0</c:v>
                </c:pt>
                <c:pt idx="1898">
                  <c:v>1.3913945928447968E-4</c:v>
                </c:pt>
                <c:pt idx="1899">
                  <c:v>2.9611865555628917E-6</c:v>
                </c:pt>
                <c:pt idx="1900">
                  <c:v>0</c:v>
                </c:pt>
                <c:pt idx="1901">
                  <c:v>0</c:v>
                </c:pt>
                <c:pt idx="1902">
                  <c:v>2.6979500079961653E-5</c:v>
                </c:pt>
                <c:pt idx="1903">
                  <c:v>1.6014889103712379E-6</c:v>
                </c:pt>
                <c:pt idx="1904">
                  <c:v>3.4725254710853432E-7</c:v>
                </c:pt>
                <c:pt idx="1905">
                  <c:v>0</c:v>
                </c:pt>
                <c:pt idx="1906">
                  <c:v>2.0164270354547243E-5</c:v>
                </c:pt>
                <c:pt idx="1907">
                  <c:v>8.4037377523630936E-6</c:v>
                </c:pt>
                <c:pt idx="1908">
                  <c:v>1.4007911230008814E-5</c:v>
                </c:pt>
                <c:pt idx="1909">
                  <c:v>5.6254122523397895E-5</c:v>
                </c:pt>
                <c:pt idx="1910">
                  <c:v>4.8994177555676925E-7</c:v>
                </c:pt>
                <c:pt idx="1911">
                  <c:v>0</c:v>
                </c:pt>
                <c:pt idx="1912">
                  <c:v>4.7644420197029434E-5</c:v>
                </c:pt>
                <c:pt idx="1913">
                  <c:v>3.0502054585863648E-5</c:v>
                </c:pt>
                <c:pt idx="1914">
                  <c:v>4.2059178809535746E-5</c:v>
                </c:pt>
                <c:pt idx="1915">
                  <c:v>2.1224592738903808E-4</c:v>
                </c:pt>
                <c:pt idx="1916">
                  <c:v>4.764982512274671E-5</c:v>
                </c:pt>
                <c:pt idx="1917">
                  <c:v>1.0461053561430604E-4</c:v>
                </c:pt>
                <c:pt idx="1918">
                  <c:v>0</c:v>
                </c:pt>
                <c:pt idx="1919">
                  <c:v>9.3919330606132424E-7</c:v>
                </c:pt>
                <c:pt idx="1920">
                  <c:v>0</c:v>
                </c:pt>
                <c:pt idx="1921">
                  <c:v>5.9655437574541944E-6</c:v>
                </c:pt>
                <c:pt idx="1922">
                  <c:v>0</c:v>
                </c:pt>
                <c:pt idx="1923">
                  <c:v>0</c:v>
                </c:pt>
                <c:pt idx="1924">
                  <c:v>1.407856708458108E-5</c:v>
                </c:pt>
                <c:pt idx="1925">
                  <c:v>6.6698466716301539E-4</c:v>
                </c:pt>
                <c:pt idx="1926">
                  <c:v>0</c:v>
                </c:pt>
                <c:pt idx="1927">
                  <c:v>0</c:v>
                </c:pt>
                <c:pt idx="1928">
                  <c:v>0</c:v>
                </c:pt>
                <c:pt idx="1929">
                  <c:v>4.8360279598988242E-6</c:v>
                </c:pt>
                <c:pt idx="1930">
                  <c:v>5.0639595546306827E-6</c:v>
                </c:pt>
                <c:pt idx="1931">
                  <c:v>0</c:v>
                </c:pt>
                <c:pt idx="1932">
                  <c:v>0</c:v>
                </c:pt>
                <c:pt idx="1933">
                  <c:v>5.7537646239762952E-6</c:v>
                </c:pt>
                <c:pt idx="1934">
                  <c:v>2.0853505169507619E-6</c:v>
                </c:pt>
                <c:pt idx="1935">
                  <c:v>1.1043769530992678E-7</c:v>
                </c:pt>
                <c:pt idx="1936">
                  <c:v>6.5167645856304549E-5</c:v>
                </c:pt>
                <c:pt idx="1937">
                  <c:v>9.5698075566062106E-6</c:v>
                </c:pt>
                <c:pt idx="1938">
                  <c:v>1.9533445359685936E-5</c:v>
                </c:pt>
                <c:pt idx="1939">
                  <c:v>3.8728377871166699E-6</c:v>
                </c:pt>
                <c:pt idx="1940">
                  <c:v>0</c:v>
                </c:pt>
                <c:pt idx="1941">
                  <c:v>1.0376432746537041E-6</c:v>
                </c:pt>
                <c:pt idx="1942">
                  <c:v>9.1944453943068264E-6</c:v>
                </c:pt>
                <c:pt idx="1943">
                  <c:v>1.5247150691600718E-7</c:v>
                </c:pt>
                <c:pt idx="1944">
                  <c:v>1.6333574250966022E-4</c:v>
                </c:pt>
                <c:pt idx="1945">
                  <c:v>3.7268191788132092E-6</c:v>
                </c:pt>
                <c:pt idx="1946">
                  <c:v>2.9566625205474395E-5</c:v>
                </c:pt>
                <c:pt idx="1947">
                  <c:v>1.173202961335232E-5</c:v>
                </c:pt>
                <c:pt idx="1948">
                  <c:v>8.3426618128861878E-7</c:v>
                </c:pt>
                <c:pt idx="1949">
                  <c:v>0</c:v>
                </c:pt>
                <c:pt idx="1950">
                  <c:v>9.3825897129604689E-8</c:v>
                </c:pt>
                <c:pt idx="1951">
                  <c:v>0</c:v>
                </c:pt>
                <c:pt idx="1952">
                  <c:v>0</c:v>
                </c:pt>
                <c:pt idx="1953">
                  <c:v>3.490517831039153E-7</c:v>
                </c:pt>
                <c:pt idx="1954">
                  <c:v>0</c:v>
                </c:pt>
                <c:pt idx="1955">
                  <c:v>0</c:v>
                </c:pt>
                <c:pt idx="1956">
                  <c:v>1.0892797185777983E-5</c:v>
                </c:pt>
                <c:pt idx="1957">
                  <c:v>1.3606141673405364E-5</c:v>
                </c:pt>
                <c:pt idx="1958">
                  <c:v>2.1145160620933903E-5</c:v>
                </c:pt>
                <c:pt idx="1959">
                  <c:v>6.5546264567729872E-6</c:v>
                </c:pt>
                <c:pt idx="1960">
                  <c:v>0</c:v>
                </c:pt>
                <c:pt idx="1961">
                  <c:v>2.3229997978984754E-6</c:v>
                </c:pt>
                <c:pt idx="1962">
                  <c:v>3.2336157186746794E-6</c:v>
                </c:pt>
                <c:pt idx="1963">
                  <c:v>1.2880878420469537E-7</c:v>
                </c:pt>
                <c:pt idx="1964">
                  <c:v>0</c:v>
                </c:pt>
                <c:pt idx="1965">
                  <c:v>5.6637525098631684E-5</c:v>
                </c:pt>
                <c:pt idx="1966">
                  <c:v>1.6613818690882355E-5</c:v>
                </c:pt>
                <c:pt idx="1967">
                  <c:v>0</c:v>
                </c:pt>
                <c:pt idx="1968">
                  <c:v>5.1925189437156102E-5</c:v>
                </c:pt>
                <c:pt idx="1969">
                  <c:v>0</c:v>
                </c:pt>
                <c:pt idx="1970">
                  <c:v>3.5783853699729398E-6</c:v>
                </c:pt>
                <c:pt idx="1971">
                  <c:v>2.3936223028195812E-5</c:v>
                </c:pt>
                <c:pt idx="1972">
                  <c:v>2.5597130760953845E-5</c:v>
                </c:pt>
                <c:pt idx="1973">
                  <c:v>1.7533654336815877E-5</c:v>
                </c:pt>
                <c:pt idx="1974">
                  <c:v>1.3748366150827607E-7</c:v>
                </c:pt>
                <c:pt idx="1975">
                  <c:v>1.9558159588758093E-6</c:v>
                </c:pt>
                <c:pt idx="1976">
                  <c:v>1.2841202612666487E-5</c:v>
                </c:pt>
                <c:pt idx="1977">
                  <c:v>1.0262654166994321E-6</c:v>
                </c:pt>
                <c:pt idx="1978">
                  <c:v>2.245566471301856E-5</c:v>
                </c:pt>
                <c:pt idx="1979">
                  <c:v>5.3532722241829313E-6</c:v>
                </c:pt>
                <c:pt idx="1980">
                  <c:v>0</c:v>
                </c:pt>
                <c:pt idx="1981">
                  <c:v>0</c:v>
                </c:pt>
                <c:pt idx="1982">
                  <c:v>6.0513641921446486E-6</c:v>
                </c:pt>
                <c:pt idx="1983">
                  <c:v>1.3586977419522979E-5</c:v>
                </c:pt>
                <c:pt idx="1984">
                  <c:v>7.0374218449631609E-6</c:v>
                </c:pt>
                <c:pt idx="1985">
                  <c:v>1.1916905100410531E-5</c:v>
                </c:pt>
                <c:pt idx="1986">
                  <c:v>3.1062590957489653E-6</c:v>
                </c:pt>
                <c:pt idx="1987">
                  <c:v>2.98601830864937E-6</c:v>
                </c:pt>
                <c:pt idx="1988">
                  <c:v>0</c:v>
                </c:pt>
                <c:pt idx="1989">
                  <c:v>1.8162669972448003E-6</c:v>
                </c:pt>
                <c:pt idx="1990">
                  <c:v>6.0984857852197851E-5</c:v>
                </c:pt>
                <c:pt idx="1991">
                  <c:v>1.5176681013498766E-5</c:v>
                </c:pt>
                <c:pt idx="1992">
                  <c:v>4.9615737907817503E-5</c:v>
                </c:pt>
                <c:pt idx="1993">
                  <c:v>2.533954642522248E-7</c:v>
                </c:pt>
                <c:pt idx="1994">
                  <c:v>1.7480457560972364E-6</c:v>
                </c:pt>
                <c:pt idx="1995">
                  <c:v>0</c:v>
                </c:pt>
                <c:pt idx="1996">
                  <c:v>5.8842391297271586E-6</c:v>
                </c:pt>
                <c:pt idx="1997">
                  <c:v>3.7736200597543207E-5</c:v>
                </c:pt>
                <c:pt idx="1998">
                  <c:v>1.7396033929578809E-5</c:v>
                </c:pt>
                <c:pt idx="1999">
                  <c:v>2.8382220291030613E-5</c:v>
                </c:pt>
                <c:pt idx="2000">
                  <c:v>5.2020794066694977E-8</c:v>
                </c:pt>
                <c:pt idx="2001">
                  <c:v>3.5833507520774515E-7</c:v>
                </c:pt>
                <c:pt idx="2002">
                  <c:v>0</c:v>
                </c:pt>
                <c:pt idx="2003">
                  <c:v>0</c:v>
                </c:pt>
                <c:pt idx="2004">
                  <c:v>3.3147623252512506E-5</c:v>
                </c:pt>
                <c:pt idx="2005">
                  <c:v>7.1445052442170724E-6</c:v>
                </c:pt>
                <c:pt idx="2006">
                  <c:v>2.0039642089476107E-5</c:v>
                </c:pt>
                <c:pt idx="2007">
                  <c:v>0</c:v>
                </c:pt>
                <c:pt idx="2008">
                  <c:v>1.6233010635917025E-7</c:v>
                </c:pt>
                <c:pt idx="2009">
                  <c:v>3.5316903873685855E-6</c:v>
                </c:pt>
                <c:pt idx="2010">
                  <c:v>0</c:v>
                </c:pt>
                <c:pt idx="2011">
                  <c:v>0</c:v>
                </c:pt>
                <c:pt idx="2012">
                  <c:v>7.1444899353284097E-4</c:v>
                </c:pt>
                <c:pt idx="2013">
                  <c:v>3.3131308592978239E-6</c:v>
                </c:pt>
                <c:pt idx="2014">
                  <c:v>3.6066459577314706E-6</c:v>
                </c:pt>
                <c:pt idx="2015">
                  <c:v>1.2591961521318781E-6</c:v>
                </c:pt>
                <c:pt idx="2016">
                  <c:v>6.4143469358472424E-6</c:v>
                </c:pt>
                <c:pt idx="2017">
                  <c:v>1.7675202152023425E-5</c:v>
                </c:pt>
                <c:pt idx="2018">
                  <c:v>2.665969326659739E-6</c:v>
                </c:pt>
                <c:pt idx="2019">
                  <c:v>5.293120968068658E-7</c:v>
                </c:pt>
                <c:pt idx="2020">
                  <c:v>0</c:v>
                </c:pt>
                <c:pt idx="2021">
                  <c:v>8.420874267381984E-7</c:v>
                </c:pt>
                <c:pt idx="2022">
                  <c:v>1.3548669212324004E-5</c:v>
                </c:pt>
                <c:pt idx="2023">
                  <c:v>1.2248544388919223E-5</c:v>
                </c:pt>
                <c:pt idx="2024">
                  <c:v>8.032630461731575E-6</c:v>
                </c:pt>
                <c:pt idx="2025">
                  <c:v>6.0397994745360435E-5</c:v>
                </c:pt>
                <c:pt idx="2026">
                  <c:v>0</c:v>
                </c:pt>
                <c:pt idx="2027">
                  <c:v>3.2623241713828502E-7</c:v>
                </c:pt>
                <c:pt idx="2028">
                  <c:v>0</c:v>
                </c:pt>
                <c:pt idx="2029">
                  <c:v>1.9041976965671298E-5</c:v>
                </c:pt>
                <c:pt idx="2030">
                  <c:v>3.5151936774082996E-6</c:v>
                </c:pt>
                <c:pt idx="2031">
                  <c:v>1.9301586615922867E-4</c:v>
                </c:pt>
                <c:pt idx="2032">
                  <c:v>0</c:v>
                </c:pt>
                <c:pt idx="2033">
                  <c:v>0</c:v>
                </c:pt>
                <c:pt idx="2034">
                  <c:v>0</c:v>
                </c:pt>
                <c:pt idx="2035">
                  <c:v>2.7837600883907409E-6</c:v>
                </c:pt>
                <c:pt idx="2036">
                  <c:v>0</c:v>
                </c:pt>
                <c:pt idx="2037">
                  <c:v>9.228355361514455E-7</c:v>
                </c:pt>
                <c:pt idx="2038">
                  <c:v>0</c:v>
                </c:pt>
                <c:pt idx="2039">
                  <c:v>2.1979443438517418E-7</c:v>
                </c:pt>
                <c:pt idx="2040">
                  <c:v>2.022020834579353E-7</c:v>
                </c:pt>
                <c:pt idx="2041">
                  <c:v>0</c:v>
                </c:pt>
                <c:pt idx="2042">
                  <c:v>3.5909911587982831E-5</c:v>
                </c:pt>
                <c:pt idx="2043">
                  <c:v>7.091262540953246E-6</c:v>
                </c:pt>
                <c:pt idx="2044">
                  <c:v>0</c:v>
                </c:pt>
                <c:pt idx="2045">
                  <c:v>1.6942682494754273E-4</c:v>
                </c:pt>
                <c:pt idx="2046">
                  <c:v>0</c:v>
                </c:pt>
                <c:pt idx="2047">
                  <c:v>9.6916909218552317E-6</c:v>
                </c:pt>
                <c:pt idx="2048">
                  <c:v>5.6531743333473194E-6</c:v>
                </c:pt>
                <c:pt idx="2049">
                  <c:v>3.3992519978422557E-6</c:v>
                </c:pt>
                <c:pt idx="2050">
                  <c:v>2.8216542047772035E-6</c:v>
                </c:pt>
                <c:pt idx="2051">
                  <c:v>0</c:v>
                </c:pt>
                <c:pt idx="2052">
                  <c:v>4.0219100978540742E-7</c:v>
                </c:pt>
                <c:pt idx="2053">
                  <c:v>0</c:v>
                </c:pt>
                <c:pt idx="2054">
                  <c:v>0</c:v>
                </c:pt>
                <c:pt idx="2055">
                  <c:v>0</c:v>
                </c:pt>
                <c:pt idx="2056">
                  <c:v>0</c:v>
                </c:pt>
                <c:pt idx="2057">
                  <c:v>0</c:v>
                </c:pt>
                <c:pt idx="2058">
                  <c:v>0</c:v>
                </c:pt>
                <c:pt idx="2059">
                  <c:v>1.192336179452315E-7</c:v>
                </c:pt>
                <c:pt idx="2060">
                  <c:v>0</c:v>
                </c:pt>
                <c:pt idx="2061">
                  <c:v>5.6730100327625894E-6</c:v>
                </c:pt>
                <c:pt idx="2062">
                  <c:v>1.1490061335888238E-3</c:v>
                </c:pt>
                <c:pt idx="2063">
                  <c:v>0</c:v>
                </c:pt>
                <c:pt idx="2064">
                  <c:v>4.610668800391652E-6</c:v>
                </c:pt>
                <c:pt idx="2065">
                  <c:v>1.2658350496754768E-6</c:v>
                </c:pt>
                <c:pt idx="2066">
                  <c:v>6.3157056760513985E-3</c:v>
                </c:pt>
                <c:pt idx="2067">
                  <c:v>3.5270677559715107E-7</c:v>
                </c:pt>
                <c:pt idx="2068">
                  <c:v>0</c:v>
                </c:pt>
                <c:pt idx="2069">
                  <c:v>0</c:v>
                </c:pt>
                <c:pt idx="2070">
                  <c:v>2.0152519614247401E-6</c:v>
                </c:pt>
                <c:pt idx="2071">
                  <c:v>0</c:v>
                </c:pt>
                <c:pt idx="2072">
                  <c:v>1.7519589807060863E-5</c:v>
                </c:pt>
                <c:pt idx="2073">
                  <c:v>8.5817826928733628E-7</c:v>
                </c:pt>
                <c:pt idx="2074">
                  <c:v>0</c:v>
                </c:pt>
                <c:pt idx="2075">
                  <c:v>5.1923507254637834E-5</c:v>
                </c:pt>
                <c:pt idx="2076">
                  <c:v>0</c:v>
                </c:pt>
                <c:pt idx="2077">
                  <c:v>4.8251841532105864E-6</c:v>
                </c:pt>
                <c:pt idx="2078">
                  <c:v>8.765452570736925E-5</c:v>
                </c:pt>
                <c:pt idx="2079">
                  <c:v>8.3581878584436846E-7</c:v>
                </c:pt>
                <c:pt idx="2080">
                  <c:v>5.8835802741533398E-7</c:v>
                </c:pt>
                <c:pt idx="2081">
                  <c:v>2.7489806172612157E-5</c:v>
                </c:pt>
                <c:pt idx="2082">
                  <c:v>9.6128701679079941E-7</c:v>
                </c:pt>
                <c:pt idx="2083">
                  <c:v>7.4772330741321427E-6</c:v>
                </c:pt>
                <c:pt idx="2084">
                  <c:v>1.9415814904706024E-5</c:v>
                </c:pt>
                <c:pt idx="2085">
                  <c:v>1.5398951479032965E-7</c:v>
                </c:pt>
                <c:pt idx="2086">
                  <c:v>2.4288687374421522E-6</c:v>
                </c:pt>
                <c:pt idx="2087">
                  <c:v>0</c:v>
                </c:pt>
                <c:pt idx="2088">
                  <c:v>8.0946902048509761E-6</c:v>
                </c:pt>
                <c:pt idx="2089">
                  <c:v>1.8207295713258304E-7</c:v>
                </c:pt>
                <c:pt idx="2090">
                  <c:v>3.5675372006561002E-7</c:v>
                </c:pt>
                <c:pt idx="2091">
                  <c:v>1.7245707962035582E-6</c:v>
                </c:pt>
                <c:pt idx="2092">
                  <c:v>2.3120033491510196E-5</c:v>
                </c:pt>
                <c:pt idx="2093">
                  <c:v>0</c:v>
                </c:pt>
                <c:pt idx="2094">
                  <c:v>6.0471160093325511E-6</c:v>
                </c:pt>
                <c:pt idx="2095">
                  <c:v>1.3739671531918101E-5</c:v>
                </c:pt>
                <c:pt idx="2096">
                  <c:v>4.0480510910004304E-5</c:v>
                </c:pt>
                <c:pt idx="2097">
                  <c:v>2.3656996570093624E-5</c:v>
                </c:pt>
                <c:pt idx="2098">
                  <c:v>1.092673055179508E-4</c:v>
                </c:pt>
                <c:pt idx="2099">
                  <c:v>5.2640422973172184E-6</c:v>
                </c:pt>
                <c:pt idx="2100">
                  <c:v>2.02170290024305E-3</c:v>
                </c:pt>
                <c:pt idx="2101">
                  <c:v>3.2444525867853226E-5</c:v>
                </c:pt>
                <c:pt idx="2102">
                  <c:v>1.5885411708559251E-5</c:v>
                </c:pt>
                <c:pt idx="2103">
                  <c:v>7.4632062134444182E-5</c:v>
                </c:pt>
                <c:pt idx="2104">
                  <c:v>9.6248551999978266E-6</c:v>
                </c:pt>
                <c:pt idx="2105">
                  <c:v>1.5382440736039589E-5</c:v>
                </c:pt>
                <c:pt idx="2106">
                  <c:v>0</c:v>
                </c:pt>
                <c:pt idx="2107">
                  <c:v>3.2610774232918663E-6</c:v>
                </c:pt>
                <c:pt idx="2108">
                  <c:v>1.4178594625329365E-5</c:v>
                </c:pt>
                <c:pt idx="2109">
                  <c:v>1.6433816909354303E-5</c:v>
                </c:pt>
                <c:pt idx="2110">
                  <c:v>0</c:v>
                </c:pt>
                <c:pt idx="2111">
                  <c:v>0</c:v>
                </c:pt>
                <c:pt idx="2112">
                  <c:v>3.7988906469392358E-7</c:v>
                </c:pt>
                <c:pt idx="2113">
                  <c:v>1.3909105755078624E-5</c:v>
                </c:pt>
                <c:pt idx="2114">
                  <c:v>6.9315626200929336E-5</c:v>
                </c:pt>
                <c:pt idx="2115">
                  <c:v>4.9671516415893514E-7</c:v>
                </c:pt>
                <c:pt idx="2116">
                  <c:v>0</c:v>
                </c:pt>
                <c:pt idx="2117">
                  <c:v>2.3500114234554242E-6</c:v>
                </c:pt>
                <c:pt idx="2118">
                  <c:v>1.0524472609752805E-4</c:v>
                </c:pt>
                <c:pt idx="2119">
                  <c:v>3.3592881928620069E-6</c:v>
                </c:pt>
                <c:pt idx="2120">
                  <c:v>8.0452669259591548E-6</c:v>
                </c:pt>
                <c:pt idx="2121">
                  <c:v>0</c:v>
                </c:pt>
                <c:pt idx="2122">
                  <c:v>0</c:v>
                </c:pt>
                <c:pt idx="2123">
                  <c:v>0</c:v>
                </c:pt>
                <c:pt idx="2124">
                  <c:v>8.3694228971128572E-6</c:v>
                </c:pt>
                <c:pt idx="2125">
                  <c:v>0</c:v>
                </c:pt>
                <c:pt idx="2126">
                  <c:v>3.7953236134679398E-7</c:v>
                </c:pt>
                <c:pt idx="2127">
                  <c:v>2.6786081168610648E-7</c:v>
                </c:pt>
                <c:pt idx="2128">
                  <c:v>1.679974916185924E-7</c:v>
                </c:pt>
                <c:pt idx="2129">
                  <c:v>0</c:v>
                </c:pt>
                <c:pt idx="2130">
                  <c:v>2.0571800223671442E-5</c:v>
                </c:pt>
                <c:pt idx="2131">
                  <c:v>4.396913370381243E-6</c:v>
                </c:pt>
                <c:pt idx="2132">
                  <c:v>5.7578627469278472E-6</c:v>
                </c:pt>
                <c:pt idx="2133">
                  <c:v>2.0260750117009203E-5</c:v>
                </c:pt>
                <c:pt idx="2134">
                  <c:v>9.6967635576755235E-7</c:v>
                </c:pt>
                <c:pt idx="2135">
                  <c:v>5.4450765939200596E-5</c:v>
                </c:pt>
                <c:pt idx="2136">
                  <c:v>2.3846723589046237E-6</c:v>
                </c:pt>
                <c:pt idx="2137">
                  <c:v>0</c:v>
                </c:pt>
                <c:pt idx="2138">
                  <c:v>1.0064137990814383E-4</c:v>
                </c:pt>
                <c:pt idx="2139">
                  <c:v>0</c:v>
                </c:pt>
                <c:pt idx="2140">
                  <c:v>0</c:v>
                </c:pt>
                <c:pt idx="2141">
                  <c:v>0</c:v>
                </c:pt>
                <c:pt idx="2142">
                  <c:v>3.0245042958366989E-5</c:v>
                </c:pt>
                <c:pt idx="2143">
                  <c:v>1.5882199011172287E-6</c:v>
                </c:pt>
                <c:pt idx="2144">
                  <c:v>6.2647545696579858E-7</c:v>
                </c:pt>
                <c:pt idx="2145">
                  <c:v>1.2432535399053202E-5</c:v>
                </c:pt>
                <c:pt idx="2146">
                  <c:v>0</c:v>
                </c:pt>
                <c:pt idx="2147">
                  <c:v>1.0977557845872225E-5</c:v>
                </c:pt>
                <c:pt idx="2148">
                  <c:v>0</c:v>
                </c:pt>
                <c:pt idx="2149">
                  <c:v>1.4137879147755606E-7</c:v>
                </c:pt>
                <c:pt idx="2150">
                  <c:v>0</c:v>
                </c:pt>
                <c:pt idx="2151">
                  <c:v>3.0905000873877647E-5</c:v>
                </c:pt>
                <c:pt idx="2152">
                  <c:v>0</c:v>
                </c:pt>
                <c:pt idx="2153">
                  <c:v>0</c:v>
                </c:pt>
                <c:pt idx="2154">
                  <c:v>4.1823280125907125E-6</c:v>
                </c:pt>
                <c:pt idx="2155">
                  <c:v>1.7513684447991261E-5</c:v>
                </c:pt>
                <c:pt idx="2156">
                  <c:v>3.4211451569050248E-5</c:v>
                </c:pt>
                <c:pt idx="2157">
                  <c:v>1.7372577285143246E-6</c:v>
                </c:pt>
                <c:pt idx="2158">
                  <c:v>4.0898784438022541E-5</c:v>
                </c:pt>
                <c:pt idx="2159">
                  <c:v>5.6054741990392134E-6</c:v>
                </c:pt>
                <c:pt idx="2160">
                  <c:v>3.3267615121605926E-6</c:v>
                </c:pt>
                <c:pt idx="2161">
                  <c:v>0</c:v>
                </c:pt>
                <c:pt idx="2162">
                  <c:v>1.5717753303853007E-5</c:v>
                </c:pt>
                <c:pt idx="2163">
                  <c:v>1.8993693608491981E-5</c:v>
                </c:pt>
                <c:pt idx="2164">
                  <c:v>1.0240586292375114E-4</c:v>
                </c:pt>
                <c:pt idx="2165">
                  <c:v>1.1155528008307295E-6</c:v>
                </c:pt>
                <c:pt idx="2166">
                  <c:v>1.4340936991494059E-5</c:v>
                </c:pt>
                <c:pt idx="2167">
                  <c:v>0</c:v>
                </c:pt>
                <c:pt idx="2168">
                  <c:v>7.0390161324130721E-6</c:v>
                </c:pt>
                <c:pt idx="2169">
                  <c:v>1.6862827068599729E-7</c:v>
                </c:pt>
                <c:pt idx="2170">
                  <c:v>2.5924626661538704E-6</c:v>
                </c:pt>
                <c:pt idx="2171">
                  <c:v>1.1555038128763863E-5</c:v>
                </c:pt>
                <c:pt idx="2172">
                  <c:v>0</c:v>
                </c:pt>
                <c:pt idx="2173">
                  <c:v>7.7288810580916539E-5</c:v>
                </c:pt>
                <c:pt idx="2174">
                  <c:v>1.5895582886743361E-5</c:v>
                </c:pt>
                <c:pt idx="2175">
                  <c:v>2.495073857002065E-6</c:v>
                </c:pt>
                <c:pt idx="2176">
                  <c:v>2.9016651867784815E-7</c:v>
                </c:pt>
                <c:pt idx="2177">
                  <c:v>4.8280479120482406E-6</c:v>
                </c:pt>
                <c:pt idx="2178">
                  <c:v>0</c:v>
                </c:pt>
                <c:pt idx="2179">
                  <c:v>2.2342679730443437E-7</c:v>
                </c:pt>
                <c:pt idx="2180">
                  <c:v>0</c:v>
                </c:pt>
                <c:pt idx="2181">
                  <c:v>0</c:v>
                </c:pt>
                <c:pt idx="2182">
                  <c:v>1.0351328251758223E-5</c:v>
                </c:pt>
                <c:pt idx="2183">
                  <c:v>2.086783714683321E-5</c:v>
                </c:pt>
                <c:pt idx="2184">
                  <c:v>1.9247712611158784E-6</c:v>
                </c:pt>
                <c:pt idx="2185">
                  <c:v>0</c:v>
                </c:pt>
                <c:pt idx="2186">
                  <c:v>3.5147996942116034E-6</c:v>
                </c:pt>
                <c:pt idx="2187">
                  <c:v>3.2593204982838025E-6</c:v>
                </c:pt>
                <c:pt idx="2188">
                  <c:v>1.8021381554498365E-4</c:v>
                </c:pt>
                <c:pt idx="2189">
                  <c:v>7.9655640149699033E-6</c:v>
                </c:pt>
                <c:pt idx="2190">
                  <c:v>2.5693458229779458E-5</c:v>
                </c:pt>
                <c:pt idx="2191">
                  <c:v>0</c:v>
                </c:pt>
                <c:pt idx="2192">
                  <c:v>4.4393406351931601E-7</c:v>
                </c:pt>
                <c:pt idx="2193">
                  <c:v>6.4550255708154329E-6</c:v>
                </c:pt>
                <c:pt idx="2194">
                  <c:v>2.168756350553105E-6</c:v>
                </c:pt>
                <c:pt idx="2195">
                  <c:v>7.1667015041548839E-7</c:v>
                </c:pt>
                <c:pt idx="2196">
                  <c:v>1.3678577490163568E-6</c:v>
                </c:pt>
                <c:pt idx="2197">
                  <c:v>1.9555005555603967E-6</c:v>
                </c:pt>
                <c:pt idx="2198">
                  <c:v>0</c:v>
                </c:pt>
                <c:pt idx="2199">
                  <c:v>0</c:v>
                </c:pt>
                <c:pt idx="2200">
                  <c:v>1.0778719062248847E-7</c:v>
                </c:pt>
                <c:pt idx="2201">
                  <c:v>0</c:v>
                </c:pt>
                <c:pt idx="2202">
                  <c:v>0</c:v>
                </c:pt>
                <c:pt idx="2203">
                  <c:v>9.0556062332714589E-4</c:v>
                </c:pt>
                <c:pt idx="2204">
                  <c:v>0</c:v>
                </c:pt>
                <c:pt idx="2205">
                  <c:v>3.3683497069527906E-7</c:v>
                </c:pt>
                <c:pt idx="2206">
                  <c:v>0</c:v>
                </c:pt>
                <c:pt idx="2207">
                  <c:v>3.3938032311866817E-7</c:v>
                </c:pt>
                <c:pt idx="2208">
                  <c:v>2.730746225139546E-6</c:v>
                </c:pt>
                <c:pt idx="2209">
                  <c:v>1.0983749044411246E-6</c:v>
                </c:pt>
                <c:pt idx="2210">
                  <c:v>3.0831576265014186E-7</c:v>
                </c:pt>
                <c:pt idx="2211">
                  <c:v>2.2872767772482866E-5</c:v>
                </c:pt>
                <c:pt idx="2212">
                  <c:v>8.1979560315908457E-6</c:v>
                </c:pt>
                <c:pt idx="2213">
                  <c:v>3.3920371169876166E-5</c:v>
                </c:pt>
                <c:pt idx="2214">
                  <c:v>2.2836269199679918E-6</c:v>
                </c:pt>
                <c:pt idx="2215">
                  <c:v>5.0424396810670465E-6</c:v>
                </c:pt>
                <c:pt idx="2216">
                  <c:v>7.5977812938784737E-7</c:v>
                </c:pt>
                <c:pt idx="2217">
                  <c:v>5.4689072732812665E-6</c:v>
                </c:pt>
                <c:pt idx="2218">
                  <c:v>1.7312430231687962E-7</c:v>
                </c:pt>
                <c:pt idx="2219">
                  <c:v>2.6627270410674295E-5</c:v>
                </c:pt>
                <c:pt idx="2220">
                  <c:v>4.8509086688788919E-7</c:v>
                </c:pt>
                <c:pt idx="2221">
                  <c:v>3.3127452038538664E-4</c:v>
                </c:pt>
                <c:pt idx="2222">
                  <c:v>1.5468884991746381E-7</c:v>
                </c:pt>
                <c:pt idx="2223">
                  <c:v>1.4931060193924101E-5</c:v>
                </c:pt>
                <c:pt idx="2224">
                  <c:v>2.1626643383324533E-6</c:v>
                </c:pt>
                <c:pt idx="2225">
                  <c:v>7.6946880798464492E-7</c:v>
                </c:pt>
                <c:pt idx="2226">
                  <c:v>7.5996926841827539E-5</c:v>
                </c:pt>
                <c:pt idx="2227">
                  <c:v>1.012250171001359E-5</c:v>
                </c:pt>
                <c:pt idx="2228">
                  <c:v>1.1350799349461766E-7</c:v>
                </c:pt>
                <c:pt idx="2229">
                  <c:v>6.8244422427408031E-7</c:v>
                </c:pt>
                <c:pt idx="2230">
                  <c:v>2.5724866497014099E-6</c:v>
                </c:pt>
                <c:pt idx="2231">
                  <c:v>3.4275266167727574E-5</c:v>
                </c:pt>
                <c:pt idx="2232">
                  <c:v>0</c:v>
                </c:pt>
                <c:pt idx="2233">
                  <c:v>1.3176918169008372E-6</c:v>
                </c:pt>
                <c:pt idx="2234">
                  <c:v>4.3606850977977892E-5</c:v>
                </c:pt>
                <c:pt idx="2235">
                  <c:v>1.0526092834227361E-6</c:v>
                </c:pt>
                <c:pt idx="2236">
                  <c:v>0</c:v>
                </c:pt>
                <c:pt idx="2237">
                  <c:v>1.8554468724739923E-6</c:v>
                </c:pt>
                <c:pt idx="2238">
                  <c:v>3.0973186797205354E-6</c:v>
                </c:pt>
                <c:pt idx="2239">
                  <c:v>7.7809902045110041E-6</c:v>
                </c:pt>
                <c:pt idx="2240">
                  <c:v>3.9157065343326056E-4</c:v>
                </c:pt>
                <c:pt idx="2241">
                  <c:v>0</c:v>
                </c:pt>
                <c:pt idx="2242">
                  <c:v>0</c:v>
                </c:pt>
                <c:pt idx="2243">
                  <c:v>3.5197362106360557E-5</c:v>
                </c:pt>
                <c:pt idx="2244">
                  <c:v>0</c:v>
                </c:pt>
                <c:pt idx="2245">
                  <c:v>6.8741830754138576E-7</c:v>
                </c:pt>
                <c:pt idx="2246">
                  <c:v>8.7180815944660438E-6</c:v>
                </c:pt>
                <c:pt idx="2247">
                  <c:v>4.5638478558775804E-5</c:v>
                </c:pt>
                <c:pt idx="2248">
                  <c:v>1.5026095347001306E-6</c:v>
                </c:pt>
                <c:pt idx="2249">
                  <c:v>5.8802309874697593E-6</c:v>
                </c:pt>
                <c:pt idx="2250">
                  <c:v>3.4806280305178786E-5</c:v>
                </c:pt>
                <c:pt idx="2251">
                  <c:v>8.4230677746122473E-6</c:v>
                </c:pt>
                <c:pt idx="2252">
                  <c:v>2.2355547493562564E-6</c:v>
                </c:pt>
                <c:pt idx="2253">
                  <c:v>4.2419782175193339E-4</c:v>
                </c:pt>
                <c:pt idx="2254">
                  <c:v>9.2523425647231079E-6</c:v>
                </c:pt>
                <c:pt idx="2255">
                  <c:v>7.5229769408071431E-4</c:v>
                </c:pt>
                <c:pt idx="2256">
                  <c:v>2.2748140809135979E-6</c:v>
                </c:pt>
                <c:pt idx="2257">
                  <c:v>5.2081170575226807E-8</c:v>
                </c:pt>
                <c:pt idx="2258">
                  <c:v>1.2955191180587634E-6</c:v>
                </c:pt>
                <c:pt idx="2259">
                  <c:v>2.414308460474815E-5</c:v>
                </c:pt>
                <c:pt idx="2260">
                  <c:v>0</c:v>
                </c:pt>
                <c:pt idx="2261">
                  <c:v>6.2224506797214538E-7</c:v>
                </c:pt>
                <c:pt idx="2262">
                  <c:v>0</c:v>
                </c:pt>
                <c:pt idx="2263">
                  <c:v>2.8585711798750687E-7</c:v>
                </c:pt>
                <c:pt idx="2264">
                  <c:v>6.9996645720719081E-5</c:v>
                </c:pt>
                <c:pt idx="2265">
                  <c:v>3.9711070229338102E-7</c:v>
                </c:pt>
                <c:pt idx="2266">
                  <c:v>4.1960133378421557E-8</c:v>
                </c:pt>
                <c:pt idx="2267">
                  <c:v>6.7674605984439533E-6</c:v>
                </c:pt>
                <c:pt idx="2268">
                  <c:v>0</c:v>
                </c:pt>
                <c:pt idx="2269">
                  <c:v>1.997335672898343E-5</c:v>
                </c:pt>
                <c:pt idx="2270">
                  <c:v>9.7960953446054246E-6</c:v>
                </c:pt>
                <c:pt idx="2271">
                  <c:v>3.8459978237766618E-6</c:v>
                </c:pt>
                <c:pt idx="2272">
                  <c:v>1.5600777590097135E-4</c:v>
                </c:pt>
                <c:pt idx="2273">
                  <c:v>1.0273282088595737E-4</c:v>
                </c:pt>
                <c:pt idx="2274">
                  <c:v>1.9121126754595296E-6</c:v>
                </c:pt>
                <c:pt idx="2275">
                  <c:v>4.2908913464366708E-7</c:v>
                </c:pt>
                <c:pt idx="2276">
                  <c:v>8.5534444516587938E-5</c:v>
                </c:pt>
                <c:pt idx="2277">
                  <c:v>9.9802954280082908E-8</c:v>
                </c:pt>
                <c:pt idx="2278">
                  <c:v>5.7642763910152091E-7</c:v>
                </c:pt>
                <c:pt idx="2279">
                  <c:v>1.3452609857429164E-5</c:v>
                </c:pt>
                <c:pt idx="2280">
                  <c:v>4.8052526455257026E-4</c:v>
                </c:pt>
                <c:pt idx="2281">
                  <c:v>9.6170549937026685E-5</c:v>
                </c:pt>
                <c:pt idx="2282">
                  <c:v>1.5728150731828941E-5</c:v>
                </c:pt>
                <c:pt idx="2283">
                  <c:v>1.5666742823036089E-5</c:v>
                </c:pt>
                <c:pt idx="2284">
                  <c:v>6.1230042292019423E-5</c:v>
                </c:pt>
                <c:pt idx="2285">
                  <c:v>8.3233351831829039E-6</c:v>
                </c:pt>
                <c:pt idx="2286">
                  <c:v>6.6072660308387666E-5</c:v>
                </c:pt>
                <c:pt idx="2287">
                  <c:v>3.0924689976210811E-6</c:v>
                </c:pt>
                <c:pt idx="2288">
                  <c:v>3.5643912242886726E-7</c:v>
                </c:pt>
                <c:pt idx="2289">
                  <c:v>1.7197992668613749E-5</c:v>
                </c:pt>
                <c:pt idx="2290">
                  <c:v>7.9990493968452186E-6</c:v>
                </c:pt>
                <c:pt idx="2291">
                  <c:v>1.4440941937632521E-7</c:v>
                </c:pt>
                <c:pt idx="2292">
                  <c:v>7.1670286174524569E-7</c:v>
                </c:pt>
                <c:pt idx="2293">
                  <c:v>3.0890231458884079E-5</c:v>
                </c:pt>
                <c:pt idx="2294">
                  <c:v>1.9576030130422266E-5</c:v>
                </c:pt>
                <c:pt idx="2295">
                  <c:v>1.4302971154788874E-7</c:v>
                </c:pt>
                <c:pt idx="2296">
                  <c:v>5.439570955327486E-6</c:v>
                </c:pt>
                <c:pt idx="2297">
                  <c:v>2.7326330016969148E-5</c:v>
                </c:pt>
                <c:pt idx="2298">
                  <c:v>7.6296961974022591E-5</c:v>
                </c:pt>
                <c:pt idx="2299">
                  <c:v>2.7820008725168485E-3</c:v>
                </c:pt>
                <c:pt idx="2300">
                  <c:v>0</c:v>
                </c:pt>
                <c:pt idx="2301">
                  <c:v>1.0239783109136451E-5</c:v>
                </c:pt>
                <c:pt idx="2302">
                  <c:v>4.742611092820485E-5</c:v>
                </c:pt>
                <c:pt idx="2303">
                  <c:v>1.6366818532698956E-5</c:v>
                </c:pt>
                <c:pt idx="2304">
                  <c:v>9.0977934207084704E-5</c:v>
                </c:pt>
                <c:pt idx="2305">
                  <c:v>0</c:v>
                </c:pt>
                <c:pt idx="2306">
                  <c:v>2.5337143813361653E-6</c:v>
                </c:pt>
                <c:pt idx="2307">
                  <c:v>5.6430270319911136E-6</c:v>
                </c:pt>
                <c:pt idx="2308">
                  <c:v>6.7999548074633755E-6</c:v>
                </c:pt>
                <c:pt idx="2309">
                  <c:v>1.2442421981004923E-5</c:v>
                </c:pt>
                <c:pt idx="2310">
                  <c:v>0</c:v>
                </c:pt>
                <c:pt idx="2311">
                  <c:v>2.3191550448400421E-6</c:v>
                </c:pt>
                <c:pt idx="2312">
                  <c:v>2.1193879458749433E-6</c:v>
                </c:pt>
                <c:pt idx="2313">
                  <c:v>2.2809297228184293E-5</c:v>
                </c:pt>
                <c:pt idx="2314">
                  <c:v>1.5519098126274513E-5</c:v>
                </c:pt>
                <c:pt idx="2315">
                  <c:v>0</c:v>
                </c:pt>
                <c:pt idx="2316">
                  <c:v>0</c:v>
                </c:pt>
                <c:pt idx="2317">
                  <c:v>1.2029820381974174E-6</c:v>
                </c:pt>
                <c:pt idx="2318">
                  <c:v>3.8448473479656099E-6</c:v>
                </c:pt>
                <c:pt idx="2319">
                  <c:v>1.2390162321746648E-4</c:v>
                </c:pt>
                <c:pt idx="2320">
                  <c:v>2.7810823231754406E-5</c:v>
                </c:pt>
                <c:pt idx="2321">
                  <c:v>3.7530358851841685E-7</c:v>
                </c:pt>
                <c:pt idx="2322">
                  <c:v>0</c:v>
                </c:pt>
                <c:pt idx="2323">
                  <c:v>7.0064292146457108E-6</c:v>
                </c:pt>
                <c:pt idx="2324">
                  <c:v>8.6645651625795044E-7</c:v>
                </c:pt>
                <c:pt idx="2325">
                  <c:v>2.1955565716150659E-7</c:v>
                </c:pt>
                <c:pt idx="2326">
                  <c:v>8.6615017851541314E-5</c:v>
                </c:pt>
                <c:pt idx="2327">
                  <c:v>6.7833201710952313E-4</c:v>
                </c:pt>
                <c:pt idx="2328">
                  <c:v>1.9386185363757066E-7</c:v>
                </c:pt>
                <c:pt idx="2329">
                  <c:v>1.310798888458788E-6</c:v>
                </c:pt>
                <c:pt idx="2330">
                  <c:v>3.9827713994920699E-5</c:v>
                </c:pt>
                <c:pt idx="2331">
                  <c:v>0</c:v>
                </c:pt>
                <c:pt idx="2332">
                  <c:v>1.8372816583378799E-6</c:v>
                </c:pt>
                <c:pt idx="2333">
                  <c:v>3.053324194791726E-4</c:v>
                </c:pt>
                <c:pt idx="2334">
                  <c:v>4.2297431271261535E-6</c:v>
                </c:pt>
                <c:pt idx="2335">
                  <c:v>2.5956371299014604E-6</c:v>
                </c:pt>
                <c:pt idx="2336">
                  <c:v>9.5096265379601292E-6</c:v>
                </c:pt>
                <c:pt idx="2337">
                  <c:v>4.8591214891112842E-5</c:v>
                </c:pt>
                <c:pt idx="2338">
                  <c:v>2.128979498751202E-6</c:v>
                </c:pt>
                <c:pt idx="2339">
                  <c:v>1.5795309294034202E-7</c:v>
                </c:pt>
                <c:pt idx="2340">
                  <c:v>1.1274810734569983E-6</c:v>
                </c:pt>
                <c:pt idx="2341">
                  <c:v>0</c:v>
                </c:pt>
                <c:pt idx="2342">
                  <c:v>3.4214864279935889E-6</c:v>
                </c:pt>
                <c:pt idx="2343">
                  <c:v>1.8634126873186549E-5</c:v>
                </c:pt>
                <c:pt idx="2344">
                  <c:v>0</c:v>
                </c:pt>
                <c:pt idx="2345">
                  <c:v>0</c:v>
                </c:pt>
                <c:pt idx="2346">
                  <c:v>0</c:v>
                </c:pt>
                <c:pt idx="2347">
                  <c:v>1.2591961521318781E-6</c:v>
                </c:pt>
                <c:pt idx="2348">
                  <c:v>2.5679921526959019E-7</c:v>
                </c:pt>
                <c:pt idx="2349">
                  <c:v>4.203608426431913E-5</c:v>
                </c:pt>
                <c:pt idx="2350">
                  <c:v>0</c:v>
                </c:pt>
                <c:pt idx="2351">
                  <c:v>3.7426107855030986E-6</c:v>
                </c:pt>
                <c:pt idx="2352">
                  <c:v>8.7998492850926231E-8</c:v>
                </c:pt>
                <c:pt idx="2353">
                  <c:v>7.9335749442949033E-6</c:v>
                </c:pt>
                <c:pt idx="2354">
                  <c:v>0</c:v>
                </c:pt>
                <c:pt idx="2355">
                  <c:v>2.2455664713018598E-7</c:v>
                </c:pt>
                <c:pt idx="2356">
                  <c:v>0</c:v>
                </c:pt>
                <c:pt idx="2357">
                  <c:v>2.1523052673675416E-5</c:v>
                </c:pt>
                <c:pt idx="2358">
                  <c:v>0</c:v>
                </c:pt>
                <c:pt idx="2359">
                  <c:v>1.3582495174594921E-5</c:v>
                </c:pt>
                <c:pt idx="2360">
                  <c:v>0</c:v>
                </c:pt>
                <c:pt idx="2361">
                  <c:v>0</c:v>
                </c:pt>
                <c:pt idx="2362">
                  <c:v>2.9376600584826922E-7</c:v>
                </c:pt>
                <c:pt idx="2363">
                  <c:v>0</c:v>
                </c:pt>
                <c:pt idx="2364">
                  <c:v>0</c:v>
                </c:pt>
                <c:pt idx="2365">
                  <c:v>6.5963323916334647E-7</c:v>
                </c:pt>
                <c:pt idx="2366">
                  <c:v>0</c:v>
                </c:pt>
                <c:pt idx="2367">
                  <c:v>1.3152603617625164E-5</c:v>
                </c:pt>
                <c:pt idx="2368">
                  <c:v>0</c:v>
                </c:pt>
                <c:pt idx="2369">
                  <c:v>1.0865644215976668E-5</c:v>
                </c:pt>
                <c:pt idx="2370">
                  <c:v>2.4059640763948445E-6</c:v>
                </c:pt>
                <c:pt idx="2371">
                  <c:v>7.5869624467286083E-5</c:v>
                </c:pt>
                <c:pt idx="2372">
                  <c:v>0</c:v>
                </c:pt>
                <c:pt idx="2373">
                  <c:v>8.9262783986061563E-5</c:v>
                </c:pt>
                <c:pt idx="2374">
                  <c:v>0</c:v>
                </c:pt>
                <c:pt idx="2375">
                  <c:v>0</c:v>
                </c:pt>
                <c:pt idx="2376">
                  <c:v>0</c:v>
                </c:pt>
                <c:pt idx="2377">
                  <c:v>3.9511433512642644E-7</c:v>
                </c:pt>
                <c:pt idx="2378">
                  <c:v>3.4052398048054224E-7</c:v>
                </c:pt>
                <c:pt idx="2379">
                  <c:v>1.3217377285903026E-5</c:v>
                </c:pt>
                <c:pt idx="2380">
                  <c:v>6.3291585601488729E-5</c:v>
                </c:pt>
                <c:pt idx="2381">
                  <c:v>1.7761771818152868E-4</c:v>
                </c:pt>
                <c:pt idx="2382">
                  <c:v>3.6244169979757572E-5</c:v>
                </c:pt>
                <c:pt idx="2383">
                  <c:v>1.6841748534763887E-5</c:v>
                </c:pt>
                <c:pt idx="2384">
                  <c:v>4.8678086087574398E-6</c:v>
                </c:pt>
                <c:pt idx="2385">
                  <c:v>6.7031834964234715E-7</c:v>
                </c:pt>
                <c:pt idx="2386">
                  <c:v>0</c:v>
                </c:pt>
                <c:pt idx="2387">
                  <c:v>3.6507211286121685E-6</c:v>
                </c:pt>
                <c:pt idx="2388">
                  <c:v>3.4635986703884735E-7</c:v>
                </c:pt>
                <c:pt idx="2389">
                  <c:v>0</c:v>
                </c:pt>
                <c:pt idx="2390">
                  <c:v>6.8075587616100548E-6</c:v>
                </c:pt>
                <c:pt idx="2391">
                  <c:v>2.2665530738373954E-6</c:v>
                </c:pt>
                <c:pt idx="2392">
                  <c:v>5.4079009056581482E-5</c:v>
                </c:pt>
                <c:pt idx="2393">
                  <c:v>0</c:v>
                </c:pt>
                <c:pt idx="2394">
                  <c:v>1.179005420855724E-4</c:v>
                </c:pt>
                <c:pt idx="2395">
                  <c:v>4.694564051502141E-7</c:v>
                </c:pt>
                <c:pt idx="2396">
                  <c:v>0</c:v>
                </c:pt>
                <c:pt idx="2397">
                  <c:v>0</c:v>
                </c:pt>
                <c:pt idx="2398">
                  <c:v>0</c:v>
                </c:pt>
                <c:pt idx="2399">
                  <c:v>8.8640781761915205E-7</c:v>
                </c:pt>
                <c:pt idx="2400">
                  <c:v>0</c:v>
                </c:pt>
                <c:pt idx="2401">
                  <c:v>5.1388410308695681E-6</c:v>
                </c:pt>
                <c:pt idx="2402">
                  <c:v>2.6485543798024694E-4</c:v>
                </c:pt>
                <c:pt idx="2403">
                  <c:v>0</c:v>
                </c:pt>
                <c:pt idx="2404">
                  <c:v>0</c:v>
                </c:pt>
                <c:pt idx="2405">
                  <c:v>7.0383426712446497E-6</c:v>
                </c:pt>
                <c:pt idx="2406">
                  <c:v>0</c:v>
                </c:pt>
                <c:pt idx="2407">
                  <c:v>0</c:v>
                </c:pt>
                <c:pt idx="2408">
                  <c:v>5.4695800383272416E-7</c:v>
                </c:pt>
                <c:pt idx="2409">
                  <c:v>1.1375956793930246E-6</c:v>
                </c:pt>
                <c:pt idx="2410">
                  <c:v>5.263046417113741E-7</c:v>
                </c:pt>
                <c:pt idx="2411">
                  <c:v>1.5707330239676165E-5</c:v>
                </c:pt>
                <c:pt idx="2412">
                  <c:v>4.2410214227977091E-6</c:v>
                </c:pt>
                <c:pt idx="2413">
                  <c:v>1.0671348276354501E-5</c:v>
                </c:pt>
                <c:pt idx="2414">
                  <c:v>6.8025447392894971E-7</c:v>
                </c:pt>
                <c:pt idx="2415">
                  <c:v>0</c:v>
                </c:pt>
                <c:pt idx="2416">
                  <c:v>1.2903628230615111E-5</c:v>
                </c:pt>
                <c:pt idx="2417">
                  <c:v>5.4511774188907687E-7</c:v>
                </c:pt>
                <c:pt idx="2418">
                  <c:v>0</c:v>
                </c:pt>
                <c:pt idx="2419">
                  <c:v>0</c:v>
                </c:pt>
                <c:pt idx="2420">
                  <c:v>2.0538717725321946E-6</c:v>
                </c:pt>
                <c:pt idx="2421">
                  <c:v>1.2910051141630838E-6</c:v>
                </c:pt>
                <c:pt idx="2422">
                  <c:v>2.037828153938155E-5</c:v>
                </c:pt>
                <c:pt idx="2423">
                  <c:v>0</c:v>
                </c:pt>
                <c:pt idx="2424">
                  <c:v>0</c:v>
                </c:pt>
                <c:pt idx="2425">
                  <c:v>1.145486490157906E-4</c:v>
                </c:pt>
                <c:pt idx="2426">
                  <c:v>8.5145640221485949E-6</c:v>
                </c:pt>
                <c:pt idx="2427">
                  <c:v>0</c:v>
                </c:pt>
                <c:pt idx="2428">
                  <c:v>0</c:v>
                </c:pt>
                <c:pt idx="2429">
                  <c:v>6.2184917666820733E-5</c:v>
                </c:pt>
                <c:pt idx="2430">
                  <c:v>0</c:v>
                </c:pt>
                <c:pt idx="2431">
                  <c:v>0</c:v>
                </c:pt>
                <c:pt idx="2432">
                  <c:v>9.3241514379315706E-8</c:v>
                </c:pt>
                <c:pt idx="2433">
                  <c:v>3.2103039729022256E-6</c:v>
                </c:pt>
                <c:pt idx="2434">
                  <c:v>3.9627643611209277E-6</c:v>
                </c:pt>
                <c:pt idx="2435">
                  <c:v>6.5955673596859212E-6</c:v>
                </c:pt>
                <c:pt idx="2436">
                  <c:v>1.0067296758015799E-6</c:v>
                </c:pt>
                <c:pt idx="2437">
                  <c:v>2.0373975873744665E-6</c:v>
                </c:pt>
                <c:pt idx="2438">
                  <c:v>2.3532306171861862E-5</c:v>
                </c:pt>
                <c:pt idx="2439">
                  <c:v>1.4093513418212489E-7</c:v>
                </c:pt>
                <c:pt idx="2440">
                  <c:v>4.5614759886926929E-5</c:v>
                </c:pt>
                <c:pt idx="2441">
                  <c:v>7.4949130067162011E-6</c:v>
                </c:pt>
                <c:pt idx="2442">
                  <c:v>2.1130283753572379E-5</c:v>
                </c:pt>
                <c:pt idx="2443">
                  <c:v>2.1575501425038639E-5</c:v>
                </c:pt>
                <c:pt idx="2444">
                  <c:v>3.0936774132527602E-5</c:v>
                </c:pt>
                <c:pt idx="2445">
                  <c:v>3.0088074781585679E-5</c:v>
                </c:pt>
                <c:pt idx="2446">
                  <c:v>6.937561941634394E-7</c:v>
                </c:pt>
                <c:pt idx="2447">
                  <c:v>0</c:v>
                </c:pt>
                <c:pt idx="2448">
                  <c:v>8.5238387905719742E-6</c:v>
                </c:pt>
                <c:pt idx="2449">
                  <c:v>4.0399996485190899E-7</c:v>
                </c:pt>
                <c:pt idx="2450">
                  <c:v>0</c:v>
                </c:pt>
                <c:pt idx="2451">
                  <c:v>0</c:v>
                </c:pt>
                <c:pt idx="2452">
                  <c:v>0</c:v>
                </c:pt>
                <c:pt idx="2453">
                  <c:v>4.9534554514011681E-7</c:v>
                </c:pt>
                <c:pt idx="2454">
                  <c:v>6.7266094996561128E-8</c:v>
                </c:pt>
                <c:pt idx="2455">
                  <c:v>3.9041291301302268E-5</c:v>
                </c:pt>
                <c:pt idx="2456">
                  <c:v>1.764218081225386E-5</c:v>
                </c:pt>
                <c:pt idx="2457">
                  <c:v>2.131866903134663E-7</c:v>
                </c:pt>
                <c:pt idx="2458">
                  <c:v>4.8063001666460756E-5</c:v>
                </c:pt>
                <c:pt idx="2459">
                  <c:v>2.1394104266910354E-5</c:v>
                </c:pt>
                <c:pt idx="2460">
                  <c:v>6.3602045470405138E-6</c:v>
                </c:pt>
                <c:pt idx="2461">
                  <c:v>3.5586065320869503E-5</c:v>
                </c:pt>
                <c:pt idx="2462">
                  <c:v>2.4518108087582606E-7</c:v>
                </c:pt>
                <c:pt idx="2463">
                  <c:v>7.6613444315004487E-5</c:v>
                </c:pt>
                <c:pt idx="2464">
                  <c:v>1.0806356481684723E-5</c:v>
                </c:pt>
                <c:pt idx="2465">
                  <c:v>5.7107433563750007E-5</c:v>
                </c:pt>
                <c:pt idx="2466">
                  <c:v>5.2409434338818003E-5</c:v>
                </c:pt>
                <c:pt idx="2467">
                  <c:v>1.1072524667281777E-5</c:v>
                </c:pt>
                <c:pt idx="2468">
                  <c:v>1.1427819192375812E-7</c:v>
                </c:pt>
                <c:pt idx="2469">
                  <c:v>4.2603632657104471E-6</c:v>
                </c:pt>
                <c:pt idx="2470">
                  <c:v>4.3046002644763922E-7</c:v>
                </c:pt>
                <c:pt idx="2471">
                  <c:v>4.7604085794193412E-5</c:v>
                </c:pt>
                <c:pt idx="2472">
                  <c:v>6.576502556753883E-6</c:v>
                </c:pt>
                <c:pt idx="2473">
                  <c:v>1.5981934495027782E-5</c:v>
                </c:pt>
                <c:pt idx="2474">
                  <c:v>6.8691763870850724E-7</c:v>
                </c:pt>
                <c:pt idx="2475">
                  <c:v>1.027078219722263E-6</c:v>
                </c:pt>
                <c:pt idx="2476">
                  <c:v>6.8760794017794859E-5</c:v>
                </c:pt>
                <c:pt idx="2477">
                  <c:v>5.3435576087636277E-6</c:v>
                </c:pt>
                <c:pt idx="2478">
                  <c:v>1.5772925306741289E-6</c:v>
                </c:pt>
                <c:pt idx="2479">
                  <c:v>4.6620757189657772E-7</c:v>
                </c:pt>
                <c:pt idx="2480">
                  <c:v>0</c:v>
                </c:pt>
                <c:pt idx="2481">
                  <c:v>3.4287423274938653E-6</c:v>
                </c:pt>
                <c:pt idx="2482">
                  <c:v>1.4702243020575644E-5</c:v>
                </c:pt>
                <c:pt idx="2483">
                  <c:v>5.3140601252103138E-6</c:v>
                </c:pt>
                <c:pt idx="2484">
                  <c:v>1.9312629011196347E-5</c:v>
                </c:pt>
                <c:pt idx="2485">
                  <c:v>3.8716663298307851E-7</c:v>
                </c:pt>
                <c:pt idx="2486">
                  <c:v>4.1998164951607874E-6</c:v>
                </c:pt>
                <c:pt idx="2487">
                  <c:v>5.3893595311244597E-7</c:v>
                </c:pt>
                <c:pt idx="2488">
                  <c:v>4.6478851475809397E-6</c:v>
                </c:pt>
                <c:pt idx="2489">
                  <c:v>0</c:v>
                </c:pt>
                <c:pt idx="2490">
                  <c:v>2.8069580891273148E-7</c:v>
                </c:pt>
                <c:pt idx="2491">
                  <c:v>1.5357648588692945E-5</c:v>
                </c:pt>
                <c:pt idx="2492">
                  <c:v>3.8940459039916608E-7</c:v>
                </c:pt>
                <c:pt idx="2493">
                  <c:v>0</c:v>
                </c:pt>
                <c:pt idx="2494">
                  <c:v>1.2781346239544686E-4</c:v>
                </c:pt>
                <c:pt idx="2495">
                  <c:v>5.742760156116219E-6</c:v>
                </c:pt>
                <c:pt idx="2496">
                  <c:v>4.4994652857254406E-6</c:v>
                </c:pt>
                <c:pt idx="2497">
                  <c:v>0</c:v>
                </c:pt>
                <c:pt idx="2498">
                  <c:v>0</c:v>
                </c:pt>
                <c:pt idx="2499">
                  <c:v>2.678364852753586E-5</c:v>
                </c:pt>
                <c:pt idx="2500">
                  <c:v>1.4805932777814401E-6</c:v>
                </c:pt>
                <c:pt idx="2501">
                  <c:v>9.3938039636133567E-7</c:v>
                </c:pt>
                <c:pt idx="2502">
                  <c:v>1.8726058134553384E-7</c:v>
                </c:pt>
                <c:pt idx="2503">
                  <c:v>3.6316438888978864E-7</c:v>
                </c:pt>
                <c:pt idx="2504">
                  <c:v>0</c:v>
                </c:pt>
                <c:pt idx="2505">
                  <c:v>1.8394965849904874E-5</c:v>
                </c:pt>
                <c:pt idx="2506">
                  <c:v>1.0000498455190445E-5</c:v>
                </c:pt>
                <c:pt idx="2507">
                  <c:v>0</c:v>
                </c:pt>
                <c:pt idx="2508">
                  <c:v>0</c:v>
                </c:pt>
                <c:pt idx="2509">
                  <c:v>4.6340150740536974E-7</c:v>
                </c:pt>
                <c:pt idx="2510">
                  <c:v>1.4346744766135669E-6</c:v>
                </c:pt>
                <c:pt idx="2511">
                  <c:v>8.0497848928871873E-5</c:v>
                </c:pt>
                <c:pt idx="2512">
                  <c:v>0</c:v>
                </c:pt>
                <c:pt idx="2513">
                  <c:v>8.8746938386780404E-6</c:v>
                </c:pt>
                <c:pt idx="2514">
                  <c:v>2.5391564339808861E-7</c:v>
                </c:pt>
                <c:pt idx="2515">
                  <c:v>3.2539667367356969E-5</c:v>
                </c:pt>
                <c:pt idx="2516">
                  <c:v>0</c:v>
                </c:pt>
                <c:pt idx="2517">
                  <c:v>0</c:v>
                </c:pt>
                <c:pt idx="2518">
                  <c:v>0</c:v>
                </c:pt>
                <c:pt idx="2519">
                  <c:v>1.5138650368327072E-5</c:v>
                </c:pt>
                <c:pt idx="2520">
                  <c:v>3.5456312704766188E-6</c:v>
                </c:pt>
                <c:pt idx="2521">
                  <c:v>0</c:v>
                </c:pt>
                <c:pt idx="2522">
                  <c:v>6.8169202491736748E-5</c:v>
                </c:pt>
                <c:pt idx="2523">
                  <c:v>9.9655316773751597E-8</c:v>
                </c:pt>
                <c:pt idx="2524">
                  <c:v>0</c:v>
                </c:pt>
                <c:pt idx="2525">
                  <c:v>0</c:v>
                </c:pt>
                <c:pt idx="2526">
                  <c:v>0</c:v>
                </c:pt>
                <c:pt idx="2527">
                  <c:v>0</c:v>
                </c:pt>
                <c:pt idx="2528">
                  <c:v>0</c:v>
                </c:pt>
                <c:pt idx="2529">
                  <c:v>0</c:v>
                </c:pt>
                <c:pt idx="2530">
                  <c:v>0</c:v>
                </c:pt>
                <c:pt idx="2531">
                  <c:v>0</c:v>
                </c:pt>
                <c:pt idx="2532">
                  <c:v>6.021630761032911E-5</c:v>
                </c:pt>
                <c:pt idx="2533">
                  <c:v>0</c:v>
                </c:pt>
                <c:pt idx="2534">
                  <c:v>2.7440730810206007E-7</c:v>
                </c:pt>
                <c:pt idx="2535">
                  <c:v>0</c:v>
                </c:pt>
                <c:pt idx="2536">
                  <c:v>1.0911555388678989E-5</c:v>
                </c:pt>
                <c:pt idx="2537">
                  <c:v>2.0162093257769585E-6</c:v>
                </c:pt>
                <c:pt idx="2538">
                  <c:v>4.1892003476340424E-6</c:v>
                </c:pt>
                <c:pt idx="2539">
                  <c:v>1.6319664741946127E-5</c:v>
                </c:pt>
                <c:pt idx="2540">
                  <c:v>1.4603589681366063E-6</c:v>
                </c:pt>
                <c:pt idx="2541">
                  <c:v>4.4694628198408573E-6</c:v>
                </c:pt>
                <c:pt idx="2542">
                  <c:v>0</c:v>
                </c:pt>
                <c:pt idx="2543">
                  <c:v>1.2704906898349921E-6</c:v>
                </c:pt>
                <c:pt idx="2544">
                  <c:v>3.6454534305595028E-5</c:v>
                </c:pt>
                <c:pt idx="2545">
                  <c:v>0</c:v>
                </c:pt>
                <c:pt idx="2546">
                  <c:v>0</c:v>
                </c:pt>
                <c:pt idx="2547">
                  <c:v>2.7214481076042309E-4</c:v>
                </c:pt>
                <c:pt idx="2548">
                  <c:v>1.9602990694100906E-5</c:v>
                </c:pt>
                <c:pt idx="2549">
                  <c:v>8.7262945775978997E-7</c:v>
                </c:pt>
                <c:pt idx="2550">
                  <c:v>1.1553951968523981E-5</c:v>
                </c:pt>
                <c:pt idx="2551">
                  <c:v>1.6550471192864673E-5</c:v>
                </c:pt>
                <c:pt idx="2552">
                  <c:v>4.5562218258298708E-7</c:v>
                </c:pt>
                <c:pt idx="2553">
                  <c:v>5.913663738903554E-6</c:v>
                </c:pt>
                <c:pt idx="2554">
                  <c:v>1.107099328497219E-7</c:v>
                </c:pt>
                <c:pt idx="2555">
                  <c:v>3.2451803614171892E-6</c:v>
                </c:pt>
                <c:pt idx="2556">
                  <c:v>1.1915250664050646E-5</c:v>
                </c:pt>
                <c:pt idx="2557">
                  <c:v>1.1607851297806488E-6</c:v>
                </c:pt>
                <c:pt idx="2558">
                  <c:v>7.5491978119604637E-6</c:v>
                </c:pt>
                <c:pt idx="2559">
                  <c:v>4.1320655506972694E-5</c:v>
                </c:pt>
                <c:pt idx="2560">
                  <c:v>1.4096516502287383E-5</c:v>
                </c:pt>
                <c:pt idx="2561">
                  <c:v>2.3345612715470053E-4</c:v>
                </c:pt>
                <c:pt idx="2562">
                  <c:v>0</c:v>
                </c:pt>
                <c:pt idx="2563">
                  <c:v>1.8197459248799479E-6</c:v>
                </c:pt>
                <c:pt idx="2564">
                  <c:v>5.1444975673379705E-5</c:v>
                </c:pt>
                <c:pt idx="2565">
                  <c:v>0</c:v>
                </c:pt>
                <c:pt idx="2566">
                  <c:v>0</c:v>
                </c:pt>
                <c:pt idx="2567">
                  <c:v>0</c:v>
                </c:pt>
                <c:pt idx="2568">
                  <c:v>0</c:v>
                </c:pt>
                <c:pt idx="2569">
                  <c:v>7.5313172036083179E-6</c:v>
                </c:pt>
                <c:pt idx="2570">
                  <c:v>2.1913677841203843E-5</c:v>
                </c:pt>
                <c:pt idx="2571">
                  <c:v>8.2296701883274028E-6</c:v>
                </c:pt>
                <c:pt idx="2572">
                  <c:v>3.1349082386519171E-5</c:v>
                </c:pt>
                <c:pt idx="2573">
                  <c:v>1.4584793293313001E-5</c:v>
                </c:pt>
                <c:pt idx="2574">
                  <c:v>0</c:v>
                </c:pt>
                <c:pt idx="2575">
                  <c:v>6.3474512975693413E-6</c:v>
                </c:pt>
                <c:pt idx="2576">
                  <c:v>0</c:v>
                </c:pt>
                <c:pt idx="2577">
                  <c:v>1.9058647434185973E-6</c:v>
                </c:pt>
                <c:pt idx="2578">
                  <c:v>9.1874689816735927E-7</c:v>
                </c:pt>
                <c:pt idx="2579">
                  <c:v>5.5173623373509975E-7</c:v>
                </c:pt>
                <c:pt idx="2580">
                  <c:v>1.6552087012052982E-7</c:v>
                </c:pt>
                <c:pt idx="2581">
                  <c:v>3.1229732382343697E-5</c:v>
                </c:pt>
                <c:pt idx="2582">
                  <c:v>2.3739347973825468E-7</c:v>
                </c:pt>
                <c:pt idx="2583">
                  <c:v>4.9894555992032965E-5</c:v>
                </c:pt>
                <c:pt idx="2584">
                  <c:v>2.8975051242604492E-6</c:v>
                </c:pt>
                <c:pt idx="2585">
                  <c:v>0</c:v>
                </c:pt>
                <c:pt idx="2586">
                  <c:v>0</c:v>
                </c:pt>
                <c:pt idx="2587">
                  <c:v>6.4147686454534526E-5</c:v>
                </c:pt>
                <c:pt idx="2588">
                  <c:v>1.9299407452549512E-6</c:v>
                </c:pt>
                <c:pt idx="2589">
                  <c:v>1.411830925035828E-5</c:v>
                </c:pt>
                <c:pt idx="2590">
                  <c:v>2.2015357561782985E-7</c:v>
                </c:pt>
                <c:pt idx="2591">
                  <c:v>3.1396978018202221E-5</c:v>
                </c:pt>
                <c:pt idx="2592">
                  <c:v>3.2478921677637433E-5</c:v>
                </c:pt>
                <c:pt idx="2593">
                  <c:v>2.3776586166725436E-5</c:v>
                </c:pt>
                <c:pt idx="2594">
                  <c:v>2.9037497473730964E-7</c:v>
                </c:pt>
                <c:pt idx="2595">
                  <c:v>0</c:v>
                </c:pt>
                <c:pt idx="2596">
                  <c:v>2.2701598698923635E-6</c:v>
                </c:pt>
                <c:pt idx="2597">
                  <c:v>1.1702952211239017E-5</c:v>
                </c:pt>
                <c:pt idx="2598">
                  <c:v>3.025010962687739E-7</c:v>
                </c:pt>
                <c:pt idx="2599">
                  <c:v>4.2772694691464118E-7</c:v>
                </c:pt>
                <c:pt idx="2600">
                  <c:v>0</c:v>
                </c:pt>
                <c:pt idx="2601">
                  <c:v>2.6142415636051406E-5</c:v>
                </c:pt>
                <c:pt idx="2602">
                  <c:v>7.4968347497482318E-5</c:v>
                </c:pt>
                <c:pt idx="2603">
                  <c:v>1.9021268933380351E-4</c:v>
                </c:pt>
                <c:pt idx="2604">
                  <c:v>2.9815535683553405E-5</c:v>
                </c:pt>
                <c:pt idx="2605">
                  <c:v>1.9885054088349414E-5</c:v>
                </c:pt>
                <c:pt idx="2606">
                  <c:v>1.2813503402578317E-7</c:v>
                </c:pt>
                <c:pt idx="2607">
                  <c:v>1.4728006815825861E-5</c:v>
                </c:pt>
                <c:pt idx="2608">
                  <c:v>0</c:v>
                </c:pt>
                <c:pt idx="2609">
                  <c:v>0</c:v>
                </c:pt>
                <c:pt idx="2610">
                  <c:v>7.8505003836712965E-5</c:v>
                </c:pt>
                <c:pt idx="2611">
                  <c:v>0</c:v>
                </c:pt>
                <c:pt idx="2612">
                  <c:v>3.7058735017190161E-5</c:v>
                </c:pt>
                <c:pt idx="2613">
                  <c:v>1.329659352984454E-5</c:v>
                </c:pt>
                <c:pt idx="2614">
                  <c:v>1.0173344938112041E-4</c:v>
                </c:pt>
                <c:pt idx="2615">
                  <c:v>1.6742376265004346E-6</c:v>
                </c:pt>
                <c:pt idx="2616">
                  <c:v>5.8074994947462084E-8</c:v>
                </c:pt>
                <c:pt idx="2617">
                  <c:v>4.2183465306823163E-7</c:v>
                </c:pt>
                <c:pt idx="2618">
                  <c:v>0</c:v>
                </c:pt>
                <c:pt idx="2619">
                  <c:v>7.6336537268052065E-8</c:v>
                </c:pt>
                <c:pt idx="2620">
                  <c:v>1.0248383150495319E-4</c:v>
                </c:pt>
                <c:pt idx="2621">
                  <c:v>7.6395560363877512E-6</c:v>
                </c:pt>
                <c:pt idx="2622">
                  <c:v>2.5057823284913474E-6</c:v>
                </c:pt>
                <c:pt idx="2623">
                  <c:v>7.6694731789078896E-6</c:v>
                </c:pt>
                <c:pt idx="2624">
                  <c:v>5.9343294146787925E-5</c:v>
                </c:pt>
                <c:pt idx="2625">
                  <c:v>2.9616449435745831E-5</c:v>
                </c:pt>
                <c:pt idx="2626">
                  <c:v>4.9599874805678435E-5</c:v>
                </c:pt>
                <c:pt idx="2627">
                  <c:v>0</c:v>
                </c:pt>
                <c:pt idx="2628">
                  <c:v>9.4241912369989181E-6</c:v>
                </c:pt>
                <c:pt idx="2629">
                  <c:v>1.3576898641387225E-4</c:v>
                </c:pt>
                <c:pt idx="2630">
                  <c:v>2.6444354912288692E-7</c:v>
                </c:pt>
                <c:pt idx="2631">
                  <c:v>1.2268061759900868E-7</c:v>
                </c:pt>
                <c:pt idx="2632">
                  <c:v>2.6905372134915308E-6</c:v>
                </c:pt>
                <c:pt idx="2633">
                  <c:v>3.9534310593871766E-5</c:v>
                </c:pt>
                <c:pt idx="2634">
                  <c:v>0</c:v>
                </c:pt>
                <c:pt idx="2635">
                  <c:v>1.0998692920662057E-5</c:v>
                </c:pt>
                <c:pt idx="2636">
                  <c:v>2.541313606820124E-5</c:v>
                </c:pt>
                <c:pt idx="2637">
                  <c:v>1.1152321844023669E-6</c:v>
                </c:pt>
                <c:pt idx="2638">
                  <c:v>5.8545596785556183E-6</c:v>
                </c:pt>
                <c:pt idx="2639">
                  <c:v>2.9485407494008254E-6</c:v>
                </c:pt>
                <c:pt idx="2640">
                  <c:v>1.1330213806568541E-5</c:v>
                </c:pt>
                <c:pt idx="2641">
                  <c:v>5.2977761530451211E-5</c:v>
                </c:pt>
                <c:pt idx="2642">
                  <c:v>1.5772808218735153E-5</c:v>
                </c:pt>
                <c:pt idx="2643">
                  <c:v>8.9822658852074428E-6</c:v>
                </c:pt>
                <c:pt idx="2644">
                  <c:v>1.9384652858985162E-4</c:v>
                </c:pt>
                <c:pt idx="2645">
                  <c:v>0</c:v>
                </c:pt>
                <c:pt idx="2646">
                  <c:v>3.8216921342091665E-5</c:v>
                </c:pt>
                <c:pt idx="2647">
                  <c:v>4.6586800234238206E-6</c:v>
                </c:pt>
                <c:pt idx="2648">
                  <c:v>1.3605375606165974E-5</c:v>
                </c:pt>
                <c:pt idx="2649">
                  <c:v>3.5412629362624718E-5</c:v>
                </c:pt>
                <c:pt idx="2650">
                  <c:v>6.5412148326984843E-6</c:v>
                </c:pt>
                <c:pt idx="2651">
                  <c:v>3.3895342963046953E-6</c:v>
                </c:pt>
                <c:pt idx="2652">
                  <c:v>0</c:v>
                </c:pt>
                <c:pt idx="2653">
                  <c:v>1.4628749717943546E-5</c:v>
                </c:pt>
                <c:pt idx="2654">
                  <c:v>1.8207295713258287E-5</c:v>
                </c:pt>
                <c:pt idx="2655">
                  <c:v>4.6276038331248191E-5</c:v>
                </c:pt>
                <c:pt idx="2656">
                  <c:v>3.0991642913507895E-6</c:v>
                </c:pt>
                <c:pt idx="2657">
                  <c:v>4.9668885509303768E-5</c:v>
                </c:pt>
                <c:pt idx="2658">
                  <c:v>8.5879955239006363E-6</c:v>
                </c:pt>
                <c:pt idx="2659">
                  <c:v>1.0936200347249301E-7</c:v>
                </c:pt>
                <c:pt idx="2660">
                  <c:v>1.4970443142012306E-5</c:v>
                </c:pt>
                <c:pt idx="2661">
                  <c:v>1.6377713323919545E-6</c:v>
                </c:pt>
                <c:pt idx="2662">
                  <c:v>3.0247579101274682E-5</c:v>
                </c:pt>
                <c:pt idx="2663">
                  <c:v>1.9969825462916196E-5</c:v>
                </c:pt>
                <c:pt idx="2664">
                  <c:v>0</c:v>
                </c:pt>
                <c:pt idx="2665">
                  <c:v>6.4312166242535586E-7</c:v>
                </c:pt>
                <c:pt idx="2666">
                  <c:v>0</c:v>
                </c:pt>
                <c:pt idx="2667">
                  <c:v>1.6904569570329261E-5</c:v>
                </c:pt>
                <c:pt idx="2668">
                  <c:v>1.0364152922556861E-6</c:v>
                </c:pt>
                <c:pt idx="2669">
                  <c:v>1.3550170042866789E-4</c:v>
                </c:pt>
                <c:pt idx="2670">
                  <c:v>1.1548627566695263E-6</c:v>
                </c:pt>
                <c:pt idx="2671">
                  <c:v>1.7723683442141672E-5</c:v>
                </c:pt>
                <c:pt idx="2672">
                  <c:v>0</c:v>
                </c:pt>
                <c:pt idx="2673">
                  <c:v>3.5250171351831469E-6</c:v>
                </c:pt>
                <c:pt idx="2674">
                  <c:v>0</c:v>
                </c:pt>
                <c:pt idx="2675">
                  <c:v>0</c:v>
                </c:pt>
                <c:pt idx="2676">
                  <c:v>1.4207450433544179E-6</c:v>
                </c:pt>
                <c:pt idx="2677">
                  <c:v>6.4683813718154395E-6</c:v>
                </c:pt>
                <c:pt idx="2678">
                  <c:v>4.3697509711819793E-6</c:v>
                </c:pt>
                <c:pt idx="2679">
                  <c:v>4.840862080967593E-6</c:v>
                </c:pt>
                <c:pt idx="2680">
                  <c:v>1.0730432117719141E-6</c:v>
                </c:pt>
                <c:pt idx="2681">
                  <c:v>0</c:v>
                </c:pt>
                <c:pt idx="2682">
                  <c:v>1.4281225738258043E-5</c:v>
                </c:pt>
                <c:pt idx="2683">
                  <c:v>6.3189196052912798E-6</c:v>
                </c:pt>
                <c:pt idx="2684">
                  <c:v>9.582787217504427E-8</c:v>
                </c:pt>
                <c:pt idx="2685">
                  <c:v>5.4328221079883779E-6</c:v>
                </c:pt>
                <c:pt idx="2686">
                  <c:v>4.7196226085743929E-6</c:v>
                </c:pt>
                <c:pt idx="2687">
                  <c:v>7.7595490631373174E-6</c:v>
                </c:pt>
                <c:pt idx="2688">
                  <c:v>3.3627451317332154E-6</c:v>
                </c:pt>
                <c:pt idx="2689">
                  <c:v>6.5791143355326535E-6</c:v>
                </c:pt>
                <c:pt idx="2690">
                  <c:v>1.6855168254711938E-5</c:v>
                </c:pt>
                <c:pt idx="2691">
                  <c:v>0</c:v>
                </c:pt>
                <c:pt idx="2692">
                  <c:v>0</c:v>
                </c:pt>
                <c:pt idx="2693">
                  <c:v>0</c:v>
                </c:pt>
                <c:pt idx="2694">
                  <c:v>0</c:v>
                </c:pt>
                <c:pt idx="2695">
                  <c:v>8.4042868591074478E-5</c:v>
                </c:pt>
                <c:pt idx="2696">
                  <c:v>0</c:v>
                </c:pt>
                <c:pt idx="2697">
                  <c:v>1.0111368726312317E-6</c:v>
                </c:pt>
                <c:pt idx="2698">
                  <c:v>2.6060732742381245E-7</c:v>
                </c:pt>
                <c:pt idx="2699">
                  <c:v>2.032186851856884E-7</c:v>
                </c:pt>
                <c:pt idx="2700">
                  <c:v>0</c:v>
                </c:pt>
                <c:pt idx="2701">
                  <c:v>0</c:v>
                </c:pt>
                <c:pt idx="2702">
                  <c:v>1.6044294892007302E-5</c:v>
                </c:pt>
                <c:pt idx="2703">
                  <c:v>1.6576524148389688E-6</c:v>
                </c:pt>
                <c:pt idx="2704">
                  <c:v>0</c:v>
                </c:pt>
                <c:pt idx="2705">
                  <c:v>1.1195880642347354E-5</c:v>
                </c:pt>
                <c:pt idx="2706">
                  <c:v>8.0616458360310619E-5</c:v>
                </c:pt>
                <c:pt idx="2707">
                  <c:v>1.9013555523431722E-5</c:v>
                </c:pt>
                <c:pt idx="2708">
                  <c:v>3.5702381751928518E-6</c:v>
                </c:pt>
                <c:pt idx="2709">
                  <c:v>2.4189225902713035E-7</c:v>
                </c:pt>
                <c:pt idx="2710">
                  <c:v>1.6233010635917001E-6</c:v>
                </c:pt>
                <c:pt idx="2711">
                  <c:v>2.5602658105104269E-6</c:v>
                </c:pt>
                <c:pt idx="2712">
                  <c:v>0</c:v>
                </c:pt>
                <c:pt idx="2713">
                  <c:v>2.7086767554949371E-6</c:v>
                </c:pt>
                <c:pt idx="2714">
                  <c:v>7.4787296182126228E-6</c:v>
                </c:pt>
                <c:pt idx="2715">
                  <c:v>1.7589293508891705E-7</c:v>
                </c:pt>
                <c:pt idx="2716">
                  <c:v>6.1909208640486423E-6</c:v>
                </c:pt>
                <c:pt idx="2717">
                  <c:v>5.6178174403659894E-7</c:v>
                </c:pt>
                <c:pt idx="2718">
                  <c:v>0</c:v>
                </c:pt>
                <c:pt idx="2719">
                  <c:v>1.8012565277822395E-7</c:v>
                </c:pt>
                <c:pt idx="2720">
                  <c:v>0</c:v>
                </c:pt>
                <c:pt idx="2721">
                  <c:v>6.3956007094040383E-6</c:v>
                </c:pt>
                <c:pt idx="2722">
                  <c:v>0</c:v>
                </c:pt>
                <c:pt idx="2723">
                  <c:v>1.4034790445636574E-7</c:v>
                </c:pt>
                <c:pt idx="2724">
                  <c:v>1.2343494345422497E-6</c:v>
                </c:pt>
                <c:pt idx="2725">
                  <c:v>3.499584111119777E-7</c:v>
                </c:pt>
                <c:pt idx="2726">
                  <c:v>4.0738327261691496E-5</c:v>
                </c:pt>
                <c:pt idx="2727">
                  <c:v>1.4548740518293641E-4</c:v>
                </c:pt>
                <c:pt idx="2728">
                  <c:v>1.2484757068492189E-5</c:v>
                </c:pt>
                <c:pt idx="2729">
                  <c:v>3.9757570311573904E-6</c:v>
                </c:pt>
                <c:pt idx="2730">
                  <c:v>1.3683493290875479E-5</c:v>
                </c:pt>
                <c:pt idx="2731">
                  <c:v>3.2566789978087766E-5</c:v>
                </c:pt>
                <c:pt idx="2732">
                  <c:v>9.4219572222455648E-7</c:v>
                </c:pt>
                <c:pt idx="2733">
                  <c:v>2.1688639761023292E-3</c:v>
                </c:pt>
                <c:pt idx="2734">
                  <c:v>2.4232529475272028E-5</c:v>
                </c:pt>
                <c:pt idx="2735">
                  <c:v>2.3409185484240559E-5</c:v>
                </c:pt>
                <c:pt idx="2736">
                  <c:v>6.4017254098992341E-6</c:v>
                </c:pt>
                <c:pt idx="2737">
                  <c:v>0</c:v>
                </c:pt>
                <c:pt idx="2738">
                  <c:v>2.535190190418971E-5</c:v>
                </c:pt>
                <c:pt idx="2739">
                  <c:v>2.3583574812759248E-6</c:v>
                </c:pt>
                <c:pt idx="2740">
                  <c:v>0</c:v>
                </c:pt>
                <c:pt idx="2741">
                  <c:v>1.0853140597776471E-6</c:v>
                </c:pt>
                <c:pt idx="2742">
                  <c:v>2.6567265294275455E-5</c:v>
                </c:pt>
                <c:pt idx="2743">
                  <c:v>3.062800973328819E-5</c:v>
                </c:pt>
                <c:pt idx="2744">
                  <c:v>2.5547895087335045E-4</c:v>
                </c:pt>
                <c:pt idx="2745">
                  <c:v>1.4480832054486168E-5</c:v>
                </c:pt>
                <c:pt idx="2746">
                  <c:v>1.9027579068652505E-6</c:v>
                </c:pt>
                <c:pt idx="2747">
                  <c:v>2.2615942383709553E-6</c:v>
                </c:pt>
                <c:pt idx="2748">
                  <c:v>1.3473398827811127E-5</c:v>
                </c:pt>
                <c:pt idx="2749">
                  <c:v>7.342451677281282E-7</c:v>
                </c:pt>
                <c:pt idx="2750">
                  <c:v>2.3469791506509703E-6</c:v>
                </c:pt>
                <c:pt idx="2751">
                  <c:v>5.7602744365647141E-6</c:v>
                </c:pt>
                <c:pt idx="2752">
                  <c:v>5.7386698711047607E-5</c:v>
                </c:pt>
                <c:pt idx="2753">
                  <c:v>6.159268035570834E-6</c:v>
                </c:pt>
                <c:pt idx="2754">
                  <c:v>0</c:v>
                </c:pt>
                <c:pt idx="2755">
                  <c:v>3.8495425222317538E-7</c:v>
                </c:pt>
                <c:pt idx="2756">
                  <c:v>2.0063480499604222E-6</c:v>
                </c:pt>
                <c:pt idx="2757">
                  <c:v>1.9165574435008761E-7</c:v>
                </c:pt>
                <c:pt idx="2758">
                  <c:v>2.4335213741861582E-5</c:v>
                </c:pt>
                <c:pt idx="2759">
                  <c:v>1.0285037273138291E-6</c:v>
                </c:pt>
                <c:pt idx="2760">
                  <c:v>1.1656375576223287E-5</c:v>
                </c:pt>
                <c:pt idx="2761">
                  <c:v>4.9370610361955725E-6</c:v>
                </c:pt>
                <c:pt idx="2762">
                  <c:v>0</c:v>
                </c:pt>
                <c:pt idx="2763">
                  <c:v>0</c:v>
                </c:pt>
                <c:pt idx="2764">
                  <c:v>4.2251076463519096E-6</c:v>
                </c:pt>
                <c:pt idx="2765">
                  <c:v>1.0462702734750335E-5</c:v>
                </c:pt>
                <c:pt idx="2766">
                  <c:v>3.2114143876749102E-5</c:v>
                </c:pt>
                <c:pt idx="2767">
                  <c:v>0</c:v>
                </c:pt>
                <c:pt idx="2768">
                  <c:v>1.2850832466096423E-5</c:v>
                </c:pt>
                <c:pt idx="2769">
                  <c:v>0</c:v>
                </c:pt>
                <c:pt idx="2770">
                  <c:v>0</c:v>
                </c:pt>
                <c:pt idx="2771">
                  <c:v>0</c:v>
                </c:pt>
                <c:pt idx="2772">
                  <c:v>1.0396975241648344E-5</c:v>
                </c:pt>
                <c:pt idx="2773">
                  <c:v>2.7169090211901417E-6</c:v>
                </c:pt>
                <c:pt idx="2774">
                  <c:v>1.3630675856929472E-5</c:v>
                </c:pt>
                <c:pt idx="2775">
                  <c:v>0</c:v>
                </c:pt>
                <c:pt idx="2776">
                  <c:v>0</c:v>
                </c:pt>
                <c:pt idx="2777">
                  <c:v>0</c:v>
                </c:pt>
                <c:pt idx="2778">
                  <c:v>1.3496164211338089E-5</c:v>
                </c:pt>
                <c:pt idx="2779">
                  <c:v>8.8954160678455713E-7</c:v>
                </c:pt>
                <c:pt idx="2780">
                  <c:v>5.6713609015454506E-5</c:v>
                </c:pt>
                <c:pt idx="2781">
                  <c:v>2.9439327373221831E-7</c:v>
                </c:pt>
                <c:pt idx="2782">
                  <c:v>0</c:v>
                </c:pt>
                <c:pt idx="2783">
                  <c:v>0</c:v>
                </c:pt>
                <c:pt idx="2784">
                  <c:v>0</c:v>
                </c:pt>
                <c:pt idx="2785">
                  <c:v>0</c:v>
                </c:pt>
                <c:pt idx="2786">
                  <c:v>9.6311333890435276E-7</c:v>
                </c:pt>
                <c:pt idx="2787">
                  <c:v>7.0185743875844159E-6</c:v>
                </c:pt>
                <c:pt idx="2788">
                  <c:v>1.1425804211661813E-5</c:v>
                </c:pt>
                <c:pt idx="2789">
                  <c:v>0</c:v>
                </c:pt>
                <c:pt idx="2790">
                  <c:v>2.0900530510197492E-6</c:v>
                </c:pt>
                <c:pt idx="2791">
                  <c:v>1.1295064885590141E-5</c:v>
                </c:pt>
                <c:pt idx="2792">
                  <c:v>5.8854479683637777E-6</c:v>
                </c:pt>
                <c:pt idx="2793">
                  <c:v>1.0423546371085961E-5</c:v>
                </c:pt>
                <c:pt idx="2794">
                  <c:v>2.7972454313794706E-6</c:v>
                </c:pt>
                <c:pt idx="2795">
                  <c:v>1.881759612822782E-7</c:v>
                </c:pt>
                <c:pt idx="2796">
                  <c:v>1.1764815643124893E-4</c:v>
                </c:pt>
                <c:pt idx="2797">
                  <c:v>1.688437354233527E-5</c:v>
                </c:pt>
                <c:pt idx="2798">
                  <c:v>4.5932041458447214E-7</c:v>
                </c:pt>
                <c:pt idx="2799">
                  <c:v>2.7609423827481841E-7</c:v>
                </c:pt>
                <c:pt idx="2800">
                  <c:v>0</c:v>
                </c:pt>
                <c:pt idx="2801">
                  <c:v>0</c:v>
                </c:pt>
                <c:pt idx="2802">
                  <c:v>0</c:v>
                </c:pt>
                <c:pt idx="2803">
                  <c:v>0</c:v>
                </c:pt>
                <c:pt idx="2804">
                  <c:v>7.5324682355662089E-6</c:v>
                </c:pt>
                <c:pt idx="2805">
                  <c:v>0</c:v>
                </c:pt>
                <c:pt idx="2806">
                  <c:v>7.6935620279323426E-6</c:v>
                </c:pt>
                <c:pt idx="2807">
                  <c:v>1.7548057863781067E-5</c:v>
                </c:pt>
                <c:pt idx="2808">
                  <c:v>5.9121149590857005E-6</c:v>
                </c:pt>
                <c:pt idx="2809">
                  <c:v>9.4550167212709981E-6</c:v>
                </c:pt>
                <c:pt idx="2810">
                  <c:v>1.4704711198718244E-4</c:v>
                </c:pt>
                <c:pt idx="2811">
                  <c:v>6.8096600573774775E-7</c:v>
                </c:pt>
                <c:pt idx="2812">
                  <c:v>8.2507035075390095E-8</c:v>
                </c:pt>
                <c:pt idx="2813">
                  <c:v>0</c:v>
                </c:pt>
                <c:pt idx="2814">
                  <c:v>3.6501638258611892E-5</c:v>
                </c:pt>
                <c:pt idx="2815">
                  <c:v>9.633480161884978E-6</c:v>
                </c:pt>
                <c:pt idx="2816">
                  <c:v>1.8030577843100228E-5</c:v>
                </c:pt>
                <c:pt idx="2817">
                  <c:v>1.0932976344736566E-5</c:v>
                </c:pt>
                <c:pt idx="2818">
                  <c:v>4.019301855248452E-6</c:v>
                </c:pt>
                <c:pt idx="2819">
                  <c:v>0</c:v>
                </c:pt>
                <c:pt idx="2820">
                  <c:v>5.4398969766096998E-5</c:v>
                </c:pt>
                <c:pt idx="2821">
                  <c:v>1.4395618113187125E-5</c:v>
                </c:pt>
                <c:pt idx="2822">
                  <c:v>9.3216152108840993E-7</c:v>
                </c:pt>
                <c:pt idx="2823">
                  <c:v>9.9343032831787189E-6</c:v>
                </c:pt>
                <c:pt idx="2824">
                  <c:v>0</c:v>
                </c:pt>
                <c:pt idx="2825">
                  <c:v>3.7837383765525951E-6</c:v>
                </c:pt>
                <c:pt idx="2826">
                  <c:v>0</c:v>
                </c:pt>
                <c:pt idx="2827">
                  <c:v>3.6086449926803347E-5</c:v>
                </c:pt>
                <c:pt idx="2828">
                  <c:v>3.8772370727403282E-7</c:v>
                </c:pt>
                <c:pt idx="2829">
                  <c:v>1.3419719948019058E-7</c:v>
                </c:pt>
                <c:pt idx="2830">
                  <c:v>1.3962071324156656E-7</c:v>
                </c:pt>
                <c:pt idx="2831">
                  <c:v>6.9221106949343011E-5</c:v>
                </c:pt>
                <c:pt idx="2832">
                  <c:v>3.7253478054509885E-6</c:v>
                </c:pt>
                <c:pt idx="2833">
                  <c:v>8.420874267381984E-7</c:v>
                </c:pt>
                <c:pt idx="2834">
                  <c:v>6.1300377980492582E-6</c:v>
                </c:pt>
                <c:pt idx="2835">
                  <c:v>4.2416255569035039E-6</c:v>
                </c:pt>
                <c:pt idx="2836">
                  <c:v>4.5176097764584083E-5</c:v>
                </c:pt>
                <c:pt idx="2837">
                  <c:v>8.808242584346165E-5</c:v>
                </c:pt>
                <c:pt idx="2838">
                  <c:v>0</c:v>
                </c:pt>
                <c:pt idx="2839">
                  <c:v>4.063902198643739E-6</c:v>
                </c:pt>
                <c:pt idx="2840">
                  <c:v>0</c:v>
                </c:pt>
                <c:pt idx="2841">
                  <c:v>0</c:v>
                </c:pt>
                <c:pt idx="2842">
                  <c:v>1.7205670831189696E-5</c:v>
                </c:pt>
                <c:pt idx="2843">
                  <c:v>1.3586620666700257E-5</c:v>
                </c:pt>
                <c:pt idx="2844">
                  <c:v>1.3790228051189825E-5</c:v>
                </c:pt>
                <c:pt idx="2845">
                  <c:v>1.729693092759528E-5</c:v>
                </c:pt>
                <c:pt idx="2846">
                  <c:v>5.3979963252448603E-8</c:v>
                </c:pt>
                <c:pt idx="2847">
                  <c:v>6.2657447436325437E-5</c:v>
                </c:pt>
                <c:pt idx="2848">
                  <c:v>4.0623313048676842E-7</c:v>
                </c:pt>
                <c:pt idx="2849">
                  <c:v>5.177335322672171E-6</c:v>
                </c:pt>
                <c:pt idx="2850">
                  <c:v>0</c:v>
                </c:pt>
                <c:pt idx="2851">
                  <c:v>0</c:v>
                </c:pt>
                <c:pt idx="2852">
                  <c:v>7.7325593272655133E-5</c:v>
                </c:pt>
                <c:pt idx="2853">
                  <c:v>2.5625720156852811E-5</c:v>
                </c:pt>
                <c:pt idx="2854">
                  <c:v>6.9831640266094403E-6</c:v>
                </c:pt>
                <c:pt idx="2855">
                  <c:v>3.0382852884322836E-5</c:v>
                </c:pt>
                <c:pt idx="2856">
                  <c:v>4.8825619605370532E-5</c:v>
                </c:pt>
                <c:pt idx="2857">
                  <c:v>1.4186891622879942E-5</c:v>
                </c:pt>
                <c:pt idx="2858">
                  <c:v>1.0457650834862784E-5</c:v>
                </c:pt>
                <c:pt idx="2859">
                  <c:v>4.694564051502141E-7</c:v>
                </c:pt>
                <c:pt idx="2860">
                  <c:v>9.2446525664017349E-7</c:v>
                </c:pt>
                <c:pt idx="2861">
                  <c:v>1.9567734652551276E-3</c:v>
                </c:pt>
                <c:pt idx="2862">
                  <c:v>4.4064641778945542E-4</c:v>
                </c:pt>
                <c:pt idx="2863">
                  <c:v>2.0655762541821598E-7</c:v>
                </c:pt>
                <c:pt idx="2864">
                  <c:v>1.111948415067488E-5</c:v>
                </c:pt>
                <c:pt idx="2865">
                  <c:v>0</c:v>
                </c:pt>
                <c:pt idx="2866">
                  <c:v>2.3902737829644528E-5</c:v>
                </c:pt>
                <c:pt idx="2867">
                  <c:v>8.5545389382928104E-6</c:v>
                </c:pt>
                <c:pt idx="2868">
                  <c:v>6.115007032289475E-7</c:v>
                </c:pt>
                <c:pt idx="2869">
                  <c:v>1.2935639880595897E-4</c:v>
                </c:pt>
                <c:pt idx="2870">
                  <c:v>0</c:v>
                </c:pt>
                <c:pt idx="2871">
                  <c:v>3.9627643611209277E-6</c:v>
                </c:pt>
                <c:pt idx="2872">
                  <c:v>3.0828963419567875E-5</c:v>
                </c:pt>
                <c:pt idx="2873">
                  <c:v>3.0758593959197316E-5</c:v>
                </c:pt>
                <c:pt idx="2874">
                  <c:v>1.7813387873307911E-6</c:v>
                </c:pt>
                <c:pt idx="2875">
                  <c:v>6.0769740264748602E-6</c:v>
                </c:pt>
                <c:pt idx="2876">
                  <c:v>2.0417505620713485E-5</c:v>
                </c:pt>
                <c:pt idx="2877">
                  <c:v>1.3326683051101641E-5</c:v>
                </c:pt>
                <c:pt idx="2878">
                  <c:v>0</c:v>
                </c:pt>
                <c:pt idx="2879">
                  <c:v>2.8135112986739259E-5</c:v>
                </c:pt>
                <c:pt idx="2880">
                  <c:v>1.207521593058538E-5</c:v>
                </c:pt>
                <c:pt idx="2881">
                  <c:v>5.8635016814832516E-5</c:v>
                </c:pt>
                <c:pt idx="2882">
                  <c:v>3.4370915377069271E-6</c:v>
                </c:pt>
                <c:pt idx="2883">
                  <c:v>1.5063968099168425E-5</c:v>
                </c:pt>
                <c:pt idx="2884">
                  <c:v>1.1259107655552497E-6</c:v>
                </c:pt>
                <c:pt idx="2885">
                  <c:v>2.2839270023490685E-5</c:v>
                </c:pt>
                <c:pt idx="2886">
                  <c:v>1.4518748736865437E-5</c:v>
                </c:pt>
                <c:pt idx="2887">
                  <c:v>8.0810183552454727E-6</c:v>
                </c:pt>
                <c:pt idx="2888">
                  <c:v>0</c:v>
                </c:pt>
                <c:pt idx="2889">
                  <c:v>1.5276530269451237E-5</c:v>
                </c:pt>
                <c:pt idx="2890">
                  <c:v>9.0501922731294144E-6</c:v>
                </c:pt>
                <c:pt idx="2891">
                  <c:v>3.1142892667689994E-6</c:v>
                </c:pt>
                <c:pt idx="2892">
                  <c:v>2.485717557664642E-3</c:v>
                </c:pt>
                <c:pt idx="2893">
                  <c:v>0</c:v>
                </c:pt>
                <c:pt idx="2894">
                  <c:v>0</c:v>
                </c:pt>
                <c:pt idx="2895">
                  <c:v>3.2570665981815847E-7</c:v>
                </c:pt>
                <c:pt idx="2896">
                  <c:v>4.5932041458447176E-6</c:v>
                </c:pt>
                <c:pt idx="2897">
                  <c:v>0</c:v>
                </c:pt>
                <c:pt idx="2898">
                  <c:v>0</c:v>
                </c:pt>
                <c:pt idx="2899">
                  <c:v>0</c:v>
                </c:pt>
                <c:pt idx="2900">
                  <c:v>0</c:v>
                </c:pt>
                <c:pt idx="2901">
                  <c:v>6.7999263888199943E-6</c:v>
                </c:pt>
                <c:pt idx="2902">
                  <c:v>6.5530765112040587E-6</c:v>
                </c:pt>
                <c:pt idx="2903">
                  <c:v>2.5712593182845612E-7</c:v>
                </c:pt>
                <c:pt idx="2904">
                  <c:v>0</c:v>
                </c:pt>
                <c:pt idx="2905">
                  <c:v>4.4783376920550028E-6</c:v>
                </c:pt>
                <c:pt idx="2906">
                  <c:v>1.0508542159597913E-5</c:v>
                </c:pt>
                <c:pt idx="2907">
                  <c:v>0</c:v>
                </c:pt>
                <c:pt idx="2908">
                  <c:v>3.3896773750001816E-5</c:v>
                </c:pt>
                <c:pt idx="2909">
                  <c:v>1.9043673254856708E-6</c:v>
                </c:pt>
                <c:pt idx="2910">
                  <c:v>2.8214401187222011E-5</c:v>
                </c:pt>
                <c:pt idx="2911">
                  <c:v>5.7252402951039087E-7</c:v>
                </c:pt>
                <c:pt idx="2912">
                  <c:v>0</c:v>
                </c:pt>
                <c:pt idx="2913">
                  <c:v>0</c:v>
                </c:pt>
                <c:pt idx="2914">
                  <c:v>2.9226461665533887E-7</c:v>
                </c:pt>
                <c:pt idx="2915">
                  <c:v>4.7053607490652161E-6</c:v>
                </c:pt>
                <c:pt idx="2916">
                  <c:v>5.4181283542443473E-5</c:v>
                </c:pt>
                <c:pt idx="2917">
                  <c:v>7.9724253419001137E-8</c:v>
                </c:pt>
                <c:pt idx="2918">
                  <c:v>2.0970270549122419E-6</c:v>
                </c:pt>
                <c:pt idx="2919">
                  <c:v>6.2510415689345153E-6</c:v>
                </c:pt>
                <c:pt idx="2920">
                  <c:v>4.3404697273695407E-5</c:v>
                </c:pt>
                <c:pt idx="2921">
                  <c:v>2.3339746000932592E-5</c:v>
                </c:pt>
                <c:pt idx="2922">
                  <c:v>0</c:v>
                </c:pt>
                <c:pt idx="2923">
                  <c:v>1.4197469786945284E-7</c:v>
                </c:pt>
                <c:pt idx="2924">
                  <c:v>7.495632171244056E-7</c:v>
                </c:pt>
                <c:pt idx="2925">
                  <c:v>4.6331450514607432E-5</c:v>
                </c:pt>
                <c:pt idx="2926">
                  <c:v>5.8272891391581603E-6</c:v>
                </c:pt>
                <c:pt idx="2927">
                  <c:v>1.328023181952707E-5</c:v>
                </c:pt>
                <c:pt idx="2928">
                  <c:v>2.4436679022178191E-5</c:v>
                </c:pt>
                <c:pt idx="2929">
                  <c:v>4.0633308239936596E-4</c:v>
                </c:pt>
                <c:pt idx="2930">
                  <c:v>1.2984477157081536E-5</c:v>
                </c:pt>
                <c:pt idx="2931">
                  <c:v>9.2463897218776853E-4</c:v>
                </c:pt>
                <c:pt idx="2932">
                  <c:v>0</c:v>
                </c:pt>
                <c:pt idx="2933">
                  <c:v>2.8274290997175104E-5</c:v>
                </c:pt>
                <c:pt idx="2934">
                  <c:v>1.6471147711260544E-7</c:v>
                </c:pt>
                <c:pt idx="2935">
                  <c:v>6.3404229777934776E-5</c:v>
                </c:pt>
                <c:pt idx="2936">
                  <c:v>8.4940588554345745E-6</c:v>
                </c:pt>
                <c:pt idx="2937">
                  <c:v>2.2054981789512403E-5</c:v>
                </c:pt>
                <c:pt idx="2938">
                  <c:v>9.980295428008286E-7</c:v>
                </c:pt>
                <c:pt idx="2939">
                  <c:v>4.4540161414251682E-6</c:v>
                </c:pt>
                <c:pt idx="2940">
                  <c:v>1.3209214537069665E-5</c:v>
                </c:pt>
                <c:pt idx="2941">
                  <c:v>2.2201275102469522E-6</c:v>
                </c:pt>
                <c:pt idx="2942">
                  <c:v>1.9502124128663446E-6</c:v>
                </c:pt>
                <c:pt idx="2943">
                  <c:v>1.2898619492948843E-7</c:v>
                </c:pt>
                <c:pt idx="2944">
                  <c:v>1.5512136808335176E-6</c:v>
                </c:pt>
                <c:pt idx="2945">
                  <c:v>9.9210347997922122E-6</c:v>
                </c:pt>
                <c:pt idx="2946">
                  <c:v>2.6748097502744747E-7</c:v>
                </c:pt>
                <c:pt idx="2947">
                  <c:v>1.1614998989492301E-6</c:v>
                </c:pt>
                <c:pt idx="2948">
                  <c:v>6.446602309957499E-7</c:v>
                </c:pt>
                <c:pt idx="2949">
                  <c:v>4.6989077762472805E-6</c:v>
                </c:pt>
                <c:pt idx="2950">
                  <c:v>0</c:v>
                </c:pt>
                <c:pt idx="2951">
                  <c:v>0</c:v>
                </c:pt>
                <c:pt idx="2952">
                  <c:v>1.1891790668853619E-7</c:v>
                </c:pt>
                <c:pt idx="2953">
                  <c:v>3.7001278362718325E-6</c:v>
                </c:pt>
                <c:pt idx="2954">
                  <c:v>3.4770061491125496E-6</c:v>
                </c:pt>
                <c:pt idx="2955">
                  <c:v>3.6042367460216974E-6</c:v>
                </c:pt>
                <c:pt idx="2956">
                  <c:v>0</c:v>
                </c:pt>
                <c:pt idx="2957">
                  <c:v>0</c:v>
                </c:pt>
                <c:pt idx="2958">
                  <c:v>0</c:v>
                </c:pt>
                <c:pt idx="2959">
                  <c:v>6.6371422797099128E-7</c:v>
                </c:pt>
                <c:pt idx="2960">
                  <c:v>2.4541710068872805E-7</c:v>
                </c:pt>
                <c:pt idx="2961">
                  <c:v>1.4937249254779421E-7</c:v>
                </c:pt>
                <c:pt idx="2962">
                  <c:v>1.0286482477438929E-5</c:v>
                </c:pt>
                <c:pt idx="2963">
                  <c:v>0</c:v>
                </c:pt>
                <c:pt idx="2964">
                  <c:v>0</c:v>
                </c:pt>
                <c:pt idx="2965">
                  <c:v>0</c:v>
                </c:pt>
                <c:pt idx="2966">
                  <c:v>7.2437628106511705E-6</c:v>
                </c:pt>
                <c:pt idx="2967">
                  <c:v>4.9215670220937789E-6</c:v>
                </c:pt>
                <c:pt idx="2968">
                  <c:v>0</c:v>
                </c:pt>
                <c:pt idx="2969">
                  <c:v>9.8043487344161848E-6</c:v>
                </c:pt>
                <c:pt idx="2970">
                  <c:v>1.7119947684639241E-6</c:v>
                </c:pt>
                <c:pt idx="2971">
                  <c:v>2.1697421488789331E-5</c:v>
                </c:pt>
                <c:pt idx="2972">
                  <c:v>9.2919991915938646E-7</c:v>
                </c:pt>
                <c:pt idx="2973">
                  <c:v>0</c:v>
                </c:pt>
                <c:pt idx="2974">
                  <c:v>1.3841208837747593E-5</c:v>
                </c:pt>
                <c:pt idx="2975">
                  <c:v>2.8467919314517367E-6</c:v>
                </c:pt>
                <c:pt idx="2976">
                  <c:v>4.9024914178986687E-6</c:v>
                </c:pt>
                <c:pt idx="2977">
                  <c:v>5.5833059482750523E-6</c:v>
                </c:pt>
                <c:pt idx="2978">
                  <c:v>0</c:v>
                </c:pt>
                <c:pt idx="2979">
                  <c:v>4.2704909121430053E-8</c:v>
                </c:pt>
                <c:pt idx="2980">
                  <c:v>3.9627643611209277E-6</c:v>
                </c:pt>
                <c:pt idx="2981">
                  <c:v>0</c:v>
                </c:pt>
                <c:pt idx="2982">
                  <c:v>4.4769204965828375E-6</c:v>
                </c:pt>
                <c:pt idx="2983">
                  <c:v>0</c:v>
                </c:pt>
                <c:pt idx="2984">
                  <c:v>1.3541104349558915E-7</c:v>
                </c:pt>
                <c:pt idx="2985">
                  <c:v>0</c:v>
                </c:pt>
                <c:pt idx="2986">
                  <c:v>3.3076638181357416E-6</c:v>
                </c:pt>
                <c:pt idx="2987">
                  <c:v>0</c:v>
                </c:pt>
                <c:pt idx="2988">
                  <c:v>0</c:v>
                </c:pt>
                <c:pt idx="2989">
                  <c:v>0</c:v>
                </c:pt>
                <c:pt idx="2990">
                  <c:v>2.5793140812029764E-6</c:v>
                </c:pt>
                <c:pt idx="2991">
                  <c:v>8.814373064923157E-6</c:v>
                </c:pt>
                <c:pt idx="2992">
                  <c:v>5.9913624574734746E-5</c:v>
                </c:pt>
                <c:pt idx="2993">
                  <c:v>0</c:v>
                </c:pt>
                <c:pt idx="2994">
                  <c:v>0</c:v>
                </c:pt>
                <c:pt idx="2995">
                  <c:v>1.0444990677563151E-5</c:v>
                </c:pt>
                <c:pt idx="2996">
                  <c:v>2.0225656438977439E-6</c:v>
                </c:pt>
                <c:pt idx="2997">
                  <c:v>0</c:v>
                </c:pt>
                <c:pt idx="2998">
                  <c:v>0</c:v>
                </c:pt>
                <c:pt idx="2999">
                  <c:v>0</c:v>
                </c:pt>
                <c:pt idx="3000">
                  <c:v>0</c:v>
                </c:pt>
                <c:pt idx="3001">
                  <c:v>8.5274676125387146E-7</c:v>
                </c:pt>
                <c:pt idx="3002">
                  <c:v>0</c:v>
                </c:pt>
                <c:pt idx="3003">
                  <c:v>1.4483666761211546E-5</c:v>
                </c:pt>
                <c:pt idx="3004">
                  <c:v>4.0399996485190924E-8</c:v>
                </c:pt>
                <c:pt idx="3005">
                  <c:v>4.676121295175711E-7</c:v>
                </c:pt>
                <c:pt idx="3006">
                  <c:v>0</c:v>
                </c:pt>
                <c:pt idx="3007">
                  <c:v>6.9521454744336236E-5</c:v>
                </c:pt>
                <c:pt idx="3008">
                  <c:v>2.3102802024632881E-5</c:v>
                </c:pt>
                <c:pt idx="3009">
                  <c:v>4.5416449276657361E-5</c:v>
                </c:pt>
                <c:pt idx="3010">
                  <c:v>0</c:v>
                </c:pt>
                <c:pt idx="3011">
                  <c:v>1.5358278456572261E-5</c:v>
                </c:pt>
                <c:pt idx="3012">
                  <c:v>1.8331154867770245E-6</c:v>
                </c:pt>
                <c:pt idx="3013">
                  <c:v>2.372748997110096E-4</c:v>
                </c:pt>
                <c:pt idx="3014">
                  <c:v>1.2480271183319594E-5</c:v>
                </c:pt>
                <c:pt idx="3015">
                  <c:v>6.3734321413464173E-6</c:v>
                </c:pt>
                <c:pt idx="3016">
                  <c:v>2.7489637757720214E-5</c:v>
                </c:pt>
                <c:pt idx="3017">
                  <c:v>6.7596915620759016E-5</c:v>
                </c:pt>
                <c:pt idx="3018">
                  <c:v>1.8940934749915734E-5</c:v>
                </c:pt>
                <c:pt idx="3019">
                  <c:v>0</c:v>
                </c:pt>
                <c:pt idx="3020">
                  <c:v>0</c:v>
                </c:pt>
                <c:pt idx="3021">
                  <c:v>0</c:v>
                </c:pt>
                <c:pt idx="3022">
                  <c:v>4.0323612979291478E-5</c:v>
                </c:pt>
                <c:pt idx="3023">
                  <c:v>1.1369956816718242E-6</c:v>
                </c:pt>
                <c:pt idx="3024">
                  <c:v>0</c:v>
                </c:pt>
                <c:pt idx="3025">
                  <c:v>0</c:v>
                </c:pt>
                <c:pt idx="3026">
                  <c:v>0</c:v>
                </c:pt>
                <c:pt idx="3027">
                  <c:v>0</c:v>
                </c:pt>
                <c:pt idx="3028">
                  <c:v>0</c:v>
                </c:pt>
                <c:pt idx="3029">
                  <c:v>9.454627197086313E-6</c:v>
                </c:pt>
                <c:pt idx="3030">
                  <c:v>0</c:v>
                </c:pt>
                <c:pt idx="3031">
                  <c:v>0</c:v>
                </c:pt>
                <c:pt idx="3032">
                  <c:v>7.8725382685756811E-5</c:v>
                </c:pt>
                <c:pt idx="3033">
                  <c:v>4.4822396100441081E-5</c:v>
                </c:pt>
                <c:pt idx="3034">
                  <c:v>1.7770123580812737E-6</c:v>
                </c:pt>
                <c:pt idx="3035">
                  <c:v>1.7562601584889924E-5</c:v>
                </c:pt>
                <c:pt idx="3036">
                  <c:v>1.8994345693559615E-5</c:v>
                </c:pt>
                <c:pt idx="3037">
                  <c:v>4.2788489630419472E-5</c:v>
                </c:pt>
                <c:pt idx="3038">
                  <c:v>1.3910677234992357E-5</c:v>
                </c:pt>
                <c:pt idx="3039">
                  <c:v>7.1043293606601655E-5</c:v>
                </c:pt>
                <c:pt idx="3040">
                  <c:v>1.9637413216913604E-4</c:v>
                </c:pt>
                <c:pt idx="3041">
                  <c:v>8.0532599361998659E-6</c:v>
                </c:pt>
                <c:pt idx="3042">
                  <c:v>8.1988901465123016E-6</c:v>
                </c:pt>
                <c:pt idx="3043">
                  <c:v>1.8324390603981373E-5</c:v>
                </c:pt>
                <c:pt idx="3044">
                  <c:v>0</c:v>
                </c:pt>
                <c:pt idx="3045">
                  <c:v>3.6797447016783903E-6</c:v>
                </c:pt>
                <c:pt idx="3046">
                  <c:v>1.2451318700748871E-5</c:v>
                </c:pt>
                <c:pt idx="3047">
                  <c:v>6.8380031644906384E-6</c:v>
                </c:pt>
                <c:pt idx="3048">
                  <c:v>8.3426618128861817E-6</c:v>
                </c:pt>
                <c:pt idx="3049">
                  <c:v>0</c:v>
                </c:pt>
                <c:pt idx="3050">
                  <c:v>9.3565269637577707E-6</c:v>
                </c:pt>
                <c:pt idx="3051">
                  <c:v>0</c:v>
                </c:pt>
                <c:pt idx="3052">
                  <c:v>0</c:v>
                </c:pt>
                <c:pt idx="3053">
                  <c:v>0</c:v>
                </c:pt>
                <c:pt idx="3054">
                  <c:v>0</c:v>
                </c:pt>
                <c:pt idx="3055">
                  <c:v>0</c:v>
                </c:pt>
                <c:pt idx="3056">
                  <c:v>2.7494208343837316E-6</c:v>
                </c:pt>
                <c:pt idx="3057">
                  <c:v>1.1369956816718242E-6</c:v>
                </c:pt>
                <c:pt idx="3058">
                  <c:v>1.0201287683914156E-5</c:v>
                </c:pt>
                <c:pt idx="3059">
                  <c:v>2.3418774486263183E-5</c:v>
                </c:pt>
                <c:pt idx="3060">
                  <c:v>0</c:v>
                </c:pt>
                <c:pt idx="3061">
                  <c:v>7.7833285840578439E-6</c:v>
                </c:pt>
                <c:pt idx="3062">
                  <c:v>2.1833734105174292E-6</c:v>
                </c:pt>
                <c:pt idx="3063">
                  <c:v>2.1233341488094331E-5</c:v>
                </c:pt>
                <c:pt idx="3064">
                  <c:v>1.4128528717113287E-4</c:v>
                </c:pt>
                <c:pt idx="3065">
                  <c:v>2.9386186697057082E-5</c:v>
                </c:pt>
                <c:pt idx="3066">
                  <c:v>5.8579994903526907E-7</c:v>
                </c:pt>
                <c:pt idx="3067">
                  <c:v>4.6266412641477832E-5</c:v>
                </c:pt>
                <c:pt idx="3068">
                  <c:v>2.079382381117418E-5</c:v>
                </c:pt>
                <c:pt idx="3069">
                  <c:v>3.5691122722678592E-6</c:v>
                </c:pt>
                <c:pt idx="3070">
                  <c:v>1.4345206987257711E-3</c:v>
                </c:pt>
                <c:pt idx="3071">
                  <c:v>2.6151320234054016E-4</c:v>
                </c:pt>
                <c:pt idx="3072">
                  <c:v>5.7707814572801611E-6</c:v>
                </c:pt>
                <c:pt idx="3073">
                  <c:v>0</c:v>
                </c:pt>
                <c:pt idx="3074">
                  <c:v>3.6612496814704256E-7</c:v>
                </c:pt>
                <c:pt idx="3075">
                  <c:v>2.1714064161069411E-5</c:v>
                </c:pt>
                <c:pt idx="3076">
                  <c:v>9.6475444728117268E-7</c:v>
                </c:pt>
                <c:pt idx="3077">
                  <c:v>1.7728156352383016E-6</c:v>
                </c:pt>
                <c:pt idx="3078">
                  <c:v>0</c:v>
                </c:pt>
                <c:pt idx="3079">
                  <c:v>0</c:v>
                </c:pt>
                <c:pt idx="3080">
                  <c:v>1.0141267934911601E-5</c:v>
                </c:pt>
                <c:pt idx="3081">
                  <c:v>3.235969150784335E-5</c:v>
                </c:pt>
                <c:pt idx="3082">
                  <c:v>1.3468099704129964E-5</c:v>
                </c:pt>
                <c:pt idx="3083">
                  <c:v>1.7295762295007894E-7</c:v>
                </c:pt>
                <c:pt idx="3084">
                  <c:v>0</c:v>
                </c:pt>
                <c:pt idx="3085">
                  <c:v>3.0754497324351431E-6</c:v>
                </c:pt>
                <c:pt idx="3086">
                  <c:v>2.509012817097046E-7</c:v>
                </c:pt>
                <c:pt idx="3087">
                  <c:v>1.8625151100346077E-5</c:v>
                </c:pt>
                <c:pt idx="3088">
                  <c:v>7.5992750822872088E-6</c:v>
                </c:pt>
                <c:pt idx="3089">
                  <c:v>7.4654716460167134E-6</c:v>
                </c:pt>
                <c:pt idx="3090">
                  <c:v>1.0285037273138288E-5</c:v>
                </c:pt>
                <c:pt idx="3091">
                  <c:v>4.6933959589289704E-6</c:v>
                </c:pt>
                <c:pt idx="3092">
                  <c:v>6.3563598491607128E-6</c:v>
                </c:pt>
                <c:pt idx="3093">
                  <c:v>6.0479096982693425E-6</c:v>
                </c:pt>
                <c:pt idx="3094">
                  <c:v>2.1287101717259603E-5</c:v>
                </c:pt>
                <c:pt idx="3095">
                  <c:v>2.0365321730516288E-5</c:v>
                </c:pt>
                <c:pt idx="3096">
                  <c:v>4.0952580023742153E-7</c:v>
                </c:pt>
                <c:pt idx="3097">
                  <c:v>3.0589274320912433E-6</c:v>
                </c:pt>
                <c:pt idx="3098">
                  <c:v>2.0467638058344843E-5</c:v>
                </c:pt>
                <c:pt idx="3099">
                  <c:v>4.2276557970466827E-5</c:v>
                </c:pt>
                <c:pt idx="3100">
                  <c:v>4.3617060324025331E-7</c:v>
                </c:pt>
                <c:pt idx="3101">
                  <c:v>2.2306037013751899E-5</c:v>
                </c:pt>
                <c:pt idx="3102">
                  <c:v>2.4899505020595558E-6</c:v>
                </c:pt>
                <c:pt idx="3103">
                  <c:v>1.9385835428569146E-5</c:v>
                </c:pt>
                <c:pt idx="3104">
                  <c:v>0</c:v>
                </c:pt>
                <c:pt idx="3105">
                  <c:v>0</c:v>
                </c:pt>
                <c:pt idx="3106">
                  <c:v>4.3767845182529504E-6</c:v>
                </c:pt>
                <c:pt idx="3107">
                  <c:v>8.8835596666887129E-7</c:v>
                </c:pt>
                <c:pt idx="3108">
                  <c:v>4.3468407339800505E-5</c:v>
                </c:pt>
                <c:pt idx="3109">
                  <c:v>0</c:v>
                </c:pt>
                <c:pt idx="3110">
                  <c:v>0</c:v>
                </c:pt>
                <c:pt idx="3111">
                  <c:v>7.7339751579580573E-6</c:v>
                </c:pt>
                <c:pt idx="3112">
                  <c:v>0</c:v>
                </c:pt>
                <c:pt idx="3113">
                  <c:v>5.238934674144084E-5</c:v>
                </c:pt>
                <c:pt idx="3114">
                  <c:v>3.3230355853345812E-5</c:v>
                </c:pt>
                <c:pt idx="3115">
                  <c:v>6.7366994139056024E-6</c:v>
                </c:pt>
                <c:pt idx="3116">
                  <c:v>1.1227832356509283E-5</c:v>
                </c:pt>
                <c:pt idx="3117">
                  <c:v>0</c:v>
                </c:pt>
                <c:pt idx="3118">
                  <c:v>1.4816108676630798E-5</c:v>
                </c:pt>
                <c:pt idx="3119">
                  <c:v>3.3998059545608851E-6</c:v>
                </c:pt>
                <c:pt idx="3120">
                  <c:v>1.8532177388209669E-5</c:v>
                </c:pt>
                <c:pt idx="3121">
                  <c:v>2.3908021137243532E-5</c:v>
                </c:pt>
                <c:pt idx="3122">
                  <c:v>3.410987045015485E-7</c:v>
                </c:pt>
                <c:pt idx="3123">
                  <c:v>0</c:v>
                </c:pt>
                <c:pt idx="3124">
                  <c:v>2.192167518917961E-6</c:v>
                </c:pt>
                <c:pt idx="3125">
                  <c:v>6.1080202558630843E-6</c:v>
                </c:pt>
                <c:pt idx="3126">
                  <c:v>0</c:v>
                </c:pt>
                <c:pt idx="3127">
                  <c:v>2.2493153301855028E-7</c:v>
                </c:pt>
                <c:pt idx="3128">
                  <c:v>0</c:v>
                </c:pt>
                <c:pt idx="3129">
                  <c:v>0</c:v>
                </c:pt>
                <c:pt idx="3130">
                  <c:v>2.7542306996078005E-5</c:v>
                </c:pt>
                <c:pt idx="3131">
                  <c:v>0</c:v>
                </c:pt>
                <c:pt idx="3132">
                  <c:v>0</c:v>
                </c:pt>
                <c:pt idx="3133">
                  <c:v>1.9275248680702668E-7</c:v>
                </c:pt>
                <c:pt idx="3134">
                  <c:v>0</c:v>
                </c:pt>
                <c:pt idx="3135">
                  <c:v>0</c:v>
                </c:pt>
                <c:pt idx="3136">
                  <c:v>3.7796663378348015E-6</c:v>
                </c:pt>
                <c:pt idx="3137">
                  <c:v>5.2514428502098549E-5</c:v>
                </c:pt>
                <c:pt idx="3138">
                  <c:v>1.9955511776676951E-6</c:v>
                </c:pt>
                <c:pt idx="3139">
                  <c:v>0</c:v>
                </c:pt>
                <c:pt idx="3140">
                  <c:v>2.3149493184318435E-4</c:v>
                </c:pt>
                <c:pt idx="3141">
                  <c:v>0</c:v>
                </c:pt>
                <c:pt idx="3142">
                  <c:v>1.2839450937759204E-6</c:v>
                </c:pt>
                <c:pt idx="3143">
                  <c:v>1.6968866314985789E-7</c:v>
                </c:pt>
                <c:pt idx="3144">
                  <c:v>6.1804581778950133E-7</c:v>
                </c:pt>
                <c:pt idx="3145">
                  <c:v>1.0183382834973509E-5</c:v>
                </c:pt>
                <c:pt idx="3146">
                  <c:v>2.1514346015914218E-5</c:v>
                </c:pt>
                <c:pt idx="3147">
                  <c:v>1.3080969735738944E-7</c:v>
                </c:pt>
                <c:pt idx="3148">
                  <c:v>0</c:v>
                </c:pt>
                <c:pt idx="3149">
                  <c:v>0</c:v>
                </c:pt>
                <c:pt idx="3150">
                  <c:v>6.9437950559243898E-6</c:v>
                </c:pt>
                <c:pt idx="3151">
                  <c:v>3.9992688434649209E-6</c:v>
                </c:pt>
                <c:pt idx="3152">
                  <c:v>2.5405528902220947E-7</c:v>
                </c:pt>
                <c:pt idx="3153">
                  <c:v>0</c:v>
                </c:pt>
                <c:pt idx="3154">
                  <c:v>7.998422381058462E-5</c:v>
                </c:pt>
                <c:pt idx="3155">
                  <c:v>0</c:v>
                </c:pt>
                <c:pt idx="3156">
                  <c:v>0</c:v>
                </c:pt>
                <c:pt idx="3157">
                  <c:v>1.1245348475630108E-5</c:v>
                </c:pt>
                <c:pt idx="3158">
                  <c:v>1.2248544388919223E-5</c:v>
                </c:pt>
                <c:pt idx="3159">
                  <c:v>1.440626342675683E-5</c:v>
                </c:pt>
                <c:pt idx="3160">
                  <c:v>3.1209698955312735E-5</c:v>
                </c:pt>
                <c:pt idx="3161">
                  <c:v>1.3378172005676108E-6</c:v>
                </c:pt>
                <c:pt idx="3162">
                  <c:v>7.1022567464430873E-6</c:v>
                </c:pt>
                <c:pt idx="3163">
                  <c:v>6.2264189644785592E-5</c:v>
                </c:pt>
                <c:pt idx="3164">
                  <c:v>1.5428709799741918E-4</c:v>
                </c:pt>
                <c:pt idx="3165">
                  <c:v>2.3988247171177172E-6</c:v>
                </c:pt>
                <c:pt idx="3166">
                  <c:v>1.3955691093543877E-5</c:v>
                </c:pt>
                <c:pt idx="3167">
                  <c:v>1.3752379340883251E-5</c:v>
                </c:pt>
                <c:pt idx="3168">
                  <c:v>6.409799632640913E-8</c:v>
                </c:pt>
                <c:pt idx="3169">
                  <c:v>0</c:v>
                </c:pt>
                <c:pt idx="3170">
                  <c:v>0</c:v>
                </c:pt>
                <c:pt idx="3171">
                  <c:v>2.688463664603601E-4</c:v>
                </c:pt>
                <c:pt idx="3172">
                  <c:v>8.349923989881231E-6</c:v>
                </c:pt>
                <c:pt idx="3173">
                  <c:v>1.3917776539043623E-5</c:v>
                </c:pt>
                <c:pt idx="3174">
                  <c:v>0</c:v>
                </c:pt>
                <c:pt idx="3175">
                  <c:v>1.938618536357535E-6</c:v>
                </c:pt>
                <c:pt idx="3176">
                  <c:v>0</c:v>
                </c:pt>
                <c:pt idx="3177">
                  <c:v>0</c:v>
                </c:pt>
                <c:pt idx="3178">
                  <c:v>1.8063705007766726E-6</c:v>
                </c:pt>
                <c:pt idx="3179">
                  <c:v>1.0942861992130806E-5</c:v>
                </c:pt>
                <c:pt idx="3180">
                  <c:v>0</c:v>
                </c:pt>
                <c:pt idx="3181">
                  <c:v>1.9718552893681358E-6</c:v>
                </c:pt>
                <c:pt idx="3182">
                  <c:v>0</c:v>
                </c:pt>
                <c:pt idx="3183">
                  <c:v>1.9275111490320591E-5</c:v>
                </c:pt>
                <c:pt idx="3184">
                  <c:v>0</c:v>
                </c:pt>
                <c:pt idx="3185">
                  <c:v>0</c:v>
                </c:pt>
                <c:pt idx="3186">
                  <c:v>0</c:v>
                </c:pt>
                <c:pt idx="3187">
                  <c:v>4.5207358852451364E-3</c:v>
                </c:pt>
                <c:pt idx="3188">
                  <c:v>8.8676500008428093E-6</c:v>
                </c:pt>
                <c:pt idx="3189">
                  <c:v>1.6915241623341767E-5</c:v>
                </c:pt>
                <c:pt idx="3190">
                  <c:v>1.4975160260299081E-4</c:v>
                </c:pt>
                <c:pt idx="3191">
                  <c:v>1.2159683794106885E-5</c:v>
                </c:pt>
                <c:pt idx="3192">
                  <c:v>2.0901952882114821E-7</c:v>
                </c:pt>
                <c:pt idx="3193">
                  <c:v>1.1515725493855632E-6</c:v>
                </c:pt>
                <c:pt idx="3194">
                  <c:v>1.213634398230311E-5</c:v>
                </c:pt>
                <c:pt idx="3195">
                  <c:v>6.8704369265989038E-6</c:v>
                </c:pt>
                <c:pt idx="3196">
                  <c:v>9.4906270244760986E-6</c:v>
                </c:pt>
                <c:pt idx="3197">
                  <c:v>0</c:v>
                </c:pt>
                <c:pt idx="3198">
                  <c:v>0</c:v>
                </c:pt>
                <c:pt idx="3199">
                  <c:v>0</c:v>
                </c:pt>
                <c:pt idx="3200">
                  <c:v>3.0366651180724152E-4</c:v>
                </c:pt>
                <c:pt idx="3201">
                  <c:v>1.4814072378022148E-7</c:v>
                </c:pt>
                <c:pt idx="3202">
                  <c:v>2.9003160349825895E-6</c:v>
                </c:pt>
                <c:pt idx="3203">
                  <c:v>1.0562642520623224E-5</c:v>
                </c:pt>
                <c:pt idx="3204">
                  <c:v>1.5851057444483738E-7</c:v>
                </c:pt>
                <c:pt idx="3205">
                  <c:v>1.5997439241464416E-6</c:v>
                </c:pt>
                <c:pt idx="3206">
                  <c:v>2.1631603622632645E-5</c:v>
                </c:pt>
                <c:pt idx="3207">
                  <c:v>7.538815042874973E-6</c:v>
                </c:pt>
                <c:pt idx="3208">
                  <c:v>3.5125203169780011E-5</c:v>
                </c:pt>
                <c:pt idx="3209">
                  <c:v>6.474595489306453E-6</c:v>
                </c:pt>
                <c:pt idx="3210">
                  <c:v>7.879180601059169E-7</c:v>
                </c:pt>
                <c:pt idx="3211">
                  <c:v>1.5354300658474195E-6</c:v>
                </c:pt>
                <c:pt idx="3212">
                  <c:v>0</c:v>
                </c:pt>
                <c:pt idx="3213">
                  <c:v>7.3682649839592311E-5</c:v>
                </c:pt>
                <c:pt idx="3214">
                  <c:v>2.2118988156787049E-5</c:v>
                </c:pt>
                <c:pt idx="3215">
                  <c:v>1.9464711490952206E-5</c:v>
                </c:pt>
                <c:pt idx="3216">
                  <c:v>7.7030191373149396E-5</c:v>
                </c:pt>
                <c:pt idx="3217">
                  <c:v>4.7778010027699145E-7</c:v>
                </c:pt>
                <c:pt idx="3218">
                  <c:v>6.4527104976830689E-6</c:v>
                </c:pt>
                <c:pt idx="3219">
                  <c:v>3.4591524590015719E-7</c:v>
                </c:pt>
                <c:pt idx="3220">
                  <c:v>1.0376065763946485E-4</c:v>
                </c:pt>
                <c:pt idx="3221">
                  <c:v>9.4710068230790355E-5</c:v>
                </c:pt>
                <c:pt idx="3222">
                  <c:v>0</c:v>
                </c:pt>
                <c:pt idx="3223">
                  <c:v>8.7753887316544346E-4</c:v>
                </c:pt>
                <c:pt idx="3224">
                  <c:v>0</c:v>
                </c:pt>
                <c:pt idx="3225">
                  <c:v>4.2236359961790456E-7</c:v>
                </c:pt>
                <c:pt idx="3226">
                  <c:v>0</c:v>
                </c:pt>
                <c:pt idx="3227">
                  <c:v>2.6271251196289189E-5</c:v>
                </c:pt>
                <c:pt idx="3228">
                  <c:v>6.746922023031395E-6</c:v>
                </c:pt>
                <c:pt idx="3229">
                  <c:v>5.4449677120131139E-6</c:v>
                </c:pt>
                <c:pt idx="3230">
                  <c:v>4.6113905316127496E-6</c:v>
                </c:pt>
                <c:pt idx="3231">
                  <c:v>3.5030836952308899E-5</c:v>
                </c:pt>
                <c:pt idx="3232">
                  <c:v>5.3149908352110294E-5</c:v>
                </c:pt>
                <c:pt idx="3233">
                  <c:v>0</c:v>
                </c:pt>
                <c:pt idx="3234">
                  <c:v>1.1204313646085066E-5</c:v>
                </c:pt>
                <c:pt idx="3235">
                  <c:v>2.1557211185172466E-5</c:v>
                </c:pt>
                <c:pt idx="3236">
                  <c:v>4.7528826474100538E-6</c:v>
                </c:pt>
                <c:pt idx="3237">
                  <c:v>8.1238959887144203E-6</c:v>
                </c:pt>
                <c:pt idx="3238">
                  <c:v>2.9746937481906576E-6</c:v>
                </c:pt>
                <c:pt idx="3239">
                  <c:v>5.6116011612739195E-5</c:v>
                </c:pt>
                <c:pt idx="3240">
                  <c:v>5.2872200528311381E-5</c:v>
                </c:pt>
                <c:pt idx="3241">
                  <c:v>0</c:v>
                </c:pt>
                <c:pt idx="3242">
                  <c:v>0</c:v>
                </c:pt>
                <c:pt idx="3243">
                  <c:v>2.2960513290199671E-5</c:v>
                </c:pt>
                <c:pt idx="3244">
                  <c:v>0</c:v>
                </c:pt>
                <c:pt idx="3245">
                  <c:v>1.5720680377916569E-5</c:v>
                </c:pt>
                <c:pt idx="3246">
                  <c:v>1.9403880664799024E-5</c:v>
                </c:pt>
                <c:pt idx="3247">
                  <c:v>3.5139396530802395E-6</c:v>
                </c:pt>
                <c:pt idx="3248">
                  <c:v>2.6478287251719751E-3</c:v>
                </c:pt>
                <c:pt idx="3249">
                  <c:v>1.3774720846324517E-6</c:v>
                </c:pt>
                <c:pt idx="3250">
                  <c:v>0</c:v>
                </c:pt>
                <c:pt idx="3251">
                  <c:v>1.4747003692131547E-5</c:v>
                </c:pt>
                <c:pt idx="3252">
                  <c:v>0</c:v>
                </c:pt>
                <c:pt idx="3253">
                  <c:v>0</c:v>
                </c:pt>
                <c:pt idx="3254">
                  <c:v>0</c:v>
                </c:pt>
                <c:pt idx="3255">
                  <c:v>8.0892581729272894E-6</c:v>
                </c:pt>
                <c:pt idx="3256">
                  <c:v>0</c:v>
                </c:pt>
                <c:pt idx="3257">
                  <c:v>5.0004890148432518E-6</c:v>
                </c:pt>
                <c:pt idx="3258">
                  <c:v>0</c:v>
                </c:pt>
                <c:pt idx="3259">
                  <c:v>0</c:v>
                </c:pt>
                <c:pt idx="3260">
                  <c:v>3.9611460048060421E-5</c:v>
                </c:pt>
                <c:pt idx="3261">
                  <c:v>4.9769810973444903E-6</c:v>
                </c:pt>
                <c:pt idx="3262">
                  <c:v>2.4452569586368256E-3</c:v>
                </c:pt>
                <c:pt idx="3263">
                  <c:v>0</c:v>
                </c:pt>
                <c:pt idx="3264">
                  <c:v>4.0952580023742153E-7</c:v>
                </c:pt>
                <c:pt idx="3265">
                  <c:v>1.6921066031787898E-6</c:v>
                </c:pt>
                <c:pt idx="3266">
                  <c:v>0</c:v>
                </c:pt>
                <c:pt idx="3267">
                  <c:v>1.2840844892233154E-4</c:v>
                </c:pt>
                <c:pt idx="3268">
                  <c:v>0</c:v>
                </c:pt>
                <c:pt idx="3269">
                  <c:v>0</c:v>
                </c:pt>
                <c:pt idx="3270">
                  <c:v>2.6081220047073207E-5</c:v>
                </c:pt>
                <c:pt idx="3271">
                  <c:v>2.1434952680608687E-6</c:v>
                </c:pt>
                <c:pt idx="3272">
                  <c:v>2.3917276025700236E-5</c:v>
                </c:pt>
                <c:pt idx="3273">
                  <c:v>1.3516954438107506E-4</c:v>
                </c:pt>
                <c:pt idx="3274">
                  <c:v>1.099869292066206E-6</c:v>
                </c:pt>
                <c:pt idx="3275">
                  <c:v>1.1201292254873001E-4</c:v>
                </c:pt>
                <c:pt idx="3276">
                  <c:v>1.9852287822171223E-5</c:v>
                </c:pt>
                <c:pt idx="3277">
                  <c:v>1.8609804741559656E-5</c:v>
                </c:pt>
                <c:pt idx="3278">
                  <c:v>4.4348177959879942E-6</c:v>
                </c:pt>
                <c:pt idx="3279">
                  <c:v>2.4241125468862016E-6</c:v>
                </c:pt>
                <c:pt idx="3280">
                  <c:v>1.6025085522556678E-6</c:v>
                </c:pt>
                <c:pt idx="3281">
                  <c:v>4.7603175669237964E-5</c:v>
                </c:pt>
                <c:pt idx="3282">
                  <c:v>3.2576723762221665E-6</c:v>
                </c:pt>
                <c:pt idx="3283">
                  <c:v>1.5970716888732098E-5</c:v>
                </c:pt>
                <c:pt idx="3284">
                  <c:v>1.03961410708419E-6</c:v>
                </c:pt>
                <c:pt idx="3285">
                  <c:v>2.1587213591520683E-5</c:v>
                </c:pt>
                <c:pt idx="3286">
                  <c:v>8.5739810722434698E-6</c:v>
                </c:pt>
                <c:pt idx="3287">
                  <c:v>6.7209471938834341E-6</c:v>
                </c:pt>
                <c:pt idx="3288">
                  <c:v>2.1624503440861391E-3</c:v>
                </c:pt>
                <c:pt idx="3289">
                  <c:v>1.3694274218430929E-4</c:v>
                </c:pt>
                <c:pt idx="3290">
                  <c:v>9.1345076798719789E-7</c:v>
                </c:pt>
                <c:pt idx="3291">
                  <c:v>1.0581203267914451E-6</c:v>
                </c:pt>
                <c:pt idx="3292">
                  <c:v>0</c:v>
                </c:pt>
                <c:pt idx="3293">
                  <c:v>3.7530358851841685E-7</c:v>
                </c:pt>
                <c:pt idx="3294">
                  <c:v>1.0069804804044183E-7</c:v>
                </c:pt>
                <c:pt idx="3295">
                  <c:v>1.2940901141677054E-5</c:v>
                </c:pt>
                <c:pt idx="3296">
                  <c:v>1.846958319105048E-5</c:v>
                </c:pt>
                <c:pt idx="3297">
                  <c:v>3.145973888297044E-6</c:v>
                </c:pt>
                <c:pt idx="3298">
                  <c:v>2.6512739530564343E-5</c:v>
                </c:pt>
                <c:pt idx="3299">
                  <c:v>2.3068419288908687E-5</c:v>
                </c:pt>
                <c:pt idx="3300">
                  <c:v>4.6557492169476704E-5</c:v>
                </c:pt>
                <c:pt idx="3301">
                  <c:v>2.4696657729185316E-6</c:v>
                </c:pt>
                <c:pt idx="3302">
                  <c:v>0</c:v>
                </c:pt>
                <c:pt idx="3303">
                  <c:v>0</c:v>
                </c:pt>
                <c:pt idx="3304">
                  <c:v>6.5149150710609258E-5</c:v>
                </c:pt>
                <c:pt idx="3305">
                  <c:v>6.61194572105545E-5</c:v>
                </c:pt>
                <c:pt idx="3306">
                  <c:v>6.9830626998125422E-6</c:v>
                </c:pt>
                <c:pt idx="3307">
                  <c:v>4.0295136805571516E-5</c:v>
                </c:pt>
                <c:pt idx="3308">
                  <c:v>2.5880218935842084E-5</c:v>
                </c:pt>
                <c:pt idx="3309">
                  <c:v>1.2275763376450079E-4</c:v>
                </c:pt>
                <c:pt idx="3310">
                  <c:v>2.849100834951158E-4</c:v>
                </c:pt>
                <c:pt idx="3311">
                  <c:v>3.5514725081545009E-5</c:v>
                </c:pt>
                <c:pt idx="3312">
                  <c:v>5.8263921940979095E-6</c:v>
                </c:pt>
                <c:pt idx="3313">
                  <c:v>5.9705630247532377E-5</c:v>
                </c:pt>
                <c:pt idx="3314">
                  <c:v>1.4145300606625861E-7</c:v>
                </c:pt>
                <c:pt idx="3315">
                  <c:v>0</c:v>
                </c:pt>
                <c:pt idx="3316">
                  <c:v>1.7163565385746636E-7</c:v>
                </c:pt>
                <c:pt idx="3317">
                  <c:v>2.1005298840685525E-6</c:v>
                </c:pt>
                <c:pt idx="3318">
                  <c:v>2.4391342336763887E-5</c:v>
                </c:pt>
                <c:pt idx="3319">
                  <c:v>6.1598267500152402E-5</c:v>
                </c:pt>
                <c:pt idx="3320">
                  <c:v>8.9623495528677703E-7</c:v>
                </c:pt>
                <c:pt idx="3321">
                  <c:v>3.8403987157656521E-7</c:v>
                </c:pt>
                <c:pt idx="3322">
                  <c:v>1.2678857115255105E-7</c:v>
                </c:pt>
                <c:pt idx="3323">
                  <c:v>0</c:v>
                </c:pt>
                <c:pt idx="3324">
                  <c:v>9.4911532510060705E-6</c:v>
                </c:pt>
                <c:pt idx="3325">
                  <c:v>0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7.0226250138203399E-6</c:v>
                </c:pt>
                <c:pt idx="3330">
                  <c:v>2.9482273146195065E-6</c:v>
                </c:pt>
                <c:pt idx="3331">
                  <c:v>0</c:v>
                </c:pt>
                <c:pt idx="3332">
                  <c:v>1.8854056486710946E-6</c:v>
                </c:pt>
                <c:pt idx="3333">
                  <c:v>1.2608186478531783E-5</c:v>
                </c:pt>
                <c:pt idx="3334">
                  <c:v>2.0699280020928943E-5</c:v>
                </c:pt>
                <c:pt idx="3335">
                  <c:v>6.426104369385276E-7</c:v>
                </c:pt>
                <c:pt idx="3336">
                  <c:v>0</c:v>
                </c:pt>
                <c:pt idx="3337">
                  <c:v>0</c:v>
                </c:pt>
                <c:pt idx="3338">
                  <c:v>3.170211488896742E-4</c:v>
                </c:pt>
                <c:pt idx="3339">
                  <c:v>6.0827982792121551E-7</c:v>
                </c:pt>
                <c:pt idx="3340">
                  <c:v>1.922744366490679E-6</c:v>
                </c:pt>
                <c:pt idx="3341">
                  <c:v>4.2470496305056931E-6</c:v>
                </c:pt>
                <c:pt idx="3342">
                  <c:v>1.0855272503478397E-5</c:v>
                </c:pt>
                <c:pt idx="3343">
                  <c:v>2.8818787255098657E-5</c:v>
                </c:pt>
                <c:pt idx="3344">
                  <c:v>1.0145631647448172E-6</c:v>
                </c:pt>
                <c:pt idx="3345">
                  <c:v>1.0084879362134125E-5</c:v>
                </c:pt>
                <c:pt idx="3346">
                  <c:v>1.4320866347308135E-4</c:v>
                </c:pt>
                <c:pt idx="3347">
                  <c:v>0</c:v>
                </c:pt>
                <c:pt idx="3348">
                  <c:v>4.8640428981267571E-7</c:v>
                </c:pt>
                <c:pt idx="3349">
                  <c:v>7.8267668502874491E-6</c:v>
                </c:pt>
                <c:pt idx="3350">
                  <c:v>9.8474801533087796E-6</c:v>
                </c:pt>
                <c:pt idx="3351">
                  <c:v>1.2131228310619403E-5</c:v>
                </c:pt>
                <c:pt idx="3352">
                  <c:v>1.4096256681085261E-5</c:v>
                </c:pt>
                <c:pt idx="3353">
                  <c:v>7.4618667455116566E-6</c:v>
                </c:pt>
                <c:pt idx="3354">
                  <c:v>9.5878118999405191E-6</c:v>
                </c:pt>
                <c:pt idx="3355">
                  <c:v>3.0385113083490984E-5</c:v>
                </c:pt>
                <c:pt idx="3356">
                  <c:v>2.8182390284558874E-7</c:v>
                </c:pt>
                <c:pt idx="3357">
                  <c:v>5.8376944661226892E-7</c:v>
                </c:pt>
                <c:pt idx="3358">
                  <c:v>3.4040039719188807E-5</c:v>
                </c:pt>
                <c:pt idx="3359">
                  <c:v>1.4142884097979779E-4</c:v>
                </c:pt>
                <c:pt idx="3360">
                  <c:v>1.4757282396288224E-6</c:v>
                </c:pt>
                <c:pt idx="3361">
                  <c:v>8.7277077427116468E-7</c:v>
                </c:pt>
                <c:pt idx="3362">
                  <c:v>1.9872807472684886E-5</c:v>
                </c:pt>
                <c:pt idx="3363">
                  <c:v>1.3821600888134508E-5</c:v>
                </c:pt>
                <c:pt idx="3364">
                  <c:v>3.1267381245975162E-5</c:v>
                </c:pt>
                <c:pt idx="3365">
                  <c:v>2.5324450072831424E-5</c:v>
                </c:pt>
                <c:pt idx="3366">
                  <c:v>2.4763870218483614E-5</c:v>
                </c:pt>
                <c:pt idx="3367">
                  <c:v>3.4825570940062257E-7</c:v>
                </c:pt>
                <c:pt idx="3368">
                  <c:v>1.2318536071141518E-6</c:v>
                </c:pt>
                <c:pt idx="3369">
                  <c:v>4.2047855402229321E-5</c:v>
                </c:pt>
                <c:pt idx="3370">
                  <c:v>4.8829767563879145E-5</c:v>
                </c:pt>
                <c:pt idx="3371">
                  <c:v>1.7462797572467245E-4</c:v>
                </c:pt>
                <c:pt idx="3372">
                  <c:v>1.3351014527971324E-6</c:v>
                </c:pt>
                <c:pt idx="3373">
                  <c:v>2.2576545170978713E-6</c:v>
                </c:pt>
                <c:pt idx="3374">
                  <c:v>1.6188384620162821E-6</c:v>
                </c:pt>
                <c:pt idx="3375">
                  <c:v>0</c:v>
                </c:pt>
                <c:pt idx="3376">
                  <c:v>2.2306951701674056E-6</c:v>
                </c:pt>
                <c:pt idx="3377">
                  <c:v>1.0111368726312317E-6</c:v>
                </c:pt>
                <c:pt idx="3378">
                  <c:v>0</c:v>
                </c:pt>
                <c:pt idx="3379">
                  <c:v>0</c:v>
                </c:pt>
                <c:pt idx="3380">
                  <c:v>0</c:v>
                </c:pt>
                <c:pt idx="3381">
                  <c:v>8.0267056846534298E-7</c:v>
                </c:pt>
                <c:pt idx="3382">
                  <c:v>9.0095676052232832E-6</c:v>
                </c:pt>
                <c:pt idx="3383">
                  <c:v>2.0692566064038291E-6</c:v>
                </c:pt>
                <c:pt idx="3384">
                  <c:v>1.5155679221384794E-7</c:v>
                </c:pt>
                <c:pt idx="3385">
                  <c:v>0</c:v>
                </c:pt>
                <c:pt idx="3386">
                  <c:v>2.0921426751259416E-7</c:v>
                </c:pt>
                <c:pt idx="3387">
                  <c:v>0</c:v>
                </c:pt>
                <c:pt idx="3388">
                  <c:v>1.7317993351942301E-6</c:v>
                </c:pt>
                <c:pt idx="3389">
                  <c:v>0</c:v>
                </c:pt>
                <c:pt idx="3390">
                  <c:v>0</c:v>
                </c:pt>
                <c:pt idx="3391">
                  <c:v>6.5824238548084957E-6</c:v>
                </c:pt>
                <c:pt idx="3392">
                  <c:v>2.3229889414970534E-7</c:v>
                </c:pt>
                <c:pt idx="3393">
                  <c:v>7.7205890452151308E-5</c:v>
                </c:pt>
                <c:pt idx="3394">
                  <c:v>7.171469768628709E-7</c:v>
                </c:pt>
                <c:pt idx="3395">
                  <c:v>6.5863539734735898E-5</c:v>
                </c:pt>
                <c:pt idx="3396">
                  <c:v>0</c:v>
                </c:pt>
                <c:pt idx="3397">
                  <c:v>1.5769888898681693E-6</c:v>
                </c:pt>
                <c:pt idx="3398">
                  <c:v>2.120999165369845E-5</c:v>
                </c:pt>
                <c:pt idx="3399">
                  <c:v>1.750390275066057E-5</c:v>
                </c:pt>
                <c:pt idx="3400">
                  <c:v>1.9036946418666345E-7</c:v>
                </c:pt>
                <c:pt idx="3401">
                  <c:v>4.0582526589792503E-6</c:v>
                </c:pt>
                <c:pt idx="3402">
                  <c:v>2.3896614026892641E-5</c:v>
                </c:pt>
                <c:pt idx="3403">
                  <c:v>8.2417067297780704E-6</c:v>
                </c:pt>
                <c:pt idx="3404">
                  <c:v>2.1836951098559397E-7</c:v>
                </c:pt>
                <c:pt idx="3405">
                  <c:v>4.196935961022243E-6</c:v>
                </c:pt>
                <c:pt idx="3406">
                  <c:v>1.3570562761665571E-4</c:v>
                </c:pt>
                <c:pt idx="3407">
                  <c:v>7.9878144424052494E-5</c:v>
                </c:pt>
                <c:pt idx="3408">
                  <c:v>4.979299566799784E-6</c:v>
                </c:pt>
                <c:pt idx="3409">
                  <c:v>0</c:v>
                </c:pt>
                <c:pt idx="3410">
                  <c:v>0</c:v>
                </c:pt>
                <c:pt idx="3411">
                  <c:v>1.4587102953739703E-5</c:v>
                </c:pt>
                <c:pt idx="3412">
                  <c:v>3.7945490576284494E-5</c:v>
                </c:pt>
                <c:pt idx="3413">
                  <c:v>0</c:v>
                </c:pt>
                <c:pt idx="3414">
                  <c:v>1.6682035540017129E-6</c:v>
                </c:pt>
                <c:pt idx="3415">
                  <c:v>1.0971823149683313E-7</c:v>
                </c:pt>
                <c:pt idx="3416">
                  <c:v>8.4871803639755292E-7</c:v>
                </c:pt>
                <c:pt idx="3417">
                  <c:v>3.8358430826508432E-6</c:v>
                </c:pt>
                <c:pt idx="3418">
                  <c:v>6.0431263240852982E-5</c:v>
                </c:pt>
                <c:pt idx="3419">
                  <c:v>1.3877033702325845E-5</c:v>
                </c:pt>
                <c:pt idx="3420">
                  <c:v>9.3742812843720811E-7</c:v>
                </c:pt>
                <c:pt idx="3421">
                  <c:v>1.4617366652813893E-5</c:v>
                </c:pt>
                <c:pt idx="3422">
                  <c:v>6.0234862099446334E-6</c:v>
                </c:pt>
                <c:pt idx="3423">
                  <c:v>2.6350638438446851E-5</c:v>
                </c:pt>
                <c:pt idx="3424">
                  <c:v>1.2624680791413555E-5</c:v>
                </c:pt>
                <c:pt idx="3425">
                  <c:v>1.1622229313452023E-5</c:v>
                </c:pt>
                <c:pt idx="3426">
                  <c:v>0</c:v>
                </c:pt>
                <c:pt idx="3427">
                  <c:v>8.2135133995365041E-5</c:v>
                </c:pt>
                <c:pt idx="3428">
                  <c:v>1.0701667059421072E-7</c:v>
                </c:pt>
                <c:pt idx="3429">
                  <c:v>1.3677541234293128E-5</c:v>
                </c:pt>
                <c:pt idx="3430">
                  <c:v>1.5215368837606351E-4</c:v>
                </c:pt>
                <c:pt idx="3431">
                  <c:v>2.1972274670272551E-6</c:v>
                </c:pt>
                <c:pt idx="3432">
                  <c:v>0</c:v>
                </c:pt>
                <c:pt idx="3433">
                  <c:v>8.6080048066571234E-5</c:v>
                </c:pt>
                <c:pt idx="3434">
                  <c:v>1.5514822892631004E-5</c:v>
                </c:pt>
                <c:pt idx="3435">
                  <c:v>1.2486931258397741E-7</c:v>
                </c:pt>
                <c:pt idx="3436">
                  <c:v>4.8254828799806308E-5</c:v>
                </c:pt>
                <c:pt idx="3437">
                  <c:v>0</c:v>
                </c:pt>
                <c:pt idx="3438">
                  <c:v>1.1017966331153908E-6</c:v>
                </c:pt>
                <c:pt idx="3439">
                  <c:v>4.5421762132226934E-5</c:v>
                </c:pt>
                <c:pt idx="3440">
                  <c:v>1.0454058849530592E-5</c:v>
                </c:pt>
                <c:pt idx="3441">
                  <c:v>4.1737644684345123E-5</c:v>
                </c:pt>
                <c:pt idx="3442">
                  <c:v>5.3771587999752435E-5</c:v>
                </c:pt>
                <c:pt idx="3443">
                  <c:v>2.0077657455301935E-5</c:v>
                </c:pt>
                <c:pt idx="3444">
                  <c:v>1.5909509004449388E-4</c:v>
                </c:pt>
                <c:pt idx="3445">
                  <c:v>1.1722598602780762E-4</c:v>
                </c:pt>
                <c:pt idx="3446">
                  <c:v>4.7252772109783133E-5</c:v>
                </c:pt>
                <c:pt idx="3447">
                  <c:v>1.6233010635916994E-5</c:v>
                </c:pt>
                <c:pt idx="3448">
                  <c:v>7.7276161531416772E-6</c:v>
                </c:pt>
                <c:pt idx="3449">
                  <c:v>5.3191467934509179E-8</c:v>
                </c:pt>
                <c:pt idx="3450">
                  <c:v>2.8472088088959392E-6</c:v>
                </c:pt>
                <c:pt idx="3451">
                  <c:v>1.6865172385299051E-5</c:v>
                </c:pt>
                <c:pt idx="3452">
                  <c:v>1.1025694621776682E-7</c:v>
                </c:pt>
                <c:pt idx="3453">
                  <c:v>5.0443884500259003E-6</c:v>
                </c:pt>
                <c:pt idx="3454">
                  <c:v>0</c:v>
                </c:pt>
                <c:pt idx="3455">
                  <c:v>3.7846625920817842E-7</c:v>
                </c:pt>
                <c:pt idx="3456">
                  <c:v>5.3680667397707812E-5</c:v>
                </c:pt>
                <c:pt idx="3457">
                  <c:v>6.4342878833864262E-8</c:v>
                </c:pt>
                <c:pt idx="3458">
                  <c:v>1.9145235417256866E-5</c:v>
                </c:pt>
                <c:pt idx="3459">
                  <c:v>4.6767169484964178E-6</c:v>
                </c:pt>
                <c:pt idx="3460">
                  <c:v>4.5586687763270828E-5</c:v>
                </c:pt>
                <c:pt idx="3461">
                  <c:v>1.0738029761734939E-7</c:v>
                </c:pt>
                <c:pt idx="3462">
                  <c:v>2.0173285676613426E-5</c:v>
                </c:pt>
                <c:pt idx="3463">
                  <c:v>2.6944210488531398E-5</c:v>
                </c:pt>
                <c:pt idx="3464">
                  <c:v>6.0420277717042852E-5</c:v>
                </c:pt>
                <c:pt idx="3465">
                  <c:v>5.8766810489687448E-5</c:v>
                </c:pt>
                <c:pt idx="3466">
                  <c:v>0</c:v>
                </c:pt>
                <c:pt idx="3467">
                  <c:v>0</c:v>
                </c:pt>
                <c:pt idx="3468">
                  <c:v>8.2112992856150148E-5</c:v>
                </c:pt>
                <c:pt idx="3469">
                  <c:v>0</c:v>
                </c:pt>
                <c:pt idx="3470">
                  <c:v>1.1870835971639709E-6</c:v>
                </c:pt>
                <c:pt idx="3471">
                  <c:v>1.1322183888916885E-6</c:v>
                </c:pt>
                <c:pt idx="3472">
                  <c:v>0</c:v>
                </c:pt>
                <c:pt idx="3473">
                  <c:v>3.6148143196566448E-5</c:v>
                </c:pt>
                <c:pt idx="3474">
                  <c:v>2.9996772430019884E-6</c:v>
                </c:pt>
                <c:pt idx="3475">
                  <c:v>9.3891281030042957E-7</c:v>
                </c:pt>
                <c:pt idx="3476">
                  <c:v>0</c:v>
                </c:pt>
                <c:pt idx="3477">
                  <c:v>1.1778610304650683E-5</c:v>
                </c:pt>
                <c:pt idx="3478">
                  <c:v>4.2964708336363594E-5</c:v>
                </c:pt>
                <c:pt idx="3479">
                  <c:v>0</c:v>
                </c:pt>
                <c:pt idx="3480">
                  <c:v>0</c:v>
                </c:pt>
                <c:pt idx="3481">
                  <c:v>6.7366994139055953E-5</c:v>
                </c:pt>
                <c:pt idx="3482">
                  <c:v>1.4272668249799888E-7</c:v>
                </c:pt>
                <c:pt idx="3483">
                  <c:v>0</c:v>
                </c:pt>
                <c:pt idx="3484">
                  <c:v>2.4497088777838425E-7</c:v>
                </c:pt>
                <c:pt idx="3485">
                  <c:v>5.886660947086584E-4</c:v>
                </c:pt>
                <c:pt idx="3486">
                  <c:v>4.9304005828583914E-5</c:v>
                </c:pt>
                <c:pt idx="3487">
                  <c:v>4.738845311140621E-6</c:v>
                </c:pt>
                <c:pt idx="3488">
                  <c:v>3.4327130771493354E-6</c:v>
                </c:pt>
                <c:pt idx="3489">
                  <c:v>1.8456710723028931E-6</c:v>
                </c:pt>
                <c:pt idx="3490">
                  <c:v>8.0534362389786326E-8</c:v>
                </c:pt>
                <c:pt idx="3491">
                  <c:v>0</c:v>
                </c:pt>
                <c:pt idx="3492">
                  <c:v>4.8822692890530468E-6</c:v>
                </c:pt>
                <c:pt idx="3493">
                  <c:v>9.7210669753327227E-7</c:v>
                </c:pt>
                <c:pt idx="3494">
                  <c:v>3.6378176835090066E-3</c:v>
                </c:pt>
                <c:pt idx="3495">
                  <c:v>7.9655918344641752E-4</c:v>
                </c:pt>
                <c:pt idx="3496">
                  <c:v>1.3201174145612412E-3</c:v>
                </c:pt>
                <c:pt idx="3497">
                  <c:v>0</c:v>
                </c:pt>
                <c:pt idx="3498">
                  <c:v>3.0791505156656492E-5</c:v>
                </c:pt>
                <c:pt idx="3499">
                  <c:v>0</c:v>
                </c:pt>
                <c:pt idx="3500">
                  <c:v>5.8429167786252298E-6</c:v>
                </c:pt>
                <c:pt idx="3501">
                  <c:v>4.9409836971173897E-6</c:v>
                </c:pt>
                <c:pt idx="3502">
                  <c:v>3.4193853085732646E-5</c:v>
                </c:pt>
                <c:pt idx="3503">
                  <c:v>8.3932627353264361E-6</c:v>
                </c:pt>
                <c:pt idx="3504">
                  <c:v>1.2408817239503921E-5</c:v>
                </c:pt>
                <c:pt idx="3505">
                  <c:v>1.7821764510773307E-4</c:v>
                </c:pt>
                <c:pt idx="3506">
                  <c:v>7.9606492335664175E-7</c:v>
                </c:pt>
                <c:pt idx="3507">
                  <c:v>2.6171350241071982E-5</c:v>
                </c:pt>
                <c:pt idx="3508">
                  <c:v>6.7971182427298311E-6</c:v>
                </c:pt>
                <c:pt idx="3509">
                  <c:v>5.5684225301326497E-6</c:v>
                </c:pt>
                <c:pt idx="3510">
                  <c:v>0</c:v>
                </c:pt>
                <c:pt idx="3511">
                  <c:v>5.9800411464017015E-6</c:v>
                </c:pt>
                <c:pt idx="3512">
                  <c:v>2.9728617892016389E-6</c:v>
                </c:pt>
                <c:pt idx="3513">
                  <c:v>1.7911978851427941E-4</c:v>
                </c:pt>
                <c:pt idx="3514">
                  <c:v>3.0701400108662032E-5</c:v>
                </c:pt>
                <c:pt idx="3515">
                  <c:v>4.7966173518060124E-5</c:v>
                </c:pt>
                <c:pt idx="3516">
                  <c:v>2.8290724416869914E-4</c:v>
                </c:pt>
                <c:pt idx="3517">
                  <c:v>2.6038224767667429E-6</c:v>
                </c:pt>
                <c:pt idx="3518">
                  <c:v>2.3966927901302986E-4</c:v>
                </c:pt>
                <c:pt idx="3519">
                  <c:v>1.198181817899022E-5</c:v>
                </c:pt>
                <c:pt idx="3520">
                  <c:v>1.4760299600806174E-5</c:v>
                </c:pt>
                <c:pt idx="3521">
                  <c:v>5.2413679650524053E-5</c:v>
                </c:pt>
                <c:pt idx="3522">
                  <c:v>1.2352926168635462E-4</c:v>
                </c:pt>
                <c:pt idx="3523">
                  <c:v>7.4852215710061989E-6</c:v>
                </c:pt>
                <c:pt idx="3524">
                  <c:v>9.4778181898737466E-5</c:v>
                </c:pt>
                <c:pt idx="3525">
                  <c:v>8.7291053899069359E-5</c:v>
                </c:pt>
                <c:pt idx="3526">
                  <c:v>6.1773947537671961E-6</c:v>
                </c:pt>
                <c:pt idx="3527">
                  <c:v>1.1123004857628577E-7</c:v>
                </c:pt>
                <c:pt idx="3528">
                  <c:v>1.9322109998790599E-5</c:v>
                </c:pt>
                <c:pt idx="3529">
                  <c:v>6.5906783955608306E-6</c:v>
                </c:pt>
                <c:pt idx="3530">
                  <c:v>4.2539837774336924E-5</c:v>
                </c:pt>
                <c:pt idx="3531">
                  <c:v>8.6126108353795292E-6</c:v>
                </c:pt>
                <c:pt idx="3532">
                  <c:v>2.8145262371310827E-6</c:v>
                </c:pt>
                <c:pt idx="3533">
                  <c:v>0</c:v>
                </c:pt>
                <c:pt idx="3534">
                  <c:v>0</c:v>
                </c:pt>
                <c:pt idx="3535">
                  <c:v>1.050344526349443E-5</c:v>
                </c:pt>
                <c:pt idx="3536">
                  <c:v>3.1415903812741266E-5</c:v>
                </c:pt>
                <c:pt idx="3537">
                  <c:v>5.9748997019118299E-6</c:v>
                </c:pt>
                <c:pt idx="3538">
                  <c:v>2.1728369961121494E-5</c:v>
                </c:pt>
                <c:pt idx="3539">
                  <c:v>8.4635843807214241E-6</c:v>
                </c:pt>
                <c:pt idx="3540">
                  <c:v>0</c:v>
                </c:pt>
                <c:pt idx="3541">
                  <c:v>9.0243796569398204E-8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8.8685663170402906E-6</c:v>
                </c:pt>
                <c:pt idx="3546">
                  <c:v>0</c:v>
                </c:pt>
                <c:pt idx="3547">
                  <c:v>2.1451716199389083E-5</c:v>
                </c:pt>
                <c:pt idx="3548">
                  <c:v>0</c:v>
                </c:pt>
                <c:pt idx="3549">
                  <c:v>1.1899061464778783E-6</c:v>
                </c:pt>
                <c:pt idx="3550">
                  <c:v>3.2522156066469138E-6</c:v>
                </c:pt>
                <c:pt idx="3551">
                  <c:v>0</c:v>
                </c:pt>
                <c:pt idx="3552">
                  <c:v>5.3877654477481275E-6</c:v>
                </c:pt>
                <c:pt idx="3553">
                  <c:v>6.803399408102676E-6</c:v>
                </c:pt>
                <c:pt idx="3554">
                  <c:v>0</c:v>
                </c:pt>
                <c:pt idx="3555">
                  <c:v>8.5368538615080061E-6</c:v>
                </c:pt>
                <c:pt idx="3556">
                  <c:v>3.2623241713828502E-7</c:v>
                </c:pt>
                <c:pt idx="3557">
                  <c:v>8.1880272426685763E-8</c:v>
                </c:pt>
                <c:pt idx="3558">
                  <c:v>0</c:v>
                </c:pt>
                <c:pt idx="3559">
                  <c:v>0</c:v>
                </c:pt>
                <c:pt idx="3560">
                  <c:v>0</c:v>
                </c:pt>
                <c:pt idx="3561">
                  <c:v>8.6291882653501746E-8</c:v>
                </c:pt>
                <c:pt idx="3562">
                  <c:v>0</c:v>
                </c:pt>
                <c:pt idx="3563">
                  <c:v>2.8643366273351608E-5</c:v>
                </c:pt>
                <c:pt idx="3564">
                  <c:v>2.8337210097752011E-6</c:v>
                </c:pt>
                <c:pt idx="3565">
                  <c:v>6.2856461054151545E-5</c:v>
                </c:pt>
                <c:pt idx="3566">
                  <c:v>0</c:v>
                </c:pt>
                <c:pt idx="3567">
                  <c:v>8.0129843365047521E-6</c:v>
                </c:pt>
                <c:pt idx="3568">
                  <c:v>6.1491965580416931E-5</c:v>
                </c:pt>
                <c:pt idx="3569">
                  <c:v>1.6106460431103157E-4</c:v>
                </c:pt>
                <c:pt idx="3570">
                  <c:v>4.2966763179174759E-6</c:v>
                </c:pt>
                <c:pt idx="3571">
                  <c:v>1.9220255103867577E-7</c:v>
                </c:pt>
                <c:pt idx="3572">
                  <c:v>1.8214957910296961E-5</c:v>
                </c:pt>
                <c:pt idx="3573">
                  <c:v>0</c:v>
                </c:pt>
                <c:pt idx="3574">
                  <c:v>5.0980427997123443E-5</c:v>
                </c:pt>
                <c:pt idx="3575">
                  <c:v>8.5166869960880069E-7</c:v>
                </c:pt>
                <c:pt idx="3576">
                  <c:v>4.1402198374527624E-6</c:v>
                </c:pt>
                <c:pt idx="3577">
                  <c:v>5.2415645950030708E-6</c:v>
                </c:pt>
                <c:pt idx="3578">
                  <c:v>0</c:v>
                </c:pt>
                <c:pt idx="3579">
                  <c:v>1.8976618067339663E-6</c:v>
                </c:pt>
                <c:pt idx="3580">
                  <c:v>2.4738043749423693E-5</c:v>
                </c:pt>
                <c:pt idx="3581">
                  <c:v>0</c:v>
                </c:pt>
                <c:pt idx="3582">
                  <c:v>0</c:v>
                </c:pt>
                <c:pt idx="3583">
                  <c:v>0</c:v>
                </c:pt>
                <c:pt idx="3584">
                  <c:v>2.4776310914363985E-5</c:v>
                </c:pt>
                <c:pt idx="3585">
                  <c:v>0</c:v>
                </c:pt>
                <c:pt idx="3586">
                  <c:v>0</c:v>
                </c:pt>
                <c:pt idx="3587">
                  <c:v>0</c:v>
                </c:pt>
                <c:pt idx="3588">
                  <c:v>2.5350928916827774E-6</c:v>
                </c:pt>
                <c:pt idx="3589">
                  <c:v>0</c:v>
                </c:pt>
                <c:pt idx="3590">
                  <c:v>0</c:v>
                </c:pt>
                <c:pt idx="3591">
                  <c:v>1.0189159966656782E-4</c:v>
                </c:pt>
                <c:pt idx="3592">
                  <c:v>3.5619330234443258E-5</c:v>
                </c:pt>
                <c:pt idx="3593">
                  <c:v>0</c:v>
                </c:pt>
                <c:pt idx="3594">
                  <c:v>2.0937682716101288E-7</c:v>
                </c:pt>
                <c:pt idx="3595">
                  <c:v>0</c:v>
                </c:pt>
                <c:pt idx="3596">
                  <c:v>6.8392887450818158E-6</c:v>
                </c:pt>
                <c:pt idx="3597">
                  <c:v>1.4202448967399955E-5</c:v>
                </c:pt>
                <c:pt idx="3598">
                  <c:v>0</c:v>
                </c:pt>
                <c:pt idx="3599">
                  <c:v>3.0651982333270306E-4</c:v>
                </c:pt>
                <c:pt idx="3600">
                  <c:v>5.9007586107202173E-5</c:v>
                </c:pt>
                <c:pt idx="3601">
                  <c:v>1.9412087016377986E-4</c:v>
                </c:pt>
                <c:pt idx="3602">
                  <c:v>1.4191689880020707E-4</c:v>
                </c:pt>
                <c:pt idx="3603">
                  <c:v>0</c:v>
                </c:pt>
                <c:pt idx="3604">
                  <c:v>3.5765552769481406E-5</c:v>
                </c:pt>
                <c:pt idx="3605">
                  <c:v>0</c:v>
                </c:pt>
                <c:pt idx="3606">
                  <c:v>0</c:v>
                </c:pt>
                <c:pt idx="3607">
                  <c:v>5.1544141423120834E-6</c:v>
                </c:pt>
                <c:pt idx="3608">
                  <c:v>3.0184800151770855E-5</c:v>
                </c:pt>
                <c:pt idx="3609">
                  <c:v>0</c:v>
                </c:pt>
                <c:pt idx="3610">
                  <c:v>5.3331479764153123E-6</c:v>
                </c:pt>
                <c:pt idx="3611">
                  <c:v>2.0269715050689353E-5</c:v>
                </c:pt>
                <c:pt idx="3612">
                  <c:v>6.0960334754073547E-5</c:v>
                </c:pt>
                <c:pt idx="3613">
                  <c:v>1.0042026882410481E-4</c:v>
                </c:pt>
                <c:pt idx="3614">
                  <c:v>0</c:v>
                </c:pt>
                <c:pt idx="3615">
                  <c:v>0</c:v>
                </c:pt>
                <c:pt idx="3616">
                  <c:v>0</c:v>
                </c:pt>
                <c:pt idx="3617">
                  <c:v>1.306167220398966E-5</c:v>
                </c:pt>
                <c:pt idx="3618">
                  <c:v>0</c:v>
                </c:pt>
                <c:pt idx="3619">
                  <c:v>0</c:v>
                </c:pt>
                <c:pt idx="3620">
                  <c:v>0</c:v>
                </c:pt>
                <c:pt idx="3621">
                  <c:v>4.0673191608020369E-6</c:v>
                </c:pt>
                <c:pt idx="3622">
                  <c:v>2.6610995353507896E-5</c:v>
                </c:pt>
                <c:pt idx="3623">
                  <c:v>1.8469360970268806E-7</c:v>
                </c:pt>
                <c:pt idx="3624">
                  <c:v>2.0760043879458141E-3</c:v>
                </c:pt>
                <c:pt idx="3625">
                  <c:v>1.8331154867770245E-6</c:v>
                </c:pt>
                <c:pt idx="3626">
                  <c:v>1.4178737014309742E-5</c:v>
                </c:pt>
                <c:pt idx="3627">
                  <c:v>0</c:v>
                </c:pt>
                <c:pt idx="3628">
                  <c:v>0</c:v>
                </c:pt>
                <c:pt idx="3629">
                  <c:v>2.6450844324537146E-6</c:v>
                </c:pt>
                <c:pt idx="3630">
                  <c:v>0</c:v>
                </c:pt>
                <c:pt idx="3631">
                  <c:v>2.4858669424005783E-6</c:v>
                </c:pt>
                <c:pt idx="3632">
                  <c:v>2.6475550001867288E-4</c:v>
                </c:pt>
                <c:pt idx="3633">
                  <c:v>7.6755883454468347E-5</c:v>
                </c:pt>
                <c:pt idx="3634">
                  <c:v>0</c:v>
                </c:pt>
                <c:pt idx="3635">
                  <c:v>0</c:v>
                </c:pt>
                <c:pt idx="3636">
                  <c:v>0</c:v>
                </c:pt>
                <c:pt idx="3637">
                  <c:v>0</c:v>
                </c:pt>
                <c:pt idx="3638">
                  <c:v>0</c:v>
                </c:pt>
                <c:pt idx="3639">
                  <c:v>3.0955412182904915E-4</c:v>
                </c:pt>
                <c:pt idx="3640">
                  <c:v>0</c:v>
                </c:pt>
                <c:pt idx="3641">
                  <c:v>4.0944610210264303E-5</c:v>
                </c:pt>
                <c:pt idx="3642">
                  <c:v>4.8465463409392571E-6</c:v>
                </c:pt>
                <c:pt idx="3643">
                  <c:v>3.3528469735405946E-6</c:v>
                </c:pt>
                <c:pt idx="3644">
                  <c:v>0</c:v>
                </c:pt>
                <c:pt idx="3645">
                  <c:v>2.0390142657855174E-4</c:v>
                </c:pt>
                <c:pt idx="3646">
                  <c:v>2.2967084224049362E-6</c:v>
                </c:pt>
                <c:pt idx="3647">
                  <c:v>2.6967948988162031E-6</c:v>
                </c:pt>
                <c:pt idx="3648">
                  <c:v>0</c:v>
                </c:pt>
                <c:pt idx="3649">
                  <c:v>8.2525442931031859E-5</c:v>
                </c:pt>
                <c:pt idx="3650">
                  <c:v>4.5022015598817502E-5</c:v>
                </c:pt>
                <c:pt idx="3651">
                  <c:v>1.0981453590065544E-5</c:v>
                </c:pt>
                <c:pt idx="3652">
                  <c:v>0</c:v>
                </c:pt>
                <c:pt idx="3653">
                  <c:v>0</c:v>
                </c:pt>
                <c:pt idx="3654">
                  <c:v>0</c:v>
                </c:pt>
                <c:pt idx="3655">
                  <c:v>5.8351662311871638E-8</c:v>
                </c:pt>
                <c:pt idx="3656">
                  <c:v>1.7013149669493873E-6</c:v>
                </c:pt>
                <c:pt idx="3657">
                  <c:v>1.1442062530853772E-5</c:v>
                </c:pt>
                <c:pt idx="3658">
                  <c:v>2.1465606652188875E-4</c:v>
                </c:pt>
                <c:pt idx="3659">
                  <c:v>0</c:v>
                </c:pt>
                <c:pt idx="3660">
                  <c:v>3.0209414412132601E-7</c:v>
                </c:pt>
                <c:pt idx="3661">
                  <c:v>7.7949038113328196E-6</c:v>
                </c:pt>
                <c:pt idx="3662">
                  <c:v>2.7837600883907434E-7</c:v>
                </c:pt>
                <c:pt idx="3663">
                  <c:v>3.138880883166619E-3</c:v>
                </c:pt>
                <c:pt idx="3664">
                  <c:v>8.0693677190157562E-6</c:v>
                </c:pt>
                <c:pt idx="3665">
                  <c:v>0</c:v>
                </c:pt>
                <c:pt idx="3666">
                  <c:v>1.3764426584779203E-5</c:v>
                </c:pt>
                <c:pt idx="3667">
                  <c:v>1.6102277537816062E-5</c:v>
                </c:pt>
                <c:pt idx="3668">
                  <c:v>5.6052660762850534E-6</c:v>
                </c:pt>
                <c:pt idx="3669">
                  <c:v>1.3535556107675856E-5</c:v>
                </c:pt>
                <c:pt idx="3670">
                  <c:v>6.037607965292735E-6</c:v>
                </c:pt>
                <c:pt idx="3671">
                  <c:v>3.631643888897885E-6</c:v>
                </c:pt>
                <c:pt idx="3672">
                  <c:v>7.9762521060642329E-6</c:v>
                </c:pt>
                <c:pt idx="3673">
                  <c:v>9.144714098909361E-6</c:v>
                </c:pt>
                <c:pt idx="3674">
                  <c:v>4.6454491219111996E-5</c:v>
                </c:pt>
                <c:pt idx="3675">
                  <c:v>9.5459303435908766E-6</c:v>
                </c:pt>
                <c:pt idx="3676">
                  <c:v>2.2979077022986622E-7</c:v>
                </c:pt>
                <c:pt idx="3677">
                  <c:v>2.4247268436372846E-7</c:v>
                </c:pt>
                <c:pt idx="3678">
                  <c:v>2.0095916895718269E-6</c:v>
                </c:pt>
                <c:pt idx="3679">
                  <c:v>0</c:v>
                </c:pt>
                <c:pt idx="3680">
                  <c:v>1.0778719062248839E-6</c:v>
                </c:pt>
                <c:pt idx="3681">
                  <c:v>0</c:v>
                </c:pt>
                <c:pt idx="3682">
                  <c:v>1.768162575828233E-7</c:v>
                </c:pt>
                <c:pt idx="3683">
                  <c:v>6.7062166111277312E-7</c:v>
                </c:pt>
                <c:pt idx="3684">
                  <c:v>7.9489078630154186E-7</c:v>
                </c:pt>
                <c:pt idx="3685">
                  <c:v>0</c:v>
                </c:pt>
                <c:pt idx="3686">
                  <c:v>6.2521572286826648E-6</c:v>
                </c:pt>
                <c:pt idx="3687">
                  <c:v>0</c:v>
                </c:pt>
                <c:pt idx="3688">
                  <c:v>2.8190496008958621E-4</c:v>
                </c:pt>
                <c:pt idx="3689">
                  <c:v>3.8338939753934154E-7</c:v>
                </c:pt>
                <c:pt idx="3690">
                  <c:v>1.0526092834227361E-6</c:v>
                </c:pt>
                <c:pt idx="3691">
                  <c:v>1.1789223974334681E-5</c:v>
                </c:pt>
                <c:pt idx="3692">
                  <c:v>1.5214858540249301E-4</c:v>
                </c:pt>
                <c:pt idx="3693">
                  <c:v>5.4328221079883779E-6</c:v>
                </c:pt>
                <c:pt idx="3694">
                  <c:v>0</c:v>
                </c:pt>
                <c:pt idx="3695">
                  <c:v>5.3184469057149232E-5</c:v>
                </c:pt>
                <c:pt idx="3696">
                  <c:v>0</c:v>
                </c:pt>
                <c:pt idx="3697">
                  <c:v>8.6484654637976715E-5</c:v>
                </c:pt>
                <c:pt idx="3698">
                  <c:v>5.6409489950884589E-7</c:v>
                </c:pt>
                <c:pt idx="3699">
                  <c:v>3.7111121484407188E-6</c:v>
                </c:pt>
                <c:pt idx="3700">
                  <c:v>0</c:v>
                </c:pt>
                <c:pt idx="3701">
                  <c:v>3.3376336066466704E-6</c:v>
                </c:pt>
                <c:pt idx="3702">
                  <c:v>4.8994177555676925E-7</c:v>
                </c:pt>
                <c:pt idx="3703">
                  <c:v>2.0464313313939492E-4</c:v>
                </c:pt>
                <c:pt idx="3704">
                  <c:v>6.7717255807023249E-6</c:v>
                </c:pt>
                <c:pt idx="3705">
                  <c:v>0</c:v>
                </c:pt>
                <c:pt idx="3706">
                  <c:v>3.1236627885188156E-7</c:v>
                </c:pt>
                <c:pt idx="3707">
                  <c:v>4.1341411581692268E-8</c:v>
                </c:pt>
                <c:pt idx="3708">
                  <c:v>0</c:v>
                </c:pt>
                <c:pt idx="3709">
                  <c:v>9.4787730446912645E-7</c:v>
                </c:pt>
                <c:pt idx="3710">
                  <c:v>0</c:v>
                </c:pt>
                <c:pt idx="3711">
                  <c:v>3.6823297524998753E-7</c:v>
                </c:pt>
                <c:pt idx="3712">
                  <c:v>8.63322372183017E-6</c:v>
                </c:pt>
                <c:pt idx="3713">
                  <c:v>2.3875238325763693E-5</c:v>
                </c:pt>
                <c:pt idx="3714">
                  <c:v>6.959400220976835E-6</c:v>
                </c:pt>
                <c:pt idx="3715">
                  <c:v>1.3153386731806302E-4</c:v>
                </c:pt>
                <c:pt idx="3716">
                  <c:v>5.462188713977487E-6</c:v>
                </c:pt>
                <c:pt idx="3717">
                  <c:v>3.4770061491125496E-6</c:v>
                </c:pt>
                <c:pt idx="3718">
                  <c:v>2.3919067581956835E-5</c:v>
                </c:pt>
                <c:pt idx="3719">
                  <c:v>0</c:v>
                </c:pt>
                <c:pt idx="3720">
                  <c:v>0</c:v>
                </c:pt>
                <c:pt idx="3721">
                  <c:v>1.9990205975980916E-7</c:v>
                </c:pt>
                <c:pt idx="3722">
                  <c:v>2.6010422447511817E-7</c:v>
                </c:pt>
                <c:pt idx="3723">
                  <c:v>1.4895214784514741E-6</c:v>
                </c:pt>
                <c:pt idx="3724">
                  <c:v>0</c:v>
                </c:pt>
                <c:pt idx="3725">
                  <c:v>0</c:v>
                </c:pt>
                <c:pt idx="3726">
                  <c:v>4.5860160329404034E-5</c:v>
                </c:pt>
                <c:pt idx="3727">
                  <c:v>9.2162576855783724E-5</c:v>
                </c:pt>
                <c:pt idx="3728">
                  <c:v>2.7535084323664929E-5</c:v>
                </c:pt>
                <c:pt idx="3729">
                  <c:v>2.6918462432009653E-6</c:v>
                </c:pt>
                <c:pt idx="3730">
                  <c:v>9.1572715186754618E-7</c:v>
                </c:pt>
                <c:pt idx="3731">
                  <c:v>7.8696892521230703E-6</c:v>
                </c:pt>
                <c:pt idx="3732">
                  <c:v>2.8564616651832105E-5</c:v>
                </c:pt>
                <c:pt idx="3733">
                  <c:v>8.0039993036501726E-5</c:v>
                </c:pt>
                <c:pt idx="3734">
                  <c:v>1.1486936180120944E-4</c:v>
                </c:pt>
                <c:pt idx="3735">
                  <c:v>0</c:v>
                </c:pt>
                <c:pt idx="3736">
                  <c:v>9.8376990290413678E-6</c:v>
                </c:pt>
                <c:pt idx="3737">
                  <c:v>0</c:v>
                </c:pt>
                <c:pt idx="3738">
                  <c:v>1.7296527933002356E-6</c:v>
                </c:pt>
                <c:pt idx="3739">
                  <c:v>2.634463457951898E-6</c:v>
                </c:pt>
                <c:pt idx="3740">
                  <c:v>2.531129837594581E-5</c:v>
                </c:pt>
                <c:pt idx="3741">
                  <c:v>2.0649504663002256E-5</c:v>
                </c:pt>
                <c:pt idx="3742">
                  <c:v>1.2225861899310073E-4</c:v>
                </c:pt>
                <c:pt idx="3743">
                  <c:v>3.9603376836187097E-6</c:v>
                </c:pt>
                <c:pt idx="3744">
                  <c:v>2.2682489609109626E-6</c:v>
                </c:pt>
                <c:pt idx="3745">
                  <c:v>1.1865028321947193E-5</c:v>
                </c:pt>
                <c:pt idx="3746">
                  <c:v>1.6557005945706073E-5</c:v>
                </c:pt>
                <c:pt idx="3747">
                  <c:v>4.4374771728664445E-6</c:v>
                </c:pt>
                <c:pt idx="3748">
                  <c:v>1.1160849336205467E-5</c:v>
                </c:pt>
                <c:pt idx="3749">
                  <c:v>8.2892981069541014E-6</c:v>
                </c:pt>
                <c:pt idx="3750">
                  <c:v>1.66999232839448E-4</c:v>
                </c:pt>
                <c:pt idx="3751">
                  <c:v>3.1634417664465008E-3</c:v>
                </c:pt>
                <c:pt idx="3752">
                  <c:v>7.8594826495564913E-6</c:v>
                </c:pt>
                <c:pt idx="3753">
                  <c:v>5.3266424342930763E-5</c:v>
                </c:pt>
                <c:pt idx="3754">
                  <c:v>1.438741090472398E-5</c:v>
                </c:pt>
                <c:pt idx="3755">
                  <c:v>0</c:v>
                </c:pt>
                <c:pt idx="3756">
                  <c:v>7.1995260911967972E-6</c:v>
                </c:pt>
                <c:pt idx="3757">
                  <c:v>1.12486632143136E-5</c:v>
                </c:pt>
                <c:pt idx="3758">
                  <c:v>0</c:v>
                </c:pt>
                <c:pt idx="3759">
                  <c:v>0</c:v>
                </c:pt>
                <c:pt idx="3760">
                  <c:v>1.3998336444479061E-5</c:v>
                </c:pt>
                <c:pt idx="3761">
                  <c:v>0</c:v>
                </c:pt>
                <c:pt idx="3762">
                  <c:v>0</c:v>
                </c:pt>
                <c:pt idx="3763">
                  <c:v>0</c:v>
                </c:pt>
                <c:pt idx="3764">
                  <c:v>0</c:v>
                </c:pt>
                <c:pt idx="3765">
                  <c:v>0</c:v>
                </c:pt>
                <c:pt idx="3766">
                  <c:v>1.0900490305299042E-5</c:v>
                </c:pt>
                <c:pt idx="3767">
                  <c:v>1.5451145444737531E-7</c:v>
                </c:pt>
                <c:pt idx="3768">
                  <c:v>1.0105049120858357E-6</c:v>
                </c:pt>
                <c:pt idx="3769">
                  <c:v>0</c:v>
                </c:pt>
                <c:pt idx="3770">
                  <c:v>2.7595286897718624E-7</c:v>
                </c:pt>
                <c:pt idx="3771">
                  <c:v>0</c:v>
                </c:pt>
                <c:pt idx="3772">
                  <c:v>0</c:v>
                </c:pt>
                <c:pt idx="3773">
                  <c:v>0</c:v>
                </c:pt>
                <c:pt idx="3774">
                  <c:v>0</c:v>
                </c:pt>
                <c:pt idx="3775">
                  <c:v>3.8371706921232207E-4</c:v>
                </c:pt>
                <c:pt idx="3776">
                  <c:v>0</c:v>
                </c:pt>
                <c:pt idx="3777">
                  <c:v>1.0671999071533487E-5</c:v>
                </c:pt>
                <c:pt idx="3778">
                  <c:v>0</c:v>
                </c:pt>
                <c:pt idx="3779">
                  <c:v>0</c:v>
                </c:pt>
                <c:pt idx="3780">
                  <c:v>0</c:v>
                </c:pt>
                <c:pt idx="3781">
                  <c:v>4.7109786111227808E-7</c:v>
                </c:pt>
                <c:pt idx="3782">
                  <c:v>0</c:v>
                </c:pt>
                <c:pt idx="3783">
                  <c:v>0</c:v>
                </c:pt>
                <c:pt idx="3784">
                  <c:v>3.5064597177162255E-5</c:v>
                </c:pt>
                <c:pt idx="3785">
                  <c:v>0</c:v>
                </c:pt>
                <c:pt idx="3786">
                  <c:v>4.1234579427118914E-7</c:v>
                </c:pt>
                <c:pt idx="3787">
                  <c:v>0</c:v>
                </c:pt>
                <c:pt idx="3788">
                  <c:v>2.2539768325493667E-5</c:v>
                </c:pt>
                <c:pt idx="3789">
                  <c:v>0</c:v>
                </c:pt>
                <c:pt idx="3790">
                  <c:v>1.7507138073011825E-5</c:v>
                </c:pt>
                <c:pt idx="3791">
                  <c:v>6.9776144922836688E-5</c:v>
                </c:pt>
                <c:pt idx="3792">
                  <c:v>0</c:v>
                </c:pt>
                <c:pt idx="3793">
                  <c:v>7.2968588053699604E-5</c:v>
                </c:pt>
                <c:pt idx="3794">
                  <c:v>5.821838999671479E-6</c:v>
                </c:pt>
                <c:pt idx="3795">
                  <c:v>6.6016653499297409E-6</c:v>
                </c:pt>
                <c:pt idx="3796">
                  <c:v>1.8986903497186466E-6</c:v>
                </c:pt>
                <c:pt idx="3797">
                  <c:v>2.5517800810248349E-6</c:v>
                </c:pt>
                <c:pt idx="3798">
                  <c:v>1.2138186048184093E-5</c:v>
                </c:pt>
                <c:pt idx="3799">
                  <c:v>0</c:v>
                </c:pt>
                <c:pt idx="3800">
                  <c:v>0</c:v>
                </c:pt>
                <c:pt idx="3801">
                  <c:v>1.0364152944470112E-5</c:v>
                </c:pt>
                <c:pt idx="3802">
                  <c:v>1.4276449089071345E-5</c:v>
                </c:pt>
                <c:pt idx="3803">
                  <c:v>3.8829133450491587E-5</c:v>
                </c:pt>
                <c:pt idx="3804">
                  <c:v>1.456291325566769E-7</c:v>
                </c:pt>
                <c:pt idx="3805">
                  <c:v>1.7988406296087008E-4</c:v>
                </c:pt>
                <c:pt idx="3806">
                  <c:v>8.3323964780697025E-6</c:v>
                </c:pt>
                <c:pt idx="3807">
                  <c:v>6.0318535999758122E-5</c:v>
                </c:pt>
                <c:pt idx="3808">
                  <c:v>4.4819392211244919E-6</c:v>
                </c:pt>
                <c:pt idx="3809">
                  <c:v>1.4221920984911681E-5</c:v>
                </c:pt>
                <c:pt idx="3810">
                  <c:v>4.2711062566548347E-6</c:v>
                </c:pt>
                <c:pt idx="3811">
                  <c:v>5.3830265587024334E-6</c:v>
                </c:pt>
                <c:pt idx="3812">
                  <c:v>0</c:v>
                </c:pt>
                <c:pt idx="3813">
                  <c:v>0</c:v>
                </c:pt>
                <c:pt idx="3814">
                  <c:v>1.7996140111198131E-5</c:v>
                </c:pt>
                <c:pt idx="3815">
                  <c:v>4.1204169622263965E-6</c:v>
                </c:pt>
                <c:pt idx="3816">
                  <c:v>3.0796340177854108E-7</c:v>
                </c:pt>
                <c:pt idx="3817">
                  <c:v>2.7027076099482056E-5</c:v>
                </c:pt>
                <c:pt idx="3818">
                  <c:v>2.4014500724991637E-6</c:v>
                </c:pt>
                <c:pt idx="3819">
                  <c:v>0</c:v>
                </c:pt>
                <c:pt idx="3820">
                  <c:v>0</c:v>
                </c:pt>
                <c:pt idx="3821">
                  <c:v>8.3909067432987686E-7</c:v>
                </c:pt>
                <c:pt idx="3822">
                  <c:v>0</c:v>
                </c:pt>
                <c:pt idx="3823">
                  <c:v>0</c:v>
                </c:pt>
                <c:pt idx="3824">
                  <c:v>5.4706375750973495E-7</c:v>
                </c:pt>
                <c:pt idx="3825">
                  <c:v>1.8563752846599603E-6</c:v>
                </c:pt>
                <c:pt idx="3826">
                  <c:v>3.8560232335486392E-6</c:v>
                </c:pt>
                <c:pt idx="3827">
                  <c:v>1.9358331649154008E-7</c:v>
                </c:pt>
                <c:pt idx="3828">
                  <c:v>5.7774282999513902E-6</c:v>
                </c:pt>
                <c:pt idx="3829">
                  <c:v>9.0123069082348875E-6</c:v>
                </c:pt>
                <c:pt idx="3830">
                  <c:v>0</c:v>
                </c:pt>
                <c:pt idx="3831">
                  <c:v>0</c:v>
                </c:pt>
                <c:pt idx="3832">
                  <c:v>0</c:v>
                </c:pt>
                <c:pt idx="3833">
                  <c:v>0</c:v>
                </c:pt>
                <c:pt idx="3834">
                  <c:v>0</c:v>
                </c:pt>
                <c:pt idx="3835">
                  <c:v>0</c:v>
                </c:pt>
                <c:pt idx="3836">
                  <c:v>0</c:v>
                </c:pt>
                <c:pt idx="3837">
                  <c:v>1.2360916355789961E-6</c:v>
                </c:pt>
                <c:pt idx="3838">
                  <c:v>0</c:v>
                </c:pt>
                <c:pt idx="3839">
                  <c:v>0</c:v>
                </c:pt>
                <c:pt idx="3840">
                  <c:v>0</c:v>
                </c:pt>
                <c:pt idx="3841">
                  <c:v>1.2868948229168333E-5</c:v>
                </c:pt>
                <c:pt idx="3842">
                  <c:v>1.8976618067339678E-7</c:v>
                </c:pt>
                <c:pt idx="3843">
                  <c:v>8.9043527982229985E-7</c:v>
                </c:pt>
                <c:pt idx="3844">
                  <c:v>1.2577163872524244E-5</c:v>
                </c:pt>
                <c:pt idx="3845">
                  <c:v>0</c:v>
                </c:pt>
                <c:pt idx="3846">
                  <c:v>2.1943646299366675E-7</c:v>
                </c:pt>
                <c:pt idx="3847">
                  <c:v>7.0664679166841863E-7</c:v>
                </c:pt>
                <c:pt idx="3848">
                  <c:v>0</c:v>
                </c:pt>
                <c:pt idx="3849">
                  <c:v>0</c:v>
                </c:pt>
                <c:pt idx="3850">
                  <c:v>0</c:v>
                </c:pt>
                <c:pt idx="3851">
                  <c:v>0</c:v>
                </c:pt>
                <c:pt idx="3852">
                  <c:v>3.7219333778483901E-7</c:v>
                </c:pt>
                <c:pt idx="3853">
                  <c:v>2.886126132340839E-7</c:v>
                </c:pt>
                <c:pt idx="3854">
                  <c:v>0</c:v>
                </c:pt>
                <c:pt idx="3855">
                  <c:v>5.5447399599443927E-5</c:v>
                </c:pt>
                <c:pt idx="3856">
                  <c:v>1.9653255988703454E-6</c:v>
                </c:pt>
                <c:pt idx="3857">
                  <c:v>1.5128026754033528E-5</c:v>
                </c:pt>
                <c:pt idx="3858">
                  <c:v>0</c:v>
                </c:pt>
                <c:pt idx="3859">
                  <c:v>4.8881156912595813E-5</c:v>
                </c:pt>
                <c:pt idx="3860">
                  <c:v>7.7048413205561725E-5</c:v>
                </c:pt>
                <c:pt idx="3861">
                  <c:v>3.2547812948400348E-5</c:v>
                </c:pt>
                <c:pt idx="3862">
                  <c:v>1.0593116818220445E-7</c:v>
                </c:pt>
                <c:pt idx="3863">
                  <c:v>1.5138650368327091E-7</c:v>
                </c:pt>
                <c:pt idx="3864">
                  <c:v>0</c:v>
                </c:pt>
                <c:pt idx="3865">
                  <c:v>1.0647517425723325E-4</c:v>
                </c:pt>
                <c:pt idx="3866">
                  <c:v>4.1529399430241034E-6</c:v>
                </c:pt>
                <c:pt idx="3867">
                  <c:v>0</c:v>
                </c:pt>
                <c:pt idx="3868">
                  <c:v>9.5671380676024729E-6</c:v>
                </c:pt>
                <c:pt idx="3869">
                  <c:v>4.877248444456536E-7</c:v>
                </c:pt>
                <c:pt idx="3870">
                  <c:v>3.9968118049158089E-5</c:v>
                </c:pt>
                <c:pt idx="3871">
                  <c:v>2.6541437518968954E-6</c:v>
                </c:pt>
                <c:pt idx="3872">
                  <c:v>2.7257376457840585E-5</c:v>
                </c:pt>
                <c:pt idx="3873">
                  <c:v>6.7025029701801615E-6</c:v>
                </c:pt>
                <c:pt idx="3874">
                  <c:v>9.7516631622271727E-6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0</c:v>
                </c:pt>
                <c:pt idx="3881">
                  <c:v>3.753586183701051E-6</c:v>
                </c:pt>
                <c:pt idx="3882">
                  <c:v>0</c:v>
                </c:pt>
                <c:pt idx="3883">
                  <c:v>4.0273746558493714E-6</c:v>
                </c:pt>
                <c:pt idx="3884">
                  <c:v>3.7339673425804709E-6</c:v>
                </c:pt>
                <c:pt idx="3885">
                  <c:v>5.3839755555688862E-7</c:v>
                </c:pt>
                <c:pt idx="3886">
                  <c:v>2.9808404486307868E-6</c:v>
                </c:pt>
                <c:pt idx="3887">
                  <c:v>1.1870835971639709E-6</c:v>
                </c:pt>
                <c:pt idx="3888">
                  <c:v>3.2527900600814765E-6</c:v>
                </c:pt>
                <c:pt idx="3889">
                  <c:v>9.8150587487365766E-6</c:v>
                </c:pt>
                <c:pt idx="3890">
                  <c:v>0</c:v>
                </c:pt>
                <c:pt idx="3891">
                  <c:v>1.673537959664963E-5</c:v>
                </c:pt>
                <c:pt idx="3892">
                  <c:v>2.7561063891079401E-5</c:v>
                </c:pt>
                <c:pt idx="3893">
                  <c:v>8.4146869975308574E-7</c:v>
                </c:pt>
                <c:pt idx="3894">
                  <c:v>2.2681453804497285E-5</c:v>
                </c:pt>
                <c:pt idx="3895">
                  <c:v>6.0056724998509499E-5</c:v>
                </c:pt>
                <c:pt idx="3896">
                  <c:v>0</c:v>
                </c:pt>
                <c:pt idx="3897">
                  <c:v>4.1359893258260994E-6</c:v>
                </c:pt>
                <c:pt idx="3898">
                  <c:v>1.5086854052914491E-5</c:v>
                </c:pt>
                <c:pt idx="3899">
                  <c:v>9.2054277705542024E-6</c:v>
                </c:pt>
                <c:pt idx="3900">
                  <c:v>0</c:v>
                </c:pt>
                <c:pt idx="3901">
                  <c:v>1.4349614208696061E-5</c:v>
                </c:pt>
                <c:pt idx="3902">
                  <c:v>4.7413720215171349E-6</c:v>
                </c:pt>
                <c:pt idx="3903">
                  <c:v>2.5027985438658455E-7</c:v>
                </c:pt>
                <c:pt idx="3904">
                  <c:v>2.7969565343558251E-6</c:v>
                </c:pt>
                <c:pt idx="3905">
                  <c:v>2.6089054518978489E-3</c:v>
                </c:pt>
                <c:pt idx="3906">
                  <c:v>8.316912856673564E-6</c:v>
                </c:pt>
                <c:pt idx="3907">
                  <c:v>1.6381032009496789E-6</c:v>
                </c:pt>
                <c:pt idx="3908">
                  <c:v>1.9650279254097656E-3</c:v>
                </c:pt>
                <c:pt idx="3909">
                  <c:v>0</c:v>
                </c:pt>
                <c:pt idx="3910">
                  <c:v>4.732036625348746E-7</c:v>
                </c:pt>
                <c:pt idx="3911">
                  <c:v>4.8504235780120024E-6</c:v>
                </c:pt>
                <c:pt idx="3912">
                  <c:v>0</c:v>
                </c:pt>
                <c:pt idx="3913">
                  <c:v>1.4198424773702325E-5</c:v>
                </c:pt>
                <c:pt idx="3914">
                  <c:v>0</c:v>
                </c:pt>
                <c:pt idx="3915">
                  <c:v>8.942521345892361E-7</c:v>
                </c:pt>
                <c:pt idx="3916">
                  <c:v>9.3565269637577804E-7</c:v>
                </c:pt>
                <c:pt idx="3917">
                  <c:v>0</c:v>
                </c:pt>
                <c:pt idx="3918">
                  <c:v>0</c:v>
                </c:pt>
                <c:pt idx="3919">
                  <c:v>0</c:v>
                </c:pt>
                <c:pt idx="3920">
                  <c:v>3.858620755726637E-5</c:v>
                </c:pt>
                <c:pt idx="3921">
                  <c:v>5.7168283388858873E-5</c:v>
                </c:pt>
                <c:pt idx="3922">
                  <c:v>0</c:v>
                </c:pt>
                <c:pt idx="3923">
                  <c:v>9.5664136066913702E-5</c:v>
                </c:pt>
                <c:pt idx="3924">
                  <c:v>1.1438822355996284E-6</c:v>
                </c:pt>
                <c:pt idx="3925">
                  <c:v>5.7900295779162653E-8</c:v>
                </c:pt>
                <c:pt idx="3926">
                  <c:v>2.1594994636909812E-6</c:v>
                </c:pt>
                <c:pt idx="3927">
                  <c:v>0</c:v>
                </c:pt>
                <c:pt idx="3928">
                  <c:v>3.9455723248470761E-6</c:v>
                </c:pt>
                <c:pt idx="3929">
                  <c:v>8.4103613157372957E-7</c:v>
                </c:pt>
                <c:pt idx="3930">
                  <c:v>1.1579766434418029E-6</c:v>
                </c:pt>
                <c:pt idx="3931">
                  <c:v>0</c:v>
                </c:pt>
                <c:pt idx="3932">
                  <c:v>0</c:v>
                </c:pt>
                <c:pt idx="3933">
                  <c:v>0</c:v>
                </c:pt>
                <c:pt idx="3934">
                  <c:v>4.6201884869313937E-5</c:v>
                </c:pt>
                <c:pt idx="3935">
                  <c:v>1.6390320223522789E-5</c:v>
                </c:pt>
                <c:pt idx="3936">
                  <c:v>1.6961193559833149E-5</c:v>
                </c:pt>
                <c:pt idx="3937">
                  <c:v>3.0457683318993975E-5</c:v>
                </c:pt>
                <c:pt idx="3938">
                  <c:v>6.5063849040284432E-5</c:v>
                </c:pt>
                <c:pt idx="3939">
                  <c:v>0</c:v>
                </c:pt>
                <c:pt idx="3940">
                  <c:v>4.0015356536807943E-8</c:v>
                </c:pt>
                <c:pt idx="3941">
                  <c:v>9.1843209460198492E-6</c:v>
                </c:pt>
                <c:pt idx="3942">
                  <c:v>3.1635455456924789E-6</c:v>
                </c:pt>
                <c:pt idx="3943">
                  <c:v>2.8045565482665922E-5</c:v>
                </c:pt>
                <c:pt idx="3944">
                  <c:v>6.6023159910783103E-6</c:v>
                </c:pt>
                <c:pt idx="3945">
                  <c:v>0</c:v>
                </c:pt>
                <c:pt idx="3946">
                  <c:v>9.4626788093757596E-6</c:v>
                </c:pt>
                <c:pt idx="3947">
                  <c:v>1.5944850683800186E-6</c:v>
                </c:pt>
                <c:pt idx="3948">
                  <c:v>0</c:v>
                </c:pt>
                <c:pt idx="3949">
                  <c:v>0</c:v>
                </c:pt>
                <c:pt idx="3950">
                  <c:v>0</c:v>
                </c:pt>
                <c:pt idx="3951">
                  <c:v>1.7811858695878706E-6</c:v>
                </c:pt>
                <c:pt idx="3952">
                  <c:v>1.8133780387363598E-7</c:v>
                </c:pt>
                <c:pt idx="3953">
                  <c:v>1.2135358638988981E-5</c:v>
                </c:pt>
                <c:pt idx="3954">
                  <c:v>1.8372816583378799E-6</c:v>
                </c:pt>
                <c:pt idx="3955">
                  <c:v>0</c:v>
                </c:pt>
                <c:pt idx="3956">
                  <c:v>5.0290680861467772E-5</c:v>
                </c:pt>
                <c:pt idx="3957">
                  <c:v>4.8337223446511499E-5</c:v>
                </c:pt>
                <c:pt idx="3958">
                  <c:v>6.9157684175749355E-6</c:v>
                </c:pt>
                <c:pt idx="3959">
                  <c:v>1.4915201654403466E-6</c:v>
                </c:pt>
                <c:pt idx="3960">
                  <c:v>2.3974019266567812E-7</c:v>
                </c:pt>
                <c:pt idx="3961">
                  <c:v>3.1765015910572459E-5</c:v>
                </c:pt>
                <c:pt idx="3962">
                  <c:v>0</c:v>
                </c:pt>
                <c:pt idx="3963">
                  <c:v>2.8727929270386192E-7</c:v>
                </c:pt>
                <c:pt idx="3964">
                  <c:v>6.1507872578940099E-5</c:v>
                </c:pt>
                <c:pt idx="3965">
                  <c:v>3.3025382561952701E-5</c:v>
                </c:pt>
                <c:pt idx="3966">
                  <c:v>8.530530914779416E-6</c:v>
                </c:pt>
                <c:pt idx="3967">
                  <c:v>0</c:v>
                </c:pt>
                <c:pt idx="3968">
                  <c:v>2.2662505036766844E-6</c:v>
                </c:pt>
                <c:pt idx="3969">
                  <c:v>8.8350156247668771E-8</c:v>
                </c:pt>
                <c:pt idx="3970">
                  <c:v>0</c:v>
                </c:pt>
                <c:pt idx="3971">
                  <c:v>4.8035583743772324E-5</c:v>
                </c:pt>
                <c:pt idx="3972">
                  <c:v>7.7901616187287489E-6</c:v>
                </c:pt>
                <c:pt idx="3973">
                  <c:v>3.1556123351030034E-5</c:v>
                </c:pt>
                <c:pt idx="3974">
                  <c:v>3.4974212037581454E-6</c:v>
                </c:pt>
                <c:pt idx="3975">
                  <c:v>1.0025282456004286E-5</c:v>
                </c:pt>
                <c:pt idx="3976">
                  <c:v>7.9856744253213206E-5</c:v>
                </c:pt>
                <c:pt idx="3977">
                  <c:v>9.5884310676447569E-6</c:v>
                </c:pt>
                <c:pt idx="3978">
                  <c:v>7.6073580535167761E-6</c:v>
                </c:pt>
                <c:pt idx="3979">
                  <c:v>5.1766952920977444E-6</c:v>
                </c:pt>
                <c:pt idx="3980">
                  <c:v>6.3078674987281424E-6</c:v>
                </c:pt>
                <c:pt idx="3981">
                  <c:v>0</c:v>
                </c:pt>
                <c:pt idx="3982">
                  <c:v>1.7535250773742845E-4</c:v>
                </c:pt>
                <c:pt idx="3983">
                  <c:v>1.9463630542381471E-5</c:v>
                </c:pt>
                <c:pt idx="3984">
                  <c:v>4.990147714004153E-6</c:v>
                </c:pt>
                <c:pt idx="3985">
                  <c:v>4.1851974560503305E-5</c:v>
                </c:pt>
                <c:pt idx="3986">
                  <c:v>0</c:v>
                </c:pt>
                <c:pt idx="3987">
                  <c:v>3.6533077081917554E-6</c:v>
                </c:pt>
                <c:pt idx="3988">
                  <c:v>0</c:v>
                </c:pt>
                <c:pt idx="3989">
                  <c:v>0</c:v>
                </c:pt>
                <c:pt idx="3990">
                  <c:v>4.056507173964661E-7</c:v>
                </c:pt>
                <c:pt idx="3991">
                  <c:v>1.6416187910201986E-5</c:v>
                </c:pt>
                <c:pt idx="3992">
                  <c:v>2.8927021616953902E-3</c:v>
                </c:pt>
                <c:pt idx="3993">
                  <c:v>3.1246174360227217E-5</c:v>
                </c:pt>
                <c:pt idx="3994">
                  <c:v>1.7491780934351225E-5</c:v>
                </c:pt>
                <c:pt idx="3995">
                  <c:v>1.4064090634458389E-6</c:v>
                </c:pt>
                <c:pt idx="3996">
                  <c:v>3.0948766224763362E-5</c:v>
                </c:pt>
                <c:pt idx="3997">
                  <c:v>5.7333612033239122E-6</c:v>
                </c:pt>
                <c:pt idx="3998">
                  <c:v>4.6866951294817165E-7</c:v>
                </c:pt>
                <c:pt idx="3999">
                  <c:v>8.8315848172356748E-6</c:v>
                </c:pt>
                <c:pt idx="4000">
                  <c:v>2.9804996229293532E-5</c:v>
                </c:pt>
                <c:pt idx="4001">
                  <c:v>3.9340050585845191E-5</c:v>
                </c:pt>
                <c:pt idx="4002">
                  <c:v>0</c:v>
                </c:pt>
                <c:pt idx="4003">
                  <c:v>0</c:v>
                </c:pt>
                <c:pt idx="4004">
                  <c:v>1.2537281787665376E-5</c:v>
                </c:pt>
                <c:pt idx="4005">
                  <c:v>1.9179215413254282E-7</c:v>
                </c:pt>
                <c:pt idx="4006">
                  <c:v>7.0825935158420567E-6</c:v>
                </c:pt>
                <c:pt idx="4007">
                  <c:v>8.5275370542756815E-7</c:v>
                </c:pt>
                <c:pt idx="4008">
                  <c:v>2.8330818715445473E-5</c:v>
                </c:pt>
                <c:pt idx="4009">
                  <c:v>5.1931729957302128E-6</c:v>
                </c:pt>
                <c:pt idx="4010">
                  <c:v>2.5636217935716562E-4</c:v>
                </c:pt>
                <c:pt idx="4011">
                  <c:v>2.032186851856884E-7</c:v>
                </c:pt>
                <c:pt idx="4012">
                  <c:v>0</c:v>
                </c:pt>
                <c:pt idx="4013">
                  <c:v>7.173639259725197E-6</c:v>
                </c:pt>
                <c:pt idx="4014">
                  <c:v>7.2451295583512825E-6</c:v>
                </c:pt>
                <c:pt idx="4015">
                  <c:v>1.3129827625770069E-5</c:v>
                </c:pt>
                <c:pt idx="4016">
                  <c:v>2.6649205560333694E-6</c:v>
                </c:pt>
                <c:pt idx="4017">
                  <c:v>1.658203507746722E-6</c:v>
                </c:pt>
                <c:pt idx="4018">
                  <c:v>5.7743137833476457E-6</c:v>
                </c:pt>
                <c:pt idx="4019">
                  <c:v>1.0867432799386712E-5</c:v>
                </c:pt>
                <c:pt idx="4020">
                  <c:v>5.7731422853189704E-6</c:v>
                </c:pt>
                <c:pt idx="4021">
                  <c:v>0</c:v>
                </c:pt>
                <c:pt idx="4022">
                  <c:v>0</c:v>
                </c:pt>
                <c:pt idx="4023">
                  <c:v>3.8349332526976708E-6</c:v>
                </c:pt>
                <c:pt idx="4024">
                  <c:v>2.3003363847100059E-5</c:v>
                </c:pt>
                <c:pt idx="4025">
                  <c:v>0</c:v>
                </c:pt>
                <c:pt idx="4026">
                  <c:v>4.5756538363053993E-5</c:v>
                </c:pt>
                <c:pt idx="4027">
                  <c:v>9.2183535838830306E-6</c:v>
                </c:pt>
                <c:pt idx="4028">
                  <c:v>7.2986992566690933E-6</c:v>
                </c:pt>
                <c:pt idx="4029">
                  <c:v>1.8182724463982626E-5</c:v>
                </c:pt>
                <c:pt idx="4030">
                  <c:v>1.0898482607384961E-4</c:v>
                </c:pt>
                <c:pt idx="4031">
                  <c:v>6.2959807606594033E-7</c:v>
                </c:pt>
                <c:pt idx="4032">
                  <c:v>0</c:v>
                </c:pt>
                <c:pt idx="4033">
                  <c:v>1.6590506034449847E-7</c:v>
                </c:pt>
                <c:pt idx="4034">
                  <c:v>6.8886550397831496E-5</c:v>
                </c:pt>
                <c:pt idx="4035">
                  <c:v>2.5693556085953882E-7</c:v>
                </c:pt>
                <c:pt idx="4036">
                  <c:v>0</c:v>
                </c:pt>
                <c:pt idx="4037">
                  <c:v>0</c:v>
                </c:pt>
                <c:pt idx="4038">
                  <c:v>2.0491861335073934E-5</c:v>
                </c:pt>
                <c:pt idx="4039">
                  <c:v>2.0109550489270371E-7</c:v>
                </c:pt>
                <c:pt idx="4040">
                  <c:v>1.204836774611539E-5</c:v>
                </c:pt>
                <c:pt idx="4041">
                  <c:v>1.8867904150976694E-5</c:v>
                </c:pt>
                <c:pt idx="4042">
                  <c:v>4.4954020803818727E-5</c:v>
                </c:pt>
                <c:pt idx="4043">
                  <c:v>5.6728749580860486E-5</c:v>
                </c:pt>
                <c:pt idx="4044">
                  <c:v>1.0763771175734189E-4</c:v>
                </c:pt>
                <c:pt idx="4045">
                  <c:v>2.3313160262919006E-6</c:v>
                </c:pt>
                <c:pt idx="4046">
                  <c:v>5.1657463993183504E-6</c:v>
                </c:pt>
                <c:pt idx="4047">
                  <c:v>2.015583253872784E-6</c:v>
                </c:pt>
                <c:pt idx="4048">
                  <c:v>1.6384338922322845E-5</c:v>
                </c:pt>
                <c:pt idx="4049">
                  <c:v>7.1913683923908286E-6</c:v>
                </c:pt>
                <c:pt idx="4050">
                  <c:v>9.2342779212078031E-6</c:v>
                </c:pt>
                <c:pt idx="4051">
                  <c:v>7.531391017858979E-6</c:v>
                </c:pt>
                <c:pt idx="4052">
                  <c:v>1.8047508822472209E-5</c:v>
                </c:pt>
                <c:pt idx="4053">
                  <c:v>1.269934359892429E-6</c:v>
                </c:pt>
                <c:pt idx="4054">
                  <c:v>2.5328582652804156E-5</c:v>
                </c:pt>
                <c:pt idx="4055">
                  <c:v>3.89458190480432E-6</c:v>
                </c:pt>
                <c:pt idx="4056">
                  <c:v>8.1826024627148247E-6</c:v>
                </c:pt>
                <c:pt idx="4057">
                  <c:v>1.1914200808824143E-4</c:v>
                </c:pt>
                <c:pt idx="4058">
                  <c:v>8.2643150616811042E-8</c:v>
                </c:pt>
                <c:pt idx="4059">
                  <c:v>9.3454088571484609E-6</c:v>
                </c:pt>
                <c:pt idx="4060">
                  <c:v>6.8882407095149136E-6</c:v>
                </c:pt>
                <c:pt idx="4061">
                  <c:v>0</c:v>
                </c:pt>
                <c:pt idx="4062">
                  <c:v>3.4137749379823971E-6</c:v>
                </c:pt>
                <c:pt idx="4063">
                  <c:v>5.9409415160791793E-4</c:v>
                </c:pt>
                <c:pt idx="4064">
                  <c:v>4.5523141837023481E-5</c:v>
                </c:pt>
                <c:pt idx="4065">
                  <c:v>2.4350728277298648E-5</c:v>
                </c:pt>
                <c:pt idx="4066">
                  <c:v>8.8618601762904207E-5</c:v>
                </c:pt>
                <c:pt idx="4067">
                  <c:v>2.3510828616867601E-4</c:v>
                </c:pt>
                <c:pt idx="4068">
                  <c:v>3.9773871078409347E-7</c:v>
                </c:pt>
                <c:pt idx="4069">
                  <c:v>1.8074071598283187E-5</c:v>
                </c:pt>
                <c:pt idx="4070">
                  <c:v>1.5849579664315192E-4</c:v>
                </c:pt>
                <c:pt idx="4071">
                  <c:v>4.8119281527897001E-7</c:v>
                </c:pt>
                <c:pt idx="4072">
                  <c:v>1.2912007209985609E-5</c:v>
                </c:pt>
                <c:pt idx="4073">
                  <c:v>8.5587405782428549E-6</c:v>
                </c:pt>
                <c:pt idx="4074">
                  <c:v>2.8818578012038356E-5</c:v>
                </c:pt>
                <c:pt idx="4075">
                  <c:v>2.4963760876163665E-6</c:v>
                </c:pt>
                <c:pt idx="4076">
                  <c:v>5.5738096213927483E-4</c:v>
                </c:pt>
                <c:pt idx="4077">
                  <c:v>5.7650153714581811E-6</c:v>
                </c:pt>
                <c:pt idx="4078">
                  <c:v>2.8148688686771197E-5</c:v>
                </c:pt>
                <c:pt idx="4079">
                  <c:v>2.0397974320988974E-6</c:v>
                </c:pt>
                <c:pt idx="4080">
                  <c:v>3.2157651211818954E-6</c:v>
                </c:pt>
                <c:pt idx="4081">
                  <c:v>1.0514358059607376E-6</c:v>
                </c:pt>
                <c:pt idx="4082">
                  <c:v>2.5566406145124912E-5</c:v>
                </c:pt>
                <c:pt idx="4083">
                  <c:v>1.1166382140328237E-5</c:v>
                </c:pt>
                <c:pt idx="4084">
                  <c:v>3.872276041063821E-5</c:v>
                </c:pt>
                <c:pt idx="4085">
                  <c:v>4.9364294100007081E-5</c:v>
                </c:pt>
                <c:pt idx="4086">
                  <c:v>2.6861970380735846E-6</c:v>
                </c:pt>
                <c:pt idx="4087">
                  <c:v>1.8901229888797754E-5</c:v>
                </c:pt>
                <c:pt idx="4088">
                  <c:v>3.439940003033961E-5</c:v>
                </c:pt>
                <c:pt idx="4089">
                  <c:v>1.5762750717773454E-5</c:v>
                </c:pt>
                <c:pt idx="4090">
                  <c:v>1.9495271615803913E-5</c:v>
                </c:pt>
                <c:pt idx="4091">
                  <c:v>7.6522408258954393E-4</c:v>
                </c:pt>
                <c:pt idx="4092">
                  <c:v>8.106552563668173E-6</c:v>
                </c:pt>
                <c:pt idx="4093">
                  <c:v>5.0601452611236399E-5</c:v>
                </c:pt>
                <c:pt idx="4094">
                  <c:v>9.0831902209963007E-6</c:v>
                </c:pt>
                <c:pt idx="4095">
                  <c:v>2.5629848898016622E-4</c:v>
                </c:pt>
                <c:pt idx="4096">
                  <c:v>2.699861842034466E-4</c:v>
                </c:pt>
                <c:pt idx="4097">
                  <c:v>2.0272803468431385E-4</c:v>
                </c:pt>
                <c:pt idx="4098">
                  <c:v>2.1966225859860789E-5</c:v>
                </c:pt>
                <c:pt idx="4099">
                  <c:v>1.0806346235035823E-5</c:v>
                </c:pt>
                <c:pt idx="4100">
                  <c:v>1.633139251855896E-7</c:v>
                </c:pt>
                <c:pt idx="4101">
                  <c:v>6.437290551065326E-6</c:v>
                </c:pt>
                <c:pt idx="4102">
                  <c:v>2.7482164496462395E-3</c:v>
                </c:pt>
                <c:pt idx="4103">
                  <c:v>6.2955350275081953E-4</c:v>
                </c:pt>
                <c:pt idx="4104">
                  <c:v>5.2040937921248431E-8</c:v>
                </c:pt>
                <c:pt idx="4105">
                  <c:v>9.6155812786614725E-6</c:v>
                </c:pt>
                <c:pt idx="4106">
                  <c:v>1.4564173937071231E-5</c:v>
                </c:pt>
                <c:pt idx="4107">
                  <c:v>1.7153632766889096E-6</c:v>
                </c:pt>
                <c:pt idx="4108">
                  <c:v>1.5514648440239664E-6</c:v>
                </c:pt>
                <c:pt idx="4109">
                  <c:v>5.8825706988917923E-5</c:v>
                </c:pt>
                <c:pt idx="4110">
                  <c:v>7.1261791076680381E-7</c:v>
                </c:pt>
                <c:pt idx="4111">
                  <c:v>2.157478099579379E-5</c:v>
                </c:pt>
                <c:pt idx="4112">
                  <c:v>2.8794823651143375E-5</c:v>
                </c:pt>
                <c:pt idx="4113">
                  <c:v>5.7481856666808914E-6</c:v>
                </c:pt>
                <c:pt idx="4114">
                  <c:v>1.2323590175109507E-5</c:v>
                </c:pt>
                <c:pt idx="4115">
                  <c:v>3.9017454173276322E-5</c:v>
                </c:pt>
                <c:pt idx="4116">
                  <c:v>0</c:v>
                </c:pt>
                <c:pt idx="4117">
                  <c:v>3.554986498103201E-7</c:v>
                </c:pt>
                <c:pt idx="4118">
                  <c:v>5.9684236089267078E-6</c:v>
                </c:pt>
                <c:pt idx="4119">
                  <c:v>0</c:v>
                </c:pt>
                <c:pt idx="4120">
                  <c:v>0</c:v>
                </c:pt>
                <c:pt idx="4121">
                  <c:v>1.3934302685882652E-6</c:v>
                </c:pt>
                <c:pt idx="4122">
                  <c:v>3.4844996968477085E-6</c:v>
                </c:pt>
                <c:pt idx="4123">
                  <c:v>1.5174570485300182E-4</c:v>
                </c:pt>
                <c:pt idx="4124">
                  <c:v>2.9071718441291003E-5</c:v>
                </c:pt>
                <c:pt idx="4125">
                  <c:v>0</c:v>
                </c:pt>
                <c:pt idx="4126">
                  <c:v>4.0453643121941285E-6</c:v>
                </c:pt>
                <c:pt idx="4127">
                  <c:v>1.9060533020628158E-4</c:v>
                </c:pt>
                <c:pt idx="4128">
                  <c:v>5.9175620148223631E-4</c:v>
                </c:pt>
                <c:pt idx="4129">
                  <c:v>6.1630194638158332E-4</c:v>
                </c:pt>
                <c:pt idx="4130">
                  <c:v>1.7964531770414855E-5</c:v>
                </c:pt>
                <c:pt idx="4131">
                  <c:v>2.8438495382987006E-5</c:v>
                </c:pt>
                <c:pt idx="4132">
                  <c:v>1.3748366150827581E-5</c:v>
                </c:pt>
                <c:pt idx="4133">
                  <c:v>1.5310680486148999E-6</c:v>
                </c:pt>
                <c:pt idx="4134">
                  <c:v>1.2670907988537021E-4</c:v>
                </c:pt>
                <c:pt idx="4135">
                  <c:v>1.13569660216264E-5</c:v>
                </c:pt>
                <c:pt idx="4136">
                  <c:v>8.9039829178607692E-5</c:v>
                </c:pt>
                <c:pt idx="4137">
                  <c:v>7.6331508510655813E-6</c:v>
                </c:pt>
                <c:pt idx="4138">
                  <c:v>3.9582866612778481E-5</c:v>
                </c:pt>
                <c:pt idx="4139">
                  <c:v>4.0517829808272645E-5</c:v>
                </c:pt>
                <c:pt idx="4140">
                  <c:v>8.4374368498240794E-5</c:v>
                </c:pt>
                <c:pt idx="4141">
                  <c:v>7.0912625409532494E-7</c:v>
                </c:pt>
                <c:pt idx="4142">
                  <c:v>3.8670353129367091E-5</c:v>
                </c:pt>
                <c:pt idx="4143">
                  <c:v>5.2499216130810379E-5</c:v>
                </c:pt>
                <c:pt idx="4144">
                  <c:v>4.2051109536745334E-4</c:v>
                </c:pt>
                <c:pt idx="4145">
                  <c:v>3.8417023134288276E-5</c:v>
                </c:pt>
                <c:pt idx="4146">
                  <c:v>4.1911526630075884E-5</c:v>
                </c:pt>
                <c:pt idx="4147">
                  <c:v>9.8736695261566107E-7</c:v>
                </c:pt>
                <c:pt idx="4148">
                  <c:v>4.1094242286796103E-6</c:v>
                </c:pt>
                <c:pt idx="4149">
                  <c:v>3.4161035255830001E-3</c:v>
                </c:pt>
                <c:pt idx="4150">
                  <c:v>0</c:v>
                </c:pt>
                <c:pt idx="4151">
                  <c:v>0</c:v>
                </c:pt>
                <c:pt idx="4152">
                  <c:v>8.7815301857595567E-7</c:v>
                </c:pt>
                <c:pt idx="4153">
                  <c:v>7.3650726465254409E-5</c:v>
                </c:pt>
                <c:pt idx="4154">
                  <c:v>3.1256155456601154E-6</c:v>
                </c:pt>
                <c:pt idx="4155">
                  <c:v>2.0113029523522772E-5</c:v>
                </c:pt>
                <c:pt idx="4156">
                  <c:v>3.2354913658432815E-5</c:v>
                </c:pt>
                <c:pt idx="4157">
                  <c:v>1.6841748534763887E-5</c:v>
                </c:pt>
                <c:pt idx="4158">
                  <c:v>1.1937767789441988E-6</c:v>
                </c:pt>
                <c:pt idx="4159">
                  <c:v>2.8565509882285002E-6</c:v>
                </c:pt>
                <c:pt idx="4160">
                  <c:v>1.5013816389359376E-5</c:v>
                </c:pt>
                <c:pt idx="4161">
                  <c:v>1.0464775788591185E-4</c:v>
                </c:pt>
                <c:pt idx="4162">
                  <c:v>0</c:v>
                </c:pt>
                <c:pt idx="4163">
                  <c:v>5.256202403567429E-7</c:v>
                </c:pt>
                <c:pt idx="4164">
                  <c:v>9.0798992100466809E-5</c:v>
                </c:pt>
                <c:pt idx="4165">
                  <c:v>0</c:v>
                </c:pt>
                <c:pt idx="4166">
                  <c:v>6.1123649899337781E-7</c:v>
                </c:pt>
                <c:pt idx="4167">
                  <c:v>1.5159273151371664E-5</c:v>
                </c:pt>
                <c:pt idx="4168">
                  <c:v>1.9414050868292232E-4</c:v>
                </c:pt>
                <c:pt idx="4169">
                  <c:v>6.3251325686830323E-6</c:v>
                </c:pt>
                <c:pt idx="4170">
                  <c:v>0</c:v>
                </c:pt>
                <c:pt idx="4171">
                  <c:v>0</c:v>
                </c:pt>
                <c:pt idx="4172">
                  <c:v>2.2509893541085161E-4</c:v>
                </c:pt>
                <c:pt idx="4173">
                  <c:v>6.230473446386665E-6</c:v>
                </c:pt>
                <c:pt idx="4174">
                  <c:v>0</c:v>
                </c:pt>
                <c:pt idx="4175">
                  <c:v>0</c:v>
                </c:pt>
                <c:pt idx="4176">
                  <c:v>6.1951359290607095E-4</c:v>
                </c:pt>
                <c:pt idx="4177">
                  <c:v>2.6543338904277302E-7</c:v>
                </c:pt>
                <c:pt idx="4178">
                  <c:v>3.5078960363153444E-6</c:v>
                </c:pt>
                <c:pt idx="4179">
                  <c:v>1.0595626906796248E-5</c:v>
                </c:pt>
                <c:pt idx="4180">
                  <c:v>1.7141728788563748E-6</c:v>
                </c:pt>
                <c:pt idx="4181">
                  <c:v>0</c:v>
                </c:pt>
                <c:pt idx="4182">
                  <c:v>0</c:v>
                </c:pt>
                <c:pt idx="4183">
                  <c:v>4.0846997197548804E-6</c:v>
                </c:pt>
                <c:pt idx="4184">
                  <c:v>1.0260303716569623E-5</c:v>
                </c:pt>
                <c:pt idx="4185">
                  <c:v>3.9911766338987555E-3</c:v>
                </c:pt>
                <c:pt idx="4186">
                  <c:v>0</c:v>
                </c:pt>
                <c:pt idx="4187">
                  <c:v>0</c:v>
                </c:pt>
                <c:pt idx="4188">
                  <c:v>3.3652044234233391E-5</c:v>
                </c:pt>
                <c:pt idx="4189">
                  <c:v>1.2893204619914937E-6</c:v>
                </c:pt>
                <c:pt idx="4190">
                  <c:v>2.0760244726981656E-7</c:v>
                </c:pt>
                <c:pt idx="4191">
                  <c:v>1.1526672000979105E-6</c:v>
                </c:pt>
                <c:pt idx="4192">
                  <c:v>1.8662884882133432E-6</c:v>
                </c:pt>
                <c:pt idx="4193">
                  <c:v>3.2703467063120766E-5</c:v>
                </c:pt>
                <c:pt idx="4194">
                  <c:v>4.3126425626521942E-5</c:v>
                </c:pt>
                <c:pt idx="4195">
                  <c:v>3.1321990755259088E-6</c:v>
                </c:pt>
                <c:pt idx="4196">
                  <c:v>1.1483010364611697E-5</c:v>
                </c:pt>
                <c:pt idx="4197">
                  <c:v>7.0525672926497314E-6</c:v>
                </c:pt>
                <c:pt idx="4198">
                  <c:v>8.2913223555760705E-7</c:v>
                </c:pt>
                <c:pt idx="4199">
                  <c:v>0</c:v>
                </c:pt>
                <c:pt idx="4200">
                  <c:v>6.2565458919641529E-6</c:v>
                </c:pt>
                <c:pt idx="4201">
                  <c:v>5.832640185199662E-6</c:v>
                </c:pt>
                <c:pt idx="4202">
                  <c:v>5.0086984490004318E-6</c:v>
                </c:pt>
                <c:pt idx="4203">
                  <c:v>0</c:v>
                </c:pt>
                <c:pt idx="4204">
                  <c:v>2.1848754855909888E-6</c:v>
                </c:pt>
                <c:pt idx="4205">
                  <c:v>1.1500714541866069E-6</c:v>
                </c:pt>
                <c:pt idx="4206">
                  <c:v>3.995908684074523E-4</c:v>
                </c:pt>
                <c:pt idx="4207">
                  <c:v>3.649143833127325E-4</c:v>
                </c:pt>
                <c:pt idx="4208">
                  <c:v>4.2160836743262428E-7</c:v>
                </c:pt>
                <c:pt idx="4209">
                  <c:v>0</c:v>
                </c:pt>
                <c:pt idx="4210">
                  <c:v>1.3267034337229299E-6</c:v>
                </c:pt>
                <c:pt idx="4211">
                  <c:v>1.1696509368637876E-6</c:v>
                </c:pt>
                <c:pt idx="4212">
                  <c:v>1.1707988312189227E-5</c:v>
                </c:pt>
                <c:pt idx="4213">
                  <c:v>8.8125428379579216E-6</c:v>
                </c:pt>
                <c:pt idx="4214">
                  <c:v>0</c:v>
                </c:pt>
                <c:pt idx="4215">
                  <c:v>5.2188762405982406E-7</c:v>
                </c:pt>
                <c:pt idx="4216">
                  <c:v>8.5895985241054883E-7</c:v>
                </c:pt>
                <c:pt idx="4217">
                  <c:v>1.2213573526995076E-5</c:v>
                </c:pt>
                <c:pt idx="4218">
                  <c:v>1.5797955074485427E-6</c:v>
                </c:pt>
                <c:pt idx="4219">
                  <c:v>8.1185549858118851E-5</c:v>
                </c:pt>
                <c:pt idx="4220">
                  <c:v>4.0460657140574135E-7</c:v>
                </c:pt>
                <c:pt idx="4221">
                  <c:v>9.7944920556783426E-6</c:v>
                </c:pt>
                <c:pt idx="4222">
                  <c:v>7.083158240906417E-4</c:v>
                </c:pt>
                <c:pt idx="4223">
                  <c:v>3.8217115664772414E-4</c:v>
                </c:pt>
                <c:pt idx="4224">
                  <c:v>5.3219481874171877E-6</c:v>
                </c:pt>
                <c:pt idx="4225">
                  <c:v>2.296815627850709E-5</c:v>
                </c:pt>
                <c:pt idx="4226">
                  <c:v>2.0658198879169275E-5</c:v>
                </c:pt>
                <c:pt idx="4227">
                  <c:v>1.6512511345362504E-5</c:v>
                </c:pt>
                <c:pt idx="4228">
                  <c:v>0</c:v>
                </c:pt>
                <c:pt idx="4229">
                  <c:v>1.2002597521508161E-4</c:v>
                </c:pt>
                <c:pt idx="4230">
                  <c:v>1.3417492608608605E-5</c:v>
                </c:pt>
                <c:pt idx="4231">
                  <c:v>3.1403038333411091E-6</c:v>
                </c:pt>
                <c:pt idx="4232">
                  <c:v>3.6576090805499206E-4</c:v>
                </c:pt>
                <c:pt idx="4233">
                  <c:v>1.0934498214899538E-5</c:v>
                </c:pt>
                <c:pt idx="4234">
                  <c:v>3.9116319177375467E-6</c:v>
                </c:pt>
                <c:pt idx="4235">
                  <c:v>0</c:v>
                </c:pt>
                <c:pt idx="4236">
                  <c:v>2.1342059041751489E-5</c:v>
                </c:pt>
                <c:pt idx="4237">
                  <c:v>5.4421265380462519E-5</c:v>
                </c:pt>
                <c:pt idx="4238">
                  <c:v>5.0613476644381487E-4</c:v>
                </c:pt>
                <c:pt idx="4239">
                  <c:v>1.3956026097469465E-5</c:v>
                </c:pt>
                <c:pt idx="4240">
                  <c:v>1.2373529535744885E-5</c:v>
                </c:pt>
                <c:pt idx="4241">
                  <c:v>8.6966567860414148E-3</c:v>
                </c:pt>
                <c:pt idx="4242">
                  <c:v>8.2490196904966139E-6</c:v>
                </c:pt>
                <c:pt idx="4243">
                  <c:v>2.7700958490555235E-6</c:v>
                </c:pt>
                <c:pt idx="4244">
                  <c:v>1.275036647143838E-5</c:v>
                </c:pt>
                <c:pt idx="4245">
                  <c:v>4.3670480324369187E-5</c:v>
                </c:pt>
                <c:pt idx="4246">
                  <c:v>8.3420565650739639E-8</c:v>
                </c:pt>
                <c:pt idx="4247">
                  <c:v>0</c:v>
                </c:pt>
                <c:pt idx="4248">
                  <c:v>0</c:v>
                </c:pt>
                <c:pt idx="4249">
                  <c:v>4.0206853992858994E-6</c:v>
                </c:pt>
                <c:pt idx="4250">
                  <c:v>9.573328533586508E-6</c:v>
                </c:pt>
                <c:pt idx="4251">
                  <c:v>1.4550106725497937E-7</c:v>
                </c:pt>
                <c:pt idx="4252">
                  <c:v>0</c:v>
                </c:pt>
                <c:pt idx="4253">
                  <c:v>1.2866057006391354E-5</c:v>
                </c:pt>
                <c:pt idx="4254">
                  <c:v>0</c:v>
                </c:pt>
                <c:pt idx="4255">
                  <c:v>1.9898951007776941E-5</c:v>
                </c:pt>
                <c:pt idx="4256">
                  <c:v>3.0821500586496165E-6</c:v>
                </c:pt>
                <c:pt idx="4257">
                  <c:v>2.3178162191007272E-5</c:v>
                </c:pt>
                <c:pt idx="4258">
                  <c:v>3.6185111348223806E-6</c:v>
                </c:pt>
                <c:pt idx="4259">
                  <c:v>3.5996852686828327E-4</c:v>
                </c:pt>
                <c:pt idx="4260">
                  <c:v>3.4507409947487442E-6</c:v>
                </c:pt>
                <c:pt idx="4261">
                  <c:v>2.4495099121110945E-5</c:v>
                </c:pt>
                <c:pt idx="4262">
                  <c:v>5.0174289824577441E-5</c:v>
                </c:pt>
                <c:pt idx="4263">
                  <c:v>1.2158434454125681E-5</c:v>
                </c:pt>
                <c:pt idx="4264">
                  <c:v>1.4769864732070637E-6</c:v>
                </c:pt>
                <c:pt idx="4265">
                  <c:v>9.1796783222449611E-5</c:v>
                </c:pt>
                <c:pt idx="4266">
                  <c:v>1.9066876790971709E-5</c:v>
                </c:pt>
                <c:pt idx="4267">
                  <c:v>4.7668632689446402E-6</c:v>
                </c:pt>
                <c:pt idx="4268">
                  <c:v>5.6965206014712533E-5</c:v>
                </c:pt>
                <c:pt idx="4269">
                  <c:v>2.0862155424456887E-4</c:v>
                </c:pt>
                <c:pt idx="4270">
                  <c:v>1.7612286049426293E-6</c:v>
                </c:pt>
                <c:pt idx="4271">
                  <c:v>7.309557129578301E-5</c:v>
                </c:pt>
                <c:pt idx="4272">
                  <c:v>1.4631745333369461E-4</c:v>
                </c:pt>
                <c:pt idx="4273">
                  <c:v>1.308396415576217E-5</c:v>
                </c:pt>
                <c:pt idx="4274">
                  <c:v>8.7043163705357328E-6</c:v>
                </c:pt>
                <c:pt idx="4275">
                  <c:v>0</c:v>
                </c:pt>
                <c:pt idx="4276">
                  <c:v>0</c:v>
                </c:pt>
                <c:pt idx="4277">
                  <c:v>2.899038195754763E-6</c:v>
                </c:pt>
                <c:pt idx="4278">
                  <c:v>2.9289997451763489E-6</c:v>
                </c:pt>
                <c:pt idx="4279">
                  <c:v>2.6978537111047043E-5</c:v>
                </c:pt>
                <c:pt idx="4280">
                  <c:v>4.4323292379542481E-5</c:v>
                </c:pt>
                <c:pt idx="4281">
                  <c:v>6.7881246002712629E-6</c:v>
                </c:pt>
                <c:pt idx="4282">
                  <c:v>0</c:v>
                </c:pt>
                <c:pt idx="4283">
                  <c:v>7.7611744399834006E-8</c:v>
                </c:pt>
                <c:pt idx="4284">
                  <c:v>0</c:v>
                </c:pt>
                <c:pt idx="4285">
                  <c:v>0</c:v>
                </c:pt>
                <c:pt idx="4286">
                  <c:v>0</c:v>
                </c:pt>
                <c:pt idx="4287">
                  <c:v>0</c:v>
                </c:pt>
                <c:pt idx="4288">
                  <c:v>4.6527866735197057E-4</c:v>
                </c:pt>
                <c:pt idx="4289">
                  <c:v>5.6169776308926475E-6</c:v>
                </c:pt>
                <c:pt idx="4290">
                  <c:v>1.3636836569467646E-5</c:v>
                </c:pt>
                <c:pt idx="4291">
                  <c:v>2.68843740776573E-5</c:v>
                </c:pt>
                <c:pt idx="4292">
                  <c:v>1.7204227114217386E-5</c:v>
                </c:pt>
                <c:pt idx="4293">
                  <c:v>4.9595333108507392E-6</c:v>
                </c:pt>
                <c:pt idx="4294">
                  <c:v>0</c:v>
                </c:pt>
                <c:pt idx="4295">
                  <c:v>4.1005996432468584E-5</c:v>
                </c:pt>
                <c:pt idx="4296">
                  <c:v>1.7640522179365259E-5</c:v>
                </c:pt>
                <c:pt idx="4297">
                  <c:v>2.0241423093300596E-5</c:v>
                </c:pt>
                <c:pt idx="4298">
                  <c:v>1.957464347503158E-4</c:v>
                </c:pt>
                <c:pt idx="4299">
                  <c:v>4.4678369584627396E-5</c:v>
                </c:pt>
                <c:pt idx="4300">
                  <c:v>0</c:v>
                </c:pt>
                <c:pt idx="4301">
                  <c:v>0</c:v>
                </c:pt>
                <c:pt idx="4302">
                  <c:v>4.0255216089623422E-5</c:v>
                </c:pt>
                <c:pt idx="4303">
                  <c:v>1.5919577865713496E-5</c:v>
                </c:pt>
                <c:pt idx="4304">
                  <c:v>3.6967793253681241E-5</c:v>
                </c:pt>
                <c:pt idx="4305">
                  <c:v>1.1298094135961683E-5</c:v>
                </c:pt>
                <c:pt idx="4306">
                  <c:v>0</c:v>
                </c:pt>
                <c:pt idx="4307">
                  <c:v>0</c:v>
                </c:pt>
                <c:pt idx="4308">
                  <c:v>3.2411573790769833E-5</c:v>
                </c:pt>
                <c:pt idx="4309">
                  <c:v>4.9625778371311744E-7</c:v>
                </c:pt>
                <c:pt idx="4310">
                  <c:v>0</c:v>
                </c:pt>
                <c:pt idx="4311">
                  <c:v>0</c:v>
                </c:pt>
                <c:pt idx="4312">
                  <c:v>1.5187181719042517E-5</c:v>
                </c:pt>
                <c:pt idx="4313">
                  <c:v>0</c:v>
                </c:pt>
                <c:pt idx="4314">
                  <c:v>1.8949484833183903E-5</c:v>
                </c:pt>
                <c:pt idx="4315">
                  <c:v>3.9134353441775144E-5</c:v>
                </c:pt>
                <c:pt idx="4316">
                  <c:v>5.5243610319594443E-5</c:v>
                </c:pt>
                <c:pt idx="4317">
                  <c:v>9.8753889135661467E-5</c:v>
                </c:pt>
                <c:pt idx="4318">
                  <c:v>1.0042452968594517E-4</c:v>
                </c:pt>
                <c:pt idx="4319">
                  <c:v>1.572415033325497E-5</c:v>
                </c:pt>
                <c:pt idx="4320">
                  <c:v>0</c:v>
                </c:pt>
                <c:pt idx="4321">
                  <c:v>1.7629569941525872E-6</c:v>
                </c:pt>
                <c:pt idx="4322">
                  <c:v>3.0332782701354959E-5</c:v>
                </c:pt>
                <c:pt idx="4323">
                  <c:v>8.7207958166311874E-6</c:v>
                </c:pt>
                <c:pt idx="4324">
                  <c:v>1.9747271564425471E-4</c:v>
                </c:pt>
                <c:pt idx="4325">
                  <c:v>6.8897781707070056E-6</c:v>
                </c:pt>
                <c:pt idx="4326">
                  <c:v>6.7073547369314928E-6</c:v>
                </c:pt>
                <c:pt idx="4327">
                  <c:v>5.1794315641430686E-6</c:v>
                </c:pt>
                <c:pt idx="4328">
                  <c:v>1.6248465739664334E-6</c:v>
                </c:pt>
                <c:pt idx="4329">
                  <c:v>1.4224949074469401E-5</c:v>
                </c:pt>
                <c:pt idx="4330">
                  <c:v>0</c:v>
                </c:pt>
                <c:pt idx="4331">
                  <c:v>8.316912856673564E-6</c:v>
                </c:pt>
                <c:pt idx="4332">
                  <c:v>1.3701761519807938E-5</c:v>
                </c:pt>
                <c:pt idx="4333">
                  <c:v>5.3270802991727083E-5</c:v>
                </c:pt>
                <c:pt idx="4334">
                  <c:v>5.8495399088020635E-5</c:v>
                </c:pt>
                <c:pt idx="4335">
                  <c:v>1.3927515024786758E-5</c:v>
                </c:pt>
                <c:pt idx="4336">
                  <c:v>0</c:v>
                </c:pt>
                <c:pt idx="4337">
                  <c:v>0</c:v>
                </c:pt>
                <c:pt idx="4338">
                  <c:v>1.6337621235254397E-5</c:v>
                </c:pt>
                <c:pt idx="4339">
                  <c:v>1.3322764555202079E-5</c:v>
                </c:pt>
                <c:pt idx="4340">
                  <c:v>8.3148179164074091E-6</c:v>
                </c:pt>
                <c:pt idx="4341">
                  <c:v>4.5355996054017825E-5</c:v>
                </c:pt>
                <c:pt idx="4342">
                  <c:v>4.147791090024897E-5</c:v>
                </c:pt>
                <c:pt idx="4343">
                  <c:v>1.9427292627038896E-6</c:v>
                </c:pt>
                <c:pt idx="4344">
                  <c:v>3.4099342712361548E-5</c:v>
                </c:pt>
                <c:pt idx="4345">
                  <c:v>3.9204846249692919E-7</c:v>
                </c:pt>
                <c:pt idx="4346">
                  <c:v>4.2860241199215562E-5</c:v>
                </c:pt>
                <c:pt idx="4347">
                  <c:v>0</c:v>
                </c:pt>
                <c:pt idx="4348">
                  <c:v>5.410123330647197E-5</c:v>
                </c:pt>
                <c:pt idx="4349">
                  <c:v>1.2053313437045586E-6</c:v>
                </c:pt>
                <c:pt idx="4350">
                  <c:v>3.116143822072795E-5</c:v>
                </c:pt>
                <c:pt idx="4351">
                  <c:v>0</c:v>
                </c:pt>
                <c:pt idx="4352">
                  <c:v>5.2086378043915029E-5</c:v>
                </c:pt>
                <c:pt idx="4353">
                  <c:v>1.4833099626843244E-5</c:v>
                </c:pt>
                <c:pt idx="4354">
                  <c:v>2.3053530951837301E-6</c:v>
                </c:pt>
                <c:pt idx="4355">
                  <c:v>2.1032370834858797E-6</c:v>
                </c:pt>
                <c:pt idx="4356">
                  <c:v>0</c:v>
                </c:pt>
                <c:pt idx="4357">
                  <c:v>5.2162660590370504E-5</c:v>
                </c:pt>
                <c:pt idx="4358">
                  <c:v>7.2908002314995489E-7</c:v>
                </c:pt>
                <c:pt idx="4359">
                  <c:v>0</c:v>
                </c:pt>
                <c:pt idx="4360">
                  <c:v>0</c:v>
                </c:pt>
                <c:pt idx="4361">
                  <c:v>1.1214327786566883E-5</c:v>
                </c:pt>
                <c:pt idx="4362">
                  <c:v>6.9483922078244634E-6</c:v>
                </c:pt>
                <c:pt idx="4363">
                  <c:v>2.9273728602233348E-5</c:v>
                </c:pt>
                <c:pt idx="4364">
                  <c:v>8.1361104032675773E-7</c:v>
                </c:pt>
                <c:pt idx="4365">
                  <c:v>2.6370022881834818E-4</c:v>
                </c:pt>
                <c:pt idx="4366">
                  <c:v>1.6654386684562632E-7</c:v>
                </c:pt>
                <c:pt idx="4367">
                  <c:v>2.879399891119708E-7</c:v>
                </c:pt>
                <c:pt idx="4368">
                  <c:v>3.2405879659942454E-6</c:v>
                </c:pt>
                <c:pt idx="4369">
                  <c:v>3.0614658622427218E-4</c:v>
                </c:pt>
                <c:pt idx="4370">
                  <c:v>9.3890117704230131E-8</c:v>
                </c:pt>
                <c:pt idx="4371">
                  <c:v>0</c:v>
                </c:pt>
                <c:pt idx="4372">
                  <c:v>8.119149130765689E-6</c:v>
                </c:pt>
                <c:pt idx="4373">
                  <c:v>0</c:v>
                </c:pt>
                <c:pt idx="4374">
                  <c:v>3.7694464070124636E-5</c:v>
                </c:pt>
                <c:pt idx="4375">
                  <c:v>2.7879478086759554E-6</c:v>
                </c:pt>
                <c:pt idx="4376">
                  <c:v>1.1040220761863196E-5</c:v>
                </c:pt>
                <c:pt idx="4377">
                  <c:v>1.9246785241976489E-5</c:v>
                </c:pt>
                <c:pt idx="4378">
                  <c:v>2.4038361045251377E-5</c:v>
                </c:pt>
                <c:pt idx="4379">
                  <c:v>9.2373321200237263E-6</c:v>
                </c:pt>
                <c:pt idx="4380">
                  <c:v>2.7555928711346815E-5</c:v>
                </c:pt>
                <c:pt idx="4381">
                  <c:v>4.730476716901845E-6</c:v>
                </c:pt>
                <c:pt idx="4382">
                  <c:v>1.7610242860789431E-5</c:v>
                </c:pt>
                <c:pt idx="4383">
                  <c:v>0</c:v>
                </c:pt>
                <c:pt idx="4384">
                  <c:v>1.321396496311521E-5</c:v>
                </c:pt>
                <c:pt idx="4385">
                  <c:v>1.1367432403570602E-6</c:v>
                </c:pt>
                <c:pt idx="4386">
                  <c:v>0</c:v>
                </c:pt>
                <c:pt idx="4387">
                  <c:v>0</c:v>
                </c:pt>
                <c:pt idx="4388">
                  <c:v>0</c:v>
                </c:pt>
                <c:pt idx="4389">
                  <c:v>0</c:v>
                </c:pt>
                <c:pt idx="4390">
                  <c:v>2.2067661867005288E-5</c:v>
                </c:pt>
                <c:pt idx="4391">
                  <c:v>7.0383426712446497E-6</c:v>
                </c:pt>
                <c:pt idx="4392">
                  <c:v>7.6224847055505885E-6</c:v>
                </c:pt>
                <c:pt idx="4393">
                  <c:v>1.1376318440572911E-5</c:v>
                </c:pt>
                <c:pt idx="4394">
                  <c:v>1.1822096426983912E-5</c:v>
                </c:pt>
                <c:pt idx="4395">
                  <c:v>1.5192227484856921E-5</c:v>
                </c:pt>
                <c:pt idx="4396">
                  <c:v>4.1859103154364552E-6</c:v>
                </c:pt>
                <c:pt idx="4397">
                  <c:v>4.8218156763912965E-5</c:v>
                </c:pt>
                <c:pt idx="4398">
                  <c:v>3.6207016393955062E-5</c:v>
                </c:pt>
                <c:pt idx="4399">
                  <c:v>3.058660346835678E-7</c:v>
                </c:pt>
                <c:pt idx="4400">
                  <c:v>6.5563984563557915E-7</c:v>
                </c:pt>
                <c:pt idx="4401">
                  <c:v>1.0234811914777866E-6</c:v>
                </c:pt>
                <c:pt idx="4402">
                  <c:v>0</c:v>
                </c:pt>
                <c:pt idx="4403">
                  <c:v>0</c:v>
                </c:pt>
                <c:pt idx="4404">
                  <c:v>0</c:v>
                </c:pt>
                <c:pt idx="4405">
                  <c:v>0</c:v>
                </c:pt>
                <c:pt idx="4406">
                  <c:v>2.3195222532908344E-6</c:v>
                </c:pt>
                <c:pt idx="4407">
                  <c:v>4.2661745841190834E-5</c:v>
                </c:pt>
                <c:pt idx="4408">
                  <c:v>2.1692413139588499E-6</c:v>
                </c:pt>
                <c:pt idx="4409">
                  <c:v>0</c:v>
                </c:pt>
                <c:pt idx="4410">
                  <c:v>7.1785809525396791E-6</c:v>
                </c:pt>
                <c:pt idx="4411">
                  <c:v>8.2639763626366294E-4</c:v>
                </c:pt>
                <c:pt idx="4412">
                  <c:v>0</c:v>
                </c:pt>
                <c:pt idx="4413">
                  <c:v>1.4471964369292251E-6</c:v>
                </c:pt>
                <c:pt idx="4414">
                  <c:v>2.1162406535828901E-6</c:v>
                </c:pt>
                <c:pt idx="4415">
                  <c:v>1.107099328497219E-7</c:v>
                </c:pt>
                <c:pt idx="4416">
                  <c:v>5.75786274692785E-7</c:v>
                </c:pt>
                <c:pt idx="4417">
                  <c:v>0</c:v>
                </c:pt>
                <c:pt idx="4418">
                  <c:v>1.4316872713129381E-5</c:v>
                </c:pt>
                <c:pt idx="4419">
                  <c:v>3.8865573541762865E-6</c:v>
                </c:pt>
                <c:pt idx="4420">
                  <c:v>1.4137879147755706E-7</c:v>
                </c:pt>
                <c:pt idx="4421">
                  <c:v>4.1030534607118542E-5</c:v>
                </c:pt>
                <c:pt idx="4422">
                  <c:v>1.7789943492485225E-5</c:v>
                </c:pt>
                <c:pt idx="4423">
                  <c:v>4.6258248543795296E-5</c:v>
                </c:pt>
                <c:pt idx="4424">
                  <c:v>0</c:v>
                </c:pt>
                <c:pt idx="4425">
                  <c:v>1.8830706093244906E-5</c:v>
                </c:pt>
                <c:pt idx="4426">
                  <c:v>4.7588031069485356E-6</c:v>
                </c:pt>
                <c:pt idx="4427">
                  <c:v>2.9598306216150218E-6</c:v>
                </c:pt>
                <c:pt idx="4428">
                  <c:v>1.3545697668425364E-5</c:v>
                </c:pt>
                <c:pt idx="4429">
                  <c:v>8.1582047948214266E-6</c:v>
                </c:pt>
                <c:pt idx="4430">
                  <c:v>0</c:v>
                </c:pt>
                <c:pt idx="4431">
                  <c:v>1.2367373550901164E-4</c:v>
                </c:pt>
                <c:pt idx="4432">
                  <c:v>0</c:v>
                </c:pt>
                <c:pt idx="4433">
                  <c:v>0</c:v>
                </c:pt>
                <c:pt idx="4434">
                  <c:v>1.8075698427409941E-4</c:v>
                </c:pt>
                <c:pt idx="4435">
                  <c:v>5.6441775468421724E-6</c:v>
                </c:pt>
                <c:pt idx="4436">
                  <c:v>5.1513034443031482E-4</c:v>
                </c:pt>
                <c:pt idx="4437">
                  <c:v>1.0797553465262538E-4</c:v>
                </c:pt>
                <c:pt idx="4438">
                  <c:v>8.3641892498753228E-6</c:v>
                </c:pt>
                <c:pt idx="4439">
                  <c:v>7.9092876942704008E-5</c:v>
                </c:pt>
                <c:pt idx="4440">
                  <c:v>7.9724253419001045E-7</c:v>
                </c:pt>
                <c:pt idx="4441">
                  <c:v>5.2709933643461655E-6</c:v>
                </c:pt>
                <c:pt idx="4442">
                  <c:v>2.0011930158360483E-5</c:v>
                </c:pt>
                <c:pt idx="4443">
                  <c:v>5.244835183836523E-7</c:v>
                </c:pt>
                <c:pt idx="4444">
                  <c:v>1.9374988032126595E-5</c:v>
                </c:pt>
                <c:pt idx="4445">
                  <c:v>0</c:v>
                </c:pt>
                <c:pt idx="4446">
                  <c:v>6.7248320632057773E-5</c:v>
                </c:pt>
                <c:pt idx="4447">
                  <c:v>6.0929192651364304E-6</c:v>
                </c:pt>
                <c:pt idx="4448">
                  <c:v>4.2435901819877719E-6</c:v>
                </c:pt>
                <c:pt idx="4449">
                  <c:v>5.635261867145344E-6</c:v>
                </c:pt>
                <c:pt idx="4450">
                  <c:v>2.5069269394581191E-6</c:v>
                </c:pt>
                <c:pt idx="4451">
                  <c:v>4.1626129954164289E-6</c:v>
                </c:pt>
                <c:pt idx="4452">
                  <c:v>8.0238603441058746E-6</c:v>
                </c:pt>
                <c:pt idx="4453">
                  <c:v>1.0697837261203117E-6</c:v>
                </c:pt>
                <c:pt idx="4454">
                  <c:v>7.9796895107765529E-7</c:v>
                </c:pt>
                <c:pt idx="4455">
                  <c:v>9.4488771000233754E-6</c:v>
                </c:pt>
                <c:pt idx="4456">
                  <c:v>9.8561858341438555E-5</c:v>
                </c:pt>
                <c:pt idx="4457">
                  <c:v>3.5381824652865436E-5</c:v>
                </c:pt>
                <c:pt idx="4458">
                  <c:v>2.1673614127828357E-4</c:v>
                </c:pt>
                <c:pt idx="4459">
                  <c:v>2.2006807908360836E-5</c:v>
                </c:pt>
                <c:pt idx="4460">
                  <c:v>4.8349517324680993E-6</c:v>
                </c:pt>
                <c:pt idx="4461">
                  <c:v>6.9540122982250904E-5</c:v>
                </c:pt>
                <c:pt idx="4462">
                  <c:v>2.2114511345263052E-3</c:v>
                </c:pt>
                <c:pt idx="4463">
                  <c:v>1.0741031233359946E-5</c:v>
                </c:pt>
                <c:pt idx="4464">
                  <c:v>0</c:v>
                </c:pt>
                <c:pt idx="4465">
                  <c:v>0</c:v>
                </c:pt>
                <c:pt idx="4466">
                  <c:v>2.0184760778655856E-4</c:v>
                </c:pt>
                <c:pt idx="4467">
                  <c:v>2.4630034989397032E-6</c:v>
                </c:pt>
                <c:pt idx="4468">
                  <c:v>0</c:v>
                </c:pt>
                <c:pt idx="4469">
                  <c:v>0</c:v>
                </c:pt>
                <c:pt idx="4470">
                  <c:v>9.5331300572315246E-5</c:v>
                </c:pt>
                <c:pt idx="4471">
                  <c:v>4.3900386084525424E-5</c:v>
                </c:pt>
                <c:pt idx="4472">
                  <c:v>1.915797968523264E-5</c:v>
                </c:pt>
                <c:pt idx="4473">
                  <c:v>6.6095918777941513E-6</c:v>
                </c:pt>
                <c:pt idx="4474">
                  <c:v>1.3030841932007084E-5</c:v>
                </c:pt>
                <c:pt idx="4475">
                  <c:v>7.7643315278911514E-5</c:v>
                </c:pt>
                <c:pt idx="4476">
                  <c:v>8.2955118087031901E-5</c:v>
                </c:pt>
                <c:pt idx="4477">
                  <c:v>0</c:v>
                </c:pt>
                <c:pt idx="4478">
                  <c:v>0</c:v>
                </c:pt>
                <c:pt idx="4479">
                  <c:v>0</c:v>
                </c:pt>
                <c:pt idx="4480">
                  <c:v>4.1713309064430833E-7</c:v>
                </c:pt>
                <c:pt idx="4481">
                  <c:v>3.547213435255949E-6</c:v>
                </c:pt>
                <c:pt idx="4482">
                  <c:v>1.7019715941907404E-5</c:v>
                </c:pt>
                <c:pt idx="4483">
                  <c:v>1.0295438429529471E-4</c:v>
                </c:pt>
                <c:pt idx="4484">
                  <c:v>5.5500179453314182E-6</c:v>
                </c:pt>
                <c:pt idx="4485">
                  <c:v>1.3481194457240673E-5</c:v>
                </c:pt>
                <c:pt idx="4486">
                  <c:v>8.8278196844663153E-5</c:v>
                </c:pt>
                <c:pt idx="4487">
                  <c:v>5.702052746240894E-6</c:v>
                </c:pt>
                <c:pt idx="4488">
                  <c:v>6.9234114929479208E-6</c:v>
                </c:pt>
                <c:pt idx="4489">
                  <c:v>4.1592758285998104E-5</c:v>
                </c:pt>
                <c:pt idx="4490">
                  <c:v>3.2439965074986766E-6</c:v>
                </c:pt>
                <c:pt idx="4491">
                  <c:v>3.1260786143413368E-7</c:v>
                </c:pt>
                <c:pt idx="4492">
                  <c:v>3.6089461145922718E-6</c:v>
                </c:pt>
                <c:pt idx="4493">
                  <c:v>2.0945442191826156E-4</c:v>
                </c:pt>
                <c:pt idx="4494">
                  <c:v>3.2590514812801282E-4</c:v>
                </c:pt>
                <c:pt idx="4495">
                  <c:v>7.887498354092907E-5</c:v>
                </c:pt>
                <c:pt idx="4496">
                  <c:v>2.8943928738584641E-7</c:v>
                </c:pt>
                <c:pt idx="4497">
                  <c:v>7.4018428828493965E-6</c:v>
                </c:pt>
                <c:pt idx="4498">
                  <c:v>1.0540414048967856E-4</c:v>
                </c:pt>
                <c:pt idx="4499">
                  <c:v>1.454836106182361E-6</c:v>
                </c:pt>
                <c:pt idx="4500">
                  <c:v>2.563311857423315E-4</c:v>
                </c:pt>
                <c:pt idx="4501">
                  <c:v>1.2248544388919223E-5</c:v>
                </c:pt>
                <c:pt idx="4502">
                  <c:v>0</c:v>
                </c:pt>
                <c:pt idx="4503">
                  <c:v>2.7398059817319254E-5</c:v>
                </c:pt>
                <c:pt idx="4504">
                  <c:v>7.3096843483049573E-6</c:v>
                </c:pt>
                <c:pt idx="4505">
                  <c:v>0</c:v>
                </c:pt>
                <c:pt idx="4506">
                  <c:v>5.6139161782546424E-6</c:v>
                </c:pt>
                <c:pt idx="4507">
                  <c:v>3.0933911977268812E-5</c:v>
                </c:pt>
                <c:pt idx="4508">
                  <c:v>3.1921302899004715E-5</c:v>
                </c:pt>
                <c:pt idx="4509">
                  <c:v>3.0069387941896048E-6</c:v>
                </c:pt>
                <c:pt idx="4510">
                  <c:v>0</c:v>
                </c:pt>
                <c:pt idx="4511">
                  <c:v>7.5296442509528173E-6</c:v>
                </c:pt>
                <c:pt idx="4512">
                  <c:v>2.2592589497854005E-6</c:v>
                </c:pt>
                <c:pt idx="4513">
                  <c:v>0</c:v>
                </c:pt>
                <c:pt idx="4514">
                  <c:v>2.4016753696434712E-6</c:v>
                </c:pt>
                <c:pt idx="4515">
                  <c:v>1.5625915174689605E-5</c:v>
                </c:pt>
                <c:pt idx="4516">
                  <c:v>5.9898222388797139E-4</c:v>
                </c:pt>
                <c:pt idx="4517">
                  <c:v>1.1930643236840334E-5</c:v>
                </c:pt>
                <c:pt idx="4518">
                  <c:v>1.1748822716387694E-5</c:v>
                </c:pt>
                <c:pt idx="4519">
                  <c:v>4.0160323805745795E-5</c:v>
                </c:pt>
                <c:pt idx="4520">
                  <c:v>0</c:v>
                </c:pt>
                <c:pt idx="4521">
                  <c:v>0</c:v>
                </c:pt>
                <c:pt idx="4522">
                  <c:v>0</c:v>
                </c:pt>
                <c:pt idx="4523">
                  <c:v>8.5435197743203804E-6</c:v>
                </c:pt>
                <c:pt idx="4524">
                  <c:v>9.1655774338851475E-6</c:v>
                </c:pt>
                <c:pt idx="4525">
                  <c:v>0</c:v>
                </c:pt>
                <c:pt idx="4526">
                  <c:v>0</c:v>
                </c:pt>
                <c:pt idx="4527">
                  <c:v>0</c:v>
                </c:pt>
                <c:pt idx="4528">
                  <c:v>2.5810197640079634E-5</c:v>
                </c:pt>
                <c:pt idx="4529">
                  <c:v>2.7143779458857353E-5</c:v>
                </c:pt>
                <c:pt idx="4530">
                  <c:v>6.5737600619429022E-6</c:v>
                </c:pt>
                <c:pt idx="4531">
                  <c:v>1.9813821805604597E-7</c:v>
                </c:pt>
                <c:pt idx="4532">
                  <c:v>0</c:v>
                </c:pt>
                <c:pt idx="4533">
                  <c:v>0</c:v>
                </c:pt>
                <c:pt idx="4534">
                  <c:v>2.1854661521185904E-7</c:v>
                </c:pt>
                <c:pt idx="4535">
                  <c:v>1.8892480012146277E-5</c:v>
                </c:pt>
                <c:pt idx="4536">
                  <c:v>7.9308942466165637E-5</c:v>
                </c:pt>
                <c:pt idx="4537">
                  <c:v>0</c:v>
                </c:pt>
                <c:pt idx="4538">
                  <c:v>3.0350157610599892E-4</c:v>
                </c:pt>
                <c:pt idx="4539">
                  <c:v>2.711074810178129E-3</c:v>
                </c:pt>
                <c:pt idx="4540">
                  <c:v>5.4535033659658708E-4</c:v>
                </c:pt>
                <c:pt idx="4541">
                  <c:v>8.9650667164468979E-6</c:v>
                </c:pt>
                <c:pt idx="4542">
                  <c:v>1.4879437408626247E-5</c:v>
                </c:pt>
                <c:pt idx="4543">
                  <c:v>9.6966765424573827E-5</c:v>
                </c:pt>
                <c:pt idx="4544">
                  <c:v>1.0272666101424458E-5</c:v>
                </c:pt>
                <c:pt idx="4545">
                  <c:v>6.429947255844569E-6</c:v>
                </c:pt>
                <c:pt idx="4546">
                  <c:v>4.3044345754641423E-6</c:v>
                </c:pt>
                <c:pt idx="4547">
                  <c:v>0</c:v>
                </c:pt>
                <c:pt idx="4548">
                  <c:v>4.4043800031477701E-6</c:v>
                </c:pt>
                <c:pt idx="4549">
                  <c:v>3.4651706516307072E-5</c:v>
                </c:pt>
                <c:pt idx="4550">
                  <c:v>6.2283619557473493E-3</c:v>
                </c:pt>
                <c:pt idx="4551">
                  <c:v>1.3425450789278012E-6</c:v>
                </c:pt>
                <c:pt idx="4552">
                  <c:v>3.2104178605852839E-6</c:v>
                </c:pt>
                <c:pt idx="4553">
                  <c:v>1.9826909834626072E-5</c:v>
                </c:pt>
                <c:pt idx="4554">
                  <c:v>1.5918351161471801E-5</c:v>
                </c:pt>
                <c:pt idx="4555">
                  <c:v>0</c:v>
                </c:pt>
                <c:pt idx="4556">
                  <c:v>2.5742948979972419E-5</c:v>
                </c:pt>
                <c:pt idx="4557">
                  <c:v>0</c:v>
                </c:pt>
                <c:pt idx="4558">
                  <c:v>1.1408380414503356E-4</c:v>
                </c:pt>
                <c:pt idx="4559">
                  <c:v>2.5262622802145812E-6</c:v>
                </c:pt>
                <c:pt idx="4560">
                  <c:v>1.5565133319882228E-5</c:v>
                </c:pt>
                <c:pt idx="4561">
                  <c:v>5.1197208972049983E-6</c:v>
                </c:pt>
                <c:pt idx="4562">
                  <c:v>2.3594421907825428E-3</c:v>
                </c:pt>
                <c:pt idx="4563">
                  <c:v>2.2401554677565483E-5</c:v>
                </c:pt>
                <c:pt idx="4564">
                  <c:v>1.6737917352125574E-6</c:v>
                </c:pt>
                <c:pt idx="4565">
                  <c:v>2.2971154565858086E-5</c:v>
                </c:pt>
                <c:pt idx="4566">
                  <c:v>2.3467181141532788E-5</c:v>
                </c:pt>
                <c:pt idx="4567">
                  <c:v>1.1451912215697532E-5</c:v>
                </c:pt>
                <c:pt idx="4568">
                  <c:v>3.3683497069527894E-6</c:v>
                </c:pt>
                <c:pt idx="4569">
                  <c:v>4.6412385864466588E-6</c:v>
                </c:pt>
                <c:pt idx="4570">
                  <c:v>7.0987485186836146E-5</c:v>
                </c:pt>
                <c:pt idx="4571">
                  <c:v>9.6282090221354866E-6</c:v>
                </c:pt>
                <c:pt idx="4572">
                  <c:v>1.2800849801464508E-4</c:v>
                </c:pt>
                <c:pt idx="4573">
                  <c:v>7.0644596981283523E-5</c:v>
                </c:pt>
                <c:pt idx="4574">
                  <c:v>1.1158844139264965E-5</c:v>
                </c:pt>
                <c:pt idx="4575">
                  <c:v>2.1424665541930761E-5</c:v>
                </c:pt>
                <c:pt idx="4576">
                  <c:v>5.5052478498746987E-5</c:v>
                </c:pt>
                <c:pt idx="4577">
                  <c:v>2.8226370905065612E-3</c:v>
                </c:pt>
                <c:pt idx="4578">
                  <c:v>2.9473059935836802E-5</c:v>
                </c:pt>
                <c:pt idx="4579">
                  <c:v>2.8567657664982951E-5</c:v>
                </c:pt>
                <c:pt idx="4580">
                  <c:v>2.5189397808516461E-4</c:v>
                </c:pt>
                <c:pt idx="4581">
                  <c:v>1.7062382795044581E-5</c:v>
                </c:pt>
                <c:pt idx="4582">
                  <c:v>2.4711037151444021E-5</c:v>
                </c:pt>
                <c:pt idx="4583">
                  <c:v>1.7378342025104136E-5</c:v>
                </c:pt>
                <c:pt idx="4584">
                  <c:v>4.6718603734612524E-5</c:v>
                </c:pt>
                <c:pt idx="4585">
                  <c:v>4.7383128323361107E-4</c:v>
                </c:pt>
                <c:pt idx="4586">
                  <c:v>9.7556901317307077E-6</c:v>
                </c:pt>
                <c:pt idx="4587">
                  <c:v>8.6273215074855012E-5</c:v>
                </c:pt>
                <c:pt idx="4588">
                  <c:v>1.6944205931184234E-5</c:v>
                </c:pt>
                <c:pt idx="4589">
                  <c:v>1.9209127170881544E-5</c:v>
                </c:pt>
                <c:pt idx="4590">
                  <c:v>2.3768149882001741E-4</c:v>
                </c:pt>
                <c:pt idx="4591">
                  <c:v>9.30385779468646E-5</c:v>
                </c:pt>
                <c:pt idx="4592">
                  <c:v>2.9581198752029481E-6</c:v>
                </c:pt>
                <c:pt idx="4593">
                  <c:v>7.0357174035567433E-7</c:v>
                </c:pt>
                <c:pt idx="4594">
                  <c:v>2.7030418439658347E-4</c:v>
                </c:pt>
                <c:pt idx="4595">
                  <c:v>3.5300674569436616E-5</c:v>
                </c:pt>
                <c:pt idx="4596">
                  <c:v>0</c:v>
                </c:pt>
                <c:pt idx="4597">
                  <c:v>2.0445441452682811E-5</c:v>
                </c:pt>
                <c:pt idx="4598">
                  <c:v>1.0988213983047173E-5</c:v>
                </c:pt>
                <c:pt idx="4599">
                  <c:v>0</c:v>
                </c:pt>
                <c:pt idx="4600">
                  <c:v>3.0963711591864101E-6</c:v>
                </c:pt>
                <c:pt idx="4601">
                  <c:v>1.2174700882295443E-5</c:v>
                </c:pt>
                <c:pt idx="4602">
                  <c:v>6.2505458479536232E-6</c:v>
                </c:pt>
                <c:pt idx="4603">
                  <c:v>6.0497955447608626E-6</c:v>
                </c:pt>
                <c:pt idx="4604">
                  <c:v>6.5800607779181828E-5</c:v>
                </c:pt>
                <c:pt idx="4605">
                  <c:v>5.5751995149563457E-7</c:v>
                </c:pt>
                <c:pt idx="4606">
                  <c:v>1.5815728193121498E-5</c:v>
                </c:pt>
                <c:pt idx="4607">
                  <c:v>1.468424588748561E-6</c:v>
                </c:pt>
                <c:pt idx="4608">
                  <c:v>0</c:v>
                </c:pt>
                <c:pt idx="4609">
                  <c:v>0</c:v>
                </c:pt>
                <c:pt idx="4610">
                  <c:v>1.7658574861575977E-5</c:v>
                </c:pt>
                <c:pt idx="4611">
                  <c:v>1.2694889727285705E-5</c:v>
                </c:pt>
                <c:pt idx="4612">
                  <c:v>6.0722808699623189E-5</c:v>
                </c:pt>
                <c:pt idx="4613">
                  <c:v>4.7772504182557077E-6</c:v>
                </c:pt>
                <c:pt idx="4614">
                  <c:v>4.0196461462087859E-6</c:v>
                </c:pt>
                <c:pt idx="4615">
                  <c:v>5.6037491582883827E-5</c:v>
                </c:pt>
                <c:pt idx="4616">
                  <c:v>2.3204992599028819E-5</c:v>
                </c:pt>
                <c:pt idx="4617">
                  <c:v>2.924760961174632E-7</c:v>
                </c:pt>
                <c:pt idx="4618">
                  <c:v>5.7769603208367237E-6</c:v>
                </c:pt>
                <c:pt idx="4619">
                  <c:v>8.9341135236732766E-6</c:v>
                </c:pt>
                <c:pt idx="4620">
                  <c:v>1.7162959565749693E-6</c:v>
                </c:pt>
                <c:pt idx="4621">
                  <c:v>4.1014676658585511E-5</c:v>
                </c:pt>
                <c:pt idx="4622">
                  <c:v>2.715981581890788E-5</c:v>
                </c:pt>
                <c:pt idx="4623">
                  <c:v>3.8380718949307032E-5</c:v>
                </c:pt>
                <c:pt idx="4624">
                  <c:v>2.1854003997028012E-6</c:v>
                </c:pt>
                <c:pt idx="4625">
                  <c:v>8.4748684244355534E-6</c:v>
                </c:pt>
                <c:pt idx="4626">
                  <c:v>6.542067997328799E-6</c:v>
                </c:pt>
                <c:pt idx="4627">
                  <c:v>2.8515129794309302E-7</c:v>
                </c:pt>
                <c:pt idx="4628">
                  <c:v>0</c:v>
                </c:pt>
                <c:pt idx="4629">
                  <c:v>3.9053329935684476E-7</c:v>
                </c:pt>
                <c:pt idx="4630">
                  <c:v>0</c:v>
                </c:pt>
                <c:pt idx="4631">
                  <c:v>0</c:v>
                </c:pt>
                <c:pt idx="4632">
                  <c:v>9.2718731971613263E-7</c:v>
                </c:pt>
                <c:pt idx="4633">
                  <c:v>0</c:v>
                </c:pt>
                <c:pt idx="4634">
                  <c:v>6.4084893920625349E-6</c:v>
                </c:pt>
                <c:pt idx="4635">
                  <c:v>1.0196053656800581E-3</c:v>
                </c:pt>
                <c:pt idx="4636">
                  <c:v>1.461696107675738E-6</c:v>
                </c:pt>
                <c:pt idx="4637">
                  <c:v>1.3216453925278006E-7</c:v>
                </c:pt>
                <c:pt idx="4638">
                  <c:v>1.9846250319089386E-6</c:v>
                </c:pt>
                <c:pt idx="4639">
                  <c:v>8.1894930427161842E-6</c:v>
                </c:pt>
                <c:pt idx="4640">
                  <c:v>0</c:v>
                </c:pt>
                <c:pt idx="4641">
                  <c:v>0</c:v>
                </c:pt>
                <c:pt idx="4642">
                  <c:v>3.0959953033045012E-5</c:v>
                </c:pt>
                <c:pt idx="4643">
                  <c:v>4.4175078123970823E-7</c:v>
                </c:pt>
                <c:pt idx="4644">
                  <c:v>5.4761185313553773E-6</c:v>
                </c:pt>
                <c:pt idx="4645">
                  <c:v>8.3946410142125561E-7</c:v>
                </c:pt>
                <c:pt idx="4646">
                  <c:v>5.3996445683975903E-6</c:v>
                </c:pt>
                <c:pt idx="4647">
                  <c:v>1.5175251782111759E-3</c:v>
                </c:pt>
                <c:pt idx="4648">
                  <c:v>5.2407138297709488E-6</c:v>
                </c:pt>
                <c:pt idx="4649">
                  <c:v>3.490517831039153E-7</c:v>
                </c:pt>
                <c:pt idx="4650">
                  <c:v>2.9394270377424561E-5</c:v>
                </c:pt>
                <c:pt idx="4651">
                  <c:v>6.5830938898100166E-7</c:v>
                </c:pt>
                <c:pt idx="4652">
                  <c:v>2.035802244364381E-5</c:v>
                </c:pt>
                <c:pt idx="4653">
                  <c:v>1.3454538593236782E-5</c:v>
                </c:pt>
                <c:pt idx="4654">
                  <c:v>0</c:v>
                </c:pt>
                <c:pt idx="4655">
                  <c:v>1.9041700654938134E-5</c:v>
                </c:pt>
                <c:pt idx="4656">
                  <c:v>3.651327595612787E-7</c:v>
                </c:pt>
                <c:pt idx="4657">
                  <c:v>4.5250709749155733E-7</c:v>
                </c:pt>
                <c:pt idx="4658">
                  <c:v>0</c:v>
                </c:pt>
                <c:pt idx="4659">
                  <c:v>9.1096895514764333E-6</c:v>
                </c:pt>
                <c:pt idx="4660">
                  <c:v>1.5031938898829401E-5</c:v>
                </c:pt>
                <c:pt idx="4661">
                  <c:v>4.9069785854373993E-5</c:v>
                </c:pt>
                <c:pt idx="4662">
                  <c:v>2.9417901370766715E-7</c:v>
                </c:pt>
                <c:pt idx="4663">
                  <c:v>2.2385449028799129E-5</c:v>
                </c:pt>
                <c:pt idx="4664">
                  <c:v>6.375954613409997E-6</c:v>
                </c:pt>
                <c:pt idx="4665">
                  <c:v>0</c:v>
                </c:pt>
                <c:pt idx="4666">
                  <c:v>4.2718879021243242E-6</c:v>
                </c:pt>
                <c:pt idx="4667">
                  <c:v>9.9768837465637037E-5</c:v>
                </c:pt>
                <c:pt idx="4668">
                  <c:v>3.2196764137138592E-6</c:v>
                </c:pt>
                <c:pt idx="4669">
                  <c:v>1.4113859687583832E-5</c:v>
                </c:pt>
                <c:pt idx="4670">
                  <c:v>1.1269315360844501E-5</c:v>
                </c:pt>
                <c:pt idx="4671">
                  <c:v>9.2243924198118521E-6</c:v>
                </c:pt>
                <c:pt idx="4672">
                  <c:v>2.1683748920476953E-7</c:v>
                </c:pt>
                <c:pt idx="4673">
                  <c:v>5.2853050872198198E-6</c:v>
                </c:pt>
                <c:pt idx="4674">
                  <c:v>1.6790527013392684E-5</c:v>
                </c:pt>
                <c:pt idx="4675">
                  <c:v>1.3816036533850541E-5</c:v>
                </c:pt>
                <c:pt idx="4676">
                  <c:v>4.3791080030932769E-5</c:v>
                </c:pt>
                <c:pt idx="4677">
                  <c:v>2.590124289649764E-6</c:v>
                </c:pt>
                <c:pt idx="4678">
                  <c:v>1.5128436828899703E-7</c:v>
                </c:pt>
                <c:pt idx="4679">
                  <c:v>6.3821299501763021E-6</c:v>
                </c:pt>
                <c:pt idx="4680">
                  <c:v>3.5753303330979903E-5</c:v>
                </c:pt>
                <c:pt idx="4681">
                  <c:v>7.2665153044309071E-6</c:v>
                </c:pt>
                <c:pt idx="4682">
                  <c:v>3.3655000038043317E-4</c:v>
                </c:pt>
                <c:pt idx="4683">
                  <c:v>2.5674247973459537E-5</c:v>
                </c:pt>
                <c:pt idx="4684">
                  <c:v>1.4235501429597656E-5</c:v>
                </c:pt>
                <c:pt idx="4685">
                  <c:v>0</c:v>
                </c:pt>
                <c:pt idx="4686">
                  <c:v>1.7732988054516401E-4</c:v>
                </c:pt>
                <c:pt idx="4687">
                  <c:v>2.1659320593900887E-5</c:v>
                </c:pt>
                <c:pt idx="4688">
                  <c:v>0</c:v>
                </c:pt>
                <c:pt idx="4689">
                  <c:v>3.0762506308029658E-4</c:v>
                </c:pt>
                <c:pt idx="4690">
                  <c:v>6.7366994139056056E-7</c:v>
                </c:pt>
                <c:pt idx="4691">
                  <c:v>2.984386091863616E-5</c:v>
                </c:pt>
                <c:pt idx="4692">
                  <c:v>6.7249013413768312E-5</c:v>
                </c:pt>
                <c:pt idx="4693">
                  <c:v>1.1418107380753472E-5</c:v>
                </c:pt>
                <c:pt idx="4694">
                  <c:v>0</c:v>
                </c:pt>
                <c:pt idx="4695">
                  <c:v>4.1180392017532804E-5</c:v>
                </c:pt>
                <c:pt idx="4696">
                  <c:v>1.5020781995732519E-5</c:v>
                </c:pt>
                <c:pt idx="4697">
                  <c:v>7.7477079050391413E-5</c:v>
                </c:pt>
                <c:pt idx="4698">
                  <c:v>8.2134538292330767E-6</c:v>
                </c:pt>
                <c:pt idx="4699">
                  <c:v>1.7026634747338962E-5</c:v>
                </c:pt>
                <c:pt idx="4700">
                  <c:v>2.8035890575265949E-5</c:v>
                </c:pt>
                <c:pt idx="4701">
                  <c:v>1.3803827056157986E-4</c:v>
                </c:pt>
                <c:pt idx="4702">
                  <c:v>5.4164417398235945E-7</c:v>
                </c:pt>
                <c:pt idx="4703">
                  <c:v>1.7186125745240254E-5</c:v>
                </c:pt>
                <c:pt idx="4704">
                  <c:v>5.9633538179215117E-5</c:v>
                </c:pt>
                <c:pt idx="4705">
                  <c:v>1.7195071930598109E-5</c:v>
                </c:pt>
                <c:pt idx="4706">
                  <c:v>2.8831230679946427E-5</c:v>
                </c:pt>
                <c:pt idx="4707">
                  <c:v>2.3500118187933101E-6</c:v>
                </c:pt>
                <c:pt idx="4708">
                  <c:v>0</c:v>
                </c:pt>
                <c:pt idx="4709">
                  <c:v>0</c:v>
                </c:pt>
                <c:pt idx="4710">
                  <c:v>1.6480853923304614E-4</c:v>
                </c:pt>
                <c:pt idx="4711">
                  <c:v>7.3491266333515427E-5</c:v>
                </c:pt>
                <c:pt idx="4712">
                  <c:v>2.9808404486307868E-6</c:v>
                </c:pt>
                <c:pt idx="4713">
                  <c:v>0</c:v>
                </c:pt>
                <c:pt idx="4714">
                  <c:v>5.2548357362123134E-7</c:v>
                </c:pt>
                <c:pt idx="4715">
                  <c:v>0</c:v>
                </c:pt>
                <c:pt idx="4716">
                  <c:v>0</c:v>
                </c:pt>
                <c:pt idx="4717">
                  <c:v>1.2579300809583081E-5</c:v>
                </c:pt>
                <c:pt idx="4718">
                  <c:v>1.0239218186753722E-6</c:v>
                </c:pt>
                <c:pt idx="4719">
                  <c:v>0</c:v>
                </c:pt>
                <c:pt idx="4720">
                  <c:v>0</c:v>
                </c:pt>
                <c:pt idx="4721">
                  <c:v>0</c:v>
                </c:pt>
                <c:pt idx="4722">
                  <c:v>6.231792363836174E-4</c:v>
                </c:pt>
                <c:pt idx="4723">
                  <c:v>4.3526406814045719E-6</c:v>
                </c:pt>
                <c:pt idx="4724">
                  <c:v>1.3763971560760542E-6</c:v>
                </c:pt>
                <c:pt idx="4725">
                  <c:v>4.1377040546061104E-6</c:v>
                </c:pt>
                <c:pt idx="4726">
                  <c:v>3.3276780859028617E-6</c:v>
                </c:pt>
                <c:pt idx="4727">
                  <c:v>1.4064090634458389E-6</c:v>
                </c:pt>
                <c:pt idx="4728">
                  <c:v>6.4159042037195926E-6</c:v>
                </c:pt>
                <c:pt idx="4729">
                  <c:v>3.3587258506472041E-3</c:v>
                </c:pt>
                <c:pt idx="4730">
                  <c:v>7.3390360442011697E-6</c:v>
                </c:pt>
                <c:pt idx="4731">
                  <c:v>1.5349441702569592E-5</c:v>
                </c:pt>
                <c:pt idx="4732">
                  <c:v>0</c:v>
                </c:pt>
                <c:pt idx="4733">
                  <c:v>7.1404455363435919E-5</c:v>
                </c:pt>
                <c:pt idx="4734">
                  <c:v>1.8583998383187812E-6</c:v>
                </c:pt>
                <c:pt idx="4735">
                  <c:v>1.2226314725781363E-7</c:v>
                </c:pt>
                <c:pt idx="4736">
                  <c:v>0</c:v>
                </c:pt>
                <c:pt idx="4737">
                  <c:v>2.3888368454898813E-5</c:v>
                </c:pt>
                <c:pt idx="4738">
                  <c:v>7.5261550740868534E-6</c:v>
                </c:pt>
                <c:pt idx="4739">
                  <c:v>8.79792833905577E-6</c:v>
                </c:pt>
                <c:pt idx="4740">
                  <c:v>1.6887204881005254E-5</c:v>
                </c:pt>
                <c:pt idx="4741">
                  <c:v>1.4375233487812841E-6</c:v>
                </c:pt>
                <c:pt idx="4742">
                  <c:v>1.4765221854399287E-4</c:v>
                </c:pt>
                <c:pt idx="4743">
                  <c:v>4.486937304537853E-5</c:v>
                </c:pt>
                <c:pt idx="4744">
                  <c:v>4.5898391611131584E-5</c:v>
                </c:pt>
                <c:pt idx="4745">
                  <c:v>4.8620926002526189E-6</c:v>
                </c:pt>
                <c:pt idx="4746">
                  <c:v>1.1047320582288807E-4</c:v>
                </c:pt>
                <c:pt idx="4747">
                  <c:v>8.5654156565869126E-8</c:v>
                </c:pt>
                <c:pt idx="4748">
                  <c:v>1.7866538577429177E-5</c:v>
                </c:pt>
                <c:pt idx="4749">
                  <c:v>7.5375657777964408E-6</c:v>
                </c:pt>
                <c:pt idx="4750">
                  <c:v>4.8640428981267584E-6</c:v>
                </c:pt>
                <c:pt idx="4751">
                  <c:v>0</c:v>
                </c:pt>
                <c:pt idx="4752">
                  <c:v>2.8707525911529438E-6</c:v>
                </c:pt>
                <c:pt idx="4753">
                  <c:v>0</c:v>
                </c:pt>
                <c:pt idx="4754">
                  <c:v>0</c:v>
                </c:pt>
                <c:pt idx="4755">
                  <c:v>9.8345976845336967E-7</c:v>
                </c:pt>
                <c:pt idx="4756">
                  <c:v>2.9167081392856197E-5</c:v>
                </c:pt>
                <c:pt idx="4757">
                  <c:v>7.2308484328959845E-4</c:v>
                </c:pt>
                <c:pt idx="4758">
                  <c:v>1.4550106725497937E-7</c:v>
                </c:pt>
                <c:pt idx="4759">
                  <c:v>3.7195110958198811E-5</c:v>
                </c:pt>
                <c:pt idx="4760">
                  <c:v>4.1077435450643859E-6</c:v>
                </c:pt>
                <c:pt idx="4761">
                  <c:v>1.2900996228312635E-5</c:v>
                </c:pt>
                <c:pt idx="4762">
                  <c:v>0</c:v>
                </c:pt>
                <c:pt idx="4763">
                  <c:v>5.8620716128025543E-5</c:v>
                </c:pt>
                <c:pt idx="4764">
                  <c:v>1.8774408202687669E-5</c:v>
                </c:pt>
                <c:pt idx="4765">
                  <c:v>6.1356209302053567E-5</c:v>
                </c:pt>
                <c:pt idx="4766">
                  <c:v>1.82966485943238E-4</c:v>
                </c:pt>
                <c:pt idx="4767">
                  <c:v>3.8752894624778352E-3</c:v>
                </c:pt>
                <c:pt idx="4768">
                  <c:v>2.1507898439395481E-5</c:v>
                </c:pt>
                <c:pt idx="4769">
                  <c:v>0</c:v>
                </c:pt>
                <c:pt idx="4770">
                  <c:v>4.4168393489112525E-7</c:v>
                </c:pt>
                <c:pt idx="4771">
                  <c:v>5.3685536018642517E-6</c:v>
                </c:pt>
                <c:pt idx="4772">
                  <c:v>3.0482105679284633E-5</c:v>
                </c:pt>
                <c:pt idx="4773">
                  <c:v>1.4049425263619552E-7</c:v>
                </c:pt>
                <c:pt idx="4774">
                  <c:v>1.8969341576894825E-5</c:v>
                </c:pt>
                <c:pt idx="4775">
                  <c:v>1.5304278807896967E-5</c:v>
                </c:pt>
                <c:pt idx="4776">
                  <c:v>3.9511433512642644E-7</c:v>
                </c:pt>
                <c:pt idx="4777">
                  <c:v>0</c:v>
                </c:pt>
                <c:pt idx="4778">
                  <c:v>9.2717640017167207E-5</c:v>
                </c:pt>
                <c:pt idx="4779">
                  <c:v>3.3713598496757099E-6</c:v>
                </c:pt>
                <c:pt idx="4780">
                  <c:v>1.5427507492312586E-4</c:v>
                </c:pt>
                <c:pt idx="4781">
                  <c:v>3.3683497069527894E-6</c:v>
                </c:pt>
                <c:pt idx="4782">
                  <c:v>5.5073998746956077E-8</c:v>
                </c:pt>
                <c:pt idx="4783">
                  <c:v>0</c:v>
                </c:pt>
                <c:pt idx="4784">
                  <c:v>2.4497087631866079E-7</c:v>
                </c:pt>
                <c:pt idx="4785">
                  <c:v>3.4457552234343491E-3</c:v>
                </c:pt>
                <c:pt idx="4786">
                  <c:v>2.3519354094161425E-5</c:v>
                </c:pt>
                <c:pt idx="4787">
                  <c:v>3.4521885722795706E-6</c:v>
                </c:pt>
                <c:pt idx="4788">
                  <c:v>7.9199342216871857E-6</c:v>
                </c:pt>
                <c:pt idx="4789">
                  <c:v>1.4472465823359081E-5</c:v>
                </c:pt>
                <c:pt idx="4790">
                  <c:v>9.4435173765654073E-5</c:v>
                </c:pt>
                <c:pt idx="4791">
                  <c:v>1.1381315592421943E-4</c:v>
                </c:pt>
                <c:pt idx="4792">
                  <c:v>0</c:v>
                </c:pt>
                <c:pt idx="4793">
                  <c:v>0</c:v>
                </c:pt>
                <c:pt idx="4794">
                  <c:v>1.1713208599128369E-5</c:v>
                </c:pt>
                <c:pt idx="4795">
                  <c:v>1.7296331609105813E-6</c:v>
                </c:pt>
                <c:pt idx="4796">
                  <c:v>7.0815816364604539E-6</c:v>
                </c:pt>
                <c:pt idx="4797">
                  <c:v>0</c:v>
                </c:pt>
                <c:pt idx="4798">
                  <c:v>0</c:v>
                </c:pt>
                <c:pt idx="4799">
                  <c:v>0</c:v>
                </c:pt>
                <c:pt idx="4800">
                  <c:v>2.6742212423963625E-5</c:v>
                </c:pt>
                <c:pt idx="4801">
                  <c:v>3.4701923072749892E-6</c:v>
                </c:pt>
                <c:pt idx="4802">
                  <c:v>8.8068615798257802E-5</c:v>
                </c:pt>
                <c:pt idx="4803">
                  <c:v>6.2937418528411259E-6</c:v>
                </c:pt>
                <c:pt idx="4804">
                  <c:v>0</c:v>
                </c:pt>
                <c:pt idx="4805">
                  <c:v>1.2947410284983669E-6</c:v>
                </c:pt>
                <c:pt idx="4806">
                  <c:v>1.0054775244635233E-5</c:v>
                </c:pt>
                <c:pt idx="4807">
                  <c:v>0</c:v>
                </c:pt>
                <c:pt idx="4808">
                  <c:v>9.5488297858335311E-6</c:v>
                </c:pt>
                <c:pt idx="4809">
                  <c:v>0</c:v>
                </c:pt>
                <c:pt idx="4810">
                  <c:v>2.2415633117009443E-5</c:v>
                </c:pt>
                <c:pt idx="4811">
                  <c:v>3.8391942896451117E-6</c:v>
                </c:pt>
                <c:pt idx="4812">
                  <c:v>3.03543142196326E-6</c:v>
                </c:pt>
                <c:pt idx="4813">
                  <c:v>0</c:v>
                </c:pt>
                <c:pt idx="4814">
                  <c:v>1.7862460567173805E-6</c:v>
                </c:pt>
                <c:pt idx="4815">
                  <c:v>1.7283660303897646E-5</c:v>
                </c:pt>
                <c:pt idx="4816">
                  <c:v>1.160106112186792E-5</c:v>
                </c:pt>
                <c:pt idx="4817">
                  <c:v>7.7488993977346832E-6</c:v>
                </c:pt>
                <c:pt idx="4818">
                  <c:v>5.9477492175341606E-5</c:v>
                </c:pt>
                <c:pt idx="4819">
                  <c:v>0</c:v>
                </c:pt>
                <c:pt idx="4820">
                  <c:v>1.8390415066696228E-6</c:v>
                </c:pt>
                <c:pt idx="4821">
                  <c:v>1.001919310578542E-4</c:v>
                </c:pt>
                <c:pt idx="4822">
                  <c:v>1.0831196974349898E-5</c:v>
                </c:pt>
                <c:pt idx="4823">
                  <c:v>4.7623887414706505E-5</c:v>
                </c:pt>
                <c:pt idx="4824">
                  <c:v>4.9751058218744987E-6</c:v>
                </c:pt>
                <c:pt idx="4825">
                  <c:v>1.2052032882031586E-5</c:v>
                </c:pt>
                <c:pt idx="4826">
                  <c:v>0</c:v>
                </c:pt>
                <c:pt idx="4827">
                  <c:v>8.9739851679857731E-5</c:v>
                </c:pt>
                <c:pt idx="4828">
                  <c:v>8.7747926088711155E-6</c:v>
                </c:pt>
                <c:pt idx="4829">
                  <c:v>1.179918950601213E-5</c:v>
                </c:pt>
                <c:pt idx="4830">
                  <c:v>6.2555065986265986E-6</c:v>
                </c:pt>
                <c:pt idx="4831">
                  <c:v>8.8418166154372422E-7</c:v>
                </c:pt>
                <c:pt idx="4832">
                  <c:v>2.0448380846328047E-6</c:v>
                </c:pt>
                <c:pt idx="4833">
                  <c:v>2.4797088115565608E-5</c:v>
                </c:pt>
                <c:pt idx="4834">
                  <c:v>7.5226476788612133E-5</c:v>
                </c:pt>
                <c:pt idx="4835">
                  <c:v>3.1875589576605843E-6</c:v>
                </c:pt>
                <c:pt idx="4836">
                  <c:v>4.9408302593533745E-6</c:v>
                </c:pt>
                <c:pt idx="4837">
                  <c:v>1.074826302183186E-5</c:v>
                </c:pt>
                <c:pt idx="4838">
                  <c:v>1.4588477343794925E-4</c:v>
                </c:pt>
                <c:pt idx="4839">
                  <c:v>1.5816182868133168E-4</c:v>
                </c:pt>
                <c:pt idx="4840">
                  <c:v>1.9063287314150766E-6</c:v>
                </c:pt>
                <c:pt idx="4841">
                  <c:v>2.2260398063340212E-6</c:v>
                </c:pt>
                <c:pt idx="4842">
                  <c:v>1.3218151759354589E-5</c:v>
                </c:pt>
                <c:pt idx="4843">
                  <c:v>2.9765500339264686E-5</c:v>
                </c:pt>
                <c:pt idx="4844">
                  <c:v>9.8966512732156938E-6</c:v>
                </c:pt>
                <c:pt idx="4845">
                  <c:v>0</c:v>
                </c:pt>
                <c:pt idx="4846">
                  <c:v>0</c:v>
                </c:pt>
                <c:pt idx="4847">
                  <c:v>5.1381587239912959E-6</c:v>
                </c:pt>
                <c:pt idx="4848">
                  <c:v>7.5994864991349995E-5</c:v>
                </c:pt>
                <c:pt idx="4849">
                  <c:v>2.1691000512877867E-3</c:v>
                </c:pt>
                <c:pt idx="4850">
                  <c:v>5.6639405471304486E-5</c:v>
                </c:pt>
                <c:pt idx="4851">
                  <c:v>4.6231317714329304E-5</c:v>
                </c:pt>
                <c:pt idx="4852">
                  <c:v>3.9332773600669759E-5</c:v>
                </c:pt>
                <c:pt idx="4853">
                  <c:v>9.7198493051479361E-6</c:v>
                </c:pt>
                <c:pt idx="4854">
                  <c:v>0</c:v>
                </c:pt>
                <c:pt idx="4855">
                  <c:v>7.2178922291845512E-6</c:v>
                </c:pt>
                <c:pt idx="4856">
                  <c:v>7.7911793631772015E-5</c:v>
                </c:pt>
                <c:pt idx="4857">
                  <c:v>3.8560232335486392E-6</c:v>
                </c:pt>
                <c:pt idx="4858">
                  <c:v>0</c:v>
                </c:pt>
                <c:pt idx="4859">
                  <c:v>8.429958274142912E-6</c:v>
                </c:pt>
                <c:pt idx="4860">
                  <c:v>1.3698580980922169E-5</c:v>
                </c:pt>
                <c:pt idx="4861">
                  <c:v>2.6792739404049057E-7</c:v>
                </c:pt>
                <c:pt idx="4862">
                  <c:v>3.1897251012810523E-5</c:v>
                </c:pt>
                <c:pt idx="4863">
                  <c:v>5.0796104809290925E-5</c:v>
                </c:pt>
                <c:pt idx="4864">
                  <c:v>1.9697951502647885E-7</c:v>
                </c:pt>
                <c:pt idx="4865">
                  <c:v>1.349889248689872E-4</c:v>
                </c:pt>
                <c:pt idx="4866">
                  <c:v>4.7275083606354694E-6</c:v>
                </c:pt>
                <c:pt idx="4867">
                  <c:v>0</c:v>
                </c:pt>
                <c:pt idx="4868">
                  <c:v>3.0608047337092592E-4</c:v>
                </c:pt>
                <c:pt idx="4869">
                  <c:v>1.7619060005599119E-3</c:v>
                </c:pt>
                <c:pt idx="4870">
                  <c:v>0</c:v>
                </c:pt>
                <c:pt idx="4871">
                  <c:v>7.6461248721885893E-6</c:v>
                </c:pt>
                <c:pt idx="4872">
                  <c:v>1.0398613100355957E-3</c:v>
                </c:pt>
                <c:pt idx="4873">
                  <c:v>7.6553402430745243E-6</c:v>
                </c:pt>
                <c:pt idx="4874">
                  <c:v>4.0043723602125814E-6</c:v>
                </c:pt>
                <c:pt idx="4875">
                  <c:v>1.8750858076863973E-5</c:v>
                </c:pt>
                <c:pt idx="4876">
                  <c:v>1.2016124191785951E-5</c:v>
                </c:pt>
                <c:pt idx="4877">
                  <c:v>1.4152729861146115E-6</c:v>
                </c:pt>
                <c:pt idx="4878">
                  <c:v>5.6790154305833154E-7</c:v>
                </c:pt>
                <c:pt idx="4879">
                  <c:v>0</c:v>
                </c:pt>
                <c:pt idx="4880">
                  <c:v>0</c:v>
                </c:pt>
                <c:pt idx="4881">
                  <c:v>1.3614798370359789E-4</c:v>
                </c:pt>
                <c:pt idx="4882">
                  <c:v>1.6534378674783968E-5</c:v>
                </c:pt>
                <c:pt idx="4883">
                  <c:v>0</c:v>
                </c:pt>
                <c:pt idx="4884">
                  <c:v>1.9254553033870288E-5</c:v>
                </c:pt>
                <c:pt idx="4885">
                  <c:v>1.3022436669085422E-6</c:v>
                </c:pt>
                <c:pt idx="4886">
                  <c:v>3.6758995652704356E-5</c:v>
                </c:pt>
                <c:pt idx="4887">
                  <c:v>2.6505046874382511E-6</c:v>
                </c:pt>
                <c:pt idx="4888">
                  <c:v>4.9702468258127046E-6</c:v>
                </c:pt>
                <c:pt idx="4889">
                  <c:v>3.0296709398657398E-6</c:v>
                </c:pt>
                <c:pt idx="4890">
                  <c:v>5.2630209509224937E-6</c:v>
                </c:pt>
                <c:pt idx="4891">
                  <c:v>3.1795631452061757E-7</c:v>
                </c:pt>
                <c:pt idx="4892">
                  <c:v>1.7641111394842697E-6</c:v>
                </c:pt>
                <c:pt idx="4893">
                  <c:v>1.4416764661268502E-5</c:v>
                </c:pt>
                <c:pt idx="4894">
                  <c:v>1.7226681078965447E-7</c:v>
                </c:pt>
                <c:pt idx="4895">
                  <c:v>1.8575457942754251E-6</c:v>
                </c:pt>
                <c:pt idx="4896">
                  <c:v>6.2818097428701727E-6</c:v>
                </c:pt>
                <c:pt idx="4897">
                  <c:v>1.0912665132466903E-4</c:v>
                </c:pt>
                <c:pt idx="4898">
                  <c:v>6.1890364741102146E-6</c:v>
                </c:pt>
                <c:pt idx="4899">
                  <c:v>1.284828206414492E-5</c:v>
                </c:pt>
                <c:pt idx="4900">
                  <c:v>1.8976618067339648E-5</c:v>
                </c:pt>
                <c:pt idx="4901">
                  <c:v>3.6745633166757657E-6</c:v>
                </c:pt>
                <c:pt idx="4902">
                  <c:v>9.5385225379678064E-5</c:v>
                </c:pt>
                <c:pt idx="4903">
                  <c:v>3.3388889223438591E-6</c:v>
                </c:pt>
                <c:pt idx="4904">
                  <c:v>0</c:v>
                </c:pt>
                <c:pt idx="4905">
                  <c:v>2.8107359600413581E-5</c:v>
                </c:pt>
                <c:pt idx="4906">
                  <c:v>2.4174758662340496E-5</c:v>
                </c:pt>
                <c:pt idx="4907">
                  <c:v>0</c:v>
                </c:pt>
                <c:pt idx="4908">
                  <c:v>1.9226584496327711E-6</c:v>
                </c:pt>
                <c:pt idx="4909">
                  <c:v>3.1130547293560613E-3</c:v>
                </c:pt>
                <c:pt idx="4910">
                  <c:v>5.2950120437985944E-7</c:v>
                </c:pt>
                <c:pt idx="4911">
                  <c:v>4.5359516788607713E-5</c:v>
                </c:pt>
                <c:pt idx="4912">
                  <c:v>6.7827250481609531E-7</c:v>
                </c:pt>
                <c:pt idx="4913">
                  <c:v>3.3379421052480811E-5</c:v>
                </c:pt>
                <c:pt idx="4914">
                  <c:v>0</c:v>
                </c:pt>
                <c:pt idx="4915">
                  <c:v>2.8611948613930647E-5</c:v>
                </c:pt>
                <c:pt idx="4916">
                  <c:v>0</c:v>
                </c:pt>
                <c:pt idx="4917">
                  <c:v>2.4212238908328641E-5</c:v>
                </c:pt>
                <c:pt idx="4918">
                  <c:v>0</c:v>
                </c:pt>
                <c:pt idx="4919">
                  <c:v>0</c:v>
                </c:pt>
                <c:pt idx="4920">
                  <c:v>0</c:v>
                </c:pt>
                <c:pt idx="4921">
                  <c:v>3.4807740361402062E-5</c:v>
                </c:pt>
                <c:pt idx="4922">
                  <c:v>0</c:v>
                </c:pt>
                <c:pt idx="4923">
                  <c:v>1.281768682812059E-5</c:v>
                </c:pt>
                <c:pt idx="4924">
                  <c:v>1.1903104638908896E-5</c:v>
                </c:pt>
                <c:pt idx="4925">
                  <c:v>1.176550320175053E-5</c:v>
                </c:pt>
                <c:pt idx="4926">
                  <c:v>7.8777557944405339E-6</c:v>
                </c:pt>
                <c:pt idx="4927">
                  <c:v>1.2386459717019411E-5</c:v>
                </c:pt>
                <c:pt idx="4928">
                  <c:v>3.9263279674770483E-4</c:v>
                </c:pt>
                <c:pt idx="4929">
                  <c:v>4.2239755167575035E-6</c:v>
                </c:pt>
                <c:pt idx="4930">
                  <c:v>3.5693288548715607E-5</c:v>
                </c:pt>
                <c:pt idx="4931">
                  <c:v>1.2136813083204974E-5</c:v>
                </c:pt>
                <c:pt idx="4932">
                  <c:v>4.6420953944559418E-6</c:v>
                </c:pt>
                <c:pt idx="4933">
                  <c:v>1.953295577485503E-7</c:v>
                </c:pt>
                <c:pt idx="4934">
                  <c:v>0</c:v>
                </c:pt>
                <c:pt idx="4935">
                  <c:v>5.7419901006264922E-6</c:v>
                </c:pt>
                <c:pt idx="4936">
                  <c:v>0</c:v>
                </c:pt>
                <c:pt idx="4937">
                  <c:v>1.9493784635508975E-5</c:v>
                </c:pt>
                <c:pt idx="4938">
                  <c:v>5.6374053672849839E-7</c:v>
                </c:pt>
                <c:pt idx="4939">
                  <c:v>7.8830222298261297E-6</c:v>
                </c:pt>
                <c:pt idx="4940">
                  <c:v>3.6138003024463331E-7</c:v>
                </c:pt>
                <c:pt idx="4941">
                  <c:v>8.221129201995362E-4</c:v>
                </c:pt>
                <c:pt idx="4942">
                  <c:v>1.9629081752311004E-5</c:v>
                </c:pt>
                <c:pt idx="4943">
                  <c:v>3.4299558600833424E-7</c:v>
                </c:pt>
                <c:pt idx="4944">
                  <c:v>0</c:v>
                </c:pt>
                <c:pt idx="4945">
                  <c:v>2.298510848965779E-5</c:v>
                </c:pt>
                <c:pt idx="4946">
                  <c:v>7.1180220222398659E-7</c:v>
                </c:pt>
                <c:pt idx="4947">
                  <c:v>1.2506667251104045E-5</c:v>
                </c:pt>
                <c:pt idx="4948">
                  <c:v>1.250996446218431E-3</c:v>
                </c:pt>
                <c:pt idx="4949">
                  <c:v>5.6663826845934693E-5</c:v>
                </c:pt>
                <c:pt idx="4950">
                  <c:v>2.3387087015838801E-5</c:v>
                </c:pt>
                <c:pt idx="4951">
                  <c:v>1.0693587991444505E-4</c:v>
                </c:pt>
                <c:pt idx="4952">
                  <c:v>1.2734781500766681E-7</c:v>
                </c:pt>
                <c:pt idx="4953">
                  <c:v>5.9970617927942959E-6</c:v>
                </c:pt>
                <c:pt idx="4954">
                  <c:v>2.395216533943534E-5</c:v>
                </c:pt>
                <c:pt idx="4955">
                  <c:v>1.3259305248950397E-5</c:v>
                </c:pt>
                <c:pt idx="4956">
                  <c:v>2.6646235046423123E-5</c:v>
                </c:pt>
                <c:pt idx="4957">
                  <c:v>5.2782387160497323E-5</c:v>
                </c:pt>
                <c:pt idx="4958">
                  <c:v>1.1577562793110035E-4</c:v>
                </c:pt>
                <c:pt idx="4959">
                  <c:v>2.1798725661218442E-5</c:v>
                </c:pt>
                <c:pt idx="4960">
                  <c:v>4.2727480426462426E-5</c:v>
                </c:pt>
                <c:pt idx="4961">
                  <c:v>1.335364511966533E-5</c:v>
                </c:pt>
                <c:pt idx="4962">
                  <c:v>2.4326970105770092E-5</c:v>
                </c:pt>
                <c:pt idx="4963">
                  <c:v>1.2527859952713813E-5</c:v>
                </c:pt>
                <c:pt idx="4964">
                  <c:v>2.1418310636601925E-5</c:v>
                </c:pt>
                <c:pt idx="4965">
                  <c:v>0</c:v>
                </c:pt>
                <c:pt idx="4966">
                  <c:v>7.5130476735006584E-7</c:v>
                </c:pt>
                <c:pt idx="4967">
                  <c:v>2.0445218250126897E-7</c:v>
                </c:pt>
                <c:pt idx="4968">
                  <c:v>0</c:v>
                </c:pt>
                <c:pt idx="4969">
                  <c:v>1.7898241985284082E-5</c:v>
                </c:pt>
                <c:pt idx="4970">
                  <c:v>1.038946921443034E-4</c:v>
                </c:pt>
                <c:pt idx="4971">
                  <c:v>5.3097138237679194E-5</c:v>
                </c:pt>
                <c:pt idx="4972">
                  <c:v>3.4109870450154841E-6</c:v>
                </c:pt>
                <c:pt idx="4973">
                  <c:v>0</c:v>
                </c:pt>
                <c:pt idx="4974">
                  <c:v>0</c:v>
                </c:pt>
                <c:pt idx="4975">
                  <c:v>2.708890273860822E-5</c:v>
                </c:pt>
                <c:pt idx="4976">
                  <c:v>1.3748366150827603E-6</c:v>
                </c:pt>
                <c:pt idx="4977">
                  <c:v>7.3249159231080879E-5</c:v>
                </c:pt>
                <c:pt idx="4978">
                  <c:v>1.2285163870855043E-5</c:v>
                </c:pt>
                <c:pt idx="4979">
                  <c:v>3.8902611341480614E-5</c:v>
                </c:pt>
                <c:pt idx="4980">
                  <c:v>0</c:v>
                </c:pt>
                <c:pt idx="4981">
                  <c:v>5.5032192395284834E-5</c:v>
                </c:pt>
                <c:pt idx="4982">
                  <c:v>3.1870842880688749E-7</c:v>
                </c:pt>
                <c:pt idx="4983">
                  <c:v>0</c:v>
                </c:pt>
                <c:pt idx="4984">
                  <c:v>7.0958732448159992E-5</c:v>
                </c:pt>
                <c:pt idx="4985">
                  <c:v>0</c:v>
                </c:pt>
                <c:pt idx="4986">
                  <c:v>1.8700592677405744E-4</c:v>
                </c:pt>
                <c:pt idx="4987">
                  <c:v>6.1548281810214813E-5</c:v>
                </c:pt>
                <c:pt idx="4988">
                  <c:v>7.8835488718196178E-6</c:v>
                </c:pt>
                <c:pt idx="4989">
                  <c:v>1.9969399096127045E-5</c:v>
                </c:pt>
                <c:pt idx="4990">
                  <c:v>7.256254869648989E-6</c:v>
                </c:pt>
                <c:pt idx="4991">
                  <c:v>5.3934282414089004E-5</c:v>
                </c:pt>
                <c:pt idx="4992">
                  <c:v>1.6285414499081032E-5</c:v>
                </c:pt>
                <c:pt idx="4993">
                  <c:v>0</c:v>
                </c:pt>
                <c:pt idx="4994">
                  <c:v>3.5683596760565948E-6</c:v>
                </c:pt>
                <c:pt idx="4995">
                  <c:v>2.5988779887230299E-6</c:v>
                </c:pt>
                <c:pt idx="4996">
                  <c:v>6.5362557045950723E-5</c:v>
                </c:pt>
                <c:pt idx="4997">
                  <c:v>4.6063308849075798E-6</c:v>
                </c:pt>
                <c:pt idx="4998">
                  <c:v>1.9141050223892944E-4</c:v>
                </c:pt>
                <c:pt idx="4999">
                  <c:v>1.6449053308351027E-6</c:v>
                </c:pt>
                <c:pt idx="5000">
                  <c:v>1.103521347530799E-4</c:v>
                </c:pt>
                <c:pt idx="5001">
                  <c:v>1.6923396500335681E-5</c:v>
                </c:pt>
                <c:pt idx="5002">
                  <c:v>2.0042846155270599E-5</c:v>
                </c:pt>
                <c:pt idx="5003">
                  <c:v>3.5503991434938197E-6</c:v>
                </c:pt>
                <c:pt idx="5004">
                  <c:v>0</c:v>
                </c:pt>
                <c:pt idx="5005">
                  <c:v>1.4518748736865455E-7</c:v>
                </c:pt>
                <c:pt idx="5006">
                  <c:v>1.025281020916696E-6</c:v>
                </c:pt>
                <c:pt idx="5007">
                  <c:v>1.9555005555603988E-7</c:v>
                </c:pt>
                <c:pt idx="5008">
                  <c:v>1.7279317457447023E-5</c:v>
                </c:pt>
                <c:pt idx="5009">
                  <c:v>1.3971661655721407E-5</c:v>
                </c:pt>
                <c:pt idx="5010">
                  <c:v>0</c:v>
                </c:pt>
                <c:pt idx="5011">
                  <c:v>5.9748997019118397E-8</c:v>
                </c:pt>
                <c:pt idx="5012">
                  <c:v>4.6279595734715553E-6</c:v>
                </c:pt>
                <c:pt idx="5013">
                  <c:v>6.8123544797896084E-5</c:v>
                </c:pt>
                <c:pt idx="5014">
                  <c:v>6.8005641484104721E-4</c:v>
                </c:pt>
                <c:pt idx="5015">
                  <c:v>1.2502383369280743E-4</c:v>
                </c:pt>
                <c:pt idx="5016">
                  <c:v>2.1754680561589592E-6</c:v>
                </c:pt>
                <c:pt idx="5017">
                  <c:v>0</c:v>
                </c:pt>
                <c:pt idx="5018">
                  <c:v>5.262626883720579E-6</c:v>
                </c:pt>
                <c:pt idx="5019">
                  <c:v>1.2127799404758973E-6</c:v>
                </c:pt>
                <c:pt idx="5020">
                  <c:v>4.9075207143250429E-5</c:v>
                </c:pt>
                <c:pt idx="5021">
                  <c:v>6.0479096982693425E-6</c:v>
                </c:pt>
                <c:pt idx="5022">
                  <c:v>1.8675998375183705E-6</c:v>
                </c:pt>
                <c:pt idx="5023">
                  <c:v>1.4161975727700404E-5</c:v>
                </c:pt>
                <c:pt idx="5024">
                  <c:v>2.058633119107079E-6</c:v>
                </c:pt>
                <c:pt idx="5025">
                  <c:v>0</c:v>
                </c:pt>
                <c:pt idx="5026">
                  <c:v>5.5486135885638825E-5</c:v>
                </c:pt>
                <c:pt idx="5027">
                  <c:v>5.3048744929041399E-6</c:v>
                </c:pt>
                <c:pt idx="5028">
                  <c:v>7.6627390290012396E-6</c:v>
                </c:pt>
                <c:pt idx="5029">
                  <c:v>0</c:v>
                </c:pt>
                <c:pt idx="5030">
                  <c:v>6.9914361916996104E-6</c:v>
                </c:pt>
                <c:pt idx="5031">
                  <c:v>9.9778800612541448E-6</c:v>
                </c:pt>
                <c:pt idx="5032">
                  <c:v>0</c:v>
                </c:pt>
                <c:pt idx="5033">
                  <c:v>1.1912819476402379E-7</c:v>
                </c:pt>
                <c:pt idx="5034">
                  <c:v>1.7125779506144111E-5</c:v>
                </c:pt>
                <c:pt idx="5035">
                  <c:v>2.4435383264544192E-5</c:v>
                </c:pt>
                <c:pt idx="5036">
                  <c:v>2.4881300193811608E-4</c:v>
                </c:pt>
                <c:pt idx="5037">
                  <c:v>1.130659894903569E-4</c:v>
                </c:pt>
                <c:pt idx="5038">
                  <c:v>9.0168249385781274E-6</c:v>
                </c:pt>
                <c:pt idx="5039">
                  <c:v>0</c:v>
                </c:pt>
                <c:pt idx="5040">
                  <c:v>3.5086976114091536E-5</c:v>
                </c:pt>
                <c:pt idx="5041">
                  <c:v>4.0298582405868784E-5</c:v>
                </c:pt>
                <c:pt idx="5042">
                  <c:v>0</c:v>
                </c:pt>
                <c:pt idx="5043">
                  <c:v>2.9466605509980364E-5</c:v>
                </c:pt>
                <c:pt idx="5044">
                  <c:v>3.4061963328736094E-7</c:v>
                </c:pt>
                <c:pt idx="5045">
                  <c:v>5.8368061811042569E-7</c:v>
                </c:pt>
                <c:pt idx="5046">
                  <c:v>1.7936525204297364E-4</c:v>
                </c:pt>
                <c:pt idx="5047">
                  <c:v>9.392650621068266E-5</c:v>
                </c:pt>
                <c:pt idx="5048">
                  <c:v>7.685856376002213E-6</c:v>
                </c:pt>
                <c:pt idx="5049">
                  <c:v>0</c:v>
                </c:pt>
                <c:pt idx="5050">
                  <c:v>3.942004652348885E-7</c:v>
                </c:pt>
                <c:pt idx="5051">
                  <c:v>0</c:v>
                </c:pt>
                <c:pt idx="5052">
                  <c:v>0</c:v>
                </c:pt>
                <c:pt idx="5053">
                  <c:v>1.5944850683800186E-6</c:v>
                </c:pt>
                <c:pt idx="5054">
                  <c:v>4.2588329628138772E-6</c:v>
                </c:pt>
                <c:pt idx="5055">
                  <c:v>0</c:v>
                </c:pt>
                <c:pt idx="5056">
                  <c:v>5.3184469057149254E-6</c:v>
                </c:pt>
                <c:pt idx="5057">
                  <c:v>1.1001731009118664E-5</c:v>
                </c:pt>
                <c:pt idx="5058">
                  <c:v>3.1664862110014426E-5</c:v>
                </c:pt>
                <c:pt idx="5059">
                  <c:v>0</c:v>
                </c:pt>
                <c:pt idx="5060">
                  <c:v>5.3240339610502072E-5</c:v>
                </c:pt>
                <c:pt idx="5061">
                  <c:v>1.7284952443573418E-5</c:v>
                </c:pt>
                <c:pt idx="5062">
                  <c:v>3.6119337982517859E-5</c:v>
                </c:pt>
                <c:pt idx="5063">
                  <c:v>1.0757417245920342E-5</c:v>
                </c:pt>
                <c:pt idx="5064">
                  <c:v>7.3136664324668585E-6</c:v>
                </c:pt>
                <c:pt idx="5065">
                  <c:v>0</c:v>
                </c:pt>
                <c:pt idx="5066">
                  <c:v>5.7871223035365481E-5</c:v>
                </c:pt>
                <c:pt idx="5067">
                  <c:v>2.1525112736836252E-5</c:v>
                </c:pt>
                <c:pt idx="5068">
                  <c:v>0</c:v>
                </c:pt>
                <c:pt idx="5069">
                  <c:v>2.8148247232624576E-5</c:v>
                </c:pt>
                <c:pt idx="5070">
                  <c:v>2.6866199058446972E-7</c:v>
                </c:pt>
                <c:pt idx="5071">
                  <c:v>1.5043917709580483E-4</c:v>
                </c:pt>
                <c:pt idx="5072">
                  <c:v>2.1063199275287642E-5</c:v>
                </c:pt>
                <c:pt idx="5073">
                  <c:v>1.3209214537069665E-5</c:v>
                </c:pt>
                <c:pt idx="5074">
                  <c:v>2.9966046692666752E-5</c:v>
                </c:pt>
                <c:pt idx="5075">
                  <c:v>1.2529290331035803E-5</c:v>
                </c:pt>
                <c:pt idx="5076">
                  <c:v>3.6639650706037699E-6</c:v>
                </c:pt>
                <c:pt idx="5077">
                  <c:v>9.8390181541733088E-5</c:v>
                </c:pt>
                <c:pt idx="5078">
                  <c:v>0</c:v>
                </c:pt>
                <c:pt idx="5079">
                  <c:v>7.6139600255443919E-6</c:v>
                </c:pt>
                <c:pt idx="5080">
                  <c:v>8.1641784718706695E-5</c:v>
                </c:pt>
                <c:pt idx="5081">
                  <c:v>4.7449795871856394E-5</c:v>
                </c:pt>
                <c:pt idx="5082">
                  <c:v>2.6264423968218797E-3</c:v>
                </c:pt>
                <c:pt idx="5083">
                  <c:v>5.3971815333466834E-6</c:v>
                </c:pt>
                <c:pt idx="5084">
                  <c:v>5.635931535816415E-5</c:v>
                </c:pt>
                <c:pt idx="5085">
                  <c:v>3.3453504227960647E-7</c:v>
                </c:pt>
                <c:pt idx="5086">
                  <c:v>1.3671861331003115E-5</c:v>
                </c:pt>
                <c:pt idx="5087">
                  <c:v>1.0604868754793206E-5</c:v>
                </c:pt>
                <c:pt idx="5088">
                  <c:v>0</c:v>
                </c:pt>
                <c:pt idx="5089">
                  <c:v>0</c:v>
                </c:pt>
                <c:pt idx="5090">
                  <c:v>9.0016242168566037E-6</c:v>
                </c:pt>
                <c:pt idx="5091">
                  <c:v>1.2646511535129582E-5</c:v>
                </c:pt>
                <c:pt idx="5092">
                  <c:v>8.1230298399183055E-5</c:v>
                </c:pt>
                <c:pt idx="5093">
                  <c:v>1.2621975620288694E-5</c:v>
                </c:pt>
                <c:pt idx="5094">
                  <c:v>2.7851218277266123E-4</c:v>
                </c:pt>
                <c:pt idx="5095">
                  <c:v>9.6725482511558994E-5</c:v>
                </c:pt>
                <c:pt idx="5096">
                  <c:v>9.6627615112792954E-6</c:v>
                </c:pt>
                <c:pt idx="5097">
                  <c:v>1.8954371152840932E-5</c:v>
                </c:pt>
                <c:pt idx="5098">
                  <c:v>2.6160849390666546E-5</c:v>
                </c:pt>
                <c:pt idx="5099">
                  <c:v>2.7205901479234146E-4</c:v>
                </c:pt>
                <c:pt idx="5100">
                  <c:v>1.0168602888914071E-7</c:v>
                </c:pt>
                <c:pt idx="5101">
                  <c:v>2.9536962017123944E-6</c:v>
                </c:pt>
                <c:pt idx="5102">
                  <c:v>4.3829128716975865E-6</c:v>
                </c:pt>
                <c:pt idx="5103">
                  <c:v>3.8197359867640465E-6</c:v>
                </c:pt>
                <c:pt idx="5104">
                  <c:v>2.0951457507361807E-6</c:v>
                </c:pt>
                <c:pt idx="5105">
                  <c:v>1.2772811436115309E-5</c:v>
                </c:pt>
                <c:pt idx="5106">
                  <c:v>6.9782543729699212E-6</c:v>
                </c:pt>
                <c:pt idx="5107">
                  <c:v>2.3198000736589378E-6</c:v>
                </c:pt>
                <c:pt idx="5108">
                  <c:v>7.2308043798628748E-7</c:v>
                </c:pt>
                <c:pt idx="5109">
                  <c:v>3.6025130555644795E-7</c:v>
                </c:pt>
                <c:pt idx="5110">
                  <c:v>1.8884745275930538E-4</c:v>
                </c:pt>
                <c:pt idx="5111">
                  <c:v>2.947445550664686E-6</c:v>
                </c:pt>
                <c:pt idx="5112">
                  <c:v>2.6397101000782965E-5</c:v>
                </c:pt>
                <c:pt idx="5113">
                  <c:v>1.8621949031819121E-5</c:v>
                </c:pt>
                <c:pt idx="5114">
                  <c:v>8.4172582152110226E-6</c:v>
                </c:pt>
                <c:pt idx="5115">
                  <c:v>0</c:v>
                </c:pt>
                <c:pt idx="5116">
                  <c:v>0</c:v>
                </c:pt>
                <c:pt idx="5117">
                  <c:v>0</c:v>
                </c:pt>
                <c:pt idx="5118">
                  <c:v>1.3678577490163581E-7</c:v>
                </c:pt>
                <c:pt idx="5119">
                  <c:v>0</c:v>
                </c:pt>
                <c:pt idx="5120">
                  <c:v>1.6689104288225258E-5</c:v>
                </c:pt>
                <c:pt idx="5121">
                  <c:v>2.362260124020461E-7</c:v>
                </c:pt>
                <c:pt idx="5122">
                  <c:v>5.6929854202018806E-6</c:v>
                </c:pt>
                <c:pt idx="5123">
                  <c:v>2.2484944162242818E-6</c:v>
                </c:pt>
                <c:pt idx="5124">
                  <c:v>1.0332361064272363E-7</c:v>
                </c:pt>
                <c:pt idx="5125">
                  <c:v>2.0805836287669972E-5</c:v>
                </c:pt>
                <c:pt idx="5126">
                  <c:v>1.0857800052635911E-4</c:v>
                </c:pt>
                <c:pt idx="5127">
                  <c:v>2.1298698381200218E-6</c:v>
                </c:pt>
                <c:pt idx="5128">
                  <c:v>1.8886574730832923E-4</c:v>
                </c:pt>
                <c:pt idx="5129">
                  <c:v>2.1303582070436402E-4</c:v>
                </c:pt>
                <c:pt idx="5130">
                  <c:v>2.3146608242649825E-5</c:v>
                </c:pt>
                <c:pt idx="5131">
                  <c:v>2.2855531816987604E-5</c:v>
                </c:pt>
                <c:pt idx="5132">
                  <c:v>0</c:v>
                </c:pt>
                <c:pt idx="5133">
                  <c:v>1.5769268701062568E-5</c:v>
                </c:pt>
                <c:pt idx="5134">
                  <c:v>1.255341702774418E-6</c:v>
                </c:pt>
                <c:pt idx="5135">
                  <c:v>2.9443846305414026E-5</c:v>
                </c:pt>
                <c:pt idx="5136">
                  <c:v>1.2475369285010259E-5</c:v>
                </c:pt>
                <c:pt idx="5137">
                  <c:v>1.191980612003166E-5</c:v>
                </c:pt>
                <c:pt idx="5138">
                  <c:v>2.40783351235165E-6</c:v>
                </c:pt>
                <c:pt idx="5139">
                  <c:v>6.7947029758949274E-6</c:v>
                </c:pt>
                <c:pt idx="5140">
                  <c:v>6.5742029672777039E-6</c:v>
                </c:pt>
                <c:pt idx="5141">
                  <c:v>7.7855640107994051E-7</c:v>
                </c:pt>
                <c:pt idx="5142">
                  <c:v>1.452657555559145E-6</c:v>
                </c:pt>
                <c:pt idx="5143">
                  <c:v>1.8860400808834523E-6</c:v>
                </c:pt>
                <c:pt idx="5144">
                  <c:v>4.1777980861429911E-6</c:v>
                </c:pt>
                <c:pt idx="5145">
                  <c:v>2.0008097430538889E-5</c:v>
                </c:pt>
                <c:pt idx="5146">
                  <c:v>7.5022334382130316E-5</c:v>
                </c:pt>
                <c:pt idx="5147">
                  <c:v>5.1843683078788358E-6</c:v>
                </c:pt>
                <c:pt idx="5148">
                  <c:v>4.1666254080407833E-5</c:v>
                </c:pt>
                <c:pt idx="5149">
                  <c:v>5.6085967261495884E-5</c:v>
                </c:pt>
                <c:pt idx="5150">
                  <c:v>5.0959564902042202E-7</c:v>
                </c:pt>
                <c:pt idx="5151">
                  <c:v>4.2153289278712024E-4</c:v>
                </c:pt>
                <c:pt idx="5152">
                  <c:v>2.2475177094688514E-4</c:v>
                </c:pt>
                <c:pt idx="5153">
                  <c:v>9.028566224821908E-6</c:v>
                </c:pt>
                <c:pt idx="5154">
                  <c:v>8.6602810759725539E-6</c:v>
                </c:pt>
                <c:pt idx="5155">
                  <c:v>2.2028886858968689E-5</c:v>
                </c:pt>
                <c:pt idx="5156">
                  <c:v>0</c:v>
                </c:pt>
                <c:pt idx="5157">
                  <c:v>0</c:v>
                </c:pt>
                <c:pt idx="5158">
                  <c:v>0</c:v>
                </c:pt>
                <c:pt idx="5159">
                  <c:v>3.6246217947873676E-6</c:v>
                </c:pt>
                <c:pt idx="5160">
                  <c:v>8.958659404563016E-6</c:v>
                </c:pt>
                <c:pt idx="5161">
                  <c:v>3.1373384391184572E-5</c:v>
                </c:pt>
                <c:pt idx="5162">
                  <c:v>5.2591333714504413E-5</c:v>
                </c:pt>
                <c:pt idx="5163">
                  <c:v>1.2734781500766681E-7</c:v>
                </c:pt>
                <c:pt idx="5164">
                  <c:v>1.9667975306346413E-5</c:v>
                </c:pt>
                <c:pt idx="5165">
                  <c:v>0</c:v>
                </c:pt>
                <c:pt idx="5166">
                  <c:v>4.3936647248527446E-5</c:v>
                </c:pt>
                <c:pt idx="5167">
                  <c:v>9.8728362936705924E-5</c:v>
                </c:pt>
                <c:pt idx="5168">
                  <c:v>1.249465115407519E-6</c:v>
                </c:pt>
                <c:pt idx="5169">
                  <c:v>1.2380677789968687E-4</c:v>
                </c:pt>
                <c:pt idx="5170">
                  <c:v>9.6737308291924113E-5</c:v>
                </c:pt>
                <c:pt idx="5171">
                  <c:v>7.7068733654480999E-5</c:v>
                </c:pt>
                <c:pt idx="5172">
                  <c:v>1.0342891834504721E-4</c:v>
                </c:pt>
                <c:pt idx="5173">
                  <c:v>0</c:v>
                </c:pt>
                <c:pt idx="5174">
                  <c:v>2.7590061456892151E-3</c:v>
                </c:pt>
                <c:pt idx="5175">
                  <c:v>2.2381553608355123E-5</c:v>
                </c:pt>
                <c:pt idx="5176">
                  <c:v>3.9555264828547582E-7</c:v>
                </c:pt>
                <c:pt idx="5177">
                  <c:v>1.0719633442227989E-4</c:v>
                </c:pt>
                <c:pt idx="5178">
                  <c:v>5.7173013956197536E-5</c:v>
                </c:pt>
                <c:pt idx="5179">
                  <c:v>0</c:v>
                </c:pt>
                <c:pt idx="5180">
                  <c:v>1.3835166430589701E-5</c:v>
                </c:pt>
                <c:pt idx="5181">
                  <c:v>2.2769729953760042E-6</c:v>
                </c:pt>
                <c:pt idx="5182">
                  <c:v>6.7143183527297976E-6</c:v>
                </c:pt>
                <c:pt idx="5183">
                  <c:v>7.9078081437684312E-6</c:v>
                </c:pt>
                <c:pt idx="5184">
                  <c:v>1.3072965645865673E-5</c:v>
                </c:pt>
                <c:pt idx="5185">
                  <c:v>5.5595277991756512E-5</c:v>
                </c:pt>
                <c:pt idx="5186">
                  <c:v>4.8792555425818216E-5</c:v>
                </c:pt>
                <c:pt idx="5187">
                  <c:v>1.445923999541676E-5</c:v>
                </c:pt>
                <c:pt idx="5188">
                  <c:v>2.3622192750058409E-5</c:v>
                </c:pt>
                <c:pt idx="5189">
                  <c:v>1.9586425227881549E-6</c:v>
                </c:pt>
                <c:pt idx="5190">
                  <c:v>7.7359227719489908E-6</c:v>
                </c:pt>
                <c:pt idx="5191">
                  <c:v>2.6562489299795318E-6</c:v>
                </c:pt>
                <c:pt idx="5192">
                  <c:v>1.6275767884640123E-5</c:v>
                </c:pt>
                <c:pt idx="5193">
                  <c:v>1.7128150135025247E-5</c:v>
                </c:pt>
                <c:pt idx="5194">
                  <c:v>1.2106521839732051E-5</c:v>
                </c:pt>
                <c:pt idx="5195">
                  <c:v>4.0189693251912166E-5</c:v>
                </c:pt>
                <c:pt idx="5196">
                  <c:v>6.8235499149352722E-6</c:v>
                </c:pt>
                <c:pt idx="5197">
                  <c:v>6.1019408217620778E-5</c:v>
                </c:pt>
                <c:pt idx="5198">
                  <c:v>1.197117084216181E-4</c:v>
                </c:pt>
                <c:pt idx="5199">
                  <c:v>1.5005359627474804E-5</c:v>
                </c:pt>
                <c:pt idx="5200">
                  <c:v>2.1117026721101173E-5</c:v>
                </c:pt>
                <c:pt idx="5201">
                  <c:v>4.3314551417358889E-5</c:v>
                </c:pt>
                <c:pt idx="5202">
                  <c:v>1.7540902428739566E-6</c:v>
                </c:pt>
                <c:pt idx="5203">
                  <c:v>1.4143346835823825E-5</c:v>
                </c:pt>
                <c:pt idx="5204">
                  <c:v>1.197341250742962E-3</c:v>
                </c:pt>
                <c:pt idx="5205">
                  <c:v>5.466368781353724E-5</c:v>
                </c:pt>
                <c:pt idx="5206">
                  <c:v>3.2666825460798943E-6</c:v>
                </c:pt>
                <c:pt idx="5207">
                  <c:v>2.4634968567134488E-4</c:v>
                </c:pt>
                <c:pt idx="5208">
                  <c:v>2.1011625335990285E-5</c:v>
                </c:pt>
                <c:pt idx="5209">
                  <c:v>2.2756468608417136E-6</c:v>
                </c:pt>
                <c:pt idx="5210">
                  <c:v>1.0031373085087763E-6</c:v>
                </c:pt>
                <c:pt idx="5211">
                  <c:v>1.6727716335632229E-6</c:v>
                </c:pt>
                <c:pt idx="5212">
                  <c:v>1.3950339060360555E-4</c:v>
                </c:pt>
                <c:pt idx="5213">
                  <c:v>9.311263875474187E-8</c:v>
                </c:pt>
                <c:pt idx="5214">
                  <c:v>1.2135470476645621E-5</c:v>
                </c:pt>
                <c:pt idx="5215">
                  <c:v>3.3041906649155903E-5</c:v>
                </c:pt>
                <c:pt idx="5216">
                  <c:v>4.6379833648098494E-5</c:v>
                </c:pt>
                <c:pt idx="5217">
                  <c:v>4.2007579678663963E-5</c:v>
                </c:pt>
                <c:pt idx="5218">
                  <c:v>1.6873465575319063E-5</c:v>
                </c:pt>
                <c:pt idx="5219">
                  <c:v>1.4009411077742105E-5</c:v>
                </c:pt>
                <c:pt idx="5220">
                  <c:v>8.4134680451589881E-6</c:v>
                </c:pt>
                <c:pt idx="5221">
                  <c:v>1.0636893811429793E-5</c:v>
                </c:pt>
                <c:pt idx="5222">
                  <c:v>2.0835652830531603E-5</c:v>
                </c:pt>
                <c:pt idx="5223">
                  <c:v>2.0537829564555358E-5</c:v>
                </c:pt>
                <c:pt idx="5224">
                  <c:v>0</c:v>
                </c:pt>
                <c:pt idx="5225">
                  <c:v>8.2762621597518708E-6</c:v>
                </c:pt>
                <c:pt idx="5226">
                  <c:v>2.2396725960490876E-5</c:v>
                </c:pt>
                <c:pt idx="5227">
                  <c:v>5.8661517759257133E-5</c:v>
                </c:pt>
                <c:pt idx="5228">
                  <c:v>1.4177178693399555E-5</c:v>
                </c:pt>
                <c:pt idx="5229">
                  <c:v>0</c:v>
                </c:pt>
                <c:pt idx="5230">
                  <c:v>3.9390460318640495E-6</c:v>
                </c:pt>
                <c:pt idx="5231">
                  <c:v>1.7110391122859283E-5</c:v>
                </c:pt>
                <c:pt idx="5232">
                  <c:v>6.1622521770608911E-5</c:v>
                </c:pt>
                <c:pt idx="5233">
                  <c:v>5.2122048238178146E-6</c:v>
                </c:pt>
                <c:pt idx="5234">
                  <c:v>7.7639266295011049E-6</c:v>
                </c:pt>
                <c:pt idx="5235">
                  <c:v>5.7880275769096469E-6</c:v>
                </c:pt>
                <c:pt idx="5236">
                  <c:v>3.7748746715850209E-5</c:v>
                </c:pt>
                <c:pt idx="5237">
                  <c:v>1.0630646772181839E-5</c:v>
                </c:pt>
                <c:pt idx="5238">
                  <c:v>3.9886803717443128E-5</c:v>
                </c:pt>
                <c:pt idx="5239">
                  <c:v>6.4137671175981562E-4</c:v>
                </c:pt>
                <c:pt idx="5240">
                  <c:v>1.3720365405103001E-7</c:v>
                </c:pt>
                <c:pt idx="5241">
                  <c:v>1.664667036640756E-5</c:v>
                </c:pt>
                <c:pt idx="5242">
                  <c:v>1.7741975627936195E-5</c:v>
                </c:pt>
                <c:pt idx="5243">
                  <c:v>1.0402256447940443E-5</c:v>
                </c:pt>
                <c:pt idx="5244">
                  <c:v>1.6410590655279151E-6</c:v>
                </c:pt>
                <c:pt idx="5245">
                  <c:v>5.5227233432505901E-5</c:v>
                </c:pt>
                <c:pt idx="5246">
                  <c:v>0</c:v>
                </c:pt>
                <c:pt idx="5247">
                  <c:v>4.1752088093619885E-7</c:v>
                </c:pt>
                <c:pt idx="5248">
                  <c:v>1.3921587726536764E-7</c:v>
                </c:pt>
                <c:pt idx="5249">
                  <c:v>1.9400060622732438E-5</c:v>
                </c:pt>
                <c:pt idx="5250">
                  <c:v>4.6222524916985698E-4</c:v>
                </c:pt>
                <c:pt idx="5251">
                  <c:v>3.0438243199041721E-5</c:v>
                </c:pt>
                <c:pt idx="5252">
                  <c:v>0</c:v>
                </c:pt>
                <c:pt idx="5253">
                  <c:v>0</c:v>
                </c:pt>
                <c:pt idx="5254">
                  <c:v>1.3937998787390803E-5</c:v>
                </c:pt>
                <c:pt idx="5255">
                  <c:v>0</c:v>
                </c:pt>
                <c:pt idx="5256">
                  <c:v>5.0881424139956632E-5</c:v>
                </c:pt>
                <c:pt idx="5257">
                  <c:v>8.0930199494657873E-6</c:v>
                </c:pt>
                <c:pt idx="5258">
                  <c:v>2.4497088777838402E-5</c:v>
                </c:pt>
                <c:pt idx="5259">
                  <c:v>0</c:v>
                </c:pt>
                <c:pt idx="5260">
                  <c:v>7.9898909138044601E-6</c:v>
                </c:pt>
                <c:pt idx="5261">
                  <c:v>6.1582016803014906E-5</c:v>
                </c:pt>
                <c:pt idx="5262">
                  <c:v>5.0782686542162587E-6</c:v>
                </c:pt>
                <c:pt idx="5263">
                  <c:v>2.4829281567245833E-5</c:v>
                </c:pt>
                <c:pt idx="5264">
                  <c:v>9.7755990930602956E-5</c:v>
                </c:pt>
                <c:pt idx="5265">
                  <c:v>5.6898258420171034E-5</c:v>
                </c:pt>
                <c:pt idx="5266">
                  <c:v>0</c:v>
                </c:pt>
                <c:pt idx="5267">
                  <c:v>3.0935900631832216E-5</c:v>
                </c:pt>
                <c:pt idx="5268">
                  <c:v>5.6981373489802916E-5</c:v>
                </c:pt>
                <c:pt idx="5269">
                  <c:v>5.131358276974887E-6</c:v>
                </c:pt>
                <c:pt idx="5270">
                  <c:v>5.8539594907041601E-5</c:v>
                </c:pt>
                <c:pt idx="5271">
                  <c:v>2.0997504666718595E-4</c:v>
                </c:pt>
                <c:pt idx="5272">
                  <c:v>7.5410814334763946E-6</c:v>
                </c:pt>
                <c:pt idx="5273">
                  <c:v>9.9825918604583571E-6</c:v>
                </c:pt>
                <c:pt idx="5274">
                  <c:v>1.9740955554401003E-4</c:v>
                </c:pt>
                <c:pt idx="5275">
                  <c:v>6.6661916179465189E-6</c:v>
                </c:pt>
                <c:pt idx="5276">
                  <c:v>1.9253356461522893E-3</c:v>
                </c:pt>
                <c:pt idx="5277">
                  <c:v>3.1024273616670384E-5</c:v>
                </c:pt>
                <c:pt idx="5278">
                  <c:v>3.3259600204180412E-5</c:v>
                </c:pt>
                <c:pt idx="5279">
                  <c:v>2.0889748446490622E-5</c:v>
                </c:pt>
                <c:pt idx="5280">
                  <c:v>1.4729470214173141E-5</c:v>
                </c:pt>
                <c:pt idx="5281">
                  <c:v>0</c:v>
                </c:pt>
                <c:pt idx="5282">
                  <c:v>0</c:v>
                </c:pt>
                <c:pt idx="5283">
                  <c:v>8.915565891010364E-5</c:v>
                </c:pt>
                <c:pt idx="5284">
                  <c:v>6.666239756146043E-5</c:v>
                </c:pt>
                <c:pt idx="5285">
                  <c:v>0</c:v>
                </c:pt>
                <c:pt idx="5286">
                  <c:v>3.4293790394163881E-5</c:v>
                </c:pt>
                <c:pt idx="5287">
                  <c:v>3.5469492135463677E-5</c:v>
                </c:pt>
                <c:pt idx="5288">
                  <c:v>9.1523368381531887E-5</c:v>
                </c:pt>
                <c:pt idx="5289">
                  <c:v>1.183755003696561E-5</c:v>
                </c:pt>
                <c:pt idx="5290">
                  <c:v>4.3248463265767754E-6</c:v>
                </c:pt>
                <c:pt idx="5291">
                  <c:v>0</c:v>
                </c:pt>
                <c:pt idx="5292">
                  <c:v>2.4835758207946811E-5</c:v>
                </c:pt>
                <c:pt idx="5293">
                  <c:v>1.4002247447400041E-5</c:v>
                </c:pt>
                <c:pt idx="5294">
                  <c:v>6.8684225868031725E-5</c:v>
                </c:pt>
                <c:pt idx="5295">
                  <c:v>2.9588303217488592E-5</c:v>
                </c:pt>
                <c:pt idx="5296">
                  <c:v>7.5954759433949851E-6</c:v>
                </c:pt>
                <c:pt idx="5297">
                  <c:v>6.5457808070337488E-6</c:v>
                </c:pt>
                <c:pt idx="5298">
                  <c:v>1.8758695522460601E-5</c:v>
                </c:pt>
                <c:pt idx="5299">
                  <c:v>1.360813281608925E-5</c:v>
                </c:pt>
                <c:pt idx="5300">
                  <c:v>2.5403305665801498E-5</c:v>
                </c:pt>
                <c:pt idx="5301">
                  <c:v>2.4090368274502684E-7</c:v>
                </c:pt>
                <c:pt idx="5302">
                  <c:v>7.2824968201247751E-5</c:v>
                </c:pt>
                <c:pt idx="5303">
                  <c:v>2.6959050133190855E-4</c:v>
                </c:pt>
                <c:pt idx="5304">
                  <c:v>7.998987377898991E-6</c:v>
                </c:pt>
                <c:pt idx="5305">
                  <c:v>0</c:v>
                </c:pt>
                <c:pt idx="5306">
                  <c:v>1.305580943843507E-4</c:v>
                </c:pt>
                <c:pt idx="5307">
                  <c:v>3.767041512612561E-5</c:v>
                </c:pt>
                <c:pt idx="5308">
                  <c:v>6.6724614311830078E-6</c:v>
                </c:pt>
                <c:pt idx="5309">
                  <c:v>7.5507272147737093E-5</c:v>
                </c:pt>
                <c:pt idx="5310">
                  <c:v>4.1320904505012384E-5</c:v>
                </c:pt>
                <c:pt idx="5311">
                  <c:v>7.9417073978677753E-6</c:v>
                </c:pt>
                <c:pt idx="5312">
                  <c:v>2.9808890557838614E-5</c:v>
                </c:pt>
                <c:pt idx="5313">
                  <c:v>2.1238555514480928E-5</c:v>
                </c:pt>
                <c:pt idx="5314">
                  <c:v>1.9584800397693948E-5</c:v>
                </c:pt>
                <c:pt idx="5315">
                  <c:v>5.3324306059984239E-6</c:v>
                </c:pt>
                <c:pt idx="5316">
                  <c:v>1.60785257584186E-5</c:v>
                </c:pt>
                <c:pt idx="5317">
                  <c:v>1.7629948800478685E-5</c:v>
                </c:pt>
                <c:pt idx="5318">
                  <c:v>3.3353625445435091E-5</c:v>
                </c:pt>
                <c:pt idx="5319">
                  <c:v>3.8842937797125993E-6</c:v>
                </c:pt>
                <c:pt idx="5320">
                  <c:v>4.4949588318951484E-5</c:v>
                </c:pt>
                <c:pt idx="5321">
                  <c:v>1.4217981394611203E-3</c:v>
                </c:pt>
                <c:pt idx="5322">
                  <c:v>1.3063932293246612E-5</c:v>
                </c:pt>
                <c:pt idx="5323">
                  <c:v>4.7319048399642914E-5</c:v>
                </c:pt>
                <c:pt idx="5324">
                  <c:v>3.1479903803297128E-7</c:v>
                </c:pt>
                <c:pt idx="5325">
                  <c:v>2.2320577793428052E-5</c:v>
                </c:pt>
                <c:pt idx="5326">
                  <c:v>0</c:v>
                </c:pt>
                <c:pt idx="5327">
                  <c:v>1.9546201401026609E-6</c:v>
                </c:pt>
                <c:pt idx="5328">
                  <c:v>2.8817754249605286E-5</c:v>
                </c:pt>
                <c:pt idx="5329">
                  <c:v>3.8647731553563111E-6</c:v>
                </c:pt>
                <c:pt idx="5330">
                  <c:v>2.9165986225195998E-5</c:v>
                </c:pt>
                <c:pt idx="5331">
                  <c:v>2.9104029213974292E-5</c:v>
                </c:pt>
                <c:pt idx="5332">
                  <c:v>5.2121465484762574E-8</c:v>
                </c:pt>
                <c:pt idx="5333">
                  <c:v>0</c:v>
                </c:pt>
                <c:pt idx="5334">
                  <c:v>1.2257115798568504E-6</c:v>
                </c:pt>
                <c:pt idx="5335">
                  <c:v>2.2994180165601886E-5</c:v>
                </c:pt>
                <c:pt idx="5336">
                  <c:v>4.2358932227701475E-6</c:v>
                </c:pt>
                <c:pt idx="5337">
                  <c:v>2.0770429389876682E-5</c:v>
                </c:pt>
                <c:pt idx="5338">
                  <c:v>2.9739745402720418E-6</c:v>
                </c:pt>
                <c:pt idx="5339">
                  <c:v>4.974890912432626E-6</c:v>
                </c:pt>
                <c:pt idx="5340">
                  <c:v>7.0580948022209882E-6</c:v>
                </c:pt>
                <c:pt idx="5341">
                  <c:v>0</c:v>
                </c:pt>
                <c:pt idx="5342">
                  <c:v>1.6439934493375524E-5</c:v>
                </c:pt>
                <c:pt idx="5343">
                  <c:v>4.5645860514780609E-6</c:v>
                </c:pt>
                <c:pt idx="5344">
                  <c:v>1.2556755664316036E-5</c:v>
                </c:pt>
                <c:pt idx="5345">
                  <c:v>8.6672678687187247E-5</c:v>
                </c:pt>
                <c:pt idx="5346">
                  <c:v>6.905930510260512E-4</c:v>
                </c:pt>
                <c:pt idx="5347">
                  <c:v>7.0962869533747915E-6</c:v>
                </c:pt>
                <c:pt idx="5348">
                  <c:v>8.9797982297444822E-5</c:v>
                </c:pt>
                <c:pt idx="5349">
                  <c:v>1.4010612626541556E-5</c:v>
                </c:pt>
                <c:pt idx="5350">
                  <c:v>1.4628261584480579E-5</c:v>
                </c:pt>
                <c:pt idx="5351">
                  <c:v>2.9006240748786143E-7</c:v>
                </c:pt>
                <c:pt idx="5352">
                  <c:v>2.3819755404382552E-4</c:v>
                </c:pt>
                <c:pt idx="5353">
                  <c:v>1.1003880983360575E-4</c:v>
                </c:pt>
                <c:pt idx="5354">
                  <c:v>1.1244435435779506E-4</c:v>
                </c:pt>
                <c:pt idx="5355">
                  <c:v>3.2547076790528958E-5</c:v>
                </c:pt>
                <c:pt idx="5356">
                  <c:v>1.7530729156640547E-5</c:v>
                </c:pt>
                <c:pt idx="5357">
                  <c:v>1.3736061262615525E-5</c:v>
                </c:pt>
                <c:pt idx="5358">
                  <c:v>3.4318064196233506E-5</c:v>
                </c:pt>
                <c:pt idx="5359">
                  <c:v>2.4433120085530988E-5</c:v>
                </c:pt>
                <c:pt idx="5360">
                  <c:v>2.9555454922493801E-5</c:v>
                </c:pt>
                <c:pt idx="5361">
                  <c:v>3.9793877789658983E-4</c:v>
                </c:pt>
                <c:pt idx="5362">
                  <c:v>1.0905039489522283E-3</c:v>
                </c:pt>
                <c:pt idx="5363">
                  <c:v>2.2970658321755045E-5</c:v>
                </c:pt>
                <c:pt idx="5364">
                  <c:v>1.5283135251095425E-5</c:v>
                </c:pt>
                <c:pt idx="5365">
                  <c:v>9.1826770160056699E-6</c:v>
                </c:pt>
                <c:pt idx="5366">
                  <c:v>6.3588745475045113E-5</c:v>
                </c:pt>
                <c:pt idx="5367">
                  <c:v>2.4579256591682E-5</c:v>
                </c:pt>
                <c:pt idx="5368">
                  <c:v>3.5767170819133285E-5</c:v>
                </c:pt>
                <c:pt idx="5369">
                  <c:v>1.7181380474373541E-5</c:v>
                </c:pt>
                <c:pt idx="5370">
                  <c:v>6.6548706457968164E-3</c:v>
                </c:pt>
                <c:pt idx="5371">
                  <c:v>9.8880804491327764E-5</c:v>
                </c:pt>
                <c:pt idx="5372">
                  <c:v>5.7916620799003521E-6</c:v>
                </c:pt>
                <c:pt idx="5373">
                  <c:v>4.0425946973756802E-5</c:v>
                </c:pt>
                <c:pt idx="5374">
                  <c:v>2.3137226421560639E-6</c:v>
                </c:pt>
                <c:pt idx="5375">
                  <c:v>1.7859711791503086E-4</c:v>
                </c:pt>
                <c:pt idx="5376">
                  <c:v>4.1599308379922095E-5</c:v>
                </c:pt>
                <c:pt idx="5377">
                  <c:v>4.1397140895048426E-5</c:v>
                </c:pt>
                <c:pt idx="5378">
                  <c:v>4.6677783196492103E-6</c:v>
                </c:pt>
                <c:pt idx="5379">
                  <c:v>1.182703640114816E-5</c:v>
                </c:pt>
                <c:pt idx="5380">
                  <c:v>7.5922851594447543E-5</c:v>
                </c:pt>
                <c:pt idx="5381">
                  <c:v>2.5299282832672284E-5</c:v>
                </c:pt>
                <c:pt idx="5382">
                  <c:v>8.5886207667321782E-6</c:v>
                </c:pt>
                <c:pt idx="5383">
                  <c:v>3.1494957783560803E-5</c:v>
                </c:pt>
                <c:pt idx="5384">
                  <c:v>4.2192469569488536E-5</c:v>
                </c:pt>
                <c:pt idx="5385">
                  <c:v>1.1860038847783186E-4</c:v>
                </c:pt>
                <c:pt idx="5386">
                  <c:v>1.5189852117036274E-7</c:v>
                </c:pt>
                <c:pt idx="5387">
                  <c:v>1.6385023150770305E-3</c:v>
                </c:pt>
                <c:pt idx="5388">
                  <c:v>4.5310290376717036E-6</c:v>
                </c:pt>
                <c:pt idx="5389">
                  <c:v>3.3614310439185413E-5</c:v>
                </c:pt>
                <c:pt idx="5390">
                  <c:v>2.9893436385000984E-6</c:v>
                </c:pt>
                <c:pt idx="5391">
                  <c:v>8.2126505223360075E-4</c:v>
                </c:pt>
                <c:pt idx="5392">
                  <c:v>2.9205852773787541E-6</c:v>
                </c:pt>
                <c:pt idx="5393">
                  <c:v>1.4270709736146438E-5</c:v>
                </c:pt>
                <c:pt idx="5394">
                  <c:v>3.120345377792945E-5</c:v>
                </c:pt>
                <c:pt idx="5395">
                  <c:v>9.1727759344316969E-5</c:v>
                </c:pt>
                <c:pt idx="5396">
                  <c:v>1.7664353218981152E-5</c:v>
                </c:pt>
                <c:pt idx="5397">
                  <c:v>1.7173714668826295E-5</c:v>
                </c:pt>
                <c:pt idx="5398">
                  <c:v>7.964156225588022E-6</c:v>
                </c:pt>
                <c:pt idx="5399">
                  <c:v>5.3149877532559066E-4</c:v>
                </c:pt>
                <c:pt idx="5400">
                  <c:v>2.30708884037862E-6</c:v>
                </c:pt>
                <c:pt idx="5401">
                  <c:v>1.8946793075404113E-3</c:v>
                </c:pt>
                <c:pt idx="5402">
                  <c:v>4.2793300783753497E-5</c:v>
                </c:pt>
                <c:pt idx="5403">
                  <c:v>1.1135040353562857E-7</c:v>
                </c:pt>
                <c:pt idx="5404">
                  <c:v>1.4486261071670821E-5</c:v>
                </c:pt>
                <c:pt idx="5405">
                  <c:v>2.9169213957116867E-5</c:v>
                </c:pt>
                <c:pt idx="5406">
                  <c:v>5.7741252909260437E-5</c:v>
                </c:pt>
                <c:pt idx="5407">
                  <c:v>7.0085460485146276E-6</c:v>
                </c:pt>
                <c:pt idx="5408">
                  <c:v>4.5901306253074583E-5</c:v>
                </c:pt>
                <c:pt idx="5409">
                  <c:v>2.1895332781340835E-3</c:v>
                </c:pt>
                <c:pt idx="5410">
                  <c:v>1.7528566136601505E-5</c:v>
                </c:pt>
                <c:pt idx="5411">
                  <c:v>7.0133569624232742E-6</c:v>
                </c:pt>
                <c:pt idx="5412">
                  <c:v>2.0025846633815045E-4</c:v>
                </c:pt>
                <c:pt idx="5413">
                  <c:v>1.6471147711260529E-6</c:v>
                </c:pt>
                <c:pt idx="5414">
                  <c:v>6.7766712212114616E-5</c:v>
                </c:pt>
                <c:pt idx="5415">
                  <c:v>5.5134867075102171E-6</c:v>
                </c:pt>
                <c:pt idx="5416">
                  <c:v>7.6559892218202013E-5</c:v>
                </c:pt>
                <c:pt idx="5417">
                  <c:v>1.2940552546485257E-5</c:v>
                </c:pt>
                <c:pt idx="5418">
                  <c:v>8.8444305968541124E-6</c:v>
                </c:pt>
                <c:pt idx="5419">
                  <c:v>2.2359731870011891E-5</c:v>
                </c:pt>
                <c:pt idx="5420">
                  <c:v>3.9813938779294231E-5</c:v>
                </c:pt>
                <c:pt idx="5421">
                  <c:v>1.9887309952421559E-5</c:v>
                </c:pt>
                <c:pt idx="5422">
                  <c:v>9.0243796569398204E-8</c:v>
                </c:pt>
                <c:pt idx="5423">
                  <c:v>3.3327022744127851E-5</c:v>
                </c:pt>
                <c:pt idx="5424">
                  <c:v>8.931230283586943E-6</c:v>
                </c:pt>
                <c:pt idx="5425">
                  <c:v>3.6442843231943134E-5</c:v>
                </c:pt>
                <c:pt idx="5426">
                  <c:v>3.9341478523907011E-5</c:v>
                </c:pt>
                <c:pt idx="5427">
                  <c:v>3.4109870450154841E-6</c:v>
                </c:pt>
                <c:pt idx="5428">
                  <c:v>5.1786735105863917E-4</c:v>
                </c:pt>
                <c:pt idx="5429">
                  <c:v>0</c:v>
                </c:pt>
                <c:pt idx="5430">
                  <c:v>2.2272689329345143E-6</c:v>
                </c:pt>
                <c:pt idx="5431">
                  <c:v>4.5604591558116967E-4</c:v>
                </c:pt>
                <c:pt idx="5432">
                  <c:v>2.9008471140231505E-6</c:v>
                </c:pt>
                <c:pt idx="5433">
                  <c:v>2.3593638582407726E-5</c:v>
                </c:pt>
                <c:pt idx="5434">
                  <c:v>1.2285276159086367E-5</c:v>
                </c:pt>
                <c:pt idx="5435">
                  <c:v>4.4197929198014096E-5</c:v>
                </c:pt>
                <c:pt idx="5436">
                  <c:v>2.1060568063974999E-7</c:v>
                </c:pt>
                <c:pt idx="5437">
                  <c:v>0</c:v>
                </c:pt>
                <c:pt idx="5438">
                  <c:v>4.5940976411627777E-5</c:v>
                </c:pt>
                <c:pt idx="5439">
                  <c:v>1.6053994782597221E-4</c:v>
                </c:pt>
                <c:pt idx="5440">
                  <c:v>0</c:v>
                </c:pt>
                <c:pt idx="5441">
                  <c:v>1.9201681470927772E-6</c:v>
                </c:pt>
                <c:pt idx="5442">
                  <c:v>1.5020511513724746E-7</c:v>
                </c:pt>
                <c:pt idx="5443">
                  <c:v>0</c:v>
                </c:pt>
                <c:pt idx="5444">
                  <c:v>5.535496642486092E-6</c:v>
                </c:pt>
                <c:pt idx="5445">
                  <c:v>1.5157573681287567E-4</c:v>
                </c:pt>
                <c:pt idx="5446">
                  <c:v>1.8498277689443702E-6</c:v>
                </c:pt>
                <c:pt idx="5447">
                  <c:v>3.2596064680832052E-5</c:v>
                </c:pt>
                <c:pt idx="5448">
                  <c:v>1.3303147407695789E-5</c:v>
                </c:pt>
                <c:pt idx="5449">
                  <c:v>1.3120163652550204E-5</c:v>
                </c:pt>
                <c:pt idx="5450">
                  <c:v>9.4970802923097195E-6</c:v>
                </c:pt>
                <c:pt idx="5451">
                  <c:v>5.9123547051055571E-6</c:v>
                </c:pt>
                <c:pt idx="5452">
                  <c:v>1.0617113441720021E-5</c:v>
                </c:pt>
                <c:pt idx="5453">
                  <c:v>2.6875130640580794E-6</c:v>
                </c:pt>
                <c:pt idx="5454">
                  <c:v>3.8628741838551974E-7</c:v>
                </c:pt>
                <c:pt idx="5455">
                  <c:v>3.0239548491346721E-6</c:v>
                </c:pt>
                <c:pt idx="5456">
                  <c:v>3.6133776618478783E-5</c:v>
                </c:pt>
                <c:pt idx="5457">
                  <c:v>1.4711438935403102E-5</c:v>
                </c:pt>
                <c:pt idx="5458">
                  <c:v>1.9512216061417837E-5</c:v>
                </c:pt>
                <c:pt idx="5459">
                  <c:v>2.099160507851342E-6</c:v>
                </c:pt>
                <c:pt idx="5460">
                  <c:v>3.35645564437807E-5</c:v>
                </c:pt>
                <c:pt idx="5461">
                  <c:v>1.9307728703328934E-5</c:v>
                </c:pt>
                <c:pt idx="5462">
                  <c:v>3.658340079074548E-5</c:v>
                </c:pt>
                <c:pt idx="5463">
                  <c:v>9.1145911759085561E-6</c:v>
                </c:pt>
                <c:pt idx="5464">
                  <c:v>6.646999056384553E-6</c:v>
                </c:pt>
                <c:pt idx="5465">
                  <c:v>1.1535834525080546E-4</c:v>
                </c:pt>
                <c:pt idx="5466">
                  <c:v>1.6992698905754023E-5</c:v>
                </c:pt>
                <c:pt idx="5467">
                  <c:v>1.1171833192636374E-5</c:v>
                </c:pt>
                <c:pt idx="5468">
                  <c:v>1.6077978352992061E-5</c:v>
                </c:pt>
                <c:pt idx="5469">
                  <c:v>5.8756173024959518E-6</c:v>
                </c:pt>
                <c:pt idx="5470">
                  <c:v>8.0603648332813692E-5</c:v>
                </c:pt>
                <c:pt idx="5471">
                  <c:v>8.3218225872727526E-6</c:v>
                </c:pt>
                <c:pt idx="5472">
                  <c:v>1.9530315192407989E-5</c:v>
                </c:pt>
                <c:pt idx="5473">
                  <c:v>6.2340685934370545E-5</c:v>
                </c:pt>
                <c:pt idx="5474">
                  <c:v>2.947847877384682E-6</c:v>
                </c:pt>
                <c:pt idx="5475">
                  <c:v>0</c:v>
                </c:pt>
                <c:pt idx="5476">
                  <c:v>1.0193925925001719E-5</c:v>
                </c:pt>
                <c:pt idx="5477">
                  <c:v>9.7988355111353849E-7</c:v>
                </c:pt>
                <c:pt idx="5478">
                  <c:v>1.1422799823374101E-5</c:v>
                </c:pt>
                <c:pt idx="5479">
                  <c:v>6.7252359435472494E-6</c:v>
                </c:pt>
                <c:pt idx="5480">
                  <c:v>4.5137014498529868E-7</c:v>
                </c:pt>
                <c:pt idx="5481">
                  <c:v>3.6274535305645363E-5</c:v>
                </c:pt>
                <c:pt idx="5482">
                  <c:v>3.6657139777992462E-5</c:v>
                </c:pt>
                <c:pt idx="5483">
                  <c:v>4.8276021858606887E-6</c:v>
                </c:pt>
                <c:pt idx="5484">
                  <c:v>0</c:v>
                </c:pt>
                <c:pt idx="5485">
                  <c:v>0</c:v>
                </c:pt>
                <c:pt idx="5486">
                  <c:v>0</c:v>
                </c:pt>
                <c:pt idx="5487">
                  <c:v>1.3714512999747741E-4</c:v>
                </c:pt>
                <c:pt idx="5488">
                  <c:v>1.1679069117881943E-5</c:v>
                </c:pt>
                <c:pt idx="5489">
                  <c:v>1.8867344309649968E-5</c:v>
                </c:pt>
                <c:pt idx="5490">
                  <c:v>7.4498901138268156E-6</c:v>
                </c:pt>
                <c:pt idx="5491">
                  <c:v>9.3448978851598579E-6</c:v>
                </c:pt>
                <c:pt idx="5492">
                  <c:v>0</c:v>
                </c:pt>
                <c:pt idx="5493">
                  <c:v>1.2237419462135463E-6</c:v>
                </c:pt>
                <c:pt idx="5494">
                  <c:v>1.4048549087364523E-4</c:v>
                </c:pt>
                <c:pt idx="5495">
                  <c:v>2.0316698201415459E-5</c:v>
                </c:pt>
                <c:pt idx="5496">
                  <c:v>1.2521746122501005E-5</c:v>
                </c:pt>
                <c:pt idx="5497">
                  <c:v>6.7570330782614433E-6</c:v>
                </c:pt>
                <c:pt idx="5498">
                  <c:v>9.9366316355107282E-6</c:v>
                </c:pt>
                <c:pt idx="5499">
                  <c:v>1.9003383396066559E-7</c:v>
                </c:pt>
                <c:pt idx="5500">
                  <c:v>4.7316589386518748E-7</c:v>
                </c:pt>
                <c:pt idx="5501">
                  <c:v>1.7406627057047897E-5</c:v>
                </c:pt>
                <c:pt idx="5502">
                  <c:v>0</c:v>
                </c:pt>
                <c:pt idx="5503">
                  <c:v>2.2695019180146761E-5</c:v>
                </c:pt>
                <c:pt idx="5504">
                  <c:v>3.0405413433706456E-6</c:v>
                </c:pt>
                <c:pt idx="5505">
                  <c:v>1.2615541973605865E-7</c:v>
                </c:pt>
                <c:pt idx="5506">
                  <c:v>0</c:v>
                </c:pt>
                <c:pt idx="5507">
                  <c:v>1.9434089725383299E-5</c:v>
                </c:pt>
                <c:pt idx="5508">
                  <c:v>1.1756892519904952E-7</c:v>
                </c:pt>
                <c:pt idx="5509">
                  <c:v>1.7881602598941441E-6</c:v>
                </c:pt>
                <c:pt idx="5510">
                  <c:v>5.7870087649887982E-6</c:v>
                </c:pt>
                <c:pt idx="5511">
                  <c:v>1.0767783348788012E-5</c:v>
                </c:pt>
                <c:pt idx="5512">
                  <c:v>1.6807193617244786E-4</c:v>
                </c:pt>
                <c:pt idx="5513">
                  <c:v>1.5745449032129034E-5</c:v>
                </c:pt>
                <c:pt idx="5514">
                  <c:v>4.0338704151813754E-5</c:v>
                </c:pt>
                <c:pt idx="5515">
                  <c:v>1.3823040438913106E-6</c:v>
                </c:pt>
                <c:pt idx="5516">
                  <c:v>1.1629319618017218E-5</c:v>
                </c:pt>
                <c:pt idx="5517">
                  <c:v>6.1994166385633911E-5</c:v>
                </c:pt>
                <c:pt idx="5518">
                  <c:v>1.4449923326594659E-5</c:v>
                </c:pt>
                <c:pt idx="5519">
                  <c:v>1.9361893140123013E-5</c:v>
                </c:pt>
                <c:pt idx="5520">
                  <c:v>6.7507635045400517E-6</c:v>
                </c:pt>
                <c:pt idx="5521">
                  <c:v>8.020798386332907E-6</c:v>
                </c:pt>
                <c:pt idx="5522">
                  <c:v>1.6837784837768178E-5</c:v>
                </c:pt>
                <c:pt idx="5523">
                  <c:v>2.6136564166461946E-7</c:v>
                </c:pt>
                <c:pt idx="5524">
                  <c:v>3.7336800452167149E-6</c:v>
                </c:pt>
                <c:pt idx="5525">
                  <c:v>2.1946553939498109E-5</c:v>
                </c:pt>
                <c:pt idx="5526">
                  <c:v>1.1561045445799227E-5</c:v>
                </c:pt>
                <c:pt idx="5527">
                  <c:v>3.1236627885188121E-5</c:v>
                </c:pt>
                <c:pt idx="5528">
                  <c:v>1.6273576260163366E-6</c:v>
                </c:pt>
                <c:pt idx="5529">
                  <c:v>3.4320884932560985E-6</c:v>
                </c:pt>
                <c:pt idx="5530">
                  <c:v>1.6891823109198335E-5</c:v>
                </c:pt>
                <c:pt idx="5531">
                  <c:v>1.2950073922715056E-5</c:v>
                </c:pt>
                <c:pt idx="5532">
                  <c:v>2.866680601661948E-6</c:v>
                </c:pt>
                <c:pt idx="5533">
                  <c:v>4.990147714004153E-6</c:v>
                </c:pt>
                <c:pt idx="5534">
                  <c:v>4.8127073192167715E-6</c:v>
                </c:pt>
                <c:pt idx="5535">
                  <c:v>4.5058002611621871E-5</c:v>
                </c:pt>
                <c:pt idx="5536">
                  <c:v>6.6437712360643348E-6</c:v>
                </c:pt>
                <c:pt idx="5537">
                  <c:v>1.8180971912227086E-5</c:v>
                </c:pt>
                <c:pt idx="5538">
                  <c:v>7.4711752039989144E-5</c:v>
                </c:pt>
                <c:pt idx="5539">
                  <c:v>8.1500192130388099E-5</c:v>
                </c:pt>
                <c:pt idx="5540">
                  <c:v>3.9472848128353076E-7</c:v>
                </c:pt>
                <c:pt idx="5541">
                  <c:v>1.5988245362501583E-4</c:v>
                </c:pt>
                <c:pt idx="5542">
                  <c:v>7.3380348079022981E-5</c:v>
                </c:pt>
                <c:pt idx="5543">
                  <c:v>2.7627652129040216E-3</c:v>
                </c:pt>
                <c:pt idx="5544">
                  <c:v>1.428832725852128E-5</c:v>
                </c:pt>
                <c:pt idx="5545">
                  <c:v>2.4950738570020674E-8</c:v>
                </c:pt>
                <c:pt idx="5546">
                  <c:v>2.5206855422891734E-5</c:v>
                </c:pt>
                <c:pt idx="5547">
                  <c:v>2.2381061175766053E-6</c:v>
                </c:pt>
                <c:pt idx="5548">
                  <c:v>2.1749349888725797E-4</c:v>
                </c:pt>
                <c:pt idx="5549">
                  <c:v>4.6065898173513314E-5</c:v>
                </c:pt>
                <c:pt idx="5550">
                  <c:v>1.6144336921430093E-5</c:v>
                </c:pt>
                <c:pt idx="5551">
                  <c:v>2.3969250953343552E-5</c:v>
                </c:pt>
                <c:pt idx="5552">
                  <c:v>3.788461291230706E-5</c:v>
                </c:pt>
                <c:pt idx="5553">
                  <c:v>1.1698014730609941E-5</c:v>
                </c:pt>
                <c:pt idx="5554">
                  <c:v>1.9749826853189022E-4</c:v>
                </c:pt>
                <c:pt idx="5555">
                  <c:v>1.5927855203420126E-5</c:v>
                </c:pt>
                <c:pt idx="5556">
                  <c:v>6.8463254936069269E-5</c:v>
                </c:pt>
                <c:pt idx="5557">
                  <c:v>8.6697275584104277E-6</c:v>
                </c:pt>
                <c:pt idx="5558">
                  <c:v>1.0363507368023008E-4</c:v>
                </c:pt>
                <c:pt idx="5559">
                  <c:v>1.6693937628676596E-5</c:v>
                </c:pt>
                <c:pt idx="5560">
                  <c:v>5.5668534078980127E-5</c:v>
                </c:pt>
                <c:pt idx="5561">
                  <c:v>6.4448568400179504E-6</c:v>
                </c:pt>
                <c:pt idx="5562">
                  <c:v>2.2432585920918803E-5</c:v>
                </c:pt>
                <c:pt idx="5563">
                  <c:v>0</c:v>
                </c:pt>
                <c:pt idx="5564">
                  <c:v>1.4608905991902851E-5</c:v>
                </c:pt>
                <c:pt idx="5565">
                  <c:v>3.0548278965204288E-6</c:v>
                </c:pt>
                <c:pt idx="5566">
                  <c:v>4.6131058682538063E-6</c:v>
                </c:pt>
                <c:pt idx="5567">
                  <c:v>0</c:v>
                </c:pt>
                <c:pt idx="5568">
                  <c:v>9.4044921308092139E-4</c:v>
                </c:pt>
                <c:pt idx="5569">
                  <c:v>2.0675292318891856E-7</c:v>
                </c:pt>
                <c:pt idx="5570">
                  <c:v>3.2668079269972842E-5</c:v>
                </c:pt>
                <c:pt idx="5571">
                  <c:v>3.8127497453396067E-6</c:v>
                </c:pt>
                <c:pt idx="5572">
                  <c:v>1.5638828896375036E-5</c:v>
                </c:pt>
                <c:pt idx="5573">
                  <c:v>1.2738741190194815E-5</c:v>
                </c:pt>
                <c:pt idx="5574">
                  <c:v>1.0540482997481743E-5</c:v>
                </c:pt>
                <c:pt idx="5575">
                  <c:v>2.1137058634339955E-5</c:v>
                </c:pt>
                <c:pt idx="5576">
                  <c:v>5.4258210485708527E-6</c:v>
                </c:pt>
                <c:pt idx="5577">
                  <c:v>2.3067780656806594E-5</c:v>
                </c:pt>
                <c:pt idx="5578">
                  <c:v>7.2868513826722959E-8</c:v>
                </c:pt>
                <c:pt idx="5579">
                  <c:v>2.6946797655622278E-4</c:v>
                </c:pt>
                <c:pt idx="5580">
                  <c:v>9.4616564802044737E-8</c:v>
                </c:pt>
                <c:pt idx="5581">
                  <c:v>2.0824418590125404E-5</c:v>
                </c:pt>
                <c:pt idx="5582">
                  <c:v>6.5214902361138121E-7</c:v>
                </c:pt>
                <c:pt idx="5583">
                  <c:v>6.3066973236562788E-5</c:v>
                </c:pt>
                <c:pt idx="5584">
                  <c:v>7.2011752152919196E-8</c:v>
                </c:pt>
                <c:pt idx="5585">
                  <c:v>1.716695973144253E-4</c:v>
                </c:pt>
                <c:pt idx="5586">
                  <c:v>2.086756961308789E-5</c:v>
                </c:pt>
                <c:pt idx="5587">
                  <c:v>8.1271228394500227E-6</c:v>
                </c:pt>
                <c:pt idx="5588">
                  <c:v>2.809618712908477E-5</c:v>
                </c:pt>
                <c:pt idx="5589">
                  <c:v>2.0407821075667837E-5</c:v>
                </c:pt>
                <c:pt idx="5590">
                  <c:v>0</c:v>
                </c:pt>
                <c:pt idx="5591">
                  <c:v>1.6855795030622782E-6</c:v>
                </c:pt>
                <c:pt idx="5592">
                  <c:v>1.4049587123120143E-5</c:v>
                </c:pt>
                <c:pt idx="5593">
                  <c:v>0</c:v>
                </c:pt>
                <c:pt idx="5594">
                  <c:v>1.285629659142278E-7</c:v>
                </c:pt>
                <c:pt idx="5595">
                  <c:v>4.9093356052753205E-6</c:v>
                </c:pt>
                <c:pt idx="5596">
                  <c:v>1.5097168053575983E-5</c:v>
                </c:pt>
                <c:pt idx="5597">
                  <c:v>1.1314968040190206E-5</c:v>
                </c:pt>
                <c:pt idx="5598">
                  <c:v>4.526337792097812E-7</c:v>
                </c:pt>
                <c:pt idx="5599">
                  <c:v>8.8368970165371394E-6</c:v>
                </c:pt>
                <c:pt idx="5600">
                  <c:v>0</c:v>
                </c:pt>
                <c:pt idx="5601">
                  <c:v>3.1317652656862652E-6</c:v>
                </c:pt>
                <c:pt idx="5602">
                  <c:v>1.9973573457612654E-5</c:v>
                </c:pt>
                <c:pt idx="5603">
                  <c:v>3.5780849556193918E-6</c:v>
                </c:pt>
                <c:pt idx="5604">
                  <c:v>2.5517800810086426E-6</c:v>
                </c:pt>
                <c:pt idx="5605">
                  <c:v>5.1124359188532294E-6</c:v>
                </c:pt>
                <c:pt idx="5606">
                  <c:v>1.4024355265212866E-5</c:v>
                </c:pt>
                <c:pt idx="5607">
                  <c:v>1.1976328737297871E-5</c:v>
                </c:pt>
                <c:pt idx="5608">
                  <c:v>3.5086501033549619E-5</c:v>
                </c:pt>
                <c:pt idx="5609">
                  <c:v>1.0398364621401851E-6</c:v>
                </c:pt>
                <c:pt idx="5610">
                  <c:v>1.759933428182231E-4</c:v>
                </c:pt>
                <c:pt idx="5611">
                  <c:v>2.8016722149661575E-6</c:v>
                </c:pt>
                <c:pt idx="5612">
                  <c:v>2.3314624565429119E-6</c:v>
                </c:pt>
                <c:pt idx="5613">
                  <c:v>8.6907704717363024E-5</c:v>
                </c:pt>
                <c:pt idx="5614">
                  <c:v>3.791509217876513E-6</c:v>
                </c:pt>
                <c:pt idx="5615">
                  <c:v>1.3054141721429443E-5</c:v>
                </c:pt>
                <c:pt idx="5616">
                  <c:v>2.6562569504975041E-4</c:v>
                </c:pt>
                <c:pt idx="5617">
                  <c:v>2.8588473727692156E-5</c:v>
                </c:pt>
                <c:pt idx="5618">
                  <c:v>1.6371079985189702E-5</c:v>
                </c:pt>
                <c:pt idx="5619">
                  <c:v>1.0091942701765141E-5</c:v>
                </c:pt>
                <c:pt idx="5620">
                  <c:v>2.4726112807271055E-5</c:v>
                </c:pt>
                <c:pt idx="5621">
                  <c:v>1.2367575816097393E-5</c:v>
                </c:pt>
                <c:pt idx="5622">
                  <c:v>2.1331269573466899E-4</c:v>
                </c:pt>
                <c:pt idx="5623">
                  <c:v>0</c:v>
                </c:pt>
                <c:pt idx="5624">
                  <c:v>2.8935647356963739E-4</c:v>
                </c:pt>
                <c:pt idx="5625">
                  <c:v>3.7763469954005802E-5</c:v>
                </c:pt>
                <c:pt idx="5626">
                  <c:v>7.5019884673252404E-6</c:v>
                </c:pt>
                <c:pt idx="5627">
                  <c:v>6.4744828581504789E-7</c:v>
                </c:pt>
                <c:pt idx="5628">
                  <c:v>3.7510444621879442E-6</c:v>
                </c:pt>
                <c:pt idx="5629">
                  <c:v>4.0694007671945328E-5</c:v>
                </c:pt>
                <c:pt idx="5630">
                  <c:v>2.6815989598350463E-5</c:v>
                </c:pt>
                <c:pt idx="5631">
                  <c:v>2.5438070379351489E-5</c:v>
                </c:pt>
                <c:pt idx="5632">
                  <c:v>3.9760721467435055E-5</c:v>
                </c:pt>
                <c:pt idx="5633">
                  <c:v>1.7452589155195706E-6</c:v>
                </c:pt>
                <c:pt idx="5634">
                  <c:v>5.5138608956698455E-5</c:v>
                </c:pt>
                <c:pt idx="5635">
                  <c:v>1.1935097386840579E-6</c:v>
                </c:pt>
                <c:pt idx="5636">
                  <c:v>1.7706818006296329E-6</c:v>
                </c:pt>
                <c:pt idx="5637">
                  <c:v>4.4492715170401707E-5</c:v>
                </c:pt>
                <c:pt idx="5638">
                  <c:v>1.4287803635006542E-7</c:v>
                </c:pt>
                <c:pt idx="5639">
                  <c:v>1.8952579811155055E-3</c:v>
                </c:pt>
                <c:pt idx="5640">
                  <c:v>6.2550598086402715E-7</c:v>
                </c:pt>
                <c:pt idx="5641">
                  <c:v>0</c:v>
                </c:pt>
                <c:pt idx="5642">
                  <c:v>0</c:v>
                </c:pt>
                <c:pt idx="5643">
                  <c:v>1.1789967539391388E-3</c:v>
                </c:pt>
                <c:pt idx="5644">
                  <c:v>1.9604032518801109E-5</c:v>
                </c:pt>
                <c:pt idx="5645">
                  <c:v>6.2065500080749335E-5</c:v>
                </c:pt>
                <c:pt idx="5646">
                  <c:v>2.5691512050546711E-5</c:v>
                </c:pt>
                <c:pt idx="5647">
                  <c:v>0</c:v>
                </c:pt>
                <c:pt idx="5648">
                  <c:v>1.4245589669721222E-5</c:v>
                </c:pt>
                <c:pt idx="5649">
                  <c:v>8.0486253451679487E-7</c:v>
                </c:pt>
                <c:pt idx="5650">
                  <c:v>5.9067619722368639E-5</c:v>
                </c:pt>
                <c:pt idx="5651">
                  <c:v>3.3585670146841846E-5</c:v>
                </c:pt>
                <c:pt idx="5652">
                  <c:v>8.2822395596118623E-3</c:v>
                </c:pt>
                <c:pt idx="5653">
                  <c:v>7.1500623961850241E-6</c:v>
                </c:pt>
                <c:pt idx="5654">
                  <c:v>4.612554452126861E-4</c:v>
                </c:pt>
                <c:pt idx="5655">
                  <c:v>1.2010746441465841E-5</c:v>
                </c:pt>
                <c:pt idx="5656">
                  <c:v>2.41675315297061E-7</c:v>
                </c:pt>
                <c:pt idx="5657">
                  <c:v>1.0843781752765494E-5</c:v>
                </c:pt>
                <c:pt idx="5658">
                  <c:v>1.1873397039690359E-2</c:v>
                </c:pt>
                <c:pt idx="5659">
                  <c:v>2.1051313455612325E-3</c:v>
                </c:pt>
                <c:pt idx="5660">
                  <c:v>6.2101838284500232E-6</c:v>
                </c:pt>
                <c:pt idx="5661">
                  <c:v>1.1715998980705297E-6</c:v>
                </c:pt>
                <c:pt idx="5662">
                  <c:v>7.4000770201788448E-6</c:v>
                </c:pt>
                <c:pt idx="5663">
                  <c:v>1.5882822907190222E-6</c:v>
                </c:pt>
                <c:pt idx="5664">
                  <c:v>2.4583532251086356E-5</c:v>
                </c:pt>
                <c:pt idx="5665">
                  <c:v>6.2655313362514423E-6</c:v>
                </c:pt>
                <c:pt idx="5666">
                  <c:v>9.4701205818480962E-6</c:v>
                </c:pt>
                <c:pt idx="5667">
                  <c:v>1.765680599471789E-3</c:v>
                </c:pt>
                <c:pt idx="5668">
                  <c:v>8.7159295495989626E-6</c:v>
                </c:pt>
                <c:pt idx="5669">
                  <c:v>1.2582076782395867E-5</c:v>
                </c:pt>
                <c:pt idx="5670">
                  <c:v>3.8348682813591902E-5</c:v>
                </c:pt>
                <c:pt idx="5671">
                  <c:v>9.307078859230792E-7</c:v>
                </c:pt>
                <c:pt idx="5672">
                  <c:v>1.2345830394614314E-5</c:v>
                </c:pt>
                <c:pt idx="5673">
                  <c:v>1.4175789118906601E-6</c:v>
                </c:pt>
                <c:pt idx="5674">
                  <c:v>6.0809814064370507E-4</c:v>
                </c:pt>
                <c:pt idx="5675">
                  <c:v>2.0040951676345852E-4</c:v>
                </c:pt>
                <c:pt idx="5676">
                  <c:v>1.9717169016308955E-5</c:v>
                </c:pt>
                <c:pt idx="5677">
                  <c:v>7.1637452763778718E-5</c:v>
                </c:pt>
                <c:pt idx="5678">
                  <c:v>2.688718685658029E-5</c:v>
                </c:pt>
                <c:pt idx="5679">
                  <c:v>6.0222009912186151E-5</c:v>
                </c:pt>
                <c:pt idx="5680">
                  <c:v>0</c:v>
                </c:pt>
                <c:pt idx="5681">
                  <c:v>2.6659598236679128E-5</c:v>
                </c:pt>
                <c:pt idx="5682">
                  <c:v>5.0739702982003517E-6</c:v>
                </c:pt>
                <c:pt idx="5683">
                  <c:v>3.021310422899666E-5</c:v>
                </c:pt>
                <c:pt idx="5684">
                  <c:v>4.1195746885286014E-5</c:v>
                </c:pt>
                <c:pt idx="5685">
                  <c:v>1.1258665948700549E-5</c:v>
                </c:pt>
                <c:pt idx="5686">
                  <c:v>1.6265184170510705E-5</c:v>
                </c:pt>
                <c:pt idx="5687">
                  <c:v>3.6646920921850322E-6</c:v>
                </c:pt>
                <c:pt idx="5688">
                  <c:v>0</c:v>
                </c:pt>
                <c:pt idx="5689">
                  <c:v>0</c:v>
                </c:pt>
                <c:pt idx="5690">
                  <c:v>0</c:v>
                </c:pt>
                <c:pt idx="5691">
                  <c:v>2.0908364307125292E-4</c:v>
                </c:pt>
                <c:pt idx="5692">
                  <c:v>0</c:v>
                </c:pt>
                <c:pt idx="5693">
                  <c:v>0</c:v>
                </c:pt>
                <c:pt idx="5694">
                  <c:v>1.5384391487066428E-5</c:v>
                </c:pt>
                <c:pt idx="5695">
                  <c:v>0</c:v>
                </c:pt>
                <c:pt idx="5696">
                  <c:v>3.5169087849372049E-6</c:v>
                </c:pt>
                <c:pt idx="5697">
                  <c:v>1.3340795957097961E-3</c:v>
                </c:pt>
                <c:pt idx="5698">
                  <c:v>4.7225372687736123E-6</c:v>
                </c:pt>
                <c:pt idx="5699">
                  <c:v>1.7095007910287071E-6</c:v>
                </c:pt>
                <c:pt idx="5700">
                  <c:v>4.8119281527896991E-6</c:v>
                </c:pt>
                <c:pt idx="5701">
                  <c:v>9.4180830622035067E-6</c:v>
                </c:pt>
                <c:pt idx="5702">
                  <c:v>1.3867228106022192E-5</c:v>
                </c:pt>
                <c:pt idx="5703">
                  <c:v>8.6009455438710189E-8</c:v>
                </c:pt>
                <c:pt idx="5704">
                  <c:v>1.1453430224568992E-6</c:v>
                </c:pt>
                <c:pt idx="5705">
                  <c:v>3.00075697724079E-7</c:v>
                </c:pt>
                <c:pt idx="5706">
                  <c:v>9.7594035774890098E-6</c:v>
                </c:pt>
                <c:pt idx="5707">
                  <c:v>4.9534554514011611E-6</c:v>
                </c:pt>
                <c:pt idx="5708">
                  <c:v>1.690514282034019E-7</c:v>
                </c:pt>
                <c:pt idx="5709">
                  <c:v>1.8971032903529742E-7</c:v>
                </c:pt>
                <c:pt idx="5710">
                  <c:v>7.9458505907604231E-6</c:v>
                </c:pt>
                <c:pt idx="5711">
                  <c:v>3.6913421446057889E-7</c:v>
                </c:pt>
                <c:pt idx="5712">
                  <c:v>0</c:v>
                </c:pt>
                <c:pt idx="5713">
                  <c:v>8.0249717931037377E-6</c:v>
                </c:pt>
                <c:pt idx="5714">
                  <c:v>2.1548731566289224E-5</c:v>
                </c:pt>
                <c:pt idx="5715">
                  <c:v>0</c:v>
                </c:pt>
                <c:pt idx="5716">
                  <c:v>1.0162417607351471E-5</c:v>
                </c:pt>
                <c:pt idx="5717">
                  <c:v>0</c:v>
                </c:pt>
                <c:pt idx="5718">
                  <c:v>8.1165049155477553E-7</c:v>
                </c:pt>
                <c:pt idx="5719">
                  <c:v>2.7432749213111694E-6</c:v>
                </c:pt>
                <c:pt idx="5720">
                  <c:v>3.2156083121267634E-7</c:v>
                </c:pt>
                <c:pt idx="5721">
                  <c:v>0</c:v>
                </c:pt>
                <c:pt idx="5722">
                  <c:v>0</c:v>
                </c:pt>
                <c:pt idx="5723">
                  <c:v>0</c:v>
                </c:pt>
                <c:pt idx="5724">
                  <c:v>0</c:v>
                </c:pt>
                <c:pt idx="5725">
                  <c:v>0</c:v>
                </c:pt>
                <c:pt idx="5726">
                  <c:v>3.3531083055638506E-5</c:v>
                </c:pt>
                <c:pt idx="5727">
                  <c:v>4.6067135698030765E-5</c:v>
                </c:pt>
                <c:pt idx="5728">
                  <c:v>1.9344810113659751E-6</c:v>
                </c:pt>
                <c:pt idx="5729">
                  <c:v>3.4045227612915199E-7</c:v>
                </c:pt>
                <c:pt idx="5730">
                  <c:v>1.3453319246845673E-5</c:v>
                </c:pt>
                <c:pt idx="5731">
                  <c:v>4.4293909147914337E-4</c:v>
                </c:pt>
                <c:pt idx="5732">
                  <c:v>3.9392303562353362E-6</c:v>
                </c:pt>
                <c:pt idx="5733">
                  <c:v>8.6506573533298283E-7</c:v>
                </c:pt>
                <c:pt idx="5734">
                  <c:v>1.1369956816718242E-6</c:v>
                </c:pt>
                <c:pt idx="5735">
                  <c:v>4.6409192244510757E-6</c:v>
                </c:pt>
                <c:pt idx="5736">
                  <c:v>6.8938907122568233E-6</c:v>
                </c:pt>
                <c:pt idx="5737">
                  <c:v>1.4773463626985812E-6</c:v>
                </c:pt>
                <c:pt idx="5738">
                  <c:v>6.9399405294097268E-7</c:v>
                </c:pt>
                <c:pt idx="5739">
                  <c:v>2.8804699510376188E-5</c:v>
                </c:pt>
                <c:pt idx="5740">
                  <c:v>2.7986288366373306E-6</c:v>
                </c:pt>
                <c:pt idx="5741">
                  <c:v>1.6206210854206745E-5</c:v>
                </c:pt>
                <c:pt idx="5742">
                  <c:v>0</c:v>
                </c:pt>
                <c:pt idx="5743">
                  <c:v>8.0198802546495267E-7</c:v>
                </c:pt>
                <c:pt idx="5744">
                  <c:v>1.5851057444483726E-6</c:v>
                </c:pt>
                <c:pt idx="5745">
                  <c:v>0</c:v>
                </c:pt>
                <c:pt idx="5746">
                  <c:v>2.0367496909432428E-5</c:v>
                </c:pt>
                <c:pt idx="5747">
                  <c:v>6.0919663124994024E-7</c:v>
                </c:pt>
                <c:pt idx="5748">
                  <c:v>1.7646887790191411E-7</c:v>
                </c:pt>
                <c:pt idx="5749">
                  <c:v>2.13651107179975E-5</c:v>
                </c:pt>
                <c:pt idx="5750">
                  <c:v>2.2208899166721681E-6</c:v>
                </c:pt>
                <c:pt idx="5751">
                  <c:v>5.6444029224344524E-6</c:v>
                </c:pt>
                <c:pt idx="5752">
                  <c:v>3.1889701367600308E-6</c:v>
                </c:pt>
                <c:pt idx="5753">
                  <c:v>1.6841748534763887E-5</c:v>
                </c:pt>
                <c:pt idx="5754">
                  <c:v>1.565403282690921E-4</c:v>
                </c:pt>
                <c:pt idx="5755">
                  <c:v>0</c:v>
                </c:pt>
                <c:pt idx="5756">
                  <c:v>8.8780962228592351E-6</c:v>
                </c:pt>
                <c:pt idx="5757">
                  <c:v>6.8855798839434589E-6</c:v>
                </c:pt>
                <c:pt idx="5758">
                  <c:v>1.4270753457518761E-4</c:v>
                </c:pt>
                <c:pt idx="5759">
                  <c:v>5.1764828552541256E-6</c:v>
                </c:pt>
                <c:pt idx="5760">
                  <c:v>0</c:v>
                </c:pt>
                <c:pt idx="5761">
                  <c:v>3.0788462532856211E-5</c:v>
                </c:pt>
                <c:pt idx="5762">
                  <c:v>0</c:v>
                </c:pt>
                <c:pt idx="5763">
                  <c:v>1.0436404978939669E-6</c:v>
                </c:pt>
                <c:pt idx="5764">
                  <c:v>2.556622168465108E-7</c:v>
                </c:pt>
                <c:pt idx="5765">
                  <c:v>1.3274284559419745E-6</c:v>
                </c:pt>
                <c:pt idx="5766">
                  <c:v>1.8416070460838465E-6</c:v>
                </c:pt>
                <c:pt idx="5767">
                  <c:v>9.8615539613196049E-5</c:v>
                </c:pt>
                <c:pt idx="5768">
                  <c:v>3.7917853829291608E-5</c:v>
                </c:pt>
                <c:pt idx="5769">
                  <c:v>6.7366994139056056E-7</c:v>
                </c:pt>
                <c:pt idx="5770">
                  <c:v>1.2029453655518947E-5</c:v>
                </c:pt>
                <c:pt idx="5771">
                  <c:v>1.0259262721899507E-4</c:v>
                </c:pt>
                <c:pt idx="5772">
                  <c:v>6.0960930279207004E-6</c:v>
                </c:pt>
                <c:pt idx="5773">
                  <c:v>2.9729268754506761E-8</c:v>
                </c:pt>
                <c:pt idx="5774">
                  <c:v>7.3897924513758451E-5</c:v>
                </c:pt>
                <c:pt idx="5775">
                  <c:v>0</c:v>
                </c:pt>
                <c:pt idx="5776">
                  <c:v>4.154182577947919E-7</c:v>
                </c:pt>
                <c:pt idx="5777">
                  <c:v>2.1819269356779243E-6</c:v>
                </c:pt>
                <c:pt idx="5778">
                  <c:v>2.7536873516694308E-6</c:v>
                </c:pt>
                <c:pt idx="5779">
                  <c:v>4.2025963735144014E-5</c:v>
                </c:pt>
                <c:pt idx="5780">
                  <c:v>8.2600736532309367E-6</c:v>
                </c:pt>
                <c:pt idx="5781">
                  <c:v>0</c:v>
                </c:pt>
                <c:pt idx="5782">
                  <c:v>0</c:v>
                </c:pt>
                <c:pt idx="5783">
                  <c:v>2.1273787622859725E-5</c:v>
                </c:pt>
                <c:pt idx="5784">
                  <c:v>1.9070314338244787E-6</c:v>
                </c:pt>
                <c:pt idx="5785">
                  <c:v>1.271997854832614E-4</c:v>
                </c:pt>
                <c:pt idx="5786">
                  <c:v>2.7780203768682798E-7</c:v>
                </c:pt>
                <c:pt idx="5787">
                  <c:v>1.5708895494308978E-5</c:v>
                </c:pt>
                <c:pt idx="5788">
                  <c:v>3.5456312704766168E-5</c:v>
                </c:pt>
                <c:pt idx="5789">
                  <c:v>8.8292259684214542E-6</c:v>
                </c:pt>
                <c:pt idx="5790">
                  <c:v>0</c:v>
                </c:pt>
                <c:pt idx="5791">
                  <c:v>6.620834804821197E-7</c:v>
                </c:pt>
                <c:pt idx="5792">
                  <c:v>6.7102784824270889E-5</c:v>
                </c:pt>
                <c:pt idx="5793">
                  <c:v>1.937224849433659E-7</c:v>
                </c:pt>
                <c:pt idx="5794">
                  <c:v>0</c:v>
                </c:pt>
                <c:pt idx="5795">
                  <c:v>4.4414741025746001E-6</c:v>
                </c:pt>
                <c:pt idx="5796">
                  <c:v>5.8452923331067943E-7</c:v>
                </c:pt>
                <c:pt idx="5797">
                  <c:v>3.9219596587885882E-5</c:v>
                </c:pt>
                <c:pt idx="5798">
                  <c:v>0</c:v>
                </c:pt>
                <c:pt idx="5799">
                  <c:v>1.3890101884341391E-7</c:v>
                </c:pt>
                <c:pt idx="5800">
                  <c:v>0</c:v>
                </c:pt>
                <c:pt idx="5801">
                  <c:v>3.7460027579215106E-5</c:v>
                </c:pt>
                <c:pt idx="5802">
                  <c:v>8.5744372224417316E-5</c:v>
                </c:pt>
                <c:pt idx="5803">
                  <c:v>0</c:v>
                </c:pt>
                <c:pt idx="5804">
                  <c:v>0</c:v>
                </c:pt>
                <c:pt idx="5805">
                  <c:v>3.0260952346390416E-5</c:v>
                </c:pt>
                <c:pt idx="5806">
                  <c:v>2.9205535175535863E-6</c:v>
                </c:pt>
                <c:pt idx="5807">
                  <c:v>0</c:v>
                </c:pt>
                <c:pt idx="5808">
                  <c:v>1.8583998383187807E-5</c:v>
                </c:pt>
                <c:pt idx="5809">
                  <c:v>4.4527329211613796E-4</c:v>
                </c:pt>
                <c:pt idx="5810">
                  <c:v>7.975374814834593E-7</c:v>
                </c:pt>
                <c:pt idx="5811">
                  <c:v>8.0929326292463355E-6</c:v>
                </c:pt>
                <c:pt idx="5812">
                  <c:v>1.0114502103629055E-5</c:v>
                </c:pt>
                <c:pt idx="5813">
                  <c:v>2.3982364930411992E-6</c:v>
                </c:pt>
                <c:pt idx="5814">
                  <c:v>0</c:v>
                </c:pt>
                <c:pt idx="5815">
                  <c:v>3.5135968195729286E-5</c:v>
                </c:pt>
                <c:pt idx="5816">
                  <c:v>3.2218997196939685E-6</c:v>
                </c:pt>
                <c:pt idx="5817">
                  <c:v>0</c:v>
                </c:pt>
                <c:pt idx="5818">
                  <c:v>2.9812202329358177E-6</c:v>
                </c:pt>
                <c:pt idx="5819">
                  <c:v>4.1944167917779312E-7</c:v>
                </c:pt>
                <c:pt idx="5820">
                  <c:v>0</c:v>
                </c:pt>
                <c:pt idx="5821">
                  <c:v>0</c:v>
                </c:pt>
                <c:pt idx="5822">
                  <c:v>4.7260537426783799E-5</c:v>
                </c:pt>
                <c:pt idx="5823">
                  <c:v>8.1193407783315815E-5</c:v>
                </c:pt>
                <c:pt idx="5824">
                  <c:v>0</c:v>
                </c:pt>
                <c:pt idx="5825">
                  <c:v>1.6464438485992797E-6</c:v>
                </c:pt>
                <c:pt idx="5826">
                  <c:v>3.3630948712165204E-6</c:v>
                </c:pt>
                <c:pt idx="5827">
                  <c:v>1.6953283293272282E-5</c:v>
                </c:pt>
                <c:pt idx="5828">
                  <c:v>2.2530767270587191E-7</c:v>
                </c:pt>
                <c:pt idx="5829">
                  <c:v>0</c:v>
                </c:pt>
                <c:pt idx="5830">
                  <c:v>1.3998336444479093E-6</c:v>
                </c:pt>
                <c:pt idx="5831">
                  <c:v>1.9084134317013015E-7</c:v>
                </c:pt>
                <c:pt idx="5832">
                  <c:v>0</c:v>
                </c:pt>
                <c:pt idx="5833">
                  <c:v>6.5685621573189111E-5</c:v>
                </c:pt>
                <c:pt idx="5834">
                  <c:v>3.9442034039259781E-6</c:v>
                </c:pt>
                <c:pt idx="5835">
                  <c:v>4.0725638774240187E-6</c:v>
                </c:pt>
                <c:pt idx="5836">
                  <c:v>2.2343944988078207E-6</c:v>
                </c:pt>
                <c:pt idx="5837">
                  <c:v>1.246254773378758E-6</c:v>
                </c:pt>
                <c:pt idx="5838">
                  <c:v>3.2175280782832568E-5</c:v>
                </c:pt>
                <c:pt idx="5839">
                  <c:v>2.0688520273030455E-6</c:v>
                </c:pt>
                <c:pt idx="5840">
                  <c:v>1.4435784458369063E-5</c:v>
                </c:pt>
                <c:pt idx="5841">
                  <c:v>9.768214150163079E-6</c:v>
                </c:pt>
                <c:pt idx="5842">
                  <c:v>1.1609037924109484E-6</c:v>
                </c:pt>
                <c:pt idx="5843">
                  <c:v>1.8583998383187807E-5</c:v>
                </c:pt>
                <c:pt idx="5844">
                  <c:v>4.9516292927094099E-5</c:v>
                </c:pt>
                <c:pt idx="5845">
                  <c:v>3.4559315334863404E-5</c:v>
                </c:pt>
                <c:pt idx="5846">
                  <c:v>0</c:v>
                </c:pt>
                <c:pt idx="5847">
                  <c:v>4.4741425162516193E-6</c:v>
                </c:pt>
                <c:pt idx="5848">
                  <c:v>5.3039489822952887E-5</c:v>
                </c:pt>
                <c:pt idx="5849">
                  <c:v>2.3325752298766178E-6</c:v>
                </c:pt>
                <c:pt idx="5850">
                  <c:v>1.6656674375041237E-6</c:v>
                </c:pt>
                <c:pt idx="5851">
                  <c:v>6.2089395519867025E-7</c:v>
                </c:pt>
                <c:pt idx="5852">
                  <c:v>0</c:v>
                </c:pt>
                <c:pt idx="5853">
                  <c:v>0</c:v>
                </c:pt>
                <c:pt idx="5854">
                  <c:v>1.7611481100338083E-5</c:v>
                </c:pt>
                <c:pt idx="5855">
                  <c:v>0</c:v>
                </c:pt>
                <c:pt idx="5856">
                  <c:v>1.1614998989492301E-6</c:v>
                </c:pt>
                <c:pt idx="5857">
                  <c:v>2.704822851254441E-6</c:v>
                </c:pt>
                <c:pt idx="5858">
                  <c:v>3.2487878987756803E-5</c:v>
                </c:pt>
                <c:pt idx="5859">
                  <c:v>2.4183023537096841E-5</c:v>
                </c:pt>
                <c:pt idx="5860">
                  <c:v>1.5138205623558528E-6</c:v>
                </c:pt>
                <c:pt idx="5861">
                  <c:v>1.7063575009892551E-5</c:v>
                </c:pt>
                <c:pt idx="5862">
                  <c:v>8.9481775896278734E-6</c:v>
                </c:pt>
                <c:pt idx="5863">
                  <c:v>3.0316873836028052E-5</c:v>
                </c:pt>
                <c:pt idx="5864">
                  <c:v>2.3178902932369492E-5</c:v>
                </c:pt>
                <c:pt idx="5865">
                  <c:v>2.004092163054969E-5</c:v>
                </c:pt>
                <c:pt idx="5866">
                  <c:v>2.5450393029757457E-5</c:v>
                </c:pt>
                <c:pt idx="5867">
                  <c:v>0</c:v>
                </c:pt>
                <c:pt idx="5868">
                  <c:v>1.2955191180587634E-6</c:v>
                </c:pt>
                <c:pt idx="5869">
                  <c:v>7.430183177101741E-7</c:v>
                </c:pt>
                <c:pt idx="5870">
                  <c:v>8.1165053179585375E-7</c:v>
                </c:pt>
                <c:pt idx="5871">
                  <c:v>1.2852208738770501E-6</c:v>
                </c:pt>
                <c:pt idx="5872">
                  <c:v>7.5454001144735443E-5</c:v>
                </c:pt>
                <c:pt idx="5873">
                  <c:v>5.5560962032450694E-5</c:v>
                </c:pt>
                <c:pt idx="5874">
                  <c:v>1.8442675201566564E-5</c:v>
                </c:pt>
                <c:pt idx="5875">
                  <c:v>1.3119109241702091E-6</c:v>
                </c:pt>
                <c:pt idx="5876">
                  <c:v>0</c:v>
                </c:pt>
                <c:pt idx="5877">
                  <c:v>0</c:v>
                </c:pt>
                <c:pt idx="5878">
                  <c:v>1.8635406400845309E-7</c:v>
                </c:pt>
                <c:pt idx="5879">
                  <c:v>6.7232529080894111E-8</c:v>
                </c:pt>
                <c:pt idx="5880">
                  <c:v>0</c:v>
                </c:pt>
                <c:pt idx="5881">
                  <c:v>0</c:v>
                </c:pt>
                <c:pt idx="5882">
                  <c:v>8.8410639367077256E-5</c:v>
                </c:pt>
                <c:pt idx="5883">
                  <c:v>1.3777369443029858E-5</c:v>
                </c:pt>
                <c:pt idx="5884">
                  <c:v>5.0035440837061562E-5</c:v>
                </c:pt>
                <c:pt idx="5885">
                  <c:v>0</c:v>
                </c:pt>
                <c:pt idx="5886">
                  <c:v>4.099411408056136E-7</c:v>
                </c:pt>
                <c:pt idx="5887">
                  <c:v>0</c:v>
                </c:pt>
                <c:pt idx="5888">
                  <c:v>6.4510117506619802E-6</c:v>
                </c:pt>
                <c:pt idx="5889">
                  <c:v>0</c:v>
                </c:pt>
                <c:pt idx="5890">
                  <c:v>2.1836951098559397E-7</c:v>
                </c:pt>
                <c:pt idx="5891">
                  <c:v>5.3550379312696979E-6</c:v>
                </c:pt>
                <c:pt idx="5892">
                  <c:v>5.832640185199651E-6</c:v>
                </c:pt>
                <c:pt idx="5893">
                  <c:v>3.5416997417272808E-6</c:v>
                </c:pt>
                <c:pt idx="5894">
                  <c:v>4.7794071117054916E-5</c:v>
                </c:pt>
                <c:pt idx="5895">
                  <c:v>1.7074583767963412E-6</c:v>
                </c:pt>
                <c:pt idx="5896">
                  <c:v>6.428148295711448E-8</c:v>
                </c:pt>
                <c:pt idx="5897">
                  <c:v>8.9762816974091888E-8</c:v>
                </c:pt>
                <c:pt idx="5898">
                  <c:v>4.1283394737025777E-6</c:v>
                </c:pt>
                <c:pt idx="5899">
                  <c:v>2.8460171424919255E-5</c:v>
                </c:pt>
                <c:pt idx="5900">
                  <c:v>4.8095751316880857E-6</c:v>
                </c:pt>
                <c:pt idx="5901">
                  <c:v>1.4506632776309611E-5</c:v>
                </c:pt>
                <c:pt idx="5902">
                  <c:v>8.5367145854951039E-5</c:v>
                </c:pt>
                <c:pt idx="5903">
                  <c:v>1.3123440416699149E-5</c:v>
                </c:pt>
                <c:pt idx="5904">
                  <c:v>0</c:v>
                </c:pt>
                <c:pt idx="5905">
                  <c:v>2.1165109269741552E-5</c:v>
                </c:pt>
                <c:pt idx="5906">
                  <c:v>1.3157616042784316E-7</c:v>
                </c:pt>
                <c:pt idx="5907">
                  <c:v>5.1506696016326445E-6</c:v>
                </c:pt>
                <c:pt idx="5908">
                  <c:v>0</c:v>
                </c:pt>
                <c:pt idx="5909">
                  <c:v>5.8835802741533398E-7</c:v>
                </c:pt>
                <c:pt idx="5910">
                  <c:v>2.8089418050913699E-5</c:v>
                </c:pt>
                <c:pt idx="5911">
                  <c:v>2.1801616226231678E-7</c:v>
                </c:pt>
                <c:pt idx="5912">
                  <c:v>1.9366281682685432E-6</c:v>
                </c:pt>
                <c:pt idx="5913">
                  <c:v>3.5533963317310158E-5</c:v>
                </c:pt>
                <c:pt idx="5914">
                  <c:v>0</c:v>
                </c:pt>
                <c:pt idx="5915">
                  <c:v>1.4553415447891476E-6</c:v>
                </c:pt>
                <c:pt idx="5916">
                  <c:v>2.1211133897598212E-4</c:v>
                </c:pt>
                <c:pt idx="5917">
                  <c:v>1.8505952935432251E-5</c:v>
                </c:pt>
                <c:pt idx="5918">
                  <c:v>0</c:v>
                </c:pt>
                <c:pt idx="5919">
                  <c:v>0</c:v>
                </c:pt>
                <c:pt idx="5920">
                  <c:v>1.0819937873194318E-5</c:v>
                </c:pt>
                <c:pt idx="5921">
                  <c:v>0</c:v>
                </c:pt>
                <c:pt idx="5922">
                  <c:v>0</c:v>
                </c:pt>
                <c:pt idx="5923">
                  <c:v>0</c:v>
                </c:pt>
                <c:pt idx="5924">
                  <c:v>1.5883596477272582E-6</c:v>
                </c:pt>
                <c:pt idx="5925">
                  <c:v>1.3209214537069681E-6</c:v>
                </c:pt>
                <c:pt idx="5926">
                  <c:v>1.5278087499864547E-5</c:v>
                </c:pt>
                <c:pt idx="5927">
                  <c:v>1.2844822411909198E-5</c:v>
                </c:pt>
                <c:pt idx="5928">
                  <c:v>1.1590369594044685E-4</c:v>
                </c:pt>
                <c:pt idx="5929">
                  <c:v>4.0828481288517435E-6</c:v>
                </c:pt>
                <c:pt idx="5930">
                  <c:v>1.2188341637724502E-2</c:v>
                </c:pt>
                <c:pt idx="5931">
                  <c:v>9.9289632489699474E-6</c:v>
                </c:pt>
                <c:pt idx="5932">
                  <c:v>2.0333167412900107E-6</c:v>
                </c:pt>
                <c:pt idx="5933">
                  <c:v>0</c:v>
                </c:pt>
                <c:pt idx="5934">
                  <c:v>0</c:v>
                </c:pt>
                <c:pt idx="5935">
                  <c:v>2.2781109129149341E-6</c:v>
                </c:pt>
                <c:pt idx="5936">
                  <c:v>0</c:v>
                </c:pt>
                <c:pt idx="5937">
                  <c:v>9.6238342928189737E-6</c:v>
                </c:pt>
                <c:pt idx="5938">
                  <c:v>5.485353212340421E-6</c:v>
                </c:pt>
                <c:pt idx="5939">
                  <c:v>1.5328098780217436E-6</c:v>
                </c:pt>
                <c:pt idx="5940">
                  <c:v>0</c:v>
                </c:pt>
                <c:pt idx="5941">
                  <c:v>1.1227832356509283E-5</c:v>
                </c:pt>
                <c:pt idx="5942">
                  <c:v>6.5708029049199779E-6</c:v>
                </c:pt>
                <c:pt idx="5943">
                  <c:v>1.8176592010537827E-6</c:v>
                </c:pt>
                <c:pt idx="5944">
                  <c:v>0</c:v>
                </c:pt>
                <c:pt idx="5945">
                  <c:v>0</c:v>
                </c:pt>
                <c:pt idx="5946">
                  <c:v>5.0740439432241121E-6</c:v>
                </c:pt>
                <c:pt idx="5947">
                  <c:v>0</c:v>
                </c:pt>
                <c:pt idx="5948">
                  <c:v>2.3295637471368528E-5</c:v>
                </c:pt>
                <c:pt idx="5949">
                  <c:v>3.7144708547850273E-6</c:v>
                </c:pt>
                <c:pt idx="5950">
                  <c:v>0</c:v>
                </c:pt>
                <c:pt idx="5951">
                  <c:v>1.3720365405103001E-7</c:v>
                </c:pt>
                <c:pt idx="5952">
                  <c:v>1.3697182445264352E-5</c:v>
                </c:pt>
                <c:pt idx="5953">
                  <c:v>0</c:v>
                </c:pt>
                <c:pt idx="5954">
                  <c:v>2.1741048718884891E-5</c:v>
                </c:pt>
                <c:pt idx="5955">
                  <c:v>0</c:v>
                </c:pt>
                <c:pt idx="5956">
                  <c:v>6.5938330315552169E-7</c:v>
                </c:pt>
                <c:pt idx="5957">
                  <c:v>9.1459065589719934E-6</c:v>
                </c:pt>
                <c:pt idx="5958">
                  <c:v>8.9286937228701828E-8</c:v>
                </c:pt>
                <c:pt idx="5959">
                  <c:v>2.3314412230162822E-8</c:v>
                </c:pt>
                <c:pt idx="5960">
                  <c:v>0</c:v>
                </c:pt>
                <c:pt idx="5961">
                  <c:v>4.0923874944286331E-6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4.7794151247303115E-6</c:v>
                </c:pt>
                <c:pt idx="5966">
                  <c:v>9.156678815017309E-6</c:v>
                </c:pt>
                <c:pt idx="5967">
                  <c:v>2.4408331209802752E-5</c:v>
                </c:pt>
                <c:pt idx="5968">
                  <c:v>4.9011454207209372E-6</c:v>
                </c:pt>
                <c:pt idx="5969">
                  <c:v>2.8049430438372027E-6</c:v>
                </c:pt>
                <c:pt idx="5970">
                  <c:v>5.0208622462768305E-5</c:v>
                </c:pt>
                <c:pt idx="5971">
                  <c:v>0</c:v>
                </c:pt>
                <c:pt idx="5972">
                  <c:v>1.1619197543219528E-5</c:v>
                </c:pt>
                <c:pt idx="5973">
                  <c:v>0</c:v>
                </c:pt>
                <c:pt idx="5974">
                  <c:v>0</c:v>
                </c:pt>
                <c:pt idx="5975">
                  <c:v>4.3514149799924614E-7</c:v>
                </c:pt>
                <c:pt idx="5976">
                  <c:v>1.9192875823092844E-6</c:v>
                </c:pt>
                <c:pt idx="5977">
                  <c:v>4.2450518340564889E-5</c:v>
                </c:pt>
                <c:pt idx="5978">
                  <c:v>0</c:v>
                </c:pt>
                <c:pt idx="5979">
                  <c:v>8.7201143206627093E-6</c:v>
                </c:pt>
                <c:pt idx="5980">
                  <c:v>5.1210774549926942E-5</c:v>
                </c:pt>
                <c:pt idx="5981">
                  <c:v>2.0665349758677715E-5</c:v>
                </c:pt>
                <c:pt idx="5982">
                  <c:v>5.5589948375060694E-6</c:v>
                </c:pt>
                <c:pt idx="5983">
                  <c:v>1.5754235976672642E-5</c:v>
                </c:pt>
                <c:pt idx="5984">
                  <c:v>1.2851208756641639E-4</c:v>
                </c:pt>
                <c:pt idx="5985">
                  <c:v>4.2665762954735338E-5</c:v>
                </c:pt>
                <c:pt idx="5986">
                  <c:v>8.8463293817060224E-5</c:v>
                </c:pt>
                <c:pt idx="5987">
                  <c:v>1.5151680837153505E-4</c:v>
                </c:pt>
                <c:pt idx="5988">
                  <c:v>1.1580441967705398E-5</c:v>
                </c:pt>
                <c:pt idx="5989">
                  <c:v>4.8037239136304842E-5</c:v>
                </c:pt>
                <c:pt idx="5990">
                  <c:v>6.9504457513414297E-5</c:v>
                </c:pt>
                <c:pt idx="5991">
                  <c:v>1.1535444201893048E-7</c:v>
                </c:pt>
                <c:pt idx="5992">
                  <c:v>1.5161936676543741E-5</c:v>
                </c:pt>
                <c:pt idx="5993">
                  <c:v>2.9242804858806659E-5</c:v>
                </c:pt>
                <c:pt idx="5994">
                  <c:v>1.2418054993977541E-4</c:v>
                </c:pt>
                <c:pt idx="5995">
                  <c:v>3.3856232951935644E-5</c:v>
                </c:pt>
                <c:pt idx="5996">
                  <c:v>8.4073302448893763E-5</c:v>
                </c:pt>
                <c:pt idx="5997">
                  <c:v>5.8129572046515389E-6</c:v>
                </c:pt>
                <c:pt idx="5998">
                  <c:v>4.6689995937959293E-5</c:v>
                </c:pt>
                <c:pt idx="5999">
                  <c:v>0</c:v>
                </c:pt>
                <c:pt idx="6000">
                  <c:v>1.299649791328102E-5</c:v>
                </c:pt>
                <c:pt idx="6001">
                  <c:v>4.4445287508542465E-5</c:v>
                </c:pt>
                <c:pt idx="6002">
                  <c:v>5.3082875037937941E-6</c:v>
                </c:pt>
                <c:pt idx="6003">
                  <c:v>3.4816216440007593E-5</c:v>
                </c:pt>
                <c:pt idx="6004">
                  <c:v>1.9479612763100363E-5</c:v>
                </c:pt>
                <c:pt idx="6005">
                  <c:v>1.2405175391335016E-5</c:v>
                </c:pt>
                <c:pt idx="6006">
                  <c:v>1.4686235993880705E-4</c:v>
                </c:pt>
                <c:pt idx="6007">
                  <c:v>8.9166455499910661E-6</c:v>
                </c:pt>
                <c:pt idx="6008">
                  <c:v>1.6699743909681482E-5</c:v>
                </c:pt>
                <c:pt idx="6009">
                  <c:v>4.6800408411392771E-6</c:v>
                </c:pt>
                <c:pt idx="6010">
                  <c:v>0</c:v>
                </c:pt>
                <c:pt idx="6011">
                  <c:v>1.706803052420308E-4</c:v>
                </c:pt>
                <c:pt idx="6012">
                  <c:v>2.2216774662880045E-5</c:v>
                </c:pt>
                <c:pt idx="6013">
                  <c:v>3.7660388573374587E-7</c:v>
                </c:pt>
                <c:pt idx="6014">
                  <c:v>5.2003554063973829E-5</c:v>
                </c:pt>
                <c:pt idx="6015">
                  <c:v>2.2887223090239473E-4</c:v>
                </c:pt>
                <c:pt idx="6016">
                  <c:v>2.0567858075477583E-5</c:v>
                </c:pt>
                <c:pt idx="6017">
                  <c:v>8.0380519666883025E-5</c:v>
                </c:pt>
                <c:pt idx="6018">
                  <c:v>0</c:v>
                </c:pt>
                <c:pt idx="6019">
                  <c:v>8.1897769043629494E-6</c:v>
                </c:pt>
                <c:pt idx="6020">
                  <c:v>3.7957317127812084E-5</c:v>
                </c:pt>
                <c:pt idx="6021">
                  <c:v>0</c:v>
                </c:pt>
                <c:pt idx="6022">
                  <c:v>2.8849646692807416E-5</c:v>
                </c:pt>
                <c:pt idx="6023">
                  <c:v>6.7183765687181531E-6</c:v>
                </c:pt>
                <c:pt idx="6024">
                  <c:v>2.1118179980895184E-6</c:v>
                </c:pt>
                <c:pt idx="6025">
                  <c:v>1.3642032342474752E-5</c:v>
                </c:pt>
                <c:pt idx="6026">
                  <c:v>0</c:v>
                </c:pt>
                <c:pt idx="6027">
                  <c:v>0</c:v>
                </c:pt>
                <c:pt idx="6028">
                  <c:v>5.0479998578208433E-5</c:v>
                </c:pt>
                <c:pt idx="6029">
                  <c:v>1.578492319279604E-5</c:v>
                </c:pt>
                <c:pt idx="6030">
                  <c:v>1.8600367353654767E-5</c:v>
                </c:pt>
                <c:pt idx="6031">
                  <c:v>2.5860650341288068E-7</c:v>
                </c:pt>
                <c:pt idx="6032">
                  <c:v>0</c:v>
                </c:pt>
                <c:pt idx="6033">
                  <c:v>1.0510981707378174E-5</c:v>
                </c:pt>
                <c:pt idx="6034">
                  <c:v>0</c:v>
                </c:pt>
                <c:pt idx="6035">
                  <c:v>4.2093371759585828E-5</c:v>
                </c:pt>
                <c:pt idx="6036">
                  <c:v>7.7981086463215737E-7</c:v>
                </c:pt>
                <c:pt idx="6037">
                  <c:v>0</c:v>
                </c:pt>
                <c:pt idx="6038">
                  <c:v>7.7078940662535076E-7</c:v>
                </c:pt>
                <c:pt idx="6039">
                  <c:v>9.3241514379315706E-8</c:v>
                </c:pt>
                <c:pt idx="6040">
                  <c:v>0</c:v>
                </c:pt>
                <c:pt idx="6041">
                  <c:v>5.3556951615376524E-7</c:v>
                </c:pt>
                <c:pt idx="6042">
                  <c:v>3.3432751433774548E-7</c:v>
                </c:pt>
                <c:pt idx="6043">
                  <c:v>2.0554384176676044E-7</c:v>
                </c:pt>
                <c:pt idx="6044">
                  <c:v>2.1350563103125872E-5</c:v>
                </c:pt>
                <c:pt idx="6045">
                  <c:v>4.0337952908456473E-8</c:v>
                </c:pt>
                <c:pt idx="6046">
                  <c:v>3.1639158773334936E-6</c:v>
                </c:pt>
                <c:pt idx="6047">
                  <c:v>0</c:v>
                </c:pt>
                <c:pt idx="6048">
                  <c:v>3.1541124049431414E-5</c:v>
                </c:pt>
                <c:pt idx="6049">
                  <c:v>1.0485135274561237E-6</c:v>
                </c:pt>
                <c:pt idx="6050">
                  <c:v>7.6616973458215244E-6</c:v>
                </c:pt>
                <c:pt idx="6051">
                  <c:v>1.4756853940084643E-5</c:v>
                </c:pt>
                <c:pt idx="6052">
                  <c:v>4.2300373949291502E-7</c:v>
                </c:pt>
                <c:pt idx="6053">
                  <c:v>1.2365361338219375E-5</c:v>
                </c:pt>
                <c:pt idx="6054">
                  <c:v>2.9284584067022411E-5</c:v>
                </c:pt>
                <c:pt idx="6055">
                  <c:v>1.1368543698929413E-5</c:v>
                </c:pt>
                <c:pt idx="6056">
                  <c:v>1.2621450892563105E-5</c:v>
                </c:pt>
                <c:pt idx="6057">
                  <c:v>0</c:v>
                </c:pt>
                <c:pt idx="6058">
                  <c:v>7.0307309760437798E-6</c:v>
                </c:pt>
                <c:pt idx="6059">
                  <c:v>7.5420865089706533E-7</c:v>
                </c:pt>
                <c:pt idx="6060">
                  <c:v>5.9485522725248595E-5</c:v>
                </c:pt>
                <c:pt idx="6061">
                  <c:v>3.84038967887263E-6</c:v>
                </c:pt>
                <c:pt idx="6062">
                  <c:v>3.0191228142586817E-6</c:v>
                </c:pt>
                <c:pt idx="6063">
                  <c:v>0</c:v>
                </c:pt>
                <c:pt idx="6064">
                  <c:v>3.4436802115811324E-6</c:v>
                </c:pt>
                <c:pt idx="6065">
                  <c:v>4.5002798528737905E-5</c:v>
                </c:pt>
                <c:pt idx="6066">
                  <c:v>1.310217065913561E-6</c:v>
                </c:pt>
                <c:pt idx="6067">
                  <c:v>0</c:v>
                </c:pt>
                <c:pt idx="6068">
                  <c:v>0</c:v>
                </c:pt>
                <c:pt idx="6069">
                  <c:v>0</c:v>
                </c:pt>
                <c:pt idx="6070">
                  <c:v>3.6018697496616955E-5</c:v>
                </c:pt>
                <c:pt idx="6071">
                  <c:v>4.9534554514011681E-7</c:v>
                </c:pt>
                <c:pt idx="6072">
                  <c:v>0</c:v>
                </c:pt>
                <c:pt idx="6073">
                  <c:v>5.3251427921069932E-5</c:v>
                </c:pt>
                <c:pt idx="6074">
                  <c:v>0</c:v>
                </c:pt>
                <c:pt idx="6075">
                  <c:v>0</c:v>
                </c:pt>
                <c:pt idx="6076">
                  <c:v>5.1346305762450076E-6</c:v>
                </c:pt>
                <c:pt idx="6077">
                  <c:v>3.4770061491125472E-5</c:v>
                </c:pt>
                <c:pt idx="6078">
                  <c:v>1.0590302414492245E-5</c:v>
                </c:pt>
                <c:pt idx="6079">
                  <c:v>0</c:v>
                </c:pt>
                <c:pt idx="6080">
                  <c:v>3.8495425222317538E-7</c:v>
                </c:pt>
                <c:pt idx="6081">
                  <c:v>6.5965232939100013E-7</c:v>
                </c:pt>
                <c:pt idx="6082">
                  <c:v>2.055175093786409E-5</c:v>
                </c:pt>
                <c:pt idx="6083">
                  <c:v>2.454935813976414E-5</c:v>
                </c:pt>
                <c:pt idx="6084">
                  <c:v>1.5433338081048491E-4</c:v>
                </c:pt>
                <c:pt idx="6085">
                  <c:v>5.210706728987741E-6</c:v>
                </c:pt>
                <c:pt idx="6086">
                  <c:v>0</c:v>
                </c:pt>
                <c:pt idx="6087">
                  <c:v>4.0717433749807206E-8</c:v>
                </c:pt>
                <c:pt idx="6088">
                  <c:v>0</c:v>
                </c:pt>
                <c:pt idx="6089">
                  <c:v>0</c:v>
                </c:pt>
                <c:pt idx="6090">
                  <c:v>1.1020937468142068E-5</c:v>
                </c:pt>
                <c:pt idx="6091">
                  <c:v>2.2087539061985443E-6</c:v>
                </c:pt>
                <c:pt idx="6092">
                  <c:v>1.3784665467397478E-5</c:v>
                </c:pt>
                <c:pt idx="6093">
                  <c:v>3.2616351345960302E-5</c:v>
                </c:pt>
                <c:pt idx="6094">
                  <c:v>0</c:v>
                </c:pt>
                <c:pt idx="6095">
                  <c:v>1.7113132160442485E-5</c:v>
                </c:pt>
                <c:pt idx="6096">
                  <c:v>5.2420619233606106E-5</c:v>
                </c:pt>
                <c:pt idx="6097">
                  <c:v>8.5683365817416733E-6</c:v>
                </c:pt>
                <c:pt idx="6098">
                  <c:v>4.9028323886852301E-5</c:v>
                </c:pt>
                <c:pt idx="6099">
                  <c:v>0</c:v>
                </c:pt>
                <c:pt idx="6100">
                  <c:v>4.4709756381358922E-5</c:v>
                </c:pt>
                <c:pt idx="6101">
                  <c:v>1.624279545245468E-7</c:v>
                </c:pt>
                <c:pt idx="6102">
                  <c:v>1.7014552584449681E-6</c:v>
                </c:pt>
                <c:pt idx="6103">
                  <c:v>3.8646269365038184E-5</c:v>
                </c:pt>
                <c:pt idx="6104">
                  <c:v>0</c:v>
                </c:pt>
                <c:pt idx="6105">
                  <c:v>1.6024877559859742E-5</c:v>
                </c:pt>
                <c:pt idx="6106">
                  <c:v>1.3176627928520087E-5</c:v>
                </c:pt>
                <c:pt idx="6107">
                  <c:v>5.0121850429806332E-5</c:v>
                </c:pt>
                <c:pt idx="6108">
                  <c:v>5.2742022761858903E-5</c:v>
                </c:pt>
                <c:pt idx="6109">
                  <c:v>8.9942582295134528E-8</c:v>
                </c:pt>
                <c:pt idx="6110">
                  <c:v>4.8910283416026847E-6</c:v>
                </c:pt>
                <c:pt idx="6111">
                  <c:v>5.3635396454634457E-6</c:v>
                </c:pt>
                <c:pt idx="6112">
                  <c:v>1.2913800793429146E-5</c:v>
                </c:pt>
                <c:pt idx="6113">
                  <c:v>1.6298466323965059E-6</c:v>
                </c:pt>
                <c:pt idx="6114">
                  <c:v>5.2020844895023751E-7</c:v>
                </c:pt>
                <c:pt idx="6115">
                  <c:v>3.1010540170623518E-5</c:v>
                </c:pt>
                <c:pt idx="6116">
                  <c:v>1.5514822892631004E-5</c:v>
                </c:pt>
                <c:pt idx="6117">
                  <c:v>6.4500313537393875E-6</c:v>
                </c:pt>
                <c:pt idx="6118">
                  <c:v>2.6222651913970056E-5</c:v>
                </c:pt>
                <c:pt idx="6119">
                  <c:v>8.3666871004461832E-6</c:v>
                </c:pt>
                <c:pt idx="6120">
                  <c:v>8.6494673326007111E-6</c:v>
                </c:pt>
                <c:pt idx="6121">
                  <c:v>6.2715588027049653E-7</c:v>
                </c:pt>
                <c:pt idx="6122">
                  <c:v>4.5343762092501826E-5</c:v>
                </c:pt>
                <c:pt idx="6123">
                  <c:v>5.918037552479262E-6</c:v>
                </c:pt>
                <c:pt idx="6124">
                  <c:v>0</c:v>
                </c:pt>
                <c:pt idx="6125">
                  <c:v>8.7807611302817148E-6</c:v>
                </c:pt>
                <c:pt idx="6126">
                  <c:v>4.015601219269207E-6</c:v>
                </c:pt>
                <c:pt idx="6127">
                  <c:v>5.572832400757452E-5</c:v>
                </c:pt>
                <c:pt idx="6128">
                  <c:v>2.8166928114356512E-5</c:v>
                </c:pt>
                <c:pt idx="6129">
                  <c:v>0</c:v>
                </c:pt>
                <c:pt idx="6130">
                  <c:v>1.927609043959263E-5</c:v>
                </c:pt>
                <c:pt idx="6131">
                  <c:v>1.243525831901348E-5</c:v>
                </c:pt>
                <c:pt idx="6132">
                  <c:v>0</c:v>
                </c:pt>
                <c:pt idx="6133">
                  <c:v>6.6149128191098314E-6</c:v>
                </c:pt>
                <c:pt idx="6134">
                  <c:v>3.6710659785869439E-5</c:v>
                </c:pt>
                <c:pt idx="6135">
                  <c:v>1.4707803788643755E-6</c:v>
                </c:pt>
                <c:pt idx="6136">
                  <c:v>2.0291263294896254E-7</c:v>
                </c:pt>
                <c:pt idx="6137">
                  <c:v>6.0982540446138708E-5</c:v>
                </c:pt>
                <c:pt idx="6138">
                  <c:v>2.1973783496001037E-5</c:v>
                </c:pt>
                <c:pt idx="6139">
                  <c:v>1.6983025895541238E-5</c:v>
                </c:pt>
                <c:pt idx="6140">
                  <c:v>1.4189724088170383E-5</c:v>
                </c:pt>
                <c:pt idx="6141">
                  <c:v>4.1180450962745533E-6</c:v>
                </c:pt>
                <c:pt idx="6142">
                  <c:v>1.3770407619606595E-5</c:v>
                </c:pt>
                <c:pt idx="6143">
                  <c:v>4.7115051431407297E-6</c:v>
                </c:pt>
                <c:pt idx="6144">
                  <c:v>1.3825089706304814E-5</c:v>
                </c:pt>
                <c:pt idx="6145">
                  <c:v>1.2932021860991723E-5</c:v>
                </c:pt>
                <c:pt idx="6146">
                  <c:v>4.6875642045068433E-6</c:v>
                </c:pt>
                <c:pt idx="6147">
                  <c:v>1.8520135845788536E-7</c:v>
                </c:pt>
                <c:pt idx="6148">
                  <c:v>4.6089441611193034E-6</c:v>
                </c:pt>
                <c:pt idx="6149">
                  <c:v>1.0331813911972641E-6</c:v>
                </c:pt>
                <c:pt idx="6150">
                  <c:v>7.3048547861626704E-6</c:v>
                </c:pt>
                <c:pt idx="6151">
                  <c:v>0</c:v>
                </c:pt>
                <c:pt idx="6152">
                  <c:v>0</c:v>
                </c:pt>
                <c:pt idx="6153">
                  <c:v>3.2473134773427437E-6</c:v>
                </c:pt>
                <c:pt idx="6154">
                  <c:v>2.9320349780539756E-6</c:v>
                </c:pt>
                <c:pt idx="6155">
                  <c:v>0</c:v>
                </c:pt>
                <c:pt idx="6156">
                  <c:v>5.5275482370507063E-6</c:v>
                </c:pt>
                <c:pt idx="6157">
                  <c:v>2.1505617359775468E-5</c:v>
                </c:pt>
                <c:pt idx="6158">
                  <c:v>1.0075759123406567E-5</c:v>
                </c:pt>
                <c:pt idx="6159">
                  <c:v>3.2928876971756746E-6</c:v>
                </c:pt>
                <c:pt idx="6160">
                  <c:v>1.1398334136822726E-6</c:v>
                </c:pt>
                <c:pt idx="6161">
                  <c:v>1.4159047603297859E-6</c:v>
                </c:pt>
                <c:pt idx="6162">
                  <c:v>1.1882293440121047E-5</c:v>
                </c:pt>
                <c:pt idx="6163">
                  <c:v>4.0571391028798506E-4</c:v>
                </c:pt>
                <c:pt idx="6164">
                  <c:v>5.2464018927456362E-4</c:v>
                </c:pt>
                <c:pt idx="6165">
                  <c:v>1.3775794312724561E-4</c:v>
                </c:pt>
                <c:pt idx="6166">
                  <c:v>9.4677937708943224E-5</c:v>
                </c:pt>
                <c:pt idx="6167">
                  <c:v>1.2334741628617135E-6</c:v>
                </c:pt>
                <c:pt idx="6168">
                  <c:v>1.2113014160549378E-5</c:v>
                </c:pt>
                <c:pt idx="6169">
                  <c:v>9.4749640139319108E-8</c:v>
                </c:pt>
                <c:pt idx="6170">
                  <c:v>1.0321276990776844E-4</c:v>
                </c:pt>
                <c:pt idx="6171">
                  <c:v>0</c:v>
                </c:pt>
                <c:pt idx="6172">
                  <c:v>3.2181685098275063E-5</c:v>
                </c:pt>
                <c:pt idx="6173">
                  <c:v>0</c:v>
                </c:pt>
                <c:pt idx="6174">
                  <c:v>1.9479612763100389E-7</c:v>
                </c:pt>
                <c:pt idx="6175">
                  <c:v>0</c:v>
                </c:pt>
                <c:pt idx="6176">
                  <c:v>2.2494005578620355E-5</c:v>
                </c:pt>
                <c:pt idx="6177">
                  <c:v>3.2587870392537293E-6</c:v>
                </c:pt>
                <c:pt idx="6178">
                  <c:v>0</c:v>
                </c:pt>
                <c:pt idx="6179">
                  <c:v>6.3593764133784598E-6</c:v>
                </c:pt>
                <c:pt idx="6180">
                  <c:v>4.0703458067564572E-5</c:v>
                </c:pt>
                <c:pt idx="6181">
                  <c:v>6.5025096828420187E-6</c:v>
                </c:pt>
                <c:pt idx="6182">
                  <c:v>0</c:v>
                </c:pt>
                <c:pt idx="6183">
                  <c:v>2.8984044155704611E-5</c:v>
                </c:pt>
                <c:pt idx="6184">
                  <c:v>1.7909425844738691E-5</c:v>
                </c:pt>
                <c:pt idx="6185">
                  <c:v>6.8508807599039672E-6</c:v>
                </c:pt>
                <c:pt idx="6186">
                  <c:v>8.4330748965726258E-6</c:v>
                </c:pt>
                <c:pt idx="6187">
                  <c:v>0</c:v>
                </c:pt>
                <c:pt idx="6188">
                  <c:v>0</c:v>
                </c:pt>
                <c:pt idx="6189">
                  <c:v>3.0150263111185692E-5</c:v>
                </c:pt>
                <c:pt idx="6190">
                  <c:v>0</c:v>
                </c:pt>
                <c:pt idx="6191">
                  <c:v>0</c:v>
                </c:pt>
                <c:pt idx="6192">
                  <c:v>6.7876064623734005E-8</c:v>
                </c:pt>
                <c:pt idx="6193">
                  <c:v>3.7577638908455828E-5</c:v>
                </c:pt>
                <c:pt idx="6194">
                  <c:v>3.934592126955455E-4</c:v>
                </c:pt>
                <c:pt idx="6195">
                  <c:v>1.8639089287485809E-6</c:v>
                </c:pt>
                <c:pt idx="6196">
                  <c:v>0</c:v>
                </c:pt>
                <c:pt idx="6197">
                  <c:v>5.5691351209951816E-6</c:v>
                </c:pt>
                <c:pt idx="6198">
                  <c:v>3.0611062176751244E-6</c:v>
                </c:pt>
                <c:pt idx="6199">
                  <c:v>1.9675753264425513E-5</c:v>
                </c:pt>
                <c:pt idx="6200">
                  <c:v>0</c:v>
                </c:pt>
                <c:pt idx="6201">
                  <c:v>0</c:v>
                </c:pt>
                <c:pt idx="6202">
                  <c:v>1.8583998383187812E-6</c:v>
                </c:pt>
                <c:pt idx="6203">
                  <c:v>2.2795449366258082E-6</c:v>
                </c:pt>
                <c:pt idx="6204">
                  <c:v>2.1438914046840458E-5</c:v>
                </c:pt>
                <c:pt idx="6205">
                  <c:v>5.1100121976527705E-6</c:v>
                </c:pt>
                <c:pt idx="6206">
                  <c:v>5.7723466298987912E-6</c:v>
                </c:pt>
                <c:pt idx="6207">
                  <c:v>3.3810285640680351E-6</c:v>
                </c:pt>
                <c:pt idx="6208">
                  <c:v>6.5794694455379619E-6</c:v>
                </c:pt>
                <c:pt idx="6209">
                  <c:v>2.0478120703870374E-6</c:v>
                </c:pt>
                <c:pt idx="6210">
                  <c:v>6.4013885833492088E-6</c:v>
                </c:pt>
                <c:pt idx="6211">
                  <c:v>6.1774709402539208E-6</c:v>
                </c:pt>
                <c:pt idx="6212">
                  <c:v>2.2979411994954806E-5</c:v>
                </c:pt>
                <c:pt idx="6213">
                  <c:v>4.2013393973889041E-5</c:v>
                </c:pt>
                <c:pt idx="6214">
                  <c:v>6.3192138164241035E-5</c:v>
                </c:pt>
                <c:pt idx="6215">
                  <c:v>0</c:v>
                </c:pt>
                <c:pt idx="6216">
                  <c:v>3.8276701215372636E-7</c:v>
                </c:pt>
                <c:pt idx="6217">
                  <c:v>7.0230239403266872E-4</c:v>
                </c:pt>
                <c:pt idx="6218">
                  <c:v>1.0517035348076306E-5</c:v>
                </c:pt>
                <c:pt idx="6219">
                  <c:v>1.0278112165925935E-5</c:v>
                </c:pt>
                <c:pt idx="6220">
                  <c:v>0</c:v>
                </c:pt>
                <c:pt idx="6221">
                  <c:v>5.7772613656770742E-6</c:v>
                </c:pt>
                <c:pt idx="6222">
                  <c:v>0</c:v>
                </c:pt>
                <c:pt idx="6223">
                  <c:v>2.6839439896038062E-7</c:v>
                </c:pt>
                <c:pt idx="6224">
                  <c:v>0</c:v>
                </c:pt>
                <c:pt idx="6225">
                  <c:v>2.6145180436292394E-5</c:v>
                </c:pt>
                <c:pt idx="6226">
                  <c:v>0</c:v>
                </c:pt>
                <c:pt idx="6227">
                  <c:v>2.3889005013849556E-7</c:v>
                </c:pt>
                <c:pt idx="6228">
                  <c:v>2.7097144595331692E-4</c:v>
                </c:pt>
                <c:pt idx="6229">
                  <c:v>4.0214719812856874E-5</c:v>
                </c:pt>
                <c:pt idx="6230">
                  <c:v>1.2495490848373183E-4</c:v>
                </c:pt>
                <c:pt idx="6231">
                  <c:v>2.2294885349501492E-6</c:v>
                </c:pt>
                <c:pt idx="6232">
                  <c:v>1.391623798063406E-6</c:v>
                </c:pt>
                <c:pt idx="6233">
                  <c:v>8.6474213867901213E-7</c:v>
                </c:pt>
                <c:pt idx="6234">
                  <c:v>0</c:v>
                </c:pt>
                <c:pt idx="6235">
                  <c:v>5.1164805675232059E-6</c:v>
                </c:pt>
                <c:pt idx="6236">
                  <c:v>2.9163200925998111E-6</c:v>
                </c:pt>
                <c:pt idx="6237">
                  <c:v>7.8243785754452704E-5</c:v>
                </c:pt>
                <c:pt idx="6238">
                  <c:v>1.2019359668598551E-4</c:v>
                </c:pt>
                <c:pt idx="6239">
                  <c:v>2.6121895686572653E-5</c:v>
                </c:pt>
                <c:pt idx="6240">
                  <c:v>3.4501427888905484E-6</c:v>
                </c:pt>
                <c:pt idx="6241">
                  <c:v>7.5660554972589542E-6</c:v>
                </c:pt>
                <c:pt idx="6242">
                  <c:v>1.1406852364888415E-5</c:v>
                </c:pt>
                <c:pt idx="6243">
                  <c:v>8.6546773646880982E-6</c:v>
                </c:pt>
                <c:pt idx="6244">
                  <c:v>4.5142702168841773E-4</c:v>
                </c:pt>
                <c:pt idx="6245">
                  <c:v>0</c:v>
                </c:pt>
                <c:pt idx="6246">
                  <c:v>9.8689728759633982E-6</c:v>
                </c:pt>
                <c:pt idx="6247">
                  <c:v>2.1128125416357016E-5</c:v>
                </c:pt>
                <c:pt idx="6248">
                  <c:v>9.5203739797129467E-7</c:v>
                </c:pt>
                <c:pt idx="6249">
                  <c:v>9.1910502362531768E-6</c:v>
                </c:pt>
                <c:pt idx="6250">
                  <c:v>6.057299594520215E-6</c:v>
                </c:pt>
                <c:pt idx="6251">
                  <c:v>7.2856916738354279E-6</c:v>
                </c:pt>
                <c:pt idx="6252">
                  <c:v>5.73470202680456E-6</c:v>
                </c:pt>
                <c:pt idx="6253">
                  <c:v>5.3182185971978194E-5</c:v>
                </c:pt>
                <c:pt idx="6254">
                  <c:v>1.1652213064588889E-5</c:v>
                </c:pt>
                <c:pt idx="6255">
                  <c:v>0</c:v>
                </c:pt>
                <c:pt idx="6256">
                  <c:v>0</c:v>
                </c:pt>
                <c:pt idx="6257">
                  <c:v>0</c:v>
                </c:pt>
                <c:pt idx="6258">
                  <c:v>1.212599167278801E-5</c:v>
                </c:pt>
                <c:pt idx="6259">
                  <c:v>2.8013902379052244E-4</c:v>
                </c:pt>
                <c:pt idx="6260">
                  <c:v>2.2854876530138811E-5</c:v>
                </c:pt>
                <c:pt idx="6261">
                  <c:v>1.4343408874284021E-5</c:v>
                </c:pt>
                <c:pt idx="6262">
                  <c:v>6.6046072685348735E-7</c:v>
                </c:pt>
                <c:pt idx="6263">
                  <c:v>3.1856769746023013E-5</c:v>
                </c:pt>
                <c:pt idx="6264">
                  <c:v>1.3099137749260853E-5</c:v>
                </c:pt>
                <c:pt idx="6265">
                  <c:v>3.1241640660810184E-5</c:v>
                </c:pt>
                <c:pt idx="6266">
                  <c:v>1.6430974180257525E-6</c:v>
                </c:pt>
                <c:pt idx="6267">
                  <c:v>3.622784993202161E-5</c:v>
                </c:pt>
                <c:pt idx="6268">
                  <c:v>4.2170262371865732E-8</c:v>
                </c:pt>
                <c:pt idx="6269">
                  <c:v>5.52158158402582E-6</c:v>
                </c:pt>
                <c:pt idx="6270">
                  <c:v>1.0907037146323299E-5</c:v>
                </c:pt>
                <c:pt idx="6271">
                  <c:v>2.3853616419622965E-6</c:v>
                </c:pt>
                <c:pt idx="6272">
                  <c:v>6.4182449378158576E-6</c:v>
                </c:pt>
                <c:pt idx="6273">
                  <c:v>8.8465773032035547E-5</c:v>
                </c:pt>
                <c:pt idx="6274">
                  <c:v>6.7300930161054491E-6</c:v>
                </c:pt>
                <c:pt idx="6275">
                  <c:v>2.1822123939221396E-5</c:v>
                </c:pt>
                <c:pt idx="6276">
                  <c:v>1.9851665394319227E-5</c:v>
                </c:pt>
                <c:pt idx="6277">
                  <c:v>6.7857792841128554E-6</c:v>
                </c:pt>
                <c:pt idx="6278">
                  <c:v>6.96831676078391E-6</c:v>
                </c:pt>
                <c:pt idx="6279">
                  <c:v>2.439487963567757E-6</c:v>
                </c:pt>
                <c:pt idx="6280">
                  <c:v>0</c:v>
                </c:pt>
                <c:pt idx="6281">
                  <c:v>2.9766180911341164E-4</c:v>
                </c:pt>
                <c:pt idx="6282">
                  <c:v>6.4797026464655984E-5</c:v>
                </c:pt>
                <c:pt idx="6283">
                  <c:v>1.8178395243872114E-5</c:v>
                </c:pt>
                <c:pt idx="6284">
                  <c:v>7.2125257665606059E-6</c:v>
                </c:pt>
                <c:pt idx="6285">
                  <c:v>0</c:v>
                </c:pt>
                <c:pt idx="6286">
                  <c:v>7.0185029410855141E-6</c:v>
                </c:pt>
                <c:pt idx="6287">
                  <c:v>0</c:v>
                </c:pt>
                <c:pt idx="6288">
                  <c:v>2.930789350649702E-5</c:v>
                </c:pt>
                <c:pt idx="6289">
                  <c:v>2.0772691982920831E-5</c:v>
                </c:pt>
                <c:pt idx="6290">
                  <c:v>0</c:v>
                </c:pt>
                <c:pt idx="6291">
                  <c:v>4.414612984210739E-6</c:v>
                </c:pt>
                <c:pt idx="6292">
                  <c:v>2.2921011017914902E-4</c:v>
                </c:pt>
                <c:pt idx="6293">
                  <c:v>0</c:v>
                </c:pt>
                <c:pt idx="6294">
                  <c:v>0</c:v>
                </c:pt>
                <c:pt idx="6295">
                  <c:v>1.7964531770366502E-6</c:v>
                </c:pt>
                <c:pt idx="6296">
                  <c:v>2.4189225902713035E-7</c:v>
                </c:pt>
                <c:pt idx="6297">
                  <c:v>4.8658997793682684E-4</c:v>
                </c:pt>
                <c:pt idx="6298">
                  <c:v>0</c:v>
                </c:pt>
                <c:pt idx="6299">
                  <c:v>2.8755108609409886E-5</c:v>
                </c:pt>
                <c:pt idx="6300">
                  <c:v>4.7525216323848926E-7</c:v>
                </c:pt>
                <c:pt idx="6301">
                  <c:v>0</c:v>
                </c:pt>
                <c:pt idx="6302">
                  <c:v>0</c:v>
                </c:pt>
                <c:pt idx="6303">
                  <c:v>4.3579726666774385E-6</c:v>
                </c:pt>
                <c:pt idx="6304">
                  <c:v>0</c:v>
                </c:pt>
                <c:pt idx="6305">
                  <c:v>9.376060422972286E-8</c:v>
                </c:pt>
                <c:pt idx="6306">
                  <c:v>1.8563975295297033E-5</c:v>
                </c:pt>
                <c:pt idx="6307">
                  <c:v>5.5520743364421426E-8</c:v>
                </c:pt>
                <c:pt idx="6308">
                  <c:v>2.6973044412573704E-5</c:v>
                </c:pt>
                <c:pt idx="6309">
                  <c:v>1.2634395970401612E-5</c:v>
                </c:pt>
                <c:pt idx="6310">
                  <c:v>3.8034402165762899E-6</c:v>
                </c:pt>
                <c:pt idx="6311">
                  <c:v>0</c:v>
                </c:pt>
                <c:pt idx="6312">
                  <c:v>0</c:v>
                </c:pt>
                <c:pt idx="6313">
                  <c:v>1.7171978898190653E-6</c:v>
                </c:pt>
                <c:pt idx="6314">
                  <c:v>6.445977885252414E-6</c:v>
                </c:pt>
                <c:pt idx="6315">
                  <c:v>6.1224107135494292E-5</c:v>
                </c:pt>
                <c:pt idx="6316">
                  <c:v>1.469447143088378E-5</c:v>
                </c:pt>
                <c:pt idx="6317">
                  <c:v>9.2103872994892585E-5</c:v>
                </c:pt>
                <c:pt idx="6318">
                  <c:v>4.1037575944546118E-5</c:v>
                </c:pt>
                <c:pt idx="6319">
                  <c:v>3.0526753265895411E-5</c:v>
                </c:pt>
                <c:pt idx="6320">
                  <c:v>1.3245404165938382E-5</c:v>
                </c:pt>
                <c:pt idx="6321">
                  <c:v>3.490517831039153E-7</c:v>
                </c:pt>
                <c:pt idx="6322">
                  <c:v>2.4203710469121934E-6</c:v>
                </c:pt>
                <c:pt idx="6323">
                  <c:v>0</c:v>
                </c:pt>
                <c:pt idx="6324">
                  <c:v>1.2320807187673827E-5</c:v>
                </c:pt>
                <c:pt idx="6325">
                  <c:v>0</c:v>
                </c:pt>
                <c:pt idx="6326">
                  <c:v>1.6503652868363372E-6</c:v>
                </c:pt>
                <c:pt idx="6327">
                  <c:v>4.371140841083773E-5</c:v>
                </c:pt>
                <c:pt idx="6328">
                  <c:v>1.7266330430598221E-5</c:v>
                </c:pt>
                <c:pt idx="6329">
                  <c:v>0</c:v>
                </c:pt>
                <c:pt idx="6330">
                  <c:v>1.1802842638918109E-6</c:v>
                </c:pt>
                <c:pt idx="6331">
                  <c:v>3.8605727300318486E-7</c:v>
                </c:pt>
                <c:pt idx="6332">
                  <c:v>7.7359227719489908E-6</c:v>
                </c:pt>
                <c:pt idx="6333">
                  <c:v>0</c:v>
                </c:pt>
                <c:pt idx="6334">
                  <c:v>4.678263481878896E-7</c:v>
                </c:pt>
                <c:pt idx="6335">
                  <c:v>4.7815689846333149E-6</c:v>
                </c:pt>
                <c:pt idx="6336">
                  <c:v>3.1872906611294583E-6</c:v>
                </c:pt>
                <c:pt idx="6337">
                  <c:v>8.5655628286772183E-5</c:v>
                </c:pt>
                <c:pt idx="6338">
                  <c:v>5.7188236247749614E-7</c:v>
                </c:pt>
                <c:pt idx="6339">
                  <c:v>0</c:v>
                </c:pt>
                <c:pt idx="6340">
                  <c:v>0</c:v>
                </c:pt>
                <c:pt idx="6341">
                  <c:v>2.2776415023730047E-5</c:v>
                </c:pt>
                <c:pt idx="6342">
                  <c:v>0</c:v>
                </c:pt>
                <c:pt idx="6343">
                  <c:v>0</c:v>
                </c:pt>
                <c:pt idx="6344">
                  <c:v>0</c:v>
                </c:pt>
                <c:pt idx="6345">
                  <c:v>0</c:v>
                </c:pt>
                <c:pt idx="6346">
                  <c:v>0</c:v>
                </c:pt>
                <c:pt idx="6347">
                  <c:v>7.2094502499691235E-5</c:v>
                </c:pt>
                <c:pt idx="6348">
                  <c:v>3.8654965086206794E-4</c:v>
                </c:pt>
                <c:pt idx="6349">
                  <c:v>6.7695479636458746E-5</c:v>
                </c:pt>
                <c:pt idx="6350">
                  <c:v>2.8177777828614948E-6</c:v>
                </c:pt>
                <c:pt idx="6351">
                  <c:v>0</c:v>
                </c:pt>
                <c:pt idx="6352">
                  <c:v>0</c:v>
                </c:pt>
                <c:pt idx="6353">
                  <c:v>6.3754253128444039E-7</c:v>
                </c:pt>
                <c:pt idx="6354">
                  <c:v>4.2682361650932964E-7</c:v>
                </c:pt>
                <c:pt idx="6355">
                  <c:v>4.144742369902891E-5</c:v>
                </c:pt>
                <c:pt idx="6356">
                  <c:v>9.1721000040934702E-5</c:v>
                </c:pt>
                <c:pt idx="6357">
                  <c:v>1.8945109380572928E-4</c:v>
                </c:pt>
                <c:pt idx="6358">
                  <c:v>0</c:v>
                </c:pt>
                <c:pt idx="6359">
                  <c:v>0</c:v>
                </c:pt>
                <c:pt idx="6360">
                  <c:v>0</c:v>
                </c:pt>
                <c:pt idx="6361">
                  <c:v>1.0424293096952532E-6</c:v>
                </c:pt>
                <c:pt idx="6362">
                  <c:v>9.7104136212518001E-5</c:v>
                </c:pt>
                <c:pt idx="6363">
                  <c:v>2.2649767329017874E-5</c:v>
                </c:pt>
                <c:pt idx="6364">
                  <c:v>3.3241128580195098E-5</c:v>
                </c:pt>
                <c:pt idx="6365">
                  <c:v>0</c:v>
                </c:pt>
                <c:pt idx="6366">
                  <c:v>2.8417953322787234E-5</c:v>
                </c:pt>
                <c:pt idx="6367">
                  <c:v>1.820430478169134E-5</c:v>
                </c:pt>
                <c:pt idx="6368">
                  <c:v>1.1721994886017892E-6</c:v>
                </c:pt>
                <c:pt idx="6369">
                  <c:v>0</c:v>
                </c:pt>
                <c:pt idx="6370">
                  <c:v>6.8814451742924096E-5</c:v>
                </c:pt>
                <c:pt idx="6371">
                  <c:v>2.2160195440478814E-7</c:v>
                </c:pt>
                <c:pt idx="6372">
                  <c:v>5.155637306560389E-7</c:v>
                </c:pt>
                <c:pt idx="6373">
                  <c:v>4.8966008790185832E-6</c:v>
                </c:pt>
                <c:pt idx="6374">
                  <c:v>6.7734116722919821E-5</c:v>
                </c:pt>
                <c:pt idx="6375">
                  <c:v>2.5063419324852846E-5</c:v>
                </c:pt>
                <c:pt idx="6376">
                  <c:v>2.1238074944640811E-5</c:v>
                </c:pt>
                <c:pt idx="6377">
                  <c:v>9.8633959207988112E-8</c:v>
                </c:pt>
                <c:pt idx="6378">
                  <c:v>0</c:v>
                </c:pt>
                <c:pt idx="6379">
                  <c:v>6.5440145413005964E-6</c:v>
                </c:pt>
                <c:pt idx="6380">
                  <c:v>0</c:v>
                </c:pt>
                <c:pt idx="6381">
                  <c:v>2.8599195625070842E-5</c:v>
                </c:pt>
                <c:pt idx="6382">
                  <c:v>7.3316785644214616E-5</c:v>
                </c:pt>
                <c:pt idx="6383">
                  <c:v>7.3464551950987927E-8</c:v>
                </c:pt>
                <c:pt idx="6384">
                  <c:v>7.4135926564511112E-6</c:v>
                </c:pt>
                <c:pt idx="6385">
                  <c:v>0</c:v>
                </c:pt>
                <c:pt idx="6386">
                  <c:v>0</c:v>
                </c:pt>
                <c:pt idx="6387">
                  <c:v>0</c:v>
                </c:pt>
                <c:pt idx="6388">
                  <c:v>0</c:v>
                </c:pt>
                <c:pt idx="6389">
                  <c:v>1.0628287910287801E-5</c:v>
                </c:pt>
                <c:pt idx="6390">
                  <c:v>3.4664126977442342E-6</c:v>
                </c:pt>
                <c:pt idx="6391">
                  <c:v>2.691119523393709E-5</c:v>
                </c:pt>
                <c:pt idx="6392">
                  <c:v>1.0202942215084147E-5</c:v>
                </c:pt>
                <c:pt idx="6393">
                  <c:v>0</c:v>
                </c:pt>
                <c:pt idx="6394">
                  <c:v>3.3391322993336087E-7</c:v>
                </c:pt>
                <c:pt idx="6395">
                  <c:v>1.8488108064651856E-4</c:v>
                </c:pt>
                <c:pt idx="6396">
                  <c:v>1.0323139179343981E-5</c:v>
                </c:pt>
                <c:pt idx="6397">
                  <c:v>2.4825174788255918E-5</c:v>
                </c:pt>
                <c:pt idx="6398">
                  <c:v>0</c:v>
                </c:pt>
                <c:pt idx="6399">
                  <c:v>1.1405197218578378E-3</c:v>
                </c:pt>
                <c:pt idx="6400">
                  <c:v>9.0904075608715248E-5</c:v>
                </c:pt>
                <c:pt idx="6401">
                  <c:v>5.9748997019118342E-7</c:v>
                </c:pt>
                <c:pt idx="6402">
                  <c:v>2.6415329832095622E-6</c:v>
                </c:pt>
                <c:pt idx="6403">
                  <c:v>6.2143230410166182E-9</c:v>
                </c:pt>
                <c:pt idx="6404">
                  <c:v>8.5683325571274285E-6</c:v>
                </c:pt>
                <c:pt idx="6405">
                  <c:v>0</c:v>
                </c:pt>
                <c:pt idx="6406">
                  <c:v>4.829175207100748E-7</c:v>
                </c:pt>
                <c:pt idx="6407">
                  <c:v>2.8820104444515851E-7</c:v>
                </c:pt>
                <c:pt idx="6408">
                  <c:v>1.3733134191874773E-6</c:v>
                </c:pt>
                <c:pt idx="6409">
                  <c:v>0</c:v>
                </c:pt>
                <c:pt idx="6410">
                  <c:v>0</c:v>
                </c:pt>
                <c:pt idx="6411">
                  <c:v>0</c:v>
                </c:pt>
                <c:pt idx="6412">
                  <c:v>1.4452909911965312E-4</c:v>
                </c:pt>
                <c:pt idx="6413">
                  <c:v>7.7629934652427575E-6</c:v>
                </c:pt>
                <c:pt idx="6414">
                  <c:v>4.2053825873119962E-6</c:v>
                </c:pt>
                <c:pt idx="6415">
                  <c:v>1.1964959314263035E-6</c:v>
                </c:pt>
                <c:pt idx="6416">
                  <c:v>7.6632568307095428E-6</c:v>
                </c:pt>
                <c:pt idx="6417">
                  <c:v>0</c:v>
                </c:pt>
                <c:pt idx="6418">
                  <c:v>1.8921227677255616E-5</c:v>
                </c:pt>
                <c:pt idx="6419">
                  <c:v>6.4510117506619802E-6</c:v>
                </c:pt>
                <c:pt idx="6420">
                  <c:v>2.5583730069929372E-5</c:v>
                </c:pt>
                <c:pt idx="6421">
                  <c:v>8.6758951715300069E-6</c:v>
                </c:pt>
                <c:pt idx="6422">
                  <c:v>0</c:v>
                </c:pt>
                <c:pt idx="6423">
                  <c:v>1.9748233869926285E-4</c:v>
                </c:pt>
                <c:pt idx="6424">
                  <c:v>3.5204481288654388E-5</c:v>
                </c:pt>
                <c:pt idx="6425">
                  <c:v>3.1152367231933312E-7</c:v>
                </c:pt>
                <c:pt idx="6426">
                  <c:v>4.538195712960347E-6</c:v>
                </c:pt>
                <c:pt idx="6427">
                  <c:v>0</c:v>
                </c:pt>
                <c:pt idx="6428">
                  <c:v>2.3074324128045894E-6</c:v>
                </c:pt>
                <c:pt idx="6429">
                  <c:v>0</c:v>
                </c:pt>
                <c:pt idx="6430">
                  <c:v>2.0414240648198652E-5</c:v>
                </c:pt>
                <c:pt idx="6431">
                  <c:v>9.7128013730985762E-6</c:v>
                </c:pt>
                <c:pt idx="6432">
                  <c:v>3.7543705050296001E-5</c:v>
                </c:pt>
                <c:pt idx="6433">
                  <c:v>1.7461937266077515E-5</c:v>
                </c:pt>
                <c:pt idx="6434">
                  <c:v>4.001999651825097E-6</c:v>
                </c:pt>
                <c:pt idx="6435">
                  <c:v>3.6513275956127855E-6</c:v>
                </c:pt>
                <c:pt idx="6436">
                  <c:v>1.0379943206479768E-5</c:v>
                </c:pt>
                <c:pt idx="6437">
                  <c:v>2.5041223366205956E-6</c:v>
                </c:pt>
                <c:pt idx="6438">
                  <c:v>0</c:v>
                </c:pt>
                <c:pt idx="6439">
                  <c:v>0</c:v>
                </c:pt>
                <c:pt idx="6440">
                  <c:v>2.2256089390714552E-5</c:v>
                </c:pt>
                <c:pt idx="6441">
                  <c:v>0</c:v>
                </c:pt>
                <c:pt idx="6442">
                  <c:v>7.092420917924974E-6</c:v>
                </c:pt>
                <c:pt idx="6443">
                  <c:v>9.874881786261659E-7</c:v>
                </c:pt>
                <c:pt idx="6444">
                  <c:v>2.6553146088216986E-7</c:v>
                </c:pt>
                <c:pt idx="6445">
                  <c:v>1.8116771978397786E-5</c:v>
                </c:pt>
                <c:pt idx="6446">
                  <c:v>8.6433124555769568E-7</c:v>
                </c:pt>
                <c:pt idx="6447">
                  <c:v>1.0696484252950399E-5</c:v>
                </c:pt>
                <c:pt idx="6448">
                  <c:v>1.1085707896300253E-6</c:v>
                </c:pt>
                <c:pt idx="6449">
                  <c:v>1.3331573576991965E-5</c:v>
                </c:pt>
                <c:pt idx="6450">
                  <c:v>2.2035932662307968E-5</c:v>
                </c:pt>
                <c:pt idx="6451">
                  <c:v>1.0319431680416315E-5</c:v>
                </c:pt>
                <c:pt idx="6452">
                  <c:v>4.5643295214121557E-5</c:v>
                </c:pt>
                <c:pt idx="6453">
                  <c:v>1.1760382516955383E-5</c:v>
                </c:pt>
                <c:pt idx="6454">
                  <c:v>0</c:v>
                </c:pt>
                <c:pt idx="6455">
                  <c:v>3.7822758984970036E-4</c:v>
                </c:pt>
                <c:pt idx="6456">
                  <c:v>4.1973205071062565E-6</c:v>
                </c:pt>
                <c:pt idx="6457">
                  <c:v>1.1244163749027785E-4</c:v>
                </c:pt>
                <c:pt idx="6458">
                  <c:v>0</c:v>
                </c:pt>
                <c:pt idx="6459">
                  <c:v>1.8296658155060723E-6</c:v>
                </c:pt>
                <c:pt idx="6460">
                  <c:v>0</c:v>
                </c:pt>
                <c:pt idx="6461">
                  <c:v>2.7448099306064737E-5</c:v>
                </c:pt>
                <c:pt idx="6462">
                  <c:v>9.0217400055992328E-5</c:v>
                </c:pt>
                <c:pt idx="6463">
                  <c:v>8.7869992355290421E-6</c:v>
                </c:pt>
                <c:pt idx="6464">
                  <c:v>4.26704038008829E-6</c:v>
                </c:pt>
                <c:pt idx="6465">
                  <c:v>0</c:v>
                </c:pt>
                <c:pt idx="6466">
                  <c:v>2.0913674678925301E-4</c:v>
                </c:pt>
                <c:pt idx="6467">
                  <c:v>0</c:v>
                </c:pt>
                <c:pt idx="6468">
                  <c:v>7.6349260024262983E-5</c:v>
                </c:pt>
                <c:pt idx="6469">
                  <c:v>0</c:v>
                </c:pt>
                <c:pt idx="6470">
                  <c:v>0</c:v>
                </c:pt>
                <c:pt idx="6471">
                  <c:v>0</c:v>
                </c:pt>
                <c:pt idx="6472">
                  <c:v>0</c:v>
                </c:pt>
                <c:pt idx="6473">
                  <c:v>0</c:v>
                </c:pt>
                <c:pt idx="6474">
                  <c:v>3.1559312569647744E-5</c:v>
                </c:pt>
                <c:pt idx="6475">
                  <c:v>1.6235716854987481E-4</c:v>
                </c:pt>
                <c:pt idx="6476">
                  <c:v>1.9843426235196711E-5</c:v>
                </c:pt>
                <c:pt idx="6477">
                  <c:v>1.0778719062248839E-6</c:v>
                </c:pt>
                <c:pt idx="6478">
                  <c:v>0</c:v>
                </c:pt>
                <c:pt idx="6479">
                  <c:v>1.2608303547883291E-5</c:v>
                </c:pt>
                <c:pt idx="6480">
                  <c:v>2.4400643546429668E-5</c:v>
                </c:pt>
                <c:pt idx="6481">
                  <c:v>2.9117569891241595E-5</c:v>
                </c:pt>
                <c:pt idx="6482">
                  <c:v>2.6946797655622298E-5</c:v>
                </c:pt>
                <c:pt idx="6483">
                  <c:v>8.7049956532878767E-7</c:v>
                </c:pt>
                <c:pt idx="6484">
                  <c:v>3.0671151803147294E-5</c:v>
                </c:pt>
                <c:pt idx="6485">
                  <c:v>3.1530201488702023E-5</c:v>
                </c:pt>
                <c:pt idx="6486">
                  <c:v>4.3142561315080084E-5</c:v>
                </c:pt>
                <c:pt idx="6487">
                  <c:v>0</c:v>
                </c:pt>
                <c:pt idx="6488">
                  <c:v>1.6100083048352146E-5</c:v>
                </c:pt>
                <c:pt idx="6489">
                  <c:v>2.0311193776921039E-5</c:v>
                </c:pt>
                <c:pt idx="6490">
                  <c:v>1.5470499697125083E-6</c:v>
                </c:pt>
                <c:pt idx="6491">
                  <c:v>2.055580958473264E-6</c:v>
                </c:pt>
                <c:pt idx="6492">
                  <c:v>1.6644099849056347E-7</c:v>
                </c:pt>
                <c:pt idx="6493">
                  <c:v>4.3952376188371112E-5</c:v>
                </c:pt>
                <c:pt idx="6494">
                  <c:v>1.1975192437681907E-5</c:v>
                </c:pt>
                <c:pt idx="6495">
                  <c:v>0</c:v>
                </c:pt>
                <c:pt idx="6496">
                  <c:v>1.1691946209708271E-5</c:v>
                </c:pt>
                <c:pt idx="6497">
                  <c:v>1.1964959879038889E-5</c:v>
                </c:pt>
                <c:pt idx="6498">
                  <c:v>0</c:v>
                </c:pt>
                <c:pt idx="6499">
                  <c:v>0</c:v>
                </c:pt>
                <c:pt idx="6500">
                  <c:v>0</c:v>
                </c:pt>
                <c:pt idx="6501">
                  <c:v>1.3802911299143443E-5</c:v>
                </c:pt>
                <c:pt idx="6502">
                  <c:v>1.2246854934520667E-4</c:v>
                </c:pt>
                <c:pt idx="6503">
                  <c:v>0</c:v>
                </c:pt>
                <c:pt idx="6504">
                  <c:v>0</c:v>
                </c:pt>
                <c:pt idx="6505">
                  <c:v>0</c:v>
                </c:pt>
                <c:pt idx="6506">
                  <c:v>1.5354170072319576E-5</c:v>
                </c:pt>
                <c:pt idx="6507">
                  <c:v>0</c:v>
                </c:pt>
                <c:pt idx="6508">
                  <c:v>0</c:v>
                </c:pt>
                <c:pt idx="6509">
                  <c:v>0</c:v>
                </c:pt>
                <c:pt idx="6510">
                  <c:v>0</c:v>
                </c:pt>
                <c:pt idx="6511">
                  <c:v>3.7631301817808823E-5</c:v>
                </c:pt>
                <c:pt idx="6512">
                  <c:v>0</c:v>
                </c:pt>
                <c:pt idx="6513">
                  <c:v>1.1285707781027379E-6</c:v>
                </c:pt>
                <c:pt idx="6514">
                  <c:v>1.2046803657807633E-6</c:v>
                </c:pt>
                <c:pt idx="6515">
                  <c:v>4.0010696201783945E-6</c:v>
                </c:pt>
                <c:pt idx="6516">
                  <c:v>4.2908913464332417E-6</c:v>
                </c:pt>
                <c:pt idx="6517">
                  <c:v>3.4547176481567094E-6</c:v>
                </c:pt>
                <c:pt idx="6518">
                  <c:v>9.6675704725334029E-6</c:v>
                </c:pt>
                <c:pt idx="6519">
                  <c:v>1.1366732948666852E-4</c:v>
                </c:pt>
                <c:pt idx="6520">
                  <c:v>1.3678577490163564E-5</c:v>
                </c:pt>
                <c:pt idx="6521">
                  <c:v>8.9027971306191193E-4</c:v>
                </c:pt>
                <c:pt idx="6522">
                  <c:v>5.5667618312409134E-5</c:v>
                </c:pt>
                <c:pt idx="6523">
                  <c:v>0</c:v>
                </c:pt>
                <c:pt idx="6524">
                  <c:v>0</c:v>
                </c:pt>
                <c:pt idx="6525">
                  <c:v>3.9445656728953404E-6</c:v>
                </c:pt>
                <c:pt idx="6526">
                  <c:v>1.7612286049426304E-7</c:v>
                </c:pt>
                <c:pt idx="6527">
                  <c:v>1.2051359889662164E-6</c:v>
                </c:pt>
                <c:pt idx="6528">
                  <c:v>6.8822862381746535E-6</c:v>
                </c:pt>
                <c:pt idx="6529">
                  <c:v>7.7388850245899889E-8</c:v>
                </c:pt>
                <c:pt idx="6530">
                  <c:v>2.945878726758699E-4</c:v>
                </c:pt>
                <c:pt idx="6531">
                  <c:v>2.6654691447973299E-5</c:v>
                </c:pt>
                <c:pt idx="6532">
                  <c:v>1.784556136133929E-6</c:v>
                </c:pt>
                <c:pt idx="6533">
                  <c:v>2.5056192462772236E-6</c:v>
                </c:pt>
                <c:pt idx="6534">
                  <c:v>2.0047504100599791E-5</c:v>
                </c:pt>
                <c:pt idx="6535">
                  <c:v>1.8550977229035771E-4</c:v>
                </c:pt>
                <c:pt idx="6536">
                  <c:v>1.6842134489200842E-6</c:v>
                </c:pt>
                <c:pt idx="6537">
                  <c:v>5.3090545049984132E-5</c:v>
                </c:pt>
                <c:pt idx="6538">
                  <c:v>0</c:v>
                </c:pt>
                <c:pt idx="6539">
                  <c:v>1.3010792859474202E-6</c:v>
                </c:pt>
                <c:pt idx="6540">
                  <c:v>6.4999167329206151E-7</c:v>
                </c:pt>
                <c:pt idx="6541">
                  <c:v>0</c:v>
                </c:pt>
                <c:pt idx="6542">
                  <c:v>0</c:v>
                </c:pt>
                <c:pt idx="6543">
                  <c:v>3.998557071479433E-5</c:v>
                </c:pt>
                <c:pt idx="6544">
                  <c:v>3.3515917482117368E-7</c:v>
                </c:pt>
                <c:pt idx="6545">
                  <c:v>2.3922938259607756E-7</c:v>
                </c:pt>
                <c:pt idx="6546">
                  <c:v>6.4741371836786242E-7</c:v>
                </c:pt>
                <c:pt idx="6547">
                  <c:v>5.1795706325482892E-6</c:v>
                </c:pt>
                <c:pt idx="6548">
                  <c:v>3.1566563454234886E-4</c:v>
                </c:pt>
                <c:pt idx="6549">
                  <c:v>4.9268732619677594E-5</c:v>
                </c:pt>
                <c:pt idx="6550">
                  <c:v>5.8125102794698493E-8</c:v>
                </c:pt>
                <c:pt idx="6551">
                  <c:v>4.8062064784106501E-7</c:v>
                </c:pt>
                <c:pt idx="6552">
                  <c:v>2.5986033112594685E-5</c:v>
                </c:pt>
                <c:pt idx="6553">
                  <c:v>1.186942277688124E-5</c:v>
                </c:pt>
                <c:pt idx="6554">
                  <c:v>7.4097518759731532E-7</c:v>
                </c:pt>
                <c:pt idx="6555">
                  <c:v>0</c:v>
                </c:pt>
                <c:pt idx="6556">
                  <c:v>0</c:v>
                </c:pt>
                <c:pt idx="6557">
                  <c:v>0</c:v>
                </c:pt>
                <c:pt idx="6558">
                  <c:v>3.7281125699532821E-7</c:v>
                </c:pt>
                <c:pt idx="6559">
                  <c:v>0</c:v>
                </c:pt>
                <c:pt idx="6560">
                  <c:v>0</c:v>
                </c:pt>
                <c:pt idx="6561">
                  <c:v>0</c:v>
                </c:pt>
                <c:pt idx="6562">
                  <c:v>6.7356765857699875E-6</c:v>
                </c:pt>
                <c:pt idx="6563">
                  <c:v>8.5491109313522507E-7</c:v>
                </c:pt>
                <c:pt idx="6564">
                  <c:v>2.9635966070811154E-5</c:v>
                </c:pt>
                <c:pt idx="6565">
                  <c:v>4.4020659603036036E-6</c:v>
                </c:pt>
                <c:pt idx="6566">
                  <c:v>0</c:v>
                </c:pt>
                <c:pt idx="6567">
                  <c:v>2.0665854131947966E-6</c:v>
                </c:pt>
                <c:pt idx="6568">
                  <c:v>0</c:v>
                </c:pt>
                <c:pt idx="6569">
                  <c:v>0</c:v>
                </c:pt>
                <c:pt idx="6570">
                  <c:v>0</c:v>
                </c:pt>
                <c:pt idx="6571">
                  <c:v>0</c:v>
                </c:pt>
                <c:pt idx="6572">
                  <c:v>4.5027284190840536E-6</c:v>
                </c:pt>
                <c:pt idx="6573">
                  <c:v>0</c:v>
                </c:pt>
                <c:pt idx="6574">
                  <c:v>8.0815138236167868E-6</c:v>
                </c:pt>
                <c:pt idx="6575">
                  <c:v>0</c:v>
                </c:pt>
                <c:pt idx="6576">
                  <c:v>3.2655454968662485E-6</c:v>
                </c:pt>
                <c:pt idx="6577">
                  <c:v>0</c:v>
                </c:pt>
                <c:pt idx="6578">
                  <c:v>4.5445988109680394E-6</c:v>
                </c:pt>
                <c:pt idx="6579">
                  <c:v>0</c:v>
                </c:pt>
                <c:pt idx="6580">
                  <c:v>0</c:v>
                </c:pt>
                <c:pt idx="6581">
                  <c:v>1.9138350607686281E-7</c:v>
                </c:pt>
                <c:pt idx="6582">
                  <c:v>2.3560995359514251E-5</c:v>
                </c:pt>
                <c:pt idx="6583">
                  <c:v>7.6553402430745251E-7</c:v>
                </c:pt>
                <c:pt idx="6584">
                  <c:v>0</c:v>
                </c:pt>
                <c:pt idx="6585">
                  <c:v>1.6584905046870366E-4</c:v>
                </c:pt>
                <c:pt idx="6586">
                  <c:v>3.9369633997377072E-7</c:v>
                </c:pt>
                <c:pt idx="6587">
                  <c:v>0</c:v>
                </c:pt>
                <c:pt idx="6588">
                  <c:v>2.7467229370001203E-5</c:v>
                </c:pt>
                <c:pt idx="6589">
                  <c:v>6.770552174779482E-7</c:v>
                </c:pt>
                <c:pt idx="6590">
                  <c:v>1.3059837312902513E-6</c:v>
                </c:pt>
                <c:pt idx="6591">
                  <c:v>1.0165605953196709E-5</c:v>
                </c:pt>
                <c:pt idx="6592">
                  <c:v>0</c:v>
                </c:pt>
                <c:pt idx="6593">
                  <c:v>2.581891858077781E-6</c:v>
                </c:pt>
                <c:pt idx="6594">
                  <c:v>0</c:v>
                </c:pt>
                <c:pt idx="6595">
                  <c:v>2.1273787622859725E-5</c:v>
                </c:pt>
                <c:pt idx="6596">
                  <c:v>1.784952946198116E-5</c:v>
                </c:pt>
                <c:pt idx="6597">
                  <c:v>0</c:v>
                </c:pt>
                <c:pt idx="6598">
                  <c:v>0</c:v>
                </c:pt>
                <c:pt idx="6599">
                  <c:v>1.2319394556429915E-3</c:v>
                </c:pt>
                <c:pt idx="6600">
                  <c:v>2.2530767270587191E-7</c:v>
                </c:pt>
                <c:pt idx="6601">
                  <c:v>1.7937957019275189E-5</c:v>
                </c:pt>
                <c:pt idx="6602">
                  <c:v>1.2675354789630291E-6</c:v>
                </c:pt>
                <c:pt idx="6603">
                  <c:v>2.7688138078234883E-6</c:v>
                </c:pt>
                <c:pt idx="6604">
                  <c:v>0</c:v>
                </c:pt>
                <c:pt idx="6605">
                  <c:v>8.282975386761749E-6</c:v>
                </c:pt>
                <c:pt idx="6606">
                  <c:v>1.0274981200899141E-5</c:v>
                </c:pt>
                <c:pt idx="6607">
                  <c:v>3.2918716207316583E-5</c:v>
                </c:pt>
                <c:pt idx="6608">
                  <c:v>0</c:v>
                </c:pt>
                <c:pt idx="6609">
                  <c:v>1.2013318570750618E-6</c:v>
                </c:pt>
                <c:pt idx="6610">
                  <c:v>0</c:v>
                </c:pt>
                <c:pt idx="6611">
                  <c:v>2.1052185668454879E-5</c:v>
                </c:pt>
                <c:pt idx="6612">
                  <c:v>0</c:v>
                </c:pt>
                <c:pt idx="6613">
                  <c:v>0</c:v>
                </c:pt>
                <c:pt idx="6614">
                  <c:v>0</c:v>
                </c:pt>
                <c:pt idx="6615">
                  <c:v>3.8454870883866454E-4</c:v>
                </c:pt>
                <c:pt idx="6616">
                  <c:v>1.3409713390141041E-5</c:v>
                </c:pt>
                <c:pt idx="6617">
                  <c:v>2.1249991439836349E-5</c:v>
                </c:pt>
                <c:pt idx="6618">
                  <c:v>2.8464927101009485E-5</c:v>
                </c:pt>
                <c:pt idx="6619">
                  <c:v>0</c:v>
                </c:pt>
                <c:pt idx="6620">
                  <c:v>8.2785860693156289E-8</c:v>
                </c:pt>
                <c:pt idx="6621">
                  <c:v>1.3160829135835063E-6</c:v>
                </c:pt>
                <c:pt idx="6622">
                  <c:v>5.2403020505747898E-6</c:v>
                </c:pt>
                <c:pt idx="6623">
                  <c:v>1.1593389689046752E-5</c:v>
                </c:pt>
                <c:pt idx="6624">
                  <c:v>0</c:v>
                </c:pt>
                <c:pt idx="6625">
                  <c:v>4.0199935444129984E-7</c:v>
                </c:pt>
                <c:pt idx="6626">
                  <c:v>3.1902286095843261E-7</c:v>
                </c:pt>
                <c:pt idx="6627">
                  <c:v>2.3089250571752019E-5</c:v>
                </c:pt>
                <c:pt idx="6628">
                  <c:v>0</c:v>
                </c:pt>
                <c:pt idx="6629">
                  <c:v>2.4045639033144998E-5</c:v>
                </c:pt>
                <c:pt idx="6630">
                  <c:v>1.9813821805604597E-7</c:v>
                </c:pt>
                <c:pt idx="6631">
                  <c:v>3.7385777997428527E-5</c:v>
                </c:pt>
                <c:pt idx="6632">
                  <c:v>0</c:v>
                </c:pt>
                <c:pt idx="6633">
                  <c:v>5.2025410129327847E-6</c:v>
                </c:pt>
                <c:pt idx="6634">
                  <c:v>1.5374508071800142E-5</c:v>
                </c:pt>
                <c:pt idx="6635">
                  <c:v>6.7165497646117588E-8</c:v>
                </c:pt>
                <c:pt idx="6636">
                  <c:v>2.2699434908022851E-5</c:v>
                </c:pt>
                <c:pt idx="6637">
                  <c:v>4.3271594260937371E-4</c:v>
                </c:pt>
                <c:pt idx="6638">
                  <c:v>0</c:v>
                </c:pt>
                <c:pt idx="6639">
                  <c:v>6.4342878833864262E-8</c:v>
                </c:pt>
                <c:pt idx="6640">
                  <c:v>9.3565269637577707E-6</c:v>
                </c:pt>
                <c:pt idx="6641">
                  <c:v>1.0226704806008285E-6</c:v>
                </c:pt>
                <c:pt idx="6642">
                  <c:v>1.3183364802163476E-7</c:v>
                </c:pt>
                <c:pt idx="6643">
                  <c:v>0</c:v>
                </c:pt>
                <c:pt idx="6644">
                  <c:v>0</c:v>
                </c:pt>
                <c:pt idx="6645">
                  <c:v>1.492147440276284E-5</c:v>
                </c:pt>
                <c:pt idx="6646">
                  <c:v>0</c:v>
                </c:pt>
                <c:pt idx="6647">
                  <c:v>0</c:v>
                </c:pt>
                <c:pt idx="6648">
                  <c:v>0</c:v>
                </c:pt>
                <c:pt idx="6649">
                  <c:v>5.982397162927735E-6</c:v>
                </c:pt>
                <c:pt idx="6650">
                  <c:v>0</c:v>
                </c:pt>
                <c:pt idx="6651">
                  <c:v>1.273795129354188E-4</c:v>
                </c:pt>
                <c:pt idx="6652">
                  <c:v>2.1632249747303779E-5</c:v>
                </c:pt>
                <c:pt idx="6653">
                  <c:v>6.1053506531790971E-6</c:v>
                </c:pt>
                <c:pt idx="6654">
                  <c:v>0</c:v>
                </c:pt>
                <c:pt idx="6655">
                  <c:v>0</c:v>
                </c:pt>
                <c:pt idx="6656">
                  <c:v>0</c:v>
                </c:pt>
                <c:pt idx="6657">
                  <c:v>2.329833037471322E-3</c:v>
                </c:pt>
                <c:pt idx="6658">
                  <c:v>2.5208294581066036E-5</c:v>
                </c:pt>
                <c:pt idx="6659">
                  <c:v>0</c:v>
                </c:pt>
                <c:pt idx="6660">
                  <c:v>2.1557438124497792E-6</c:v>
                </c:pt>
                <c:pt idx="6661">
                  <c:v>8.748960277799424E-7</c:v>
                </c:pt>
                <c:pt idx="6662">
                  <c:v>1.6776715236330713E-5</c:v>
                </c:pt>
                <c:pt idx="6663">
                  <c:v>1.132462401475503E-5</c:v>
                </c:pt>
                <c:pt idx="6664">
                  <c:v>2.1202773548772933E-6</c:v>
                </c:pt>
                <c:pt idx="6665">
                  <c:v>0</c:v>
                </c:pt>
                <c:pt idx="6666">
                  <c:v>1.4516911276850323E-5</c:v>
                </c:pt>
                <c:pt idx="6667">
                  <c:v>0</c:v>
                </c:pt>
                <c:pt idx="6668">
                  <c:v>2.7337749970405114E-5</c:v>
                </c:pt>
                <c:pt idx="6669">
                  <c:v>3.2576943289319994E-5</c:v>
                </c:pt>
                <c:pt idx="6670">
                  <c:v>4.9652963807670609E-6</c:v>
                </c:pt>
                <c:pt idx="6671">
                  <c:v>0</c:v>
                </c:pt>
                <c:pt idx="6672">
                  <c:v>3.1511302503565244E-5</c:v>
                </c:pt>
                <c:pt idx="6673">
                  <c:v>0</c:v>
                </c:pt>
                <c:pt idx="6674">
                  <c:v>2.4521585866613798E-6</c:v>
                </c:pt>
                <c:pt idx="6675">
                  <c:v>0</c:v>
                </c:pt>
                <c:pt idx="6676">
                  <c:v>3.913177848989744E-5</c:v>
                </c:pt>
                <c:pt idx="6677">
                  <c:v>5.0966688521463347E-5</c:v>
                </c:pt>
                <c:pt idx="6678">
                  <c:v>1.0569132858260665E-4</c:v>
                </c:pt>
                <c:pt idx="6679">
                  <c:v>4.1799582712960996E-6</c:v>
                </c:pt>
                <c:pt idx="6680">
                  <c:v>2.7461370175156848E-5</c:v>
                </c:pt>
                <c:pt idx="6681">
                  <c:v>3.1594203000162235E-5</c:v>
                </c:pt>
                <c:pt idx="6682">
                  <c:v>2.4767777730838151E-5</c:v>
                </c:pt>
                <c:pt idx="6683">
                  <c:v>1.4644998725881679E-7</c:v>
                </c:pt>
                <c:pt idx="6684">
                  <c:v>1.3460732485059227E-4</c:v>
                </c:pt>
                <c:pt idx="6685">
                  <c:v>2.2146693858215524E-5</c:v>
                </c:pt>
                <c:pt idx="6686">
                  <c:v>4.4811747764338583E-6</c:v>
                </c:pt>
                <c:pt idx="6687">
                  <c:v>1.0687281152487603E-5</c:v>
                </c:pt>
                <c:pt idx="6688">
                  <c:v>6.1114153580525154E-5</c:v>
                </c:pt>
                <c:pt idx="6689">
                  <c:v>6.8508807599039672E-6</c:v>
                </c:pt>
                <c:pt idx="6690">
                  <c:v>1.5361155256982476E-5</c:v>
                </c:pt>
                <c:pt idx="6691">
                  <c:v>1.1191960687638638E-4</c:v>
                </c:pt>
                <c:pt idx="6692">
                  <c:v>6.3675651994449887E-5</c:v>
                </c:pt>
                <c:pt idx="6693">
                  <c:v>9.5643791030780096E-6</c:v>
                </c:pt>
                <c:pt idx="6694">
                  <c:v>6.3734147719068845E-8</c:v>
                </c:pt>
                <c:pt idx="6695">
                  <c:v>0</c:v>
                </c:pt>
                <c:pt idx="6696">
                  <c:v>2.1756353355173715E-6</c:v>
                </c:pt>
                <c:pt idx="6697">
                  <c:v>1.8482183440987105E-3</c:v>
                </c:pt>
                <c:pt idx="6698">
                  <c:v>4.8846666011595523E-5</c:v>
                </c:pt>
                <c:pt idx="6699">
                  <c:v>3.0590398086204895E-3</c:v>
                </c:pt>
                <c:pt idx="6700">
                  <c:v>3.4333041090152322E-5</c:v>
                </c:pt>
                <c:pt idx="6701">
                  <c:v>9.5330652083569666E-7</c:v>
                </c:pt>
                <c:pt idx="6702">
                  <c:v>4.3322825812897575E-7</c:v>
                </c:pt>
                <c:pt idx="6703">
                  <c:v>3.0937769983492858E-7</c:v>
                </c:pt>
                <c:pt idx="6704">
                  <c:v>4.9411462635058929E-5</c:v>
                </c:pt>
                <c:pt idx="6705">
                  <c:v>2.458795335045645E-5</c:v>
                </c:pt>
                <c:pt idx="6706">
                  <c:v>3.2774438634582095E-5</c:v>
                </c:pt>
                <c:pt idx="6707">
                  <c:v>1.6588315930273569E-6</c:v>
                </c:pt>
                <c:pt idx="6708">
                  <c:v>1.7185926133936585E-5</c:v>
                </c:pt>
                <c:pt idx="6709">
                  <c:v>1.2916226290579463E-5</c:v>
                </c:pt>
                <c:pt idx="6710">
                  <c:v>1.2602426285230862E-5</c:v>
                </c:pt>
                <c:pt idx="6711">
                  <c:v>1.2768788068228366E-5</c:v>
                </c:pt>
                <c:pt idx="6712">
                  <c:v>1.8000623245593965E-5</c:v>
                </c:pt>
                <c:pt idx="6713">
                  <c:v>3.3632019488677926E-6</c:v>
                </c:pt>
                <c:pt idx="6714">
                  <c:v>5.1268640897302632E-6</c:v>
                </c:pt>
                <c:pt idx="6715">
                  <c:v>1.6163460461812808E-5</c:v>
                </c:pt>
                <c:pt idx="6716">
                  <c:v>2.8995836788689711E-7</c:v>
                </c:pt>
                <c:pt idx="6717">
                  <c:v>3.6164570203144292E-5</c:v>
                </c:pt>
                <c:pt idx="6718">
                  <c:v>1.8618115006852648E-6</c:v>
                </c:pt>
                <c:pt idx="6719">
                  <c:v>0</c:v>
                </c:pt>
                <c:pt idx="6720">
                  <c:v>1.445643651052692E-7</c:v>
                </c:pt>
                <c:pt idx="6721">
                  <c:v>0</c:v>
                </c:pt>
                <c:pt idx="6722">
                  <c:v>0</c:v>
                </c:pt>
                <c:pt idx="6723">
                  <c:v>2.4054707126905062E-5</c:v>
                </c:pt>
                <c:pt idx="6724">
                  <c:v>0</c:v>
                </c:pt>
                <c:pt idx="6725">
                  <c:v>7.2947476057450901E-8</c:v>
                </c:pt>
                <c:pt idx="6726">
                  <c:v>0</c:v>
                </c:pt>
                <c:pt idx="6727">
                  <c:v>2.015481339079631E-5</c:v>
                </c:pt>
                <c:pt idx="6728">
                  <c:v>8.0757284089018023E-6</c:v>
                </c:pt>
                <c:pt idx="6729">
                  <c:v>1.7407857729209746E-4</c:v>
                </c:pt>
                <c:pt idx="6730">
                  <c:v>4.1813996362172497E-5</c:v>
                </c:pt>
                <c:pt idx="6731">
                  <c:v>2.2362487681014358E-6</c:v>
                </c:pt>
                <c:pt idx="6732">
                  <c:v>7.1287824485773293E-7</c:v>
                </c:pt>
                <c:pt idx="6733">
                  <c:v>5.5102290720599773E-6</c:v>
                </c:pt>
                <c:pt idx="6734">
                  <c:v>1.3124772069709445E-5</c:v>
                </c:pt>
                <c:pt idx="6735">
                  <c:v>0</c:v>
                </c:pt>
                <c:pt idx="6736">
                  <c:v>8.1078859264025565E-6</c:v>
                </c:pt>
                <c:pt idx="6737">
                  <c:v>1.5865415286371825E-6</c:v>
                </c:pt>
                <c:pt idx="6738">
                  <c:v>3.021293432547221E-5</c:v>
                </c:pt>
                <c:pt idx="6739">
                  <c:v>7.2494039710700781E-6</c:v>
                </c:pt>
                <c:pt idx="6740">
                  <c:v>0</c:v>
                </c:pt>
                <c:pt idx="6741">
                  <c:v>0</c:v>
                </c:pt>
                <c:pt idx="6742">
                  <c:v>1.0440641158082452E-6</c:v>
                </c:pt>
                <c:pt idx="6743">
                  <c:v>0</c:v>
                </c:pt>
                <c:pt idx="6744">
                  <c:v>1.9895048641162169E-4</c:v>
                </c:pt>
                <c:pt idx="6745">
                  <c:v>0</c:v>
                </c:pt>
                <c:pt idx="6746">
                  <c:v>2.9233441562374836E-5</c:v>
                </c:pt>
                <c:pt idx="6747">
                  <c:v>6.8928659071136191E-6</c:v>
                </c:pt>
                <c:pt idx="6748">
                  <c:v>7.2429594310467391E-6</c:v>
                </c:pt>
                <c:pt idx="6749">
                  <c:v>1.1874323291255437E-5</c:v>
                </c:pt>
                <c:pt idx="6750">
                  <c:v>3.3201539241823939E-5</c:v>
                </c:pt>
                <c:pt idx="6751">
                  <c:v>5.2717587588124941E-6</c:v>
                </c:pt>
                <c:pt idx="6752">
                  <c:v>0</c:v>
                </c:pt>
                <c:pt idx="6753">
                  <c:v>2.8958707707603447E-5</c:v>
                </c:pt>
                <c:pt idx="6754">
                  <c:v>2.6740513692848847E-6</c:v>
                </c:pt>
                <c:pt idx="6755">
                  <c:v>7.794528247494055E-7</c:v>
                </c:pt>
                <c:pt idx="6756">
                  <c:v>0</c:v>
                </c:pt>
                <c:pt idx="6757">
                  <c:v>1.4195518691692879E-6</c:v>
                </c:pt>
                <c:pt idx="6758">
                  <c:v>4.0938754034537586E-6</c:v>
                </c:pt>
                <c:pt idx="6759">
                  <c:v>8.4363823231230118E-6</c:v>
                </c:pt>
                <c:pt idx="6760">
                  <c:v>5.1523513681878031E-7</c:v>
                </c:pt>
                <c:pt idx="6761">
                  <c:v>2.5602658105104288E-7</c:v>
                </c:pt>
                <c:pt idx="6762">
                  <c:v>1.1391196622308578E-5</c:v>
                </c:pt>
                <c:pt idx="6763">
                  <c:v>2.7680776619375939E-6</c:v>
                </c:pt>
                <c:pt idx="6764">
                  <c:v>2.866680601661948E-6</c:v>
                </c:pt>
                <c:pt idx="6765">
                  <c:v>2.7109454381913787E-7</c:v>
                </c:pt>
                <c:pt idx="6766">
                  <c:v>0</c:v>
                </c:pt>
                <c:pt idx="6767">
                  <c:v>0</c:v>
                </c:pt>
                <c:pt idx="6768">
                  <c:v>5.3732398116894039E-7</c:v>
                </c:pt>
                <c:pt idx="6769">
                  <c:v>5.427958346029542E-7</c:v>
                </c:pt>
                <c:pt idx="6770">
                  <c:v>1.1176091193576041E-5</c:v>
                </c:pt>
                <c:pt idx="6771">
                  <c:v>0</c:v>
                </c:pt>
                <c:pt idx="6772">
                  <c:v>6.3929522574812271E-5</c:v>
                </c:pt>
                <c:pt idx="6773">
                  <c:v>6.0249072716369378E-6</c:v>
                </c:pt>
                <c:pt idx="6774">
                  <c:v>3.565496152159221E-6</c:v>
                </c:pt>
                <c:pt idx="6775">
                  <c:v>2.456325242072251E-6</c:v>
                </c:pt>
                <c:pt idx="6776">
                  <c:v>0</c:v>
                </c:pt>
                <c:pt idx="6777">
                  <c:v>2.1029422156017203E-5</c:v>
                </c:pt>
                <c:pt idx="6778">
                  <c:v>1.8874308562583402E-5</c:v>
                </c:pt>
                <c:pt idx="6779">
                  <c:v>2.109444216317285E-6</c:v>
                </c:pt>
                <c:pt idx="6780">
                  <c:v>8.9027502249669596E-4</c:v>
                </c:pt>
                <c:pt idx="6781">
                  <c:v>2.6470331685287154E-7</c:v>
                </c:pt>
                <c:pt idx="6782">
                  <c:v>9.9944231712515068E-6</c:v>
                </c:pt>
                <c:pt idx="6783">
                  <c:v>2.5136938111587816E-5</c:v>
                </c:pt>
                <c:pt idx="6784">
                  <c:v>0</c:v>
                </c:pt>
                <c:pt idx="6785">
                  <c:v>8.1930384070717727E-6</c:v>
                </c:pt>
                <c:pt idx="6786">
                  <c:v>0</c:v>
                </c:pt>
                <c:pt idx="6787">
                  <c:v>5.4271743628604339E-7</c:v>
                </c:pt>
                <c:pt idx="6788">
                  <c:v>2.9325414619177812E-5</c:v>
                </c:pt>
                <c:pt idx="6789">
                  <c:v>2.3794081815118874E-6</c:v>
                </c:pt>
                <c:pt idx="6790">
                  <c:v>6.0084297731917912E-5</c:v>
                </c:pt>
                <c:pt idx="6791">
                  <c:v>3.7348460291838677E-5</c:v>
                </c:pt>
                <c:pt idx="6792">
                  <c:v>4.0803751749882425E-7</c:v>
                </c:pt>
                <c:pt idx="6793">
                  <c:v>0</c:v>
                </c:pt>
                <c:pt idx="6794">
                  <c:v>1.7946125487863209E-6</c:v>
                </c:pt>
                <c:pt idx="6795">
                  <c:v>0</c:v>
                </c:pt>
                <c:pt idx="6796">
                  <c:v>3.6070516546896025E-6</c:v>
                </c:pt>
                <c:pt idx="6797">
                  <c:v>2.5185252706425891E-5</c:v>
                </c:pt>
                <c:pt idx="6798">
                  <c:v>7.003614210724188E-7</c:v>
                </c:pt>
                <c:pt idx="6799">
                  <c:v>2.3601423728478418E-5</c:v>
                </c:pt>
                <c:pt idx="6800">
                  <c:v>2.6238361711832706E-6</c:v>
                </c:pt>
                <c:pt idx="6801">
                  <c:v>1.3400173834181745E-5</c:v>
                </c:pt>
                <c:pt idx="6802">
                  <c:v>1.9525573837970216E-4</c:v>
                </c:pt>
                <c:pt idx="6803">
                  <c:v>1.2939956511986198E-3</c:v>
                </c:pt>
                <c:pt idx="6804">
                  <c:v>1.8664971655203674E-5</c:v>
                </c:pt>
                <c:pt idx="6805">
                  <c:v>7.1547284944820673E-6</c:v>
                </c:pt>
                <c:pt idx="6806">
                  <c:v>2.6523404409743232E-5</c:v>
                </c:pt>
                <c:pt idx="6807">
                  <c:v>9.051639766461204E-8</c:v>
                </c:pt>
                <c:pt idx="6808">
                  <c:v>9.755249903993189E-6</c:v>
                </c:pt>
                <c:pt idx="6809">
                  <c:v>1.0525365140287989E-5</c:v>
                </c:pt>
                <c:pt idx="6810">
                  <c:v>6.187907302928549E-6</c:v>
                </c:pt>
                <c:pt idx="6811">
                  <c:v>0</c:v>
                </c:pt>
                <c:pt idx="6812">
                  <c:v>1.2930325170644047E-7</c:v>
                </c:pt>
                <c:pt idx="6813">
                  <c:v>4.0792651124132247E-6</c:v>
                </c:pt>
                <c:pt idx="6814">
                  <c:v>4.6222609117308369E-5</c:v>
                </c:pt>
                <c:pt idx="6815">
                  <c:v>4.0315376504521796E-8</c:v>
                </c:pt>
                <c:pt idx="6816">
                  <c:v>3.8213665476866043E-6</c:v>
                </c:pt>
                <c:pt idx="6817">
                  <c:v>0</c:v>
                </c:pt>
                <c:pt idx="6818">
                  <c:v>0</c:v>
                </c:pt>
                <c:pt idx="6819">
                  <c:v>6.0222009912186151E-5</c:v>
                </c:pt>
                <c:pt idx="6820">
                  <c:v>1.0194596250082064E-5</c:v>
                </c:pt>
                <c:pt idx="6821">
                  <c:v>0</c:v>
                </c:pt>
                <c:pt idx="6822">
                  <c:v>0</c:v>
                </c:pt>
                <c:pt idx="6823">
                  <c:v>1.2908006794656752E-5</c:v>
                </c:pt>
                <c:pt idx="6824">
                  <c:v>1.442785706437766E-5</c:v>
                </c:pt>
                <c:pt idx="6825">
                  <c:v>0</c:v>
                </c:pt>
                <c:pt idx="6826">
                  <c:v>0</c:v>
                </c:pt>
                <c:pt idx="6827">
                  <c:v>0</c:v>
                </c:pt>
                <c:pt idx="6828">
                  <c:v>6.9291765400171614E-6</c:v>
                </c:pt>
                <c:pt idx="6829">
                  <c:v>1.5451145444737531E-7</c:v>
                </c:pt>
                <c:pt idx="6830">
                  <c:v>2.2935521365705287E-6</c:v>
                </c:pt>
                <c:pt idx="6831">
                  <c:v>1.6428617133322988E-6</c:v>
                </c:pt>
                <c:pt idx="6832">
                  <c:v>1.6894543984716168E-6</c:v>
                </c:pt>
                <c:pt idx="6833">
                  <c:v>7.8522013056158359E-5</c:v>
                </c:pt>
                <c:pt idx="6834">
                  <c:v>7.626452166685553E-7</c:v>
                </c:pt>
                <c:pt idx="6835">
                  <c:v>1.0258266642867163E-5</c:v>
                </c:pt>
                <c:pt idx="6836">
                  <c:v>8.9628342662021567E-6</c:v>
                </c:pt>
                <c:pt idx="6837">
                  <c:v>0</c:v>
                </c:pt>
                <c:pt idx="6838">
                  <c:v>0</c:v>
                </c:pt>
                <c:pt idx="6839">
                  <c:v>0</c:v>
                </c:pt>
                <c:pt idx="6840">
                  <c:v>4.9371345974119171E-5</c:v>
                </c:pt>
                <c:pt idx="6841">
                  <c:v>0</c:v>
                </c:pt>
                <c:pt idx="6842">
                  <c:v>1.1736410128755335E-7</c:v>
                </c:pt>
                <c:pt idx="6843">
                  <c:v>1.3415072425959101E-5</c:v>
                </c:pt>
                <c:pt idx="6844">
                  <c:v>1.3899654911772085E-5</c:v>
                </c:pt>
                <c:pt idx="6845">
                  <c:v>5.3759197317949728E-6</c:v>
                </c:pt>
                <c:pt idx="6846">
                  <c:v>1.4631169643043278E-5</c:v>
                </c:pt>
                <c:pt idx="6847">
                  <c:v>8.6935426140214025E-6</c:v>
                </c:pt>
                <c:pt idx="6848">
                  <c:v>4.6725373331862324E-7</c:v>
                </c:pt>
                <c:pt idx="6849">
                  <c:v>0</c:v>
                </c:pt>
                <c:pt idx="6850">
                  <c:v>2.5172353093307196E-5</c:v>
                </c:pt>
                <c:pt idx="6851">
                  <c:v>2.2257428396223852E-3</c:v>
                </c:pt>
                <c:pt idx="6852">
                  <c:v>0</c:v>
                </c:pt>
                <c:pt idx="6853">
                  <c:v>0</c:v>
                </c:pt>
                <c:pt idx="6854">
                  <c:v>2.2015357561782952E-5</c:v>
                </c:pt>
                <c:pt idx="6855">
                  <c:v>0</c:v>
                </c:pt>
                <c:pt idx="6856">
                  <c:v>0</c:v>
                </c:pt>
                <c:pt idx="6857">
                  <c:v>0</c:v>
                </c:pt>
                <c:pt idx="6858">
                  <c:v>0</c:v>
                </c:pt>
                <c:pt idx="6859">
                  <c:v>5.2165138483868503E-6</c:v>
                </c:pt>
                <c:pt idx="6860">
                  <c:v>5.5491402223517135E-5</c:v>
                </c:pt>
                <c:pt idx="6861">
                  <c:v>0</c:v>
                </c:pt>
                <c:pt idx="6862">
                  <c:v>0</c:v>
                </c:pt>
                <c:pt idx="6863">
                  <c:v>1.7554917039493347E-7</c:v>
                </c:pt>
                <c:pt idx="6864">
                  <c:v>7.6043784990540564E-6</c:v>
                </c:pt>
                <c:pt idx="6865">
                  <c:v>6.756002277499217E-7</c:v>
                </c:pt>
                <c:pt idx="6866">
                  <c:v>1.4558550238553885E-5</c:v>
                </c:pt>
                <c:pt idx="6867">
                  <c:v>1.8923312960408889E-7</c:v>
                </c:pt>
                <c:pt idx="6868">
                  <c:v>2.7953109601268016E-7</c:v>
                </c:pt>
                <c:pt idx="6869">
                  <c:v>0</c:v>
                </c:pt>
                <c:pt idx="6870">
                  <c:v>1.7774932490515937E-6</c:v>
                </c:pt>
                <c:pt idx="6871">
                  <c:v>2.9455560197126563E-5</c:v>
                </c:pt>
                <c:pt idx="6872">
                  <c:v>2.9106297119313335E-6</c:v>
                </c:pt>
                <c:pt idx="6873">
                  <c:v>0</c:v>
                </c:pt>
                <c:pt idx="6874">
                  <c:v>3.5929063540829737E-7</c:v>
                </c:pt>
                <c:pt idx="6875">
                  <c:v>2.5493659087627559E-7</c:v>
                </c:pt>
                <c:pt idx="6876">
                  <c:v>1.2372267059514321E-7</c:v>
                </c:pt>
                <c:pt idx="6877">
                  <c:v>0</c:v>
                </c:pt>
                <c:pt idx="6878">
                  <c:v>0</c:v>
                </c:pt>
                <c:pt idx="6879">
                  <c:v>1.2188177953934027E-4</c:v>
                </c:pt>
                <c:pt idx="6880">
                  <c:v>4.9809237810762287E-7</c:v>
                </c:pt>
                <c:pt idx="6881">
                  <c:v>0</c:v>
                </c:pt>
                <c:pt idx="6882">
                  <c:v>1.4638155268533104E-5</c:v>
                </c:pt>
                <c:pt idx="6883">
                  <c:v>0</c:v>
                </c:pt>
                <c:pt idx="6884">
                  <c:v>2.8093536428652444E-5</c:v>
                </c:pt>
                <c:pt idx="6885">
                  <c:v>0</c:v>
                </c:pt>
                <c:pt idx="6886">
                  <c:v>3.8430835582682821E-5</c:v>
                </c:pt>
                <c:pt idx="6887">
                  <c:v>0</c:v>
                </c:pt>
                <c:pt idx="6888">
                  <c:v>0</c:v>
                </c:pt>
                <c:pt idx="6889">
                  <c:v>2.7953109601267997E-6</c:v>
                </c:pt>
                <c:pt idx="6890">
                  <c:v>0</c:v>
                </c:pt>
                <c:pt idx="6891">
                  <c:v>2.7650631922746728E-6</c:v>
                </c:pt>
                <c:pt idx="6892">
                  <c:v>0</c:v>
                </c:pt>
                <c:pt idx="6893">
                  <c:v>3.0781837247831052E-4</c:v>
                </c:pt>
                <c:pt idx="6894">
                  <c:v>2.8277503712690079E-5</c:v>
                </c:pt>
                <c:pt idx="6895">
                  <c:v>7.2458504995247052E-5</c:v>
                </c:pt>
                <c:pt idx="6896">
                  <c:v>6.9348376319616262E-6</c:v>
                </c:pt>
                <c:pt idx="6897">
                  <c:v>3.8819795481054194E-6</c:v>
                </c:pt>
                <c:pt idx="6898">
                  <c:v>8.3698521414699094E-5</c:v>
                </c:pt>
                <c:pt idx="6899">
                  <c:v>8.643312455576964E-6</c:v>
                </c:pt>
                <c:pt idx="6900">
                  <c:v>0</c:v>
                </c:pt>
                <c:pt idx="6901">
                  <c:v>1.4257564897154654E-7</c:v>
                </c:pt>
                <c:pt idx="6902">
                  <c:v>9.4157515535089444E-6</c:v>
                </c:pt>
                <c:pt idx="6903">
                  <c:v>0</c:v>
                </c:pt>
                <c:pt idx="6904">
                  <c:v>0</c:v>
                </c:pt>
                <c:pt idx="6905">
                  <c:v>1.1613521254252003E-5</c:v>
                </c:pt>
                <c:pt idx="6906">
                  <c:v>4.4510732830562194E-8</c:v>
                </c:pt>
                <c:pt idx="6907">
                  <c:v>1.6926380436948679E-7</c:v>
                </c:pt>
                <c:pt idx="6908">
                  <c:v>0</c:v>
                </c:pt>
                <c:pt idx="6909">
                  <c:v>0</c:v>
                </c:pt>
                <c:pt idx="6910">
                  <c:v>2.7419228242538011E-5</c:v>
                </c:pt>
                <c:pt idx="6911">
                  <c:v>1.119472966127435E-5</c:v>
                </c:pt>
                <c:pt idx="6912">
                  <c:v>1.4805932777814401E-6</c:v>
                </c:pt>
                <c:pt idx="6913">
                  <c:v>2.3487700016786502E-6</c:v>
                </c:pt>
                <c:pt idx="6914">
                  <c:v>0</c:v>
                </c:pt>
                <c:pt idx="6915">
                  <c:v>0</c:v>
                </c:pt>
                <c:pt idx="6916">
                  <c:v>0</c:v>
                </c:pt>
                <c:pt idx="6917">
                  <c:v>3.3498219307866719E-6</c:v>
                </c:pt>
                <c:pt idx="6918">
                  <c:v>0</c:v>
                </c:pt>
                <c:pt idx="6919">
                  <c:v>5.3205059632794394E-6</c:v>
                </c:pt>
                <c:pt idx="6920">
                  <c:v>6.8575754877719198E-5</c:v>
                </c:pt>
                <c:pt idx="6921">
                  <c:v>5.5486213623373536E-6</c:v>
                </c:pt>
                <c:pt idx="6922">
                  <c:v>1.3186960746032584E-5</c:v>
                </c:pt>
                <c:pt idx="6923">
                  <c:v>1.0852099662251949E-5</c:v>
                </c:pt>
                <c:pt idx="6924">
                  <c:v>3.897899927345436E-6</c:v>
                </c:pt>
                <c:pt idx="6925">
                  <c:v>1.8976618067339678E-7</c:v>
                </c:pt>
                <c:pt idx="6926">
                  <c:v>5.6686767317428623E-5</c:v>
                </c:pt>
                <c:pt idx="6927">
                  <c:v>1.7422498484238486E-5</c:v>
                </c:pt>
                <c:pt idx="6928">
                  <c:v>9.6558292501162197E-6</c:v>
                </c:pt>
                <c:pt idx="6929">
                  <c:v>1.3935397555159284E-4</c:v>
                </c:pt>
                <c:pt idx="6930">
                  <c:v>1.0424741183825949E-6</c:v>
                </c:pt>
                <c:pt idx="6931">
                  <c:v>5.6139161782546401E-7</c:v>
                </c:pt>
                <c:pt idx="6932">
                  <c:v>2.7862272317482391E-6</c:v>
                </c:pt>
                <c:pt idx="6933">
                  <c:v>7.7386252379251182E-6</c:v>
                </c:pt>
                <c:pt idx="6934">
                  <c:v>1.8729658234460895E-5</c:v>
                </c:pt>
                <c:pt idx="6935">
                  <c:v>9.1556703409278285E-7</c:v>
                </c:pt>
                <c:pt idx="6936">
                  <c:v>0</c:v>
                </c:pt>
                <c:pt idx="6937">
                  <c:v>0</c:v>
                </c:pt>
                <c:pt idx="6938">
                  <c:v>1.4534410817487731E-7</c:v>
                </c:pt>
                <c:pt idx="6939">
                  <c:v>1.7829817593045165E-6</c:v>
                </c:pt>
                <c:pt idx="6940">
                  <c:v>8.9636464702264977E-6</c:v>
                </c:pt>
                <c:pt idx="6941">
                  <c:v>1.8225954552890579E-6</c:v>
                </c:pt>
                <c:pt idx="6942">
                  <c:v>0</c:v>
                </c:pt>
                <c:pt idx="6943">
                  <c:v>0</c:v>
                </c:pt>
                <c:pt idx="6944">
                  <c:v>0</c:v>
                </c:pt>
                <c:pt idx="6945">
                  <c:v>2.3827690056451187E-5</c:v>
                </c:pt>
                <c:pt idx="6946">
                  <c:v>1.0852835990967741E-5</c:v>
                </c:pt>
                <c:pt idx="6947">
                  <c:v>2.0860582031769891E-6</c:v>
                </c:pt>
                <c:pt idx="6948">
                  <c:v>2.727021333820501E-6</c:v>
                </c:pt>
                <c:pt idx="6949">
                  <c:v>6.2285356194059637E-6</c:v>
                </c:pt>
                <c:pt idx="6950">
                  <c:v>0</c:v>
                </c:pt>
                <c:pt idx="6951">
                  <c:v>2.8128181268916675E-7</c:v>
                </c:pt>
                <c:pt idx="6952">
                  <c:v>4.0596912455297748E-6</c:v>
                </c:pt>
                <c:pt idx="6953">
                  <c:v>0</c:v>
                </c:pt>
                <c:pt idx="6954">
                  <c:v>1.9590156942111431E-6</c:v>
                </c:pt>
                <c:pt idx="6955">
                  <c:v>5.8303438743371583E-5</c:v>
                </c:pt>
                <c:pt idx="6956">
                  <c:v>0</c:v>
                </c:pt>
                <c:pt idx="6957">
                  <c:v>0</c:v>
                </c:pt>
                <c:pt idx="6958">
                  <c:v>0</c:v>
                </c:pt>
                <c:pt idx="6959">
                  <c:v>0</c:v>
                </c:pt>
                <c:pt idx="6960">
                  <c:v>0</c:v>
                </c:pt>
                <c:pt idx="6961">
                  <c:v>2.6871557295195786E-6</c:v>
                </c:pt>
                <c:pt idx="6962">
                  <c:v>1.9107729246714012E-5</c:v>
                </c:pt>
                <c:pt idx="6963">
                  <c:v>3.0268271720530024E-5</c:v>
                </c:pt>
                <c:pt idx="6964">
                  <c:v>2.2218699433765237E-6</c:v>
                </c:pt>
                <c:pt idx="6965">
                  <c:v>3.9601855556798485E-5</c:v>
                </c:pt>
                <c:pt idx="6966">
                  <c:v>0</c:v>
                </c:pt>
                <c:pt idx="6967">
                  <c:v>5.8546055161403982E-6</c:v>
                </c:pt>
                <c:pt idx="6968">
                  <c:v>2.0595052493939847E-5</c:v>
                </c:pt>
                <c:pt idx="6969">
                  <c:v>9.5476356845681454E-7</c:v>
                </c:pt>
                <c:pt idx="6970">
                  <c:v>6.3073198216413834E-5</c:v>
                </c:pt>
                <c:pt idx="6971">
                  <c:v>6.2537805593276794E-5</c:v>
                </c:pt>
                <c:pt idx="6972">
                  <c:v>1.7899750092299941E-5</c:v>
                </c:pt>
                <c:pt idx="6973">
                  <c:v>7.6029666294265047E-6</c:v>
                </c:pt>
                <c:pt idx="6974">
                  <c:v>2.3637541803177417E-7</c:v>
                </c:pt>
                <c:pt idx="6975">
                  <c:v>2.5339022307641275E-5</c:v>
                </c:pt>
                <c:pt idx="6976">
                  <c:v>1.2905225682968799E-5</c:v>
                </c:pt>
                <c:pt idx="6977">
                  <c:v>2.0816375168499261E-7</c:v>
                </c:pt>
                <c:pt idx="6978">
                  <c:v>2.7207302538493729E-6</c:v>
                </c:pt>
                <c:pt idx="6979">
                  <c:v>3.7544699436305054E-4</c:v>
                </c:pt>
                <c:pt idx="6980">
                  <c:v>0</c:v>
                </c:pt>
                <c:pt idx="6981">
                  <c:v>7.6110792787066817E-5</c:v>
                </c:pt>
                <c:pt idx="6982">
                  <c:v>3.5112763839331797E-6</c:v>
                </c:pt>
                <c:pt idx="6983">
                  <c:v>4.4525039132196207E-6</c:v>
                </c:pt>
                <c:pt idx="6984">
                  <c:v>8.5583701823359814E-4</c:v>
                </c:pt>
                <c:pt idx="6985">
                  <c:v>0</c:v>
                </c:pt>
                <c:pt idx="6986">
                  <c:v>9.0455212787652557E-5</c:v>
                </c:pt>
                <c:pt idx="6987">
                  <c:v>3.8168268099352295E-7</c:v>
                </c:pt>
                <c:pt idx="6988">
                  <c:v>8.5239870135131714E-5</c:v>
                </c:pt>
                <c:pt idx="6989">
                  <c:v>0</c:v>
                </c:pt>
                <c:pt idx="6990">
                  <c:v>0</c:v>
                </c:pt>
                <c:pt idx="6991">
                  <c:v>2.8307247173334099E-5</c:v>
                </c:pt>
                <c:pt idx="6992">
                  <c:v>4.1564868346396423E-6</c:v>
                </c:pt>
                <c:pt idx="6993">
                  <c:v>6.1804581778658394E-7</c:v>
                </c:pt>
                <c:pt idx="6994">
                  <c:v>6.5723896721030053E-7</c:v>
                </c:pt>
                <c:pt idx="6995">
                  <c:v>2.5578027533556294E-6</c:v>
                </c:pt>
                <c:pt idx="6996">
                  <c:v>2.3070888403786217E-7</c:v>
                </c:pt>
                <c:pt idx="6997">
                  <c:v>9.421248804409312E-5</c:v>
                </c:pt>
                <c:pt idx="6998">
                  <c:v>1.9165574435008761E-7</c:v>
                </c:pt>
                <c:pt idx="6999">
                  <c:v>1.4167611806320825E-7</c:v>
                </c:pt>
                <c:pt idx="7000">
                  <c:v>0</c:v>
                </c:pt>
                <c:pt idx="7001">
                  <c:v>7.2631564341196295E-5</c:v>
                </c:pt>
                <c:pt idx="7002">
                  <c:v>0</c:v>
                </c:pt>
                <c:pt idx="7003">
                  <c:v>1.016390236255378E-4</c:v>
                </c:pt>
                <c:pt idx="7004">
                  <c:v>7.9913451887542111E-7</c:v>
                </c:pt>
                <c:pt idx="7005">
                  <c:v>5.6531743333473264E-7</c:v>
                </c:pt>
                <c:pt idx="7006">
                  <c:v>7.7772692325152614E-6</c:v>
                </c:pt>
                <c:pt idx="7007">
                  <c:v>9.918130507448768E-6</c:v>
                </c:pt>
                <c:pt idx="7008">
                  <c:v>1.0304049121667827E-5</c:v>
                </c:pt>
                <c:pt idx="7009">
                  <c:v>9.8345976845336938E-6</c:v>
                </c:pt>
                <c:pt idx="7010">
                  <c:v>1.031557097754288E-5</c:v>
                </c:pt>
                <c:pt idx="7011">
                  <c:v>3.1081181191468482E-5</c:v>
                </c:pt>
                <c:pt idx="7012">
                  <c:v>6.3990756025295104E-5</c:v>
                </c:pt>
                <c:pt idx="7013">
                  <c:v>0</c:v>
                </c:pt>
                <c:pt idx="7014">
                  <c:v>0</c:v>
                </c:pt>
                <c:pt idx="7015">
                  <c:v>3.1777094713154804E-5</c:v>
                </c:pt>
                <c:pt idx="7016">
                  <c:v>9.1923866718320331E-5</c:v>
                </c:pt>
                <c:pt idx="7017">
                  <c:v>7.7379501479966635E-5</c:v>
                </c:pt>
                <c:pt idx="7018">
                  <c:v>0</c:v>
                </c:pt>
                <c:pt idx="7019">
                  <c:v>1.0185289258285748E-4</c:v>
                </c:pt>
                <c:pt idx="7020">
                  <c:v>0</c:v>
                </c:pt>
                <c:pt idx="7021">
                  <c:v>6.7863088955344241E-5</c:v>
                </c:pt>
                <c:pt idx="7022">
                  <c:v>8.9907078644228684E-6</c:v>
                </c:pt>
                <c:pt idx="7023">
                  <c:v>6.1925199575743302E-5</c:v>
                </c:pt>
                <c:pt idx="7024">
                  <c:v>2.0251144745750101E-5</c:v>
                </c:pt>
                <c:pt idx="7025">
                  <c:v>1.1357161692348338E-5</c:v>
                </c:pt>
                <c:pt idx="7026">
                  <c:v>3.3159161396350952E-6</c:v>
                </c:pt>
                <c:pt idx="7027">
                  <c:v>0</c:v>
                </c:pt>
                <c:pt idx="7028">
                  <c:v>0</c:v>
                </c:pt>
                <c:pt idx="7029">
                  <c:v>4.0733531339894207E-5</c:v>
                </c:pt>
                <c:pt idx="7030">
                  <c:v>1.1304269813766033E-5</c:v>
                </c:pt>
                <c:pt idx="7031">
                  <c:v>3.8626808926147942E-5</c:v>
                </c:pt>
                <c:pt idx="7032">
                  <c:v>1.6040597571429901E-4</c:v>
                </c:pt>
                <c:pt idx="7033">
                  <c:v>0</c:v>
                </c:pt>
                <c:pt idx="7034">
                  <c:v>4.6022995995988546E-5</c:v>
                </c:pt>
                <c:pt idx="7035">
                  <c:v>3.040580259340737E-6</c:v>
                </c:pt>
                <c:pt idx="7036">
                  <c:v>1.4344302934551695E-6</c:v>
                </c:pt>
                <c:pt idx="7037">
                  <c:v>7.0429130236285541E-5</c:v>
                </c:pt>
                <c:pt idx="7038">
                  <c:v>1.4954168411852111E-7</c:v>
                </c:pt>
                <c:pt idx="7039">
                  <c:v>1.6557172138631138E-6</c:v>
                </c:pt>
                <c:pt idx="7040">
                  <c:v>2.9396506533406051E-6</c:v>
                </c:pt>
                <c:pt idx="7041">
                  <c:v>1.0688625611370715E-5</c:v>
                </c:pt>
                <c:pt idx="7042">
                  <c:v>6.3208825073056714E-6</c:v>
                </c:pt>
                <c:pt idx="7043">
                  <c:v>5.8172056220112412E-6</c:v>
                </c:pt>
                <c:pt idx="7044">
                  <c:v>8.4787894961810389E-6</c:v>
                </c:pt>
                <c:pt idx="7045">
                  <c:v>1.5665647347422545E-6</c:v>
                </c:pt>
                <c:pt idx="7046">
                  <c:v>2.9864043132105849E-6</c:v>
                </c:pt>
                <c:pt idx="7047">
                  <c:v>7.4356505672247066E-6</c:v>
                </c:pt>
                <c:pt idx="7048">
                  <c:v>8.3801374879267859E-7</c:v>
                </c:pt>
                <c:pt idx="7049">
                  <c:v>0</c:v>
                </c:pt>
                <c:pt idx="7050">
                  <c:v>1.4638868850468565E-4</c:v>
                </c:pt>
                <c:pt idx="7051">
                  <c:v>3.3871673030810182E-5</c:v>
                </c:pt>
                <c:pt idx="7052">
                  <c:v>7.1610584321043611E-6</c:v>
                </c:pt>
                <c:pt idx="7053">
                  <c:v>1.2505897903717863E-5</c:v>
                </c:pt>
                <c:pt idx="7054">
                  <c:v>1.8800874715975236E-5</c:v>
                </c:pt>
                <c:pt idx="7055">
                  <c:v>1.172828634198552E-5</c:v>
                </c:pt>
                <c:pt idx="7056">
                  <c:v>6.6371422797099152E-8</c:v>
                </c:pt>
                <c:pt idx="7057">
                  <c:v>5.5647329326378834E-6</c:v>
                </c:pt>
                <c:pt idx="7058">
                  <c:v>2.299214817032625E-6</c:v>
                </c:pt>
                <c:pt idx="7059">
                  <c:v>2.3011782797286234E-6</c:v>
                </c:pt>
                <c:pt idx="7060">
                  <c:v>0</c:v>
                </c:pt>
                <c:pt idx="7061">
                  <c:v>0</c:v>
                </c:pt>
                <c:pt idx="7062">
                  <c:v>1.0476529737168393E-5</c:v>
                </c:pt>
                <c:pt idx="7063">
                  <c:v>3.2466021271834072E-7</c:v>
                </c:pt>
                <c:pt idx="7064">
                  <c:v>2.71168285000772E-7</c:v>
                </c:pt>
                <c:pt idx="7065">
                  <c:v>1.5386814506265583E-5</c:v>
                </c:pt>
                <c:pt idx="7066">
                  <c:v>3.9281046145222106E-7</c:v>
                </c:pt>
                <c:pt idx="7067">
                  <c:v>8.2394324342263483E-6</c:v>
                </c:pt>
                <c:pt idx="7068">
                  <c:v>2.41238705101789E-5</c:v>
                </c:pt>
                <c:pt idx="7069">
                  <c:v>3.9519519072024542E-6</c:v>
                </c:pt>
                <c:pt idx="7070">
                  <c:v>3.3414983806794659E-6</c:v>
                </c:pt>
                <c:pt idx="7071">
                  <c:v>7.7846304338464355E-6</c:v>
                </c:pt>
                <c:pt idx="7072">
                  <c:v>0</c:v>
                </c:pt>
                <c:pt idx="7073">
                  <c:v>0</c:v>
                </c:pt>
                <c:pt idx="7074">
                  <c:v>5.1989984729962482E-5</c:v>
                </c:pt>
                <c:pt idx="7075">
                  <c:v>7.1290116427624422E-5</c:v>
                </c:pt>
                <c:pt idx="7076">
                  <c:v>0</c:v>
                </c:pt>
                <c:pt idx="7077">
                  <c:v>1.7317993351942301E-7</c:v>
                </c:pt>
                <c:pt idx="7078">
                  <c:v>6.8983801998393103E-6</c:v>
                </c:pt>
                <c:pt idx="7079">
                  <c:v>1.0608975454969434E-7</c:v>
                </c:pt>
                <c:pt idx="7080">
                  <c:v>2.7927715566571683E-6</c:v>
                </c:pt>
                <c:pt idx="7081">
                  <c:v>2.2677271815302376E-5</c:v>
                </c:pt>
                <c:pt idx="7082">
                  <c:v>1.195692649147722E-5</c:v>
                </c:pt>
                <c:pt idx="7083">
                  <c:v>0</c:v>
                </c:pt>
                <c:pt idx="7084">
                  <c:v>1.9891090191476066E-5</c:v>
                </c:pt>
                <c:pt idx="7085">
                  <c:v>4.976494779082099E-6</c:v>
                </c:pt>
                <c:pt idx="7086">
                  <c:v>1.0597900754729171E-5</c:v>
                </c:pt>
                <c:pt idx="7087">
                  <c:v>2.1500104512464617E-6</c:v>
                </c:pt>
                <c:pt idx="7088">
                  <c:v>0</c:v>
                </c:pt>
                <c:pt idx="7089">
                  <c:v>2.0179964532653855E-5</c:v>
                </c:pt>
                <c:pt idx="7090">
                  <c:v>0</c:v>
                </c:pt>
                <c:pt idx="7091">
                  <c:v>0</c:v>
                </c:pt>
                <c:pt idx="7092">
                  <c:v>0</c:v>
                </c:pt>
                <c:pt idx="7093">
                  <c:v>4.0952550829047211E-7</c:v>
                </c:pt>
                <c:pt idx="7094">
                  <c:v>2.5251002365421297E-5</c:v>
                </c:pt>
                <c:pt idx="7095">
                  <c:v>1.273764917064599E-4</c:v>
                </c:pt>
                <c:pt idx="7096">
                  <c:v>2.6607528929965122E-5</c:v>
                </c:pt>
                <c:pt idx="7097">
                  <c:v>4.7296139141501991E-6</c:v>
                </c:pt>
                <c:pt idx="7098">
                  <c:v>0</c:v>
                </c:pt>
                <c:pt idx="7099">
                  <c:v>2.087410236446675E-5</c:v>
                </c:pt>
                <c:pt idx="7100">
                  <c:v>3.0671151803147294E-5</c:v>
                </c:pt>
                <c:pt idx="7101">
                  <c:v>1.7137881037993911E-6</c:v>
                </c:pt>
                <c:pt idx="7102">
                  <c:v>4.4543700426949815E-5</c:v>
                </c:pt>
                <c:pt idx="7103">
                  <c:v>1.2029820381974174E-6</c:v>
                </c:pt>
                <c:pt idx="7104">
                  <c:v>8.8815844242310738E-8</c:v>
                </c:pt>
                <c:pt idx="7105">
                  <c:v>9.5788037318418048E-5</c:v>
                </c:pt>
                <c:pt idx="7106">
                  <c:v>2.2852822852678296E-5</c:v>
                </c:pt>
                <c:pt idx="7107">
                  <c:v>3.0413992839302871E-7</c:v>
                </c:pt>
                <c:pt idx="7108">
                  <c:v>0</c:v>
                </c:pt>
                <c:pt idx="7109">
                  <c:v>2.3774174992791062E-6</c:v>
                </c:pt>
                <c:pt idx="7110">
                  <c:v>3.8089835691312647E-5</c:v>
                </c:pt>
                <c:pt idx="7111">
                  <c:v>3.8152396680732475E-5</c:v>
                </c:pt>
                <c:pt idx="7112">
                  <c:v>3.6155712298970304E-5</c:v>
                </c:pt>
                <c:pt idx="7113">
                  <c:v>2.9546927253971763E-7</c:v>
                </c:pt>
                <c:pt idx="7114">
                  <c:v>0</c:v>
                </c:pt>
                <c:pt idx="7115">
                  <c:v>1.9748777990432664E-5</c:v>
                </c:pt>
                <c:pt idx="7116">
                  <c:v>1.7076551112561656E-7</c:v>
                </c:pt>
                <c:pt idx="7117">
                  <c:v>0</c:v>
                </c:pt>
                <c:pt idx="7118">
                  <c:v>4.5345538777686684E-5</c:v>
                </c:pt>
                <c:pt idx="7119">
                  <c:v>2.8060789916988339E-5</c:v>
                </c:pt>
                <c:pt idx="7120">
                  <c:v>2.6522438637423543E-7</c:v>
                </c:pt>
                <c:pt idx="7121">
                  <c:v>1.8715422942951243E-5</c:v>
                </c:pt>
                <c:pt idx="7122">
                  <c:v>0</c:v>
                </c:pt>
                <c:pt idx="7123">
                  <c:v>4.5118120813097187E-7</c:v>
                </c:pt>
                <c:pt idx="7124">
                  <c:v>2.7235893734366993E-5</c:v>
                </c:pt>
                <c:pt idx="7125">
                  <c:v>2.3677102542596959E-5</c:v>
                </c:pt>
                <c:pt idx="7126">
                  <c:v>0</c:v>
                </c:pt>
                <c:pt idx="7127">
                  <c:v>0</c:v>
                </c:pt>
                <c:pt idx="7128">
                  <c:v>5.6752775876448729E-4</c:v>
                </c:pt>
                <c:pt idx="7129">
                  <c:v>4.1086734932149879E-5</c:v>
                </c:pt>
                <c:pt idx="7130">
                  <c:v>1.3113372371909003E-5</c:v>
                </c:pt>
                <c:pt idx="7131">
                  <c:v>4.4474577318015797E-6</c:v>
                </c:pt>
                <c:pt idx="7132">
                  <c:v>0</c:v>
                </c:pt>
                <c:pt idx="7133">
                  <c:v>1.1727164163977945E-5</c:v>
                </c:pt>
                <c:pt idx="7134">
                  <c:v>8.6885114504539723E-7</c:v>
                </c:pt>
                <c:pt idx="7135">
                  <c:v>8.2238446558359059E-7</c:v>
                </c:pt>
                <c:pt idx="7136">
                  <c:v>6.7844225382238835E-6</c:v>
                </c:pt>
                <c:pt idx="7137">
                  <c:v>1.0219320265920172E-6</c:v>
                </c:pt>
                <c:pt idx="7138">
                  <c:v>6.1010411951444718E-5</c:v>
                </c:pt>
                <c:pt idx="7139">
                  <c:v>3.8749863659671514E-5</c:v>
                </c:pt>
                <c:pt idx="7140">
                  <c:v>5.9619789813064362E-5</c:v>
                </c:pt>
                <c:pt idx="7141">
                  <c:v>0</c:v>
                </c:pt>
                <c:pt idx="7142">
                  <c:v>0</c:v>
                </c:pt>
                <c:pt idx="7143">
                  <c:v>3.3063555405671581E-7</c:v>
                </c:pt>
                <c:pt idx="7144">
                  <c:v>1.0446439233024741E-5</c:v>
                </c:pt>
                <c:pt idx="7145">
                  <c:v>9.0333014868279097E-5</c:v>
                </c:pt>
                <c:pt idx="7146">
                  <c:v>3.1581188972770498E-5</c:v>
                </c:pt>
                <c:pt idx="7147">
                  <c:v>1.7185457688534612E-6</c:v>
                </c:pt>
                <c:pt idx="7148">
                  <c:v>1.9993816594541586E-5</c:v>
                </c:pt>
                <c:pt idx="7149">
                  <c:v>2.5652122523959667E-4</c:v>
                </c:pt>
                <c:pt idx="7150">
                  <c:v>2.9793277459160422E-6</c:v>
                </c:pt>
                <c:pt idx="7151">
                  <c:v>2.0323320080605894E-4</c:v>
                </c:pt>
                <c:pt idx="7152">
                  <c:v>2.721287914055211E-6</c:v>
                </c:pt>
                <c:pt idx="7153">
                  <c:v>2.4785501890748847E-7</c:v>
                </c:pt>
                <c:pt idx="7154">
                  <c:v>5.7002841194585722E-7</c:v>
                </c:pt>
                <c:pt idx="7155">
                  <c:v>6.5175740785074535E-6</c:v>
                </c:pt>
                <c:pt idx="7156">
                  <c:v>2.8007695201119251E-5</c:v>
                </c:pt>
                <c:pt idx="7157">
                  <c:v>8.3913825463527137E-6</c:v>
                </c:pt>
                <c:pt idx="7158">
                  <c:v>1.2516272135125061E-5</c:v>
                </c:pt>
                <c:pt idx="7159">
                  <c:v>6.9991682222395784E-7</c:v>
                </c:pt>
                <c:pt idx="7160">
                  <c:v>0</c:v>
                </c:pt>
                <c:pt idx="7161">
                  <c:v>6.1993030173531765E-5</c:v>
                </c:pt>
                <c:pt idx="7162">
                  <c:v>2.0582265436489981E-5</c:v>
                </c:pt>
                <c:pt idx="7163">
                  <c:v>0</c:v>
                </c:pt>
                <c:pt idx="7164">
                  <c:v>1.0942121408617616E-7</c:v>
                </c:pt>
                <c:pt idx="7165">
                  <c:v>0</c:v>
                </c:pt>
                <c:pt idx="7166">
                  <c:v>8.1946673053083581E-6</c:v>
                </c:pt>
                <c:pt idx="7167">
                  <c:v>1.6974360727950966E-5</c:v>
                </c:pt>
                <c:pt idx="7168">
                  <c:v>0</c:v>
                </c:pt>
                <c:pt idx="7169">
                  <c:v>4.5465070671393834E-6</c:v>
                </c:pt>
                <c:pt idx="7170">
                  <c:v>1.065398942989878E-5</c:v>
                </c:pt>
                <c:pt idx="7171">
                  <c:v>3.5837251896539247E-5</c:v>
                </c:pt>
                <c:pt idx="7172">
                  <c:v>7.6055250145229528E-6</c:v>
                </c:pt>
                <c:pt idx="7173">
                  <c:v>1.9577636648106394E-6</c:v>
                </c:pt>
                <c:pt idx="7174">
                  <c:v>1.8666327816218382E-5</c:v>
                </c:pt>
                <c:pt idx="7175">
                  <c:v>5.9171086529979777E-6</c:v>
                </c:pt>
                <c:pt idx="7176">
                  <c:v>0</c:v>
                </c:pt>
                <c:pt idx="7177">
                  <c:v>6.6327532804066751E-6</c:v>
                </c:pt>
                <c:pt idx="7178">
                  <c:v>0</c:v>
                </c:pt>
                <c:pt idx="7179">
                  <c:v>2.3066980449302606E-5</c:v>
                </c:pt>
                <c:pt idx="7180">
                  <c:v>0</c:v>
                </c:pt>
                <c:pt idx="7181">
                  <c:v>5.7170977454327538E-6</c:v>
                </c:pt>
                <c:pt idx="7182">
                  <c:v>1.5288468099951494E-5</c:v>
                </c:pt>
                <c:pt idx="7183">
                  <c:v>4.694564051502141E-7</c:v>
                </c:pt>
                <c:pt idx="7184">
                  <c:v>3.8105470310774483E-6</c:v>
                </c:pt>
                <c:pt idx="7185">
                  <c:v>9.3204575987664544E-6</c:v>
                </c:pt>
                <c:pt idx="7186">
                  <c:v>4.742836085751043E-6</c:v>
                </c:pt>
                <c:pt idx="7187">
                  <c:v>9.5074386889796637E-7</c:v>
                </c:pt>
                <c:pt idx="7188">
                  <c:v>6.6046072685348735E-7</c:v>
                </c:pt>
                <c:pt idx="7189">
                  <c:v>1.0387818223037465E-5</c:v>
                </c:pt>
                <c:pt idx="7190">
                  <c:v>0</c:v>
                </c:pt>
                <c:pt idx="7191">
                  <c:v>1.5380111249886018E-5</c:v>
                </c:pt>
                <c:pt idx="7192">
                  <c:v>3.7433164078937965E-6</c:v>
                </c:pt>
                <c:pt idx="7193">
                  <c:v>9.8308209573122842E-7</c:v>
                </c:pt>
                <c:pt idx="7194">
                  <c:v>1.366470469352045E-7</c:v>
                </c:pt>
                <c:pt idx="7195">
                  <c:v>3.1813162774541088E-5</c:v>
                </c:pt>
                <c:pt idx="7196">
                  <c:v>4.9556195370258663E-7</c:v>
                </c:pt>
                <c:pt idx="7197">
                  <c:v>1.9354088371075276E-7</c:v>
                </c:pt>
                <c:pt idx="7198">
                  <c:v>4.3265166897007702E-5</c:v>
                </c:pt>
                <c:pt idx="7199">
                  <c:v>9.8837368158547165E-6</c:v>
                </c:pt>
                <c:pt idx="7200">
                  <c:v>0</c:v>
                </c:pt>
                <c:pt idx="7201">
                  <c:v>2.7292502689691769E-7</c:v>
                </c:pt>
                <c:pt idx="7202">
                  <c:v>2.7259746920090523E-7</c:v>
                </c:pt>
                <c:pt idx="7203">
                  <c:v>1.1520648848064232E-7</c:v>
                </c:pt>
                <c:pt idx="7204">
                  <c:v>4.6392993721766656E-5</c:v>
                </c:pt>
                <c:pt idx="7205">
                  <c:v>2.9972874933010477E-6</c:v>
                </c:pt>
                <c:pt idx="7206">
                  <c:v>5.1920612053222204E-7</c:v>
                </c:pt>
                <c:pt idx="7207">
                  <c:v>2.5325937646261538E-6</c:v>
                </c:pt>
                <c:pt idx="7208">
                  <c:v>2.1091935717295922E-5</c:v>
                </c:pt>
                <c:pt idx="7209">
                  <c:v>0</c:v>
                </c:pt>
                <c:pt idx="7210">
                  <c:v>6.9040708279156433E-6</c:v>
                </c:pt>
                <c:pt idx="7211">
                  <c:v>4.168282188896701E-6</c:v>
                </c:pt>
                <c:pt idx="7212">
                  <c:v>2.7646080877826211E-6</c:v>
                </c:pt>
                <c:pt idx="7213">
                  <c:v>1.9169654972992494E-5</c:v>
                </c:pt>
                <c:pt idx="7214">
                  <c:v>1.4425480543694946E-6</c:v>
                </c:pt>
                <c:pt idx="7215">
                  <c:v>1.1451688416890758E-5</c:v>
                </c:pt>
                <c:pt idx="7216">
                  <c:v>3.3293887744854053E-6</c:v>
                </c:pt>
                <c:pt idx="7217">
                  <c:v>2.1001527193882612E-6</c:v>
                </c:pt>
                <c:pt idx="7218">
                  <c:v>0</c:v>
                </c:pt>
                <c:pt idx="7219">
                  <c:v>1.3938106398616905E-6</c:v>
                </c:pt>
                <c:pt idx="7220">
                  <c:v>0</c:v>
                </c:pt>
                <c:pt idx="7221">
                  <c:v>0</c:v>
                </c:pt>
                <c:pt idx="7222">
                  <c:v>0</c:v>
                </c:pt>
                <c:pt idx="7223">
                  <c:v>0</c:v>
                </c:pt>
                <c:pt idx="7224">
                  <c:v>8.1822260087921987E-7</c:v>
                </c:pt>
                <c:pt idx="7225">
                  <c:v>6.98455801151447E-4</c:v>
                </c:pt>
                <c:pt idx="7226">
                  <c:v>4.1258254783727731E-6</c:v>
                </c:pt>
                <c:pt idx="7227">
                  <c:v>0</c:v>
                </c:pt>
                <c:pt idx="7228">
                  <c:v>0</c:v>
                </c:pt>
                <c:pt idx="7229">
                  <c:v>1.3494616778721012E-4</c:v>
                </c:pt>
                <c:pt idx="7230">
                  <c:v>0</c:v>
                </c:pt>
                <c:pt idx="7231">
                  <c:v>3.1685907263768608E-5</c:v>
                </c:pt>
                <c:pt idx="7232">
                  <c:v>8.6474326350295406E-6</c:v>
                </c:pt>
                <c:pt idx="7233">
                  <c:v>2.8912873021053956E-7</c:v>
                </c:pt>
                <c:pt idx="7234">
                  <c:v>9.3322242963194371E-7</c:v>
                </c:pt>
                <c:pt idx="7235">
                  <c:v>0</c:v>
                </c:pt>
                <c:pt idx="7236">
                  <c:v>5.5790024935253958E-6</c:v>
                </c:pt>
                <c:pt idx="7237">
                  <c:v>0</c:v>
                </c:pt>
                <c:pt idx="7238">
                  <c:v>2.3911834097139192E-5</c:v>
                </c:pt>
                <c:pt idx="7239">
                  <c:v>0</c:v>
                </c:pt>
                <c:pt idx="7240">
                  <c:v>0</c:v>
                </c:pt>
                <c:pt idx="7241">
                  <c:v>7.0321686864452949E-5</c:v>
                </c:pt>
                <c:pt idx="7242">
                  <c:v>1.6311620856914225E-7</c:v>
                </c:pt>
                <c:pt idx="7243">
                  <c:v>1.9046165882246053E-5</c:v>
                </c:pt>
                <c:pt idx="7244">
                  <c:v>6.8607426727530572E-6</c:v>
                </c:pt>
                <c:pt idx="7245">
                  <c:v>1.2517013450001299E-5</c:v>
                </c:pt>
                <c:pt idx="7246">
                  <c:v>9.8417814666261242E-8</c:v>
                </c:pt>
                <c:pt idx="7247">
                  <c:v>2.362024211171119E-5</c:v>
                </c:pt>
                <c:pt idx="7248">
                  <c:v>5.7333612033239154E-7</c:v>
                </c:pt>
                <c:pt idx="7249">
                  <c:v>1.6056157320622092E-5</c:v>
                </c:pt>
                <c:pt idx="7250">
                  <c:v>1.7359071868596212E-5</c:v>
                </c:pt>
                <c:pt idx="7251">
                  <c:v>1.0955789270638967E-4</c:v>
                </c:pt>
                <c:pt idx="7252">
                  <c:v>3.3111687739772192E-6</c:v>
                </c:pt>
                <c:pt idx="7253">
                  <c:v>5.7144210714714727E-6</c:v>
                </c:pt>
                <c:pt idx="7254">
                  <c:v>2.2636758783284908E-6</c:v>
                </c:pt>
                <c:pt idx="7255">
                  <c:v>6.7544743463960694E-6</c:v>
                </c:pt>
                <c:pt idx="7256">
                  <c:v>1.0041487800149219E-6</c:v>
                </c:pt>
                <c:pt idx="7257">
                  <c:v>3.1060035486371464E-6</c:v>
                </c:pt>
                <c:pt idx="7258">
                  <c:v>2.2609400424028997E-6</c:v>
                </c:pt>
                <c:pt idx="7259">
                  <c:v>0</c:v>
                </c:pt>
                <c:pt idx="7260">
                  <c:v>4.1425186208006314E-5</c:v>
                </c:pt>
                <c:pt idx="7261">
                  <c:v>1.6589234426616313E-5</c:v>
                </c:pt>
                <c:pt idx="7262">
                  <c:v>3.0551037907949525E-7</c:v>
                </c:pt>
                <c:pt idx="7263">
                  <c:v>0</c:v>
                </c:pt>
                <c:pt idx="7264">
                  <c:v>7.5333357912169505E-8</c:v>
                </c:pt>
                <c:pt idx="7265">
                  <c:v>3.6400335239309714E-6</c:v>
                </c:pt>
                <c:pt idx="7266">
                  <c:v>6.8130050706973832E-6</c:v>
                </c:pt>
                <c:pt idx="7267">
                  <c:v>1.2356514619655832E-5</c:v>
                </c:pt>
                <c:pt idx="7268">
                  <c:v>0</c:v>
                </c:pt>
                <c:pt idx="7269">
                  <c:v>1.3179396897031121E-6</c:v>
                </c:pt>
                <c:pt idx="7270">
                  <c:v>4.829175207100748E-7</c:v>
                </c:pt>
                <c:pt idx="7271">
                  <c:v>0</c:v>
                </c:pt>
                <c:pt idx="7272">
                  <c:v>0</c:v>
                </c:pt>
                <c:pt idx="7273">
                  <c:v>0</c:v>
                </c:pt>
                <c:pt idx="7274">
                  <c:v>3.2292811131536607E-5</c:v>
                </c:pt>
                <c:pt idx="7275">
                  <c:v>8.7642497229451025E-5</c:v>
                </c:pt>
                <c:pt idx="7276">
                  <c:v>5.5628495185262423E-7</c:v>
                </c:pt>
                <c:pt idx="7277">
                  <c:v>1.6759771392085297E-6</c:v>
                </c:pt>
                <c:pt idx="7278">
                  <c:v>3.7756348588537266E-4</c:v>
                </c:pt>
                <c:pt idx="7279">
                  <c:v>8.8496429273530735E-7</c:v>
                </c:pt>
                <c:pt idx="7280">
                  <c:v>4.4325418718834125E-6</c:v>
                </c:pt>
                <c:pt idx="7281">
                  <c:v>0</c:v>
                </c:pt>
                <c:pt idx="7282">
                  <c:v>2.5981760824980137E-6</c:v>
                </c:pt>
                <c:pt idx="7283">
                  <c:v>1.5309117366801125E-5</c:v>
                </c:pt>
                <c:pt idx="7284">
                  <c:v>2.4999763495747811E-5</c:v>
                </c:pt>
                <c:pt idx="7285">
                  <c:v>2.2481438790164098E-4</c:v>
                </c:pt>
                <c:pt idx="7286">
                  <c:v>1.9795040931855174E-5</c:v>
                </c:pt>
                <c:pt idx="7287">
                  <c:v>7.240295233439732E-6</c:v>
                </c:pt>
                <c:pt idx="7288">
                  <c:v>5.1099208203561183E-5</c:v>
                </c:pt>
                <c:pt idx="7289">
                  <c:v>4.8472796198531475E-5</c:v>
                </c:pt>
                <c:pt idx="7290">
                  <c:v>1.9638540387287726E-6</c:v>
                </c:pt>
                <c:pt idx="7291">
                  <c:v>1.6531777702835809E-7</c:v>
                </c:pt>
                <c:pt idx="7292">
                  <c:v>0</c:v>
                </c:pt>
                <c:pt idx="7293">
                  <c:v>0</c:v>
                </c:pt>
                <c:pt idx="7294">
                  <c:v>6.2618608890291015E-6</c:v>
                </c:pt>
                <c:pt idx="7295">
                  <c:v>4.3985842537090327E-5</c:v>
                </c:pt>
                <c:pt idx="7296">
                  <c:v>4.9703864256033826E-5</c:v>
                </c:pt>
                <c:pt idx="7297">
                  <c:v>1.2848204157490361E-6</c:v>
                </c:pt>
                <c:pt idx="7298">
                  <c:v>0</c:v>
                </c:pt>
                <c:pt idx="7299">
                  <c:v>5.1703787826814947E-6</c:v>
                </c:pt>
                <c:pt idx="7300">
                  <c:v>6.885893779119845E-6</c:v>
                </c:pt>
                <c:pt idx="7301">
                  <c:v>9.9679892684176395E-6</c:v>
                </c:pt>
                <c:pt idx="7302">
                  <c:v>3.331787997732999E-7</c:v>
                </c:pt>
                <c:pt idx="7303">
                  <c:v>1.0909634678389541E-6</c:v>
                </c:pt>
                <c:pt idx="7304">
                  <c:v>6.9727911360443755E-5</c:v>
                </c:pt>
                <c:pt idx="7305">
                  <c:v>1.2149234923991778E-5</c:v>
                </c:pt>
                <c:pt idx="7306">
                  <c:v>1.3341946627028324E-5</c:v>
                </c:pt>
                <c:pt idx="7307">
                  <c:v>8.4775394311428362E-6</c:v>
                </c:pt>
                <c:pt idx="7308">
                  <c:v>4.4264647228979933E-5</c:v>
                </c:pt>
                <c:pt idx="7309">
                  <c:v>1.5439644102388801E-5</c:v>
                </c:pt>
                <c:pt idx="7310">
                  <c:v>2.1050152904602086E-5</c:v>
                </c:pt>
                <c:pt idx="7311">
                  <c:v>3.0629408636154117E-5</c:v>
                </c:pt>
                <c:pt idx="7312">
                  <c:v>0</c:v>
                </c:pt>
                <c:pt idx="7313">
                  <c:v>1.9762695024143728E-5</c:v>
                </c:pt>
                <c:pt idx="7314">
                  <c:v>1.5393119881616809E-4</c:v>
                </c:pt>
                <c:pt idx="7315">
                  <c:v>2.0438589584929692E-5</c:v>
                </c:pt>
                <c:pt idx="7316">
                  <c:v>1.5131049387530981E-5</c:v>
                </c:pt>
                <c:pt idx="7317">
                  <c:v>4.1478616348887757E-6</c:v>
                </c:pt>
                <c:pt idx="7318">
                  <c:v>5.0695856660360159E-6</c:v>
                </c:pt>
                <c:pt idx="7319">
                  <c:v>3.0331498574744683E-4</c:v>
                </c:pt>
                <c:pt idx="7320">
                  <c:v>7.7037681862180706E-6</c:v>
                </c:pt>
                <c:pt idx="7321">
                  <c:v>1.3980037763945632E-5</c:v>
                </c:pt>
                <c:pt idx="7322">
                  <c:v>3.460244687065612E-4</c:v>
                </c:pt>
                <c:pt idx="7323">
                  <c:v>4.7989827296771199E-7</c:v>
                </c:pt>
                <c:pt idx="7324">
                  <c:v>5.5340974648197485E-6</c:v>
                </c:pt>
                <c:pt idx="7325">
                  <c:v>6.3945889073578352E-6</c:v>
                </c:pt>
                <c:pt idx="7326">
                  <c:v>3.2942295422521231E-7</c:v>
                </c:pt>
                <c:pt idx="7327">
                  <c:v>4.0347042014399684E-6</c:v>
                </c:pt>
                <c:pt idx="7328">
                  <c:v>9.2248763205525662E-6</c:v>
                </c:pt>
                <c:pt idx="7329">
                  <c:v>1.1010659583656103E-5</c:v>
                </c:pt>
                <c:pt idx="7330">
                  <c:v>0</c:v>
                </c:pt>
                <c:pt idx="7331">
                  <c:v>1.2770994149583943E-6</c:v>
                </c:pt>
                <c:pt idx="7332">
                  <c:v>2.136899898005284E-5</c:v>
                </c:pt>
                <c:pt idx="7333">
                  <c:v>2.5612528640035119E-6</c:v>
                </c:pt>
                <c:pt idx="7334">
                  <c:v>0</c:v>
                </c:pt>
                <c:pt idx="7335">
                  <c:v>2.3127415366826711E-4</c:v>
                </c:pt>
                <c:pt idx="7336">
                  <c:v>1.1799684687710335E-3</c:v>
                </c:pt>
                <c:pt idx="7337">
                  <c:v>1.4710990054629025E-5</c:v>
                </c:pt>
                <c:pt idx="7338">
                  <c:v>7.7386378046373876E-5</c:v>
                </c:pt>
                <c:pt idx="7339">
                  <c:v>5.4176254027912051E-6</c:v>
                </c:pt>
                <c:pt idx="7340">
                  <c:v>1.4071287435163961E-5</c:v>
                </c:pt>
                <c:pt idx="7341">
                  <c:v>1.1332034976987267E-5</c:v>
                </c:pt>
                <c:pt idx="7342">
                  <c:v>1.6611039650726093E-5</c:v>
                </c:pt>
                <c:pt idx="7343">
                  <c:v>2.3010321216162916E-5</c:v>
                </c:pt>
                <c:pt idx="7344">
                  <c:v>8.2484534237120506E-6</c:v>
                </c:pt>
                <c:pt idx="7345">
                  <c:v>0</c:v>
                </c:pt>
                <c:pt idx="7346">
                  <c:v>9.980295428008286E-7</c:v>
                </c:pt>
                <c:pt idx="7347">
                  <c:v>6.7807384721300652E-4</c:v>
                </c:pt>
                <c:pt idx="7348">
                  <c:v>9.450279738945708E-6</c:v>
                </c:pt>
                <c:pt idx="7349">
                  <c:v>2.0473237101074865E-3</c:v>
                </c:pt>
                <c:pt idx="7350">
                  <c:v>2.0753217218274057E-6</c:v>
                </c:pt>
                <c:pt idx="7351">
                  <c:v>3.2204911057657374E-6</c:v>
                </c:pt>
                <c:pt idx="7352">
                  <c:v>1.7799201154167979E-5</c:v>
                </c:pt>
                <c:pt idx="7353">
                  <c:v>8.2017436965569232E-6</c:v>
                </c:pt>
                <c:pt idx="7354">
                  <c:v>3.2611093792877462E-6</c:v>
                </c:pt>
                <c:pt idx="7355">
                  <c:v>0</c:v>
                </c:pt>
                <c:pt idx="7356">
                  <c:v>0</c:v>
                </c:pt>
                <c:pt idx="7357">
                  <c:v>0</c:v>
                </c:pt>
                <c:pt idx="7358">
                  <c:v>1.1206281814558221E-6</c:v>
                </c:pt>
                <c:pt idx="7359">
                  <c:v>5.4259162816388122E-5</c:v>
                </c:pt>
                <c:pt idx="7360">
                  <c:v>1.8654229311247319E-5</c:v>
                </c:pt>
                <c:pt idx="7361">
                  <c:v>5.9311282619142439E-6</c:v>
                </c:pt>
                <c:pt idx="7362">
                  <c:v>1.4358861983457682E-6</c:v>
                </c:pt>
                <c:pt idx="7363">
                  <c:v>1.9781499094665655E-6</c:v>
                </c:pt>
                <c:pt idx="7364">
                  <c:v>3.1785213486317289E-5</c:v>
                </c:pt>
                <c:pt idx="7365">
                  <c:v>1.4806415499774483E-5</c:v>
                </c:pt>
                <c:pt idx="7366">
                  <c:v>6.0847607609054523E-5</c:v>
                </c:pt>
                <c:pt idx="7367">
                  <c:v>8.8774916477019723E-5</c:v>
                </c:pt>
                <c:pt idx="7368">
                  <c:v>1.1296576721969787E-5</c:v>
                </c:pt>
                <c:pt idx="7369">
                  <c:v>3.0657400235898222E-6</c:v>
                </c:pt>
                <c:pt idx="7370">
                  <c:v>6.5094549287792602E-6</c:v>
                </c:pt>
                <c:pt idx="7371">
                  <c:v>1.5025449791438354E-5</c:v>
                </c:pt>
                <c:pt idx="7372">
                  <c:v>1.3795288902195688E-6</c:v>
                </c:pt>
                <c:pt idx="7373">
                  <c:v>5.8050282183654198E-5</c:v>
                </c:pt>
                <c:pt idx="7374">
                  <c:v>2.0036371951722036E-6</c:v>
                </c:pt>
                <c:pt idx="7375">
                  <c:v>1.0469387025959607E-4</c:v>
                </c:pt>
                <c:pt idx="7376">
                  <c:v>6.9472212705901376E-6</c:v>
                </c:pt>
                <c:pt idx="7377">
                  <c:v>7.2403778747583335E-6</c:v>
                </c:pt>
                <c:pt idx="7378">
                  <c:v>2.3003526202834601E-6</c:v>
                </c:pt>
                <c:pt idx="7379">
                  <c:v>1.7347723812632417E-6</c:v>
                </c:pt>
                <c:pt idx="7380">
                  <c:v>1.0329605767988567E-5</c:v>
                </c:pt>
                <c:pt idx="7381">
                  <c:v>1.0150751510575553E-7</c:v>
                </c:pt>
                <c:pt idx="7382">
                  <c:v>7.1858127081659282E-4</c:v>
                </c:pt>
                <c:pt idx="7383">
                  <c:v>9.5218366274283895E-6</c:v>
                </c:pt>
                <c:pt idx="7384">
                  <c:v>0</c:v>
                </c:pt>
                <c:pt idx="7385">
                  <c:v>5.9357400854639397E-6</c:v>
                </c:pt>
                <c:pt idx="7386">
                  <c:v>1.852314591254493E-5</c:v>
                </c:pt>
                <c:pt idx="7387">
                  <c:v>8.3594080318536601E-6</c:v>
                </c:pt>
                <c:pt idx="7388">
                  <c:v>1.4543569818560587E-4</c:v>
                </c:pt>
                <c:pt idx="7389">
                  <c:v>1.346183915735392E-4</c:v>
                </c:pt>
                <c:pt idx="7390">
                  <c:v>4.3744801388997093E-7</c:v>
                </c:pt>
                <c:pt idx="7391">
                  <c:v>2.3868574588058811E-6</c:v>
                </c:pt>
                <c:pt idx="7392">
                  <c:v>6.082890670076189E-6</c:v>
                </c:pt>
                <c:pt idx="7393">
                  <c:v>5.3312657525061383E-4</c:v>
                </c:pt>
                <c:pt idx="7394">
                  <c:v>1.6902786272298286E-5</c:v>
                </c:pt>
                <c:pt idx="7395">
                  <c:v>2.819194174955647E-6</c:v>
                </c:pt>
                <c:pt idx="7396">
                  <c:v>1.7218900597521868E-5</c:v>
                </c:pt>
                <c:pt idx="7397">
                  <c:v>1.7558859545105637E-3</c:v>
                </c:pt>
                <c:pt idx="7398">
                  <c:v>1.542755590970738E-6</c:v>
                </c:pt>
                <c:pt idx="7399">
                  <c:v>3.6226700753594015E-5</c:v>
                </c:pt>
                <c:pt idx="7400">
                  <c:v>3.885544870347296E-6</c:v>
                </c:pt>
                <c:pt idx="7401">
                  <c:v>2.3181348768557492E-5</c:v>
                </c:pt>
                <c:pt idx="7402">
                  <c:v>0</c:v>
                </c:pt>
                <c:pt idx="7403">
                  <c:v>0</c:v>
                </c:pt>
                <c:pt idx="7404">
                  <c:v>2.3846723589046237E-6</c:v>
                </c:pt>
                <c:pt idx="7405">
                  <c:v>1.0848147204356756E-6</c:v>
                </c:pt>
                <c:pt idx="7406">
                  <c:v>1.0600189553971435E-5</c:v>
                </c:pt>
                <c:pt idx="7407">
                  <c:v>3.2333367062924622E-5</c:v>
                </c:pt>
                <c:pt idx="7408">
                  <c:v>6.7132032026961567E-8</c:v>
                </c:pt>
                <c:pt idx="7409">
                  <c:v>1.3656760802565086E-5</c:v>
                </c:pt>
                <c:pt idx="7410">
                  <c:v>1.4100068540732564E-5</c:v>
                </c:pt>
                <c:pt idx="7411">
                  <c:v>3.7142702259969229E-5</c:v>
                </c:pt>
                <c:pt idx="7412">
                  <c:v>3.8413111412103889E-7</c:v>
                </c:pt>
                <c:pt idx="7413">
                  <c:v>4.3665221176760382E-7</c:v>
                </c:pt>
                <c:pt idx="7414">
                  <c:v>0</c:v>
                </c:pt>
                <c:pt idx="7415">
                  <c:v>0</c:v>
                </c:pt>
                <c:pt idx="7416">
                  <c:v>1.4599482980156466E-5</c:v>
                </c:pt>
                <c:pt idx="7417">
                  <c:v>0</c:v>
                </c:pt>
                <c:pt idx="7418">
                  <c:v>0</c:v>
                </c:pt>
                <c:pt idx="7419">
                  <c:v>0</c:v>
                </c:pt>
                <c:pt idx="7420">
                  <c:v>0</c:v>
                </c:pt>
                <c:pt idx="7421">
                  <c:v>0</c:v>
                </c:pt>
                <c:pt idx="7422">
                  <c:v>0</c:v>
                </c:pt>
                <c:pt idx="7423">
                  <c:v>0</c:v>
                </c:pt>
                <c:pt idx="7424">
                  <c:v>4.5298496059020415E-6</c:v>
                </c:pt>
                <c:pt idx="7425">
                  <c:v>3.2990692526472002E-6</c:v>
                </c:pt>
                <c:pt idx="7426">
                  <c:v>0</c:v>
                </c:pt>
                <c:pt idx="7427">
                  <c:v>8.5817826928733628E-7</c:v>
                </c:pt>
                <c:pt idx="7428">
                  <c:v>0</c:v>
                </c:pt>
                <c:pt idx="7429">
                  <c:v>0</c:v>
                </c:pt>
                <c:pt idx="7430">
                  <c:v>8.1154249179162156E-5</c:v>
                </c:pt>
                <c:pt idx="7431">
                  <c:v>0</c:v>
                </c:pt>
                <c:pt idx="7432">
                  <c:v>7.2271104823508153E-7</c:v>
                </c:pt>
                <c:pt idx="7433">
                  <c:v>1.7524363260734587E-6</c:v>
                </c:pt>
                <c:pt idx="7434">
                  <c:v>3.6487349201907731E-5</c:v>
                </c:pt>
                <c:pt idx="7435">
                  <c:v>0</c:v>
                </c:pt>
                <c:pt idx="7436">
                  <c:v>1.4242493475487452E-6</c:v>
                </c:pt>
                <c:pt idx="7437">
                  <c:v>0</c:v>
                </c:pt>
                <c:pt idx="7438">
                  <c:v>0</c:v>
                </c:pt>
                <c:pt idx="7439">
                  <c:v>0</c:v>
                </c:pt>
                <c:pt idx="7440">
                  <c:v>0</c:v>
                </c:pt>
                <c:pt idx="7441">
                  <c:v>6.3660622863644636E-6</c:v>
                </c:pt>
                <c:pt idx="7442">
                  <c:v>0</c:v>
                </c:pt>
                <c:pt idx="7443">
                  <c:v>0</c:v>
                </c:pt>
                <c:pt idx="7444">
                  <c:v>5.9616808972615812E-6</c:v>
                </c:pt>
                <c:pt idx="7445">
                  <c:v>1.3537138725233635E-5</c:v>
                </c:pt>
                <c:pt idx="7446">
                  <c:v>2.7496732301655342E-5</c:v>
                </c:pt>
                <c:pt idx="7447">
                  <c:v>1.2215230124941992E-7</c:v>
                </c:pt>
                <c:pt idx="7448">
                  <c:v>1.6711192344571883E-5</c:v>
                </c:pt>
                <c:pt idx="7449">
                  <c:v>3.7909200472739143E-5</c:v>
                </c:pt>
                <c:pt idx="7450">
                  <c:v>1.8926635754607436E-6</c:v>
                </c:pt>
                <c:pt idx="7451">
                  <c:v>0</c:v>
                </c:pt>
                <c:pt idx="7452">
                  <c:v>0</c:v>
                </c:pt>
                <c:pt idx="7453">
                  <c:v>0</c:v>
                </c:pt>
                <c:pt idx="7454">
                  <c:v>0</c:v>
                </c:pt>
                <c:pt idx="7455">
                  <c:v>0</c:v>
                </c:pt>
                <c:pt idx="7456">
                  <c:v>5.639090690264776E-7</c:v>
                </c:pt>
                <c:pt idx="7457">
                  <c:v>0</c:v>
                </c:pt>
                <c:pt idx="7458">
                  <c:v>1.664844885683126E-4</c:v>
                </c:pt>
                <c:pt idx="7459">
                  <c:v>0</c:v>
                </c:pt>
                <c:pt idx="7460">
                  <c:v>1.7785557605827875E-6</c:v>
                </c:pt>
                <c:pt idx="7461">
                  <c:v>0</c:v>
                </c:pt>
                <c:pt idx="7462">
                  <c:v>5.9354179858199032E-7</c:v>
                </c:pt>
                <c:pt idx="7463">
                  <c:v>6.3029980237413588E-7</c:v>
                </c:pt>
                <c:pt idx="7464">
                  <c:v>1.0088005956339621E-5</c:v>
                </c:pt>
                <c:pt idx="7465">
                  <c:v>3.6316438888978864E-7</c:v>
                </c:pt>
                <c:pt idx="7466">
                  <c:v>0</c:v>
                </c:pt>
                <c:pt idx="7467">
                  <c:v>0</c:v>
                </c:pt>
                <c:pt idx="7468">
                  <c:v>4.1886213972469834E-5</c:v>
                </c:pt>
                <c:pt idx="7469">
                  <c:v>5.1235937642559414E-6</c:v>
                </c:pt>
                <c:pt idx="7470">
                  <c:v>9.9439845818564583E-5</c:v>
                </c:pt>
                <c:pt idx="7471">
                  <c:v>7.3791639356677016E-5</c:v>
                </c:pt>
                <c:pt idx="7472">
                  <c:v>0</c:v>
                </c:pt>
                <c:pt idx="7473">
                  <c:v>0</c:v>
                </c:pt>
                <c:pt idx="7474">
                  <c:v>2.3583018301053406E-5</c:v>
                </c:pt>
                <c:pt idx="7475">
                  <c:v>2.2682489609109645E-7</c:v>
                </c:pt>
                <c:pt idx="7476">
                  <c:v>0</c:v>
                </c:pt>
                <c:pt idx="7477">
                  <c:v>2.4513185345754956E-5</c:v>
                </c:pt>
                <c:pt idx="7478">
                  <c:v>0</c:v>
                </c:pt>
                <c:pt idx="7479">
                  <c:v>0</c:v>
                </c:pt>
                <c:pt idx="7480">
                  <c:v>0</c:v>
                </c:pt>
                <c:pt idx="7481">
                  <c:v>1.1981195400640456E-6</c:v>
                </c:pt>
                <c:pt idx="7482">
                  <c:v>1.2734484306332529E-5</c:v>
                </c:pt>
                <c:pt idx="7483">
                  <c:v>0</c:v>
                </c:pt>
                <c:pt idx="7484">
                  <c:v>1.8516618554795587E-5</c:v>
                </c:pt>
                <c:pt idx="7485">
                  <c:v>9.9520141792477305E-5</c:v>
                </c:pt>
                <c:pt idx="7486">
                  <c:v>2.9473059935836802E-5</c:v>
                </c:pt>
                <c:pt idx="7487">
                  <c:v>4.8171415094015924E-6</c:v>
                </c:pt>
                <c:pt idx="7488">
                  <c:v>8.4137472028769886E-6</c:v>
                </c:pt>
                <c:pt idx="7489">
                  <c:v>0</c:v>
                </c:pt>
                <c:pt idx="7490">
                  <c:v>7.1951486724153429E-6</c:v>
                </c:pt>
                <c:pt idx="7491">
                  <c:v>1.0179078784747438E-6</c:v>
                </c:pt>
                <c:pt idx="7492">
                  <c:v>9.9918600808796395E-6</c:v>
                </c:pt>
                <c:pt idx="7493">
                  <c:v>0</c:v>
                </c:pt>
                <c:pt idx="7494">
                  <c:v>0</c:v>
                </c:pt>
                <c:pt idx="7495">
                  <c:v>0</c:v>
                </c:pt>
                <c:pt idx="7496">
                  <c:v>0</c:v>
                </c:pt>
                <c:pt idx="7497">
                  <c:v>5.1498896618484931E-7</c:v>
                </c:pt>
                <c:pt idx="7498">
                  <c:v>2.109618663309523E-4</c:v>
                </c:pt>
                <c:pt idx="7499">
                  <c:v>2.7552962838059605E-7</c:v>
                </c:pt>
                <c:pt idx="7500">
                  <c:v>0</c:v>
                </c:pt>
                <c:pt idx="7501">
                  <c:v>8.88799922674201E-6</c:v>
                </c:pt>
                <c:pt idx="7502">
                  <c:v>2.4164247897704698E-5</c:v>
                </c:pt>
                <c:pt idx="7503">
                  <c:v>1.028233068438222E-5</c:v>
                </c:pt>
                <c:pt idx="7504">
                  <c:v>4.268799628613432E-5</c:v>
                </c:pt>
                <c:pt idx="7505">
                  <c:v>7.2432365656231519E-6</c:v>
                </c:pt>
                <c:pt idx="7506">
                  <c:v>4.1449960555512894E-7</c:v>
                </c:pt>
                <c:pt idx="7507">
                  <c:v>2.3051152827735107E-7</c:v>
                </c:pt>
                <c:pt idx="7508">
                  <c:v>7.8238795449487829E-6</c:v>
                </c:pt>
                <c:pt idx="7509">
                  <c:v>9.2683253083031806E-5</c:v>
                </c:pt>
                <c:pt idx="7510">
                  <c:v>6.1354275172182012E-8</c:v>
                </c:pt>
                <c:pt idx="7511">
                  <c:v>0</c:v>
                </c:pt>
                <c:pt idx="7512">
                  <c:v>0</c:v>
                </c:pt>
                <c:pt idx="7513">
                  <c:v>7.1037578792333373E-7</c:v>
                </c:pt>
                <c:pt idx="7514">
                  <c:v>2.9848760480073943E-5</c:v>
                </c:pt>
                <c:pt idx="7515">
                  <c:v>1.69975594968181E-7</c:v>
                </c:pt>
                <c:pt idx="7516">
                  <c:v>1.1466722406647712E-6</c:v>
                </c:pt>
                <c:pt idx="7517">
                  <c:v>0</c:v>
                </c:pt>
                <c:pt idx="7518">
                  <c:v>7.721145460063713E-7</c:v>
                </c:pt>
                <c:pt idx="7519">
                  <c:v>0</c:v>
                </c:pt>
                <c:pt idx="7520">
                  <c:v>1.0069957558435721E-5</c:v>
                </c:pt>
                <c:pt idx="7521">
                  <c:v>0</c:v>
                </c:pt>
                <c:pt idx="7522">
                  <c:v>8.6652131258731348E-6</c:v>
                </c:pt>
                <c:pt idx="7523">
                  <c:v>0</c:v>
                </c:pt>
                <c:pt idx="7524">
                  <c:v>1.3123440416699159E-6</c:v>
                </c:pt>
                <c:pt idx="7525">
                  <c:v>4.9534554514011681E-7</c:v>
                </c:pt>
                <c:pt idx="7526">
                  <c:v>0</c:v>
                </c:pt>
                <c:pt idx="7527">
                  <c:v>5.5377660947359807E-4</c:v>
                </c:pt>
                <c:pt idx="7528">
                  <c:v>1.8693054255067194E-5</c:v>
                </c:pt>
                <c:pt idx="7529">
                  <c:v>5.149430043388551E-6</c:v>
                </c:pt>
                <c:pt idx="7530">
                  <c:v>1.023296113504641E-6</c:v>
                </c:pt>
                <c:pt idx="7531">
                  <c:v>0</c:v>
                </c:pt>
                <c:pt idx="7532">
                  <c:v>0</c:v>
                </c:pt>
                <c:pt idx="7533">
                  <c:v>0</c:v>
                </c:pt>
                <c:pt idx="7534">
                  <c:v>1.4410052222257881E-7</c:v>
                </c:pt>
                <c:pt idx="7535">
                  <c:v>3.9602322433182873E-5</c:v>
                </c:pt>
                <c:pt idx="7536">
                  <c:v>1.8159662781722425E-5</c:v>
                </c:pt>
                <c:pt idx="7537">
                  <c:v>0</c:v>
                </c:pt>
                <c:pt idx="7538">
                  <c:v>0</c:v>
                </c:pt>
                <c:pt idx="7539">
                  <c:v>5.4228600975186882E-5</c:v>
                </c:pt>
                <c:pt idx="7540">
                  <c:v>3.5398092158452894E-6</c:v>
                </c:pt>
                <c:pt idx="7541">
                  <c:v>1.8301800726899686E-5</c:v>
                </c:pt>
                <c:pt idx="7542">
                  <c:v>0</c:v>
                </c:pt>
                <c:pt idx="7543">
                  <c:v>0</c:v>
                </c:pt>
                <c:pt idx="7544">
                  <c:v>0</c:v>
                </c:pt>
                <c:pt idx="7545">
                  <c:v>0</c:v>
                </c:pt>
                <c:pt idx="7546">
                  <c:v>0</c:v>
                </c:pt>
                <c:pt idx="7547">
                  <c:v>0</c:v>
                </c:pt>
                <c:pt idx="7548">
                  <c:v>2.5109515997284352E-4</c:v>
                </c:pt>
                <c:pt idx="7549">
                  <c:v>1.1976354513609858E-5</c:v>
                </c:pt>
                <c:pt idx="7550">
                  <c:v>0</c:v>
                </c:pt>
                <c:pt idx="7551">
                  <c:v>0</c:v>
                </c:pt>
                <c:pt idx="7552">
                  <c:v>6.2552329405588354E-6</c:v>
                </c:pt>
                <c:pt idx="7553">
                  <c:v>0</c:v>
                </c:pt>
                <c:pt idx="7554">
                  <c:v>2.3252736923252201E-5</c:v>
                </c:pt>
                <c:pt idx="7555">
                  <c:v>6.6616386962018947E-5</c:v>
                </c:pt>
                <c:pt idx="7556">
                  <c:v>0</c:v>
                </c:pt>
                <c:pt idx="7557">
                  <c:v>1.9428058013314294E-5</c:v>
                </c:pt>
                <c:pt idx="7558">
                  <c:v>3.7591690124860395E-6</c:v>
                </c:pt>
                <c:pt idx="7559">
                  <c:v>1.0793354118681003E-5</c:v>
                </c:pt>
                <c:pt idx="7560">
                  <c:v>2.4914314134151951E-5</c:v>
                </c:pt>
                <c:pt idx="7561">
                  <c:v>1.4714974829008742E-6</c:v>
                </c:pt>
                <c:pt idx="7562">
                  <c:v>6.8976444510978577E-7</c:v>
                </c:pt>
                <c:pt idx="7563">
                  <c:v>2.8069580891273212E-6</c:v>
                </c:pt>
                <c:pt idx="7564">
                  <c:v>3.0213076159334085E-5</c:v>
                </c:pt>
                <c:pt idx="7565">
                  <c:v>1.1332765369186918E-6</c:v>
                </c:pt>
                <c:pt idx="7566">
                  <c:v>0</c:v>
                </c:pt>
                <c:pt idx="7567">
                  <c:v>6.5385611958495473E-6</c:v>
                </c:pt>
                <c:pt idx="7568">
                  <c:v>1.9908681358265953E-6</c:v>
                </c:pt>
                <c:pt idx="7569">
                  <c:v>5.2039320666795432E-5</c:v>
                </c:pt>
                <c:pt idx="7570">
                  <c:v>1.7910258260534416E-6</c:v>
                </c:pt>
                <c:pt idx="7571">
                  <c:v>1.8858034530160186E-6</c:v>
                </c:pt>
                <c:pt idx="7572">
                  <c:v>1.0173101314441141E-4</c:v>
                </c:pt>
                <c:pt idx="7573">
                  <c:v>8.4381055472743024E-7</c:v>
                </c:pt>
                <c:pt idx="7574">
                  <c:v>2.9655496672151867E-6</c:v>
                </c:pt>
                <c:pt idx="7575">
                  <c:v>6.0258204362149522E-5</c:v>
                </c:pt>
                <c:pt idx="7576">
                  <c:v>1.389738690278767E-5</c:v>
                </c:pt>
                <c:pt idx="7577">
                  <c:v>4.850434159335377E-5</c:v>
                </c:pt>
                <c:pt idx="7578">
                  <c:v>0</c:v>
                </c:pt>
                <c:pt idx="7579">
                  <c:v>1.202564222198669E-5</c:v>
                </c:pt>
                <c:pt idx="7580">
                  <c:v>6.8319343769994968E-5</c:v>
                </c:pt>
                <c:pt idx="7581">
                  <c:v>6.6813287983232832E-6</c:v>
                </c:pt>
                <c:pt idx="7582">
                  <c:v>2.7726389124812967E-5</c:v>
                </c:pt>
                <c:pt idx="7583">
                  <c:v>1.5851057444483724E-5</c:v>
                </c:pt>
                <c:pt idx="7584">
                  <c:v>0</c:v>
                </c:pt>
                <c:pt idx="7585">
                  <c:v>1.20178978642517E-6</c:v>
                </c:pt>
                <c:pt idx="7586">
                  <c:v>1.8369366289184709E-4</c:v>
                </c:pt>
                <c:pt idx="7587">
                  <c:v>1.0633963537652509E-4</c:v>
                </c:pt>
                <c:pt idx="7588">
                  <c:v>0</c:v>
                </c:pt>
                <c:pt idx="7589">
                  <c:v>0</c:v>
                </c:pt>
                <c:pt idx="7590">
                  <c:v>8.489854333844486E-8</c:v>
                </c:pt>
                <c:pt idx="7591">
                  <c:v>4.8199346888176331E-6</c:v>
                </c:pt>
                <c:pt idx="7592">
                  <c:v>1.6298466323965059E-6</c:v>
                </c:pt>
                <c:pt idx="7593">
                  <c:v>0</c:v>
                </c:pt>
                <c:pt idx="7594">
                  <c:v>4.9579755147679719E-5</c:v>
                </c:pt>
                <c:pt idx="7595">
                  <c:v>2.6066518506072968E-6</c:v>
                </c:pt>
                <c:pt idx="7596">
                  <c:v>0</c:v>
                </c:pt>
                <c:pt idx="7597">
                  <c:v>0</c:v>
                </c:pt>
                <c:pt idx="7598">
                  <c:v>0</c:v>
                </c:pt>
                <c:pt idx="7599">
                  <c:v>2.0511208447716698E-6</c:v>
                </c:pt>
                <c:pt idx="7600">
                  <c:v>2.7345073817570359E-5</c:v>
                </c:pt>
                <c:pt idx="7601">
                  <c:v>1.8448936222806678E-5</c:v>
                </c:pt>
                <c:pt idx="7602">
                  <c:v>1.1135040353562851E-6</c:v>
                </c:pt>
                <c:pt idx="7603">
                  <c:v>1.2085166606827473E-5</c:v>
                </c:pt>
                <c:pt idx="7604">
                  <c:v>1.9528246074317295E-5</c:v>
                </c:pt>
                <c:pt idx="7605">
                  <c:v>1.8115840087770679E-5</c:v>
                </c:pt>
                <c:pt idx="7606">
                  <c:v>1.3118473238724523E-4</c:v>
                </c:pt>
                <c:pt idx="7607">
                  <c:v>4.6674591782255485E-6</c:v>
                </c:pt>
                <c:pt idx="7608">
                  <c:v>1.7126283304860506E-5</c:v>
                </c:pt>
                <c:pt idx="7609">
                  <c:v>5.7288467456834842E-5</c:v>
                </c:pt>
                <c:pt idx="7610">
                  <c:v>0</c:v>
                </c:pt>
                <c:pt idx="7611">
                  <c:v>0</c:v>
                </c:pt>
                <c:pt idx="7612">
                  <c:v>5.4805627897632861E-6</c:v>
                </c:pt>
                <c:pt idx="7613">
                  <c:v>0</c:v>
                </c:pt>
                <c:pt idx="7614">
                  <c:v>0</c:v>
                </c:pt>
                <c:pt idx="7615">
                  <c:v>0</c:v>
                </c:pt>
                <c:pt idx="7616">
                  <c:v>5.8881177396603923E-6</c:v>
                </c:pt>
                <c:pt idx="7617">
                  <c:v>2.0004172932121325E-6</c:v>
                </c:pt>
                <c:pt idx="7618">
                  <c:v>0</c:v>
                </c:pt>
                <c:pt idx="7619">
                  <c:v>4.0219100978540742E-7</c:v>
                </c:pt>
                <c:pt idx="7620">
                  <c:v>0</c:v>
                </c:pt>
                <c:pt idx="7621">
                  <c:v>0</c:v>
                </c:pt>
                <c:pt idx="7622">
                  <c:v>0</c:v>
                </c:pt>
                <c:pt idx="7623">
                  <c:v>0</c:v>
                </c:pt>
                <c:pt idx="7624">
                  <c:v>0</c:v>
                </c:pt>
                <c:pt idx="7625">
                  <c:v>0</c:v>
                </c:pt>
                <c:pt idx="7626">
                  <c:v>1.7168597469147337E-5</c:v>
                </c:pt>
                <c:pt idx="7627">
                  <c:v>5.0910440001830949E-5</c:v>
                </c:pt>
                <c:pt idx="7628">
                  <c:v>4.3813450231792697E-6</c:v>
                </c:pt>
                <c:pt idx="7629">
                  <c:v>1.4152305184930286E-5</c:v>
                </c:pt>
                <c:pt idx="7630">
                  <c:v>0</c:v>
                </c:pt>
                <c:pt idx="7631">
                  <c:v>0</c:v>
                </c:pt>
                <c:pt idx="7632">
                  <c:v>3.0637090175370871E-7</c:v>
                </c:pt>
                <c:pt idx="7633">
                  <c:v>9.5668275781268884E-6</c:v>
                </c:pt>
                <c:pt idx="7634">
                  <c:v>3.113382475929322E-6</c:v>
                </c:pt>
                <c:pt idx="7635">
                  <c:v>0</c:v>
                </c:pt>
                <c:pt idx="7636">
                  <c:v>4.9385787047433793E-6</c:v>
                </c:pt>
                <c:pt idx="7637">
                  <c:v>1.7153578803444341E-5</c:v>
                </c:pt>
                <c:pt idx="7638">
                  <c:v>2.7340500868123266E-7</c:v>
                </c:pt>
                <c:pt idx="7639">
                  <c:v>0</c:v>
                </c:pt>
                <c:pt idx="7640">
                  <c:v>9.1270114411015189E-6</c:v>
                </c:pt>
                <c:pt idx="7641">
                  <c:v>6.6262617185956594E-7</c:v>
                </c:pt>
                <c:pt idx="7642">
                  <c:v>0</c:v>
                </c:pt>
                <c:pt idx="7643">
                  <c:v>0</c:v>
                </c:pt>
                <c:pt idx="7644">
                  <c:v>0</c:v>
                </c:pt>
                <c:pt idx="7645">
                  <c:v>0</c:v>
                </c:pt>
                <c:pt idx="7646">
                  <c:v>0</c:v>
                </c:pt>
                <c:pt idx="7647">
                  <c:v>7.1149718249602007E-6</c:v>
                </c:pt>
                <c:pt idx="7648">
                  <c:v>5.8099196926717021E-6</c:v>
                </c:pt>
                <c:pt idx="7649">
                  <c:v>3.7830892782752409E-6</c:v>
                </c:pt>
                <c:pt idx="7650">
                  <c:v>6.1143347503303904E-6</c:v>
                </c:pt>
                <c:pt idx="7651">
                  <c:v>1.2290443628562004E-6</c:v>
                </c:pt>
                <c:pt idx="7652">
                  <c:v>0</c:v>
                </c:pt>
                <c:pt idx="7653">
                  <c:v>0</c:v>
                </c:pt>
                <c:pt idx="7654">
                  <c:v>0</c:v>
                </c:pt>
                <c:pt idx="7655">
                  <c:v>0</c:v>
                </c:pt>
                <c:pt idx="7656">
                  <c:v>0</c:v>
                </c:pt>
                <c:pt idx="7657">
                  <c:v>1.8256993309139046E-5</c:v>
                </c:pt>
                <c:pt idx="7658">
                  <c:v>1.9129293177204603E-5</c:v>
                </c:pt>
                <c:pt idx="7659">
                  <c:v>0</c:v>
                </c:pt>
                <c:pt idx="7660">
                  <c:v>6.4701596791564114E-5</c:v>
                </c:pt>
                <c:pt idx="7661">
                  <c:v>4.4139648361191022E-5</c:v>
                </c:pt>
                <c:pt idx="7662">
                  <c:v>9.1613822398012732E-5</c:v>
                </c:pt>
                <c:pt idx="7663">
                  <c:v>9.1444788226751648E-6</c:v>
                </c:pt>
                <c:pt idx="7664">
                  <c:v>3.0589034985260856E-6</c:v>
                </c:pt>
                <c:pt idx="7665">
                  <c:v>2.5516354338931427E-5</c:v>
                </c:pt>
                <c:pt idx="7666">
                  <c:v>1.5440191852329743E-4</c:v>
                </c:pt>
                <c:pt idx="7667">
                  <c:v>0</c:v>
                </c:pt>
                <c:pt idx="7668">
                  <c:v>1.9408851303739858E-5</c:v>
                </c:pt>
                <c:pt idx="7669">
                  <c:v>0</c:v>
                </c:pt>
                <c:pt idx="7670">
                  <c:v>0</c:v>
                </c:pt>
                <c:pt idx="7671">
                  <c:v>0</c:v>
                </c:pt>
                <c:pt idx="7672">
                  <c:v>9.3009506005895581E-5</c:v>
                </c:pt>
                <c:pt idx="7673">
                  <c:v>0</c:v>
                </c:pt>
                <c:pt idx="7674">
                  <c:v>8.4208742673027776E-5</c:v>
                </c:pt>
                <c:pt idx="7675">
                  <c:v>0</c:v>
                </c:pt>
                <c:pt idx="7676">
                  <c:v>2.6101748612536713E-6</c:v>
                </c:pt>
                <c:pt idx="7677">
                  <c:v>8.3415265863789839E-7</c:v>
                </c:pt>
                <c:pt idx="7678">
                  <c:v>0</c:v>
                </c:pt>
                <c:pt idx="7679">
                  <c:v>0</c:v>
                </c:pt>
                <c:pt idx="7680">
                  <c:v>3.2110349727609193E-5</c:v>
                </c:pt>
                <c:pt idx="7681">
                  <c:v>4.2262857050850541E-8</c:v>
                </c:pt>
                <c:pt idx="7682">
                  <c:v>0</c:v>
                </c:pt>
                <c:pt idx="7683">
                  <c:v>0</c:v>
                </c:pt>
                <c:pt idx="7684">
                  <c:v>0</c:v>
                </c:pt>
                <c:pt idx="7685">
                  <c:v>0</c:v>
                </c:pt>
                <c:pt idx="7686">
                  <c:v>3.8828238696862093E-7</c:v>
                </c:pt>
                <c:pt idx="7687">
                  <c:v>0</c:v>
                </c:pt>
                <c:pt idx="7688">
                  <c:v>0</c:v>
                </c:pt>
                <c:pt idx="7689">
                  <c:v>0</c:v>
                </c:pt>
                <c:pt idx="7690">
                  <c:v>7.4279750985430917E-5</c:v>
                </c:pt>
                <c:pt idx="7691">
                  <c:v>0</c:v>
                </c:pt>
                <c:pt idx="7692">
                  <c:v>0</c:v>
                </c:pt>
                <c:pt idx="7693">
                  <c:v>3.6524273930813356E-6</c:v>
                </c:pt>
                <c:pt idx="7694">
                  <c:v>0</c:v>
                </c:pt>
                <c:pt idx="7695">
                  <c:v>0</c:v>
                </c:pt>
                <c:pt idx="7696">
                  <c:v>5.5533043798044489E-6</c:v>
                </c:pt>
                <c:pt idx="7697">
                  <c:v>8.2539513575790162E-6</c:v>
                </c:pt>
                <c:pt idx="7698">
                  <c:v>6.8090790555861834E-4</c:v>
                </c:pt>
                <c:pt idx="7699">
                  <c:v>3.0479386858403631E-6</c:v>
                </c:pt>
                <c:pt idx="7700">
                  <c:v>0</c:v>
                </c:pt>
                <c:pt idx="7701">
                  <c:v>0</c:v>
                </c:pt>
                <c:pt idx="7702">
                  <c:v>0</c:v>
                </c:pt>
                <c:pt idx="7703">
                  <c:v>0</c:v>
                </c:pt>
                <c:pt idx="7704">
                  <c:v>6.6516613350440598E-5</c:v>
                </c:pt>
                <c:pt idx="7705">
                  <c:v>0</c:v>
                </c:pt>
                <c:pt idx="7706">
                  <c:v>2.8828961713500427E-8</c:v>
                </c:pt>
                <c:pt idx="7707">
                  <c:v>0</c:v>
                </c:pt>
                <c:pt idx="7708">
                  <c:v>0</c:v>
                </c:pt>
                <c:pt idx="7709">
                  <c:v>1.8976378963809957E-8</c:v>
                </c:pt>
                <c:pt idx="7710">
                  <c:v>0</c:v>
                </c:pt>
                <c:pt idx="7711">
                  <c:v>2.2785983930237992E-6</c:v>
                </c:pt>
                <c:pt idx="7712">
                  <c:v>0</c:v>
                </c:pt>
                <c:pt idx="7713">
                  <c:v>5.9373808194752953E-9</c:v>
                </c:pt>
                <c:pt idx="7714">
                  <c:v>3.1285315652268631E-7</c:v>
                </c:pt>
                <c:pt idx="7715">
                  <c:v>0</c:v>
                </c:pt>
                <c:pt idx="7716">
                  <c:v>6.1962488221921537E-5</c:v>
                </c:pt>
                <c:pt idx="7717">
                  <c:v>2.6275166786215762E-8</c:v>
                </c:pt>
                <c:pt idx="7718">
                  <c:v>0</c:v>
                </c:pt>
                <c:pt idx="7719">
                  <c:v>0</c:v>
                </c:pt>
                <c:pt idx="7720">
                  <c:v>0</c:v>
                </c:pt>
                <c:pt idx="7721">
                  <c:v>1.8652736593714468E-6</c:v>
                </c:pt>
                <c:pt idx="7722">
                  <c:v>1.5383892676862322E-5</c:v>
                </c:pt>
                <c:pt idx="7723">
                  <c:v>2.5645966758369853E-6</c:v>
                </c:pt>
                <c:pt idx="7724">
                  <c:v>0</c:v>
                </c:pt>
                <c:pt idx="7725">
                  <c:v>1.6868747495588918E-8</c:v>
                </c:pt>
                <c:pt idx="7726">
                  <c:v>1.4846434596271671E-6</c:v>
                </c:pt>
                <c:pt idx="7727">
                  <c:v>0</c:v>
                </c:pt>
                <c:pt idx="7728">
                  <c:v>2.661026663539358E-8</c:v>
                </c:pt>
                <c:pt idx="7729">
                  <c:v>0</c:v>
                </c:pt>
                <c:pt idx="7730">
                  <c:v>0</c:v>
                </c:pt>
                <c:pt idx="7731">
                  <c:v>0</c:v>
                </c:pt>
                <c:pt idx="7732">
                  <c:v>6.808149013914412E-7</c:v>
                </c:pt>
                <c:pt idx="7733">
                  <c:v>7.7339764359303227E-6</c:v>
                </c:pt>
                <c:pt idx="7734">
                  <c:v>0</c:v>
                </c:pt>
                <c:pt idx="7735">
                  <c:v>0</c:v>
                </c:pt>
                <c:pt idx="7736">
                  <c:v>0</c:v>
                </c:pt>
                <c:pt idx="7737">
                  <c:v>2.8481071149093192E-6</c:v>
                </c:pt>
                <c:pt idx="7738">
                  <c:v>4.9713088646109548E-6</c:v>
                </c:pt>
                <c:pt idx="7739">
                  <c:v>0</c:v>
                </c:pt>
                <c:pt idx="7740">
                  <c:v>2.393964255564948E-6</c:v>
                </c:pt>
                <c:pt idx="7741">
                  <c:v>0</c:v>
                </c:pt>
                <c:pt idx="7742">
                  <c:v>0</c:v>
                </c:pt>
                <c:pt idx="7743">
                  <c:v>0</c:v>
                </c:pt>
                <c:pt idx="7744">
                  <c:v>0</c:v>
                </c:pt>
                <c:pt idx="7745">
                  <c:v>4.5410260295432502E-6</c:v>
                </c:pt>
                <c:pt idx="7746">
                  <c:v>0</c:v>
                </c:pt>
                <c:pt idx="7747">
                  <c:v>6.3952576897896962E-6</c:v>
                </c:pt>
                <c:pt idx="7748">
                  <c:v>2.6521278980164343E-6</c:v>
                </c:pt>
                <c:pt idx="7749">
                  <c:v>2.1268759230175072E-6</c:v>
                </c:pt>
                <c:pt idx="7750">
                  <c:v>0</c:v>
                </c:pt>
                <c:pt idx="7751">
                  <c:v>9.4425167777876204E-7</c:v>
                </c:pt>
                <c:pt idx="7752">
                  <c:v>1.2229243795882143E-5</c:v>
                </c:pt>
                <c:pt idx="7753">
                  <c:v>0</c:v>
                </c:pt>
                <c:pt idx="7754">
                  <c:v>6.4710949101493541E-6</c:v>
                </c:pt>
                <c:pt idx="7755">
                  <c:v>0</c:v>
                </c:pt>
                <c:pt idx="7756">
                  <c:v>0</c:v>
                </c:pt>
                <c:pt idx="7757">
                  <c:v>0</c:v>
                </c:pt>
                <c:pt idx="7758">
                  <c:v>2.0398678660039983E-6</c:v>
                </c:pt>
                <c:pt idx="7759">
                  <c:v>0</c:v>
                </c:pt>
                <c:pt idx="7760">
                  <c:v>0</c:v>
                </c:pt>
                <c:pt idx="7761">
                  <c:v>0</c:v>
                </c:pt>
                <c:pt idx="7762">
                  <c:v>0</c:v>
                </c:pt>
                <c:pt idx="7763">
                  <c:v>0</c:v>
                </c:pt>
                <c:pt idx="7764">
                  <c:v>0</c:v>
                </c:pt>
                <c:pt idx="7765">
                  <c:v>1.494667178969329E-5</c:v>
                </c:pt>
                <c:pt idx="7766">
                  <c:v>3.5888639430264381E-7</c:v>
                </c:pt>
                <c:pt idx="7767">
                  <c:v>0</c:v>
                </c:pt>
                <c:pt idx="7768">
                  <c:v>0</c:v>
                </c:pt>
                <c:pt idx="7769">
                  <c:v>0</c:v>
                </c:pt>
                <c:pt idx="7770">
                  <c:v>0</c:v>
                </c:pt>
                <c:pt idx="7771">
                  <c:v>0</c:v>
                </c:pt>
                <c:pt idx="7772">
                  <c:v>1.6258195448143112E-7</c:v>
                </c:pt>
                <c:pt idx="7773">
                  <c:v>0</c:v>
                </c:pt>
                <c:pt idx="7774">
                  <c:v>0</c:v>
                </c:pt>
                <c:pt idx="7775">
                  <c:v>1.1647066897161565E-6</c:v>
                </c:pt>
                <c:pt idx="7776">
                  <c:v>0</c:v>
                </c:pt>
                <c:pt idx="7777">
                  <c:v>0</c:v>
                </c:pt>
                <c:pt idx="7778">
                  <c:v>0</c:v>
                </c:pt>
                <c:pt idx="7779">
                  <c:v>0</c:v>
                </c:pt>
                <c:pt idx="7780">
                  <c:v>0</c:v>
                </c:pt>
                <c:pt idx="7781">
                  <c:v>0</c:v>
                </c:pt>
                <c:pt idx="7782">
                  <c:v>0</c:v>
                </c:pt>
                <c:pt idx="7783">
                  <c:v>0</c:v>
                </c:pt>
                <c:pt idx="7784">
                  <c:v>0</c:v>
                </c:pt>
                <c:pt idx="7785">
                  <c:v>5.2123598099742369E-5</c:v>
                </c:pt>
                <c:pt idx="7786">
                  <c:v>8.8634101046485943E-8</c:v>
                </c:pt>
                <c:pt idx="7787">
                  <c:v>1.8713053927515438E-6</c:v>
                </c:pt>
                <c:pt idx="7788">
                  <c:v>4.1329444257089421E-7</c:v>
                </c:pt>
                <c:pt idx="7789">
                  <c:v>0</c:v>
                </c:pt>
                <c:pt idx="7790">
                  <c:v>0</c:v>
                </c:pt>
                <c:pt idx="7791">
                  <c:v>0</c:v>
                </c:pt>
                <c:pt idx="7792">
                  <c:v>0</c:v>
                </c:pt>
                <c:pt idx="7793">
                  <c:v>3.3852760873897315E-7</c:v>
                </c:pt>
                <c:pt idx="7794">
                  <c:v>0</c:v>
                </c:pt>
                <c:pt idx="7795">
                  <c:v>0</c:v>
                </c:pt>
                <c:pt idx="7796">
                  <c:v>0</c:v>
                </c:pt>
                <c:pt idx="7797">
                  <c:v>1.5413736787589323E-5</c:v>
                </c:pt>
                <c:pt idx="7798">
                  <c:v>1.7245167215184684E-5</c:v>
                </c:pt>
                <c:pt idx="7799">
                  <c:v>0</c:v>
                </c:pt>
                <c:pt idx="7800">
                  <c:v>0</c:v>
                </c:pt>
                <c:pt idx="7801">
                  <c:v>1.5263414962094601E-6</c:v>
                </c:pt>
                <c:pt idx="7802">
                  <c:v>1.1558187810616763E-4</c:v>
                </c:pt>
                <c:pt idx="7803">
                  <c:v>3.4370353688697773E-6</c:v>
                </c:pt>
                <c:pt idx="7804">
                  <c:v>3.6570095480515093E-5</c:v>
                </c:pt>
                <c:pt idx="7805">
                  <c:v>6.0509276172804472E-6</c:v>
                </c:pt>
                <c:pt idx="7806">
                  <c:v>2.6114798337377987E-3</c:v>
                </c:pt>
                <c:pt idx="7807">
                  <c:v>5.8273616979370577E-5</c:v>
                </c:pt>
                <c:pt idx="7808">
                  <c:v>1.4447914585572041E-5</c:v>
                </c:pt>
                <c:pt idx="7809">
                  <c:v>1.1863683938580543E-4</c:v>
                </c:pt>
                <c:pt idx="7810">
                  <c:v>3.5644108677950516E-5</c:v>
                </c:pt>
                <c:pt idx="7811">
                  <c:v>1.0967357613195857E-7</c:v>
                </c:pt>
                <c:pt idx="7812">
                  <c:v>0</c:v>
                </c:pt>
                <c:pt idx="7813">
                  <c:v>2.2661277519472956E-6</c:v>
                </c:pt>
                <c:pt idx="7814">
                  <c:v>2.4767277256481276E-6</c:v>
                </c:pt>
                <c:pt idx="7815">
                  <c:v>2.4515463487146342E-6</c:v>
                </c:pt>
                <c:pt idx="7816">
                  <c:v>3.9894316852199922E-6</c:v>
                </c:pt>
                <c:pt idx="7817">
                  <c:v>1.5108692616938544E-5</c:v>
                </c:pt>
                <c:pt idx="7818">
                  <c:v>9.1330519041048566E-6</c:v>
                </c:pt>
                <c:pt idx="7819">
                  <c:v>1.5178005611918973E-5</c:v>
                </c:pt>
                <c:pt idx="7820">
                  <c:v>7.3021798563076838E-6</c:v>
                </c:pt>
                <c:pt idx="7821">
                  <c:v>3.2923369862316833E-6</c:v>
                </c:pt>
                <c:pt idx="7822">
                  <c:v>2.4153986814086941E-5</c:v>
                </c:pt>
                <c:pt idx="7823">
                  <c:v>2.594256917156174E-6</c:v>
                </c:pt>
                <c:pt idx="7824">
                  <c:v>1.4810160024860159E-5</c:v>
                </c:pt>
                <c:pt idx="7825">
                  <c:v>3.0505808666742253E-5</c:v>
                </c:pt>
                <c:pt idx="7826">
                  <c:v>3.6120175580940531E-6</c:v>
                </c:pt>
                <c:pt idx="7827">
                  <c:v>6.6264809996999799E-5</c:v>
                </c:pt>
                <c:pt idx="7828">
                  <c:v>5.0040478469122102E-7</c:v>
                </c:pt>
                <c:pt idx="7829">
                  <c:v>7.8906482592599186E-7</c:v>
                </c:pt>
                <c:pt idx="7830">
                  <c:v>0</c:v>
                </c:pt>
                <c:pt idx="7831">
                  <c:v>0</c:v>
                </c:pt>
                <c:pt idx="7832">
                  <c:v>0</c:v>
                </c:pt>
                <c:pt idx="7833">
                  <c:v>0</c:v>
                </c:pt>
                <c:pt idx="7834">
                  <c:v>4.4282989707218592E-6</c:v>
                </c:pt>
                <c:pt idx="7835">
                  <c:v>1.6705514534886418E-5</c:v>
                </c:pt>
                <c:pt idx="7836">
                  <c:v>1.255690767379901E-5</c:v>
                </c:pt>
                <c:pt idx="7837">
                  <c:v>0</c:v>
                </c:pt>
                <c:pt idx="7838">
                  <c:v>6.5236093221951043E-5</c:v>
                </c:pt>
                <c:pt idx="7839">
                  <c:v>4.2787144926157039E-6</c:v>
                </c:pt>
                <c:pt idx="7840">
                  <c:v>6.218160668969419E-5</c:v>
                </c:pt>
                <c:pt idx="7841">
                  <c:v>2.4635536420532333E-6</c:v>
                </c:pt>
                <c:pt idx="7842">
                  <c:v>2.9482273146195085E-7</c:v>
                </c:pt>
                <c:pt idx="7843">
                  <c:v>1.202958122529256E-4</c:v>
                </c:pt>
                <c:pt idx="7844">
                  <c:v>0</c:v>
                </c:pt>
                <c:pt idx="7845">
                  <c:v>3.6913421446057862E-6</c:v>
                </c:pt>
                <c:pt idx="7846">
                  <c:v>0</c:v>
                </c:pt>
                <c:pt idx="7847">
                  <c:v>8.2011992864937223E-5</c:v>
                </c:pt>
                <c:pt idx="7848">
                  <c:v>1.0966719976125281E-5</c:v>
                </c:pt>
                <c:pt idx="7849">
                  <c:v>0</c:v>
                </c:pt>
                <c:pt idx="7850">
                  <c:v>0</c:v>
                </c:pt>
                <c:pt idx="7851">
                  <c:v>1.2680845955586944E-6</c:v>
                </c:pt>
                <c:pt idx="7852">
                  <c:v>4.4247660227906802E-5</c:v>
                </c:pt>
                <c:pt idx="7853">
                  <c:v>2.5827601586858436E-6</c:v>
                </c:pt>
                <c:pt idx="7854">
                  <c:v>1.6430974180257532E-7</c:v>
                </c:pt>
                <c:pt idx="7855">
                  <c:v>0</c:v>
                </c:pt>
                <c:pt idx="7856">
                  <c:v>1.4827185312902209E-5</c:v>
                </c:pt>
                <c:pt idx="7857">
                  <c:v>0</c:v>
                </c:pt>
                <c:pt idx="7858">
                  <c:v>1.6430974180257525E-6</c:v>
                </c:pt>
                <c:pt idx="7859">
                  <c:v>6.7540174072574974E-6</c:v>
                </c:pt>
                <c:pt idx="7860">
                  <c:v>0</c:v>
                </c:pt>
                <c:pt idx="7861">
                  <c:v>1.2955191180587634E-6</c:v>
                </c:pt>
                <c:pt idx="7862">
                  <c:v>0</c:v>
                </c:pt>
                <c:pt idx="7863">
                  <c:v>0</c:v>
                </c:pt>
                <c:pt idx="7864">
                  <c:v>0</c:v>
                </c:pt>
                <c:pt idx="7865">
                  <c:v>1.2436983533364084E-4</c:v>
                </c:pt>
                <c:pt idx="7866">
                  <c:v>3.1965359022090507E-8</c:v>
                </c:pt>
                <c:pt idx="7867">
                  <c:v>0</c:v>
                </c:pt>
                <c:pt idx="7868">
                  <c:v>0</c:v>
                </c:pt>
                <c:pt idx="7869">
                  <c:v>3.3939753598374609E-5</c:v>
                </c:pt>
                <c:pt idx="7870">
                  <c:v>0</c:v>
                </c:pt>
                <c:pt idx="7871">
                  <c:v>0</c:v>
                </c:pt>
                <c:pt idx="7872">
                  <c:v>0</c:v>
                </c:pt>
                <c:pt idx="7873">
                  <c:v>0</c:v>
                </c:pt>
                <c:pt idx="7874">
                  <c:v>2.8464531886737552E-6</c:v>
                </c:pt>
                <c:pt idx="7875">
                  <c:v>5.6468561725947879E-7</c:v>
                </c:pt>
                <c:pt idx="7876">
                  <c:v>0</c:v>
                </c:pt>
                <c:pt idx="7877">
                  <c:v>1.5478578287824825E-5</c:v>
                </c:pt>
                <c:pt idx="7878">
                  <c:v>2.8138043283690892E-5</c:v>
                </c:pt>
                <c:pt idx="7879">
                  <c:v>0</c:v>
                </c:pt>
                <c:pt idx="7880">
                  <c:v>6.266697129214499E-6</c:v>
                </c:pt>
                <c:pt idx="7881">
                  <c:v>3.9195342044541501E-5</c:v>
                </c:pt>
                <c:pt idx="7882">
                  <c:v>0</c:v>
                </c:pt>
                <c:pt idx="7883">
                  <c:v>2.7082208699117873E-6</c:v>
                </c:pt>
                <c:pt idx="7884">
                  <c:v>0</c:v>
                </c:pt>
                <c:pt idx="7885">
                  <c:v>0</c:v>
                </c:pt>
                <c:pt idx="7886">
                  <c:v>0</c:v>
                </c:pt>
                <c:pt idx="7887">
                  <c:v>0</c:v>
                </c:pt>
                <c:pt idx="7888">
                  <c:v>0</c:v>
                </c:pt>
                <c:pt idx="7889">
                  <c:v>0</c:v>
                </c:pt>
                <c:pt idx="7890">
                  <c:v>0</c:v>
                </c:pt>
                <c:pt idx="7891">
                  <c:v>3.4640673576239758E-6</c:v>
                </c:pt>
                <c:pt idx="7892">
                  <c:v>1.2248544388919223E-5</c:v>
                </c:pt>
                <c:pt idx="7893">
                  <c:v>7.0263836521979429E-6</c:v>
                </c:pt>
                <c:pt idx="7894">
                  <c:v>1.2661385370213782E-6</c:v>
                </c:pt>
                <c:pt idx="7895">
                  <c:v>1.0024850318311912E-7</c:v>
                </c:pt>
                <c:pt idx="7896">
                  <c:v>2.9142174825835207E-6</c:v>
                </c:pt>
                <c:pt idx="7897">
                  <c:v>4.5337702806663924E-3</c:v>
                </c:pt>
                <c:pt idx="7898">
                  <c:v>2.277367549698556E-6</c:v>
                </c:pt>
                <c:pt idx="7899">
                  <c:v>0</c:v>
                </c:pt>
                <c:pt idx="7900">
                  <c:v>2.9475606204513783E-3</c:v>
                </c:pt>
                <c:pt idx="7901">
                  <c:v>7.6828676810696836E-3</c:v>
                </c:pt>
                <c:pt idx="7902">
                  <c:v>3.0527141400075601E-4</c:v>
                </c:pt>
                <c:pt idx="7903">
                  <c:v>8.0151093562231858E-6</c:v>
                </c:pt>
                <c:pt idx="7904">
                  <c:v>2.1441896299876787E-5</c:v>
                </c:pt>
                <c:pt idx="7905">
                  <c:v>0</c:v>
                </c:pt>
                <c:pt idx="7906">
                  <c:v>1.0243086893225186E-5</c:v>
                </c:pt>
                <c:pt idx="7907">
                  <c:v>1.5175517705601481E-5</c:v>
                </c:pt>
                <c:pt idx="7908">
                  <c:v>6.3885700430834742E-6</c:v>
                </c:pt>
                <c:pt idx="7909">
                  <c:v>0</c:v>
                </c:pt>
                <c:pt idx="7910">
                  <c:v>0</c:v>
                </c:pt>
                <c:pt idx="7911">
                  <c:v>3.3924291602163219E-6</c:v>
                </c:pt>
                <c:pt idx="7912">
                  <c:v>0</c:v>
                </c:pt>
                <c:pt idx="7913">
                  <c:v>0</c:v>
                </c:pt>
                <c:pt idx="7914">
                  <c:v>0</c:v>
                </c:pt>
                <c:pt idx="7915">
                  <c:v>2.3439400656638482E-5</c:v>
                </c:pt>
                <c:pt idx="7916">
                  <c:v>9.4800324842628728E-6</c:v>
                </c:pt>
                <c:pt idx="7917">
                  <c:v>0</c:v>
                </c:pt>
                <c:pt idx="7918">
                  <c:v>0</c:v>
                </c:pt>
                <c:pt idx="7919">
                  <c:v>2.0728305888940224E-5</c:v>
                </c:pt>
                <c:pt idx="7920">
                  <c:v>1.6512280794719814E-6</c:v>
                </c:pt>
                <c:pt idx="7921">
                  <c:v>1.8371469701435912E-6</c:v>
                </c:pt>
                <c:pt idx="7922">
                  <c:v>5.4993464603310895E-6</c:v>
                </c:pt>
                <c:pt idx="7923">
                  <c:v>6.340044438912972E-7</c:v>
                </c:pt>
                <c:pt idx="7924">
                  <c:v>1.5047394017976003E-4</c:v>
                </c:pt>
                <c:pt idx="7925">
                  <c:v>5.1820764722350433E-7</c:v>
                </c:pt>
                <c:pt idx="7926">
                  <c:v>2.2372802481605277E-6</c:v>
                </c:pt>
                <c:pt idx="7927">
                  <c:v>2.0687014442946246E-5</c:v>
                </c:pt>
                <c:pt idx="7928">
                  <c:v>2.6336400570737814E-5</c:v>
                </c:pt>
                <c:pt idx="7929">
                  <c:v>0</c:v>
                </c:pt>
                <c:pt idx="7930">
                  <c:v>1.0525007154944802E-5</c:v>
                </c:pt>
                <c:pt idx="7931">
                  <c:v>8.0342270887365022E-8</c:v>
                </c:pt>
                <c:pt idx="7932">
                  <c:v>3.1340633190458861E-5</c:v>
                </c:pt>
                <c:pt idx="7933">
                  <c:v>1.5551899084617887E-5</c:v>
                </c:pt>
                <c:pt idx="7934">
                  <c:v>1.4934883894644164E-6</c:v>
                </c:pt>
                <c:pt idx="7935">
                  <c:v>0</c:v>
                </c:pt>
                <c:pt idx="7936">
                  <c:v>5.9691649074919411E-5</c:v>
                </c:pt>
                <c:pt idx="7937">
                  <c:v>0</c:v>
                </c:pt>
                <c:pt idx="7938">
                  <c:v>9.9523038893925731E-6</c:v>
                </c:pt>
                <c:pt idx="7939">
                  <c:v>9.577476275191074E-5</c:v>
                </c:pt>
                <c:pt idx="7940">
                  <c:v>1.1707266094457903E-5</c:v>
                </c:pt>
                <c:pt idx="7941">
                  <c:v>3.6388011432774626E-5</c:v>
                </c:pt>
                <c:pt idx="7942">
                  <c:v>1.6267401125753692E-6</c:v>
                </c:pt>
                <c:pt idx="7943">
                  <c:v>1.674209321799014E-5</c:v>
                </c:pt>
                <c:pt idx="7944">
                  <c:v>1.1098351587982754E-6</c:v>
                </c:pt>
                <c:pt idx="7945">
                  <c:v>1.2679675067371946E-6</c:v>
                </c:pt>
                <c:pt idx="7946">
                  <c:v>1.0728478382991901E-6</c:v>
                </c:pt>
                <c:pt idx="7947">
                  <c:v>5.3850865757686193E-6</c:v>
                </c:pt>
                <c:pt idx="7948">
                  <c:v>2.811644162731874E-6</c:v>
                </c:pt>
                <c:pt idx="7949">
                  <c:v>1.5612281376374434E-7</c:v>
                </c:pt>
                <c:pt idx="7950">
                  <c:v>0</c:v>
                </c:pt>
                <c:pt idx="7951">
                  <c:v>3.0569254288851098E-7</c:v>
                </c:pt>
                <c:pt idx="7952">
                  <c:v>9.2985428529964259E-5</c:v>
                </c:pt>
                <c:pt idx="7953">
                  <c:v>1.9454309020178282E-5</c:v>
                </c:pt>
                <c:pt idx="7954">
                  <c:v>0</c:v>
                </c:pt>
                <c:pt idx="7955">
                  <c:v>1.1518510235440192E-4</c:v>
                </c:pt>
                <c:pt idx="7956">
                  <c:v>4.5166507434139677E-5</c:v>
                </c:pt>
                <c:pt idx="7957">
                  <c:v>1.8533645740632237E-6</c:v>
                </c:pt>
                <c:pt idx="7958">
                  <c:v>2.0034041905447216E-5</c:v>
                </c:pt>
                <c:pt idx="7959">
                  <c:v>3.7803061459326307E-5</c:v>
                </c:pt>
                <c:pt idx="7960">
                  <c:v>1.1749812706312661E-4</c:v>
                </c:pt>
                <c:pt idx="7961">
                  <c:v>0</c:v>
                </c:pt>
                <c:pt idx="7962">
                  <c:v>0</c:v>
                </c:pt>
                <c:pt idx="7963">
                  <c:v>0</c:v>
                </c:pt>
                <c:pt idx="7964">
                  <c:v>9.9627244853533289E-6</c:v>
                </c:pt>
                <c:pt idx="7965">
                  <c:v>0</c:v>
                </c:pt>
                <c:pt idx="7966">
                  <c:v>1.88000913876434E-5</c:v>
                </c:pt>
                <c:pt idx="7967">
                  <c:v>6.2426747902191715E-4</c:v>
                </c:pt>
                <c:pt idx="7968">
                  <c:v>0</c:v>
                </c:pt>
                <c:pt idx="7969">
                  <c:v>0</c:v>
                </c:pt>
                <c:pt idx="7970">
                  <c:v>0</c:v>
                </c:pt>
                <c:pt idx="7971">
                  <c:v>0</c:v>
                </c:pt>
                <c:pt idx="7972">
                  <c:v>0</c:v>
                </c:pt>
                <c:pt idx="7973">
                  <c:v>9.3074858569132423E-4</c:v>
                </c:pt>
                <c:pt idx="7974">
                  <c:v>0</c:v>
                </c:pt>
                <c:pt idx="7975">
                  <c:v>2.8385072826447648E-6</c:v>
                </c:pt>
                <c:pt idx="7976">
                  <c:v>0</c:v>
                </c:pt>
                <c:pt idx="7977">
                  <c:v>1.0086642838306679E-4</c:v>
                </c:pt>
                <c:pt idx="7978">
                  <c:v>0</c:v>
                </c:pt>
                <c:pt idx="7979">
                  <c:v>0</c:v>
                </c:pt>
                <c:pt idx="7980">
                  <c:v>2.291438305748945E-6</c:v>
                </c:pt>
                <c:pt idx="7981">
                  <c:v>2.9646224908503429E-5</c:v>
                </c:pt>
                <c:pt idx="7982">
                  <c:v>0</c:v>
                </c:pt>
                <c:pt idx="7983">
                  <c:v>0</c:v>
                </c:pt>
                <c:pt idx="7984">
                  <c:v>7.9960823903923934E-6</c:v>
                </c:pt>
                <c:pt idx="7985">
                  <c:v>0</c:v>
                </c:pt>
                <c:pt idx="7986">
                  <c:v>0</c:v>
                </c:pt>
                <c:pt idx="7987">
                  <c:v>4.4175078123970817E-5</c:v>
                </c:pt>
                <c:pt idx="7988">
                  <c:v>0</c:v>
                </c:pt>
                <c:pt idx="7989">
                  <c:v>8.9227806806696608E-7</c:v>
                </c:pt>
                <c:pt idx="7990">
                  <c:v>8.5274676125387146E-7</c:v>
                </c:pt>
                <c:pt idx="7991">
                  <c:v>2.9470752555689887E-6</c:v>
                </c:pt>
                <c:pt idx="7992">
                  <c:v>0</c:v>
                </c:pt>
                <c:pt idx="7993">
                  <c:v>5.3385165166798774E-5</c:v>
                </c:pt>
                <c:pt idx="7994">
                  <c:v>0</c:v>
                </c:pt>
                <c:pt idx="7995">
                  <c:v>0</c:v>
                </c:pt>
                <c:pt idx="7996">
                  <c:v>1.9287014027812024E-5</c:v>
                </c:pt>
                <c:pt idx="7997">
                  <c:v>6.0224131974623627E-6</c:v>
                </c:pt>
                <c:pt idx="7998">
                  <c:v>4.8119281527896991E-6</c:v>
                </c:pt>
                <c:pt idx="7999">
                  <c:v>7.8142422994020885E-7</c:v>
                </c:pt>
                <c:pt idx="8000">
                  <c:v>3.1024273616670362E-4</c:v>
                </c:pt>
                <c:pt idx="8001">
                  <c:v>0</c:v>
                </c:pt>
                <c:pt idx="8002">
                  <c:v>4.7929086739249024E-5</c:v>
                </c:pt>
                <c:pt idx="8003">
                  <c:v>2.7957302567708191E-4</c:v>
                </c:pt>
                <c:pt idx="8004">
                  <c:v>0</c:v>
                </c:pt>
                <c:pt idx="8005">
                  <c:v>0</c:v>
                </c:pt>
                <c:pt idx="8006">
                  <c:v>1.9675439558073378E-5</c:v>
                </c:pt>
                <c:pt idx="8007">
                  <c:v>0</c:v>
                </c:pt>
                <c:pt idx="8008">
                  <c:v>6.0690985710861031E-7</c:v>
                </c:pt>
                <c:pt idx="8009">
                  <c:v>2.4256528167908686E-6</c:v>
                </c:pt>
                <c:pt idx="8010">
                  <c:v>0</c:v>
                </c:pt>
                <c:pt idx="8011">
                  <c:v>9.3277376500231201E-5</c:v>
                </c:pt>
                <c:pt idx="8012">
                  <c:v>0</c:v>
                </c:pt>
                <c:pt idx="8013">
                  <c:v>8.5549542071733129E-6</c:v>
                </c:pt>
                <c:pt idx="8014">
                  <c:v>0</c:v>
                </c:pt>
                <c:pt idx="8015">
                  <c:v>0</c:v>
                </c:pt>
                <c:pt idx="8016">
                  <c:v>0</c:v>
                </c:pt>
                <c:pt idx="8017">
                  <c:v>7.7824686370028419E-6</c:v>
                </c:pt>
                <c:pt idx="8018">
                  <c:v>1.8085099097733072E-6</c:v>
                </c:pt>
                <c:pt idx="8019">
                  <c:v>1.1481679001091223E-4</c:v>
                </c:pt>
                <c:pt idx="8020">
                  <c:v>0</c:v>
                </c:pt>
                <c:pt idx="8021">
                  <c:v>2.5663616814878396E-6</c:v>
                </c:pt>
                <c:pt idx="8022">
                  <c:v>0</c:v>
                </c:pt>
                <c:pt idx="8023">
                  <c:v>1.1713143903871445E-6</c:v>
                </c:pt>
                <c:pt idx="8024">
                  <c:v>0</c:v>
                </c:pt>
                <c:pt idx="8025">
                  <c:v>0</c:v>
                </c:pt>
                <c:pt idx="8026">
                  <c:v>0</c:v>
                </c:pt>
                <c:pt idx="8027">
                  <c:v>0</c:v>
                </c:pt>
                <c:pt idx="8028">
                  <c:v>0</c:v>
                </c:pt>
                <c:pt idx="8029">
                  <c:v>0</c:v>
                </c:pt>
                <c:pt idx="8030">
                  <c:v>1.4250710298646327E-5</c:v>
                </c:pt>
                <c:pt idx="8031">
                  <c:v>2.7739350527846535E-6</c:v>
                </c:pt>
                <c:pt idx="8032">
                  <c:v>1.1144354049025915E-3</c:v>
                </c:pt>
                <c:pt idx="8033">
                  <c:v>4.6863995922821481E-5</c:v>
                </c:pt>
                <c:pt idx="8034">
                  <c:v>1.955815958875808E-5</c:v>
                </c:pt>
                <c:pt idx="8035">
                  <c:v>5.821838999671479E-6</c:v>
                </c:pt>
                <c:pt idx="8036">
                  <c:v>0</c:v>
                </c:pt>
                <c:pt idx="8037">
                  <c:v>1.1565149208421549E-6</c:v>
                </c:pt>
                <c:pt idx="8038">
                  <c:v>5.1174650697072885E-5</c:v>
                </c:pt>
                <c:pt idx="8039">
                  <c:v>0</c:v>
                </c:pt>
                <c:pt idx="8040">
                  <c:v>3.9367953409704141E-6</c:v>
                </c:pt>
                <c:pt idx="8041">
                  <c:v>0</c:v>
                </c:pt>
                <c:pt idx="8042">
                  <c:v>7.4165498134740439E-6</c:v>
                </c:pt>
                <c:pt idx="8043">
                  <c:v>1.4613230832766942E-6</c:v>
                </c:pt>
                <c:pt idx="8044">
                  <c:v>0</c:v>
                </c:pt>
                <c:pt idx="8045">
                  <c:v>1.6147893726215582E-5</c:v>
                </c:pt>
                <c:pt idx="8046">
                  <c:v>1.2634081154336602E-4</c:v>
                </c:pt>
                <c:pt idx="8047">
                  <c:v>2.9392231299762471E-5</c:v>
                </c:pt>
                <c:pt idx="8048">
                  <c:v>0</c:v>
                </c:pt>
                <c:pt idx="8049">
                  <c:v>9.7544650242458402E-5</c:v>
                </c:pt>
                <c:pt idx="8050">
                  <c:v>9.980295428008286E-7</c:v>
                </c:pt>
                <c:pt idx="8051">
                  <c:v>5.0843014444570477E-7</c:v>
                </c:pt>
                <c:pt idx="8052">
                  <c:v>0</c:v>
                </c:pt>
                <c:pt idx="8053">
                  <c:v>7.3826842892115885E-6</c:v>
                </c:pt>
                <c:pt idx="8054">
                  <c:v>0</c:v>
                </c:pt>
                <c:pt idx="8055">
                  <c:v>0</c:v>
                </c:pt>
                <c:pt idx="8056">
                  <c:v>0</c:v>
                </c:pt>
                <c:pt idx="8057">
                  <c:v>1.4514087849552052E-5</c:v>
                </c:pt>
                <c:pt idx="8058">
                  <c:v>2.5910382361175268E-5</c:v>
                </c:pt>
                <c:pt idx="8059">
                  <c:v>3.1479903803297128E-7</c:v>
                </c:pt>
                <c:pt idx="8060">
                  <c:v>1.335469046809472E-6</c:v>
                </c:pt>
                <c:pt idx="8061">
                  <c:v>1.1737262136750089E-5</c:v>
                </c:pt>
                <c:pt idx="8062">
                  <c:v>1.2029820381974174E-6</c:v>
                </c:pt>
                <c:pt idx="8063">
                  <c:v>1.7936722897705159E-5</c:v>
                </c:pt>
                <c:pt idx="8064">
                  <c:v>1.9597671022270749E-6</c:v>
                </c:pt>
                <c:pt idx="8065">
                  <c:v>3.0921371653781486E-6</c:v>
                </c:pt>
                <c:pt idx="8066">
                  <c:v>4.5061534541174472E-7</c:v>
                </c:pt>
                <c:pt idx="8067">
                  <c:v>0</c:v>
                </c:pt>
                <c:pt idx="8068">
                  <c:v>2.2454261610612477E-7</c:v>
                </c:pt>
                <c:pt idx="8069">
                  <c:v>6.0971352720122384E-6</c:v>
                </c:pt>
                <c:pt idx="8070">
                  <c:v>5.7333612033239122E-6</c:v>
                </c:pt>
                <c:pt idx="8071">
                  <c:v>0</c:v>
                </c:pt>
                <c:pt idx="8072">
                  <c:v>0</c:v>
                </c:pt>
                <c:pt idx="8073">
                  <c:v>0</c:v>
                </c:pt>
                <c:pt idx="8074">
                  <c:v>9.3565269637577804E-7</c:v>
                </c:pt>
                <c:pt idx="8075">
                  <c:v>0</c:v>
                </c:pt>
                <c:pt idx="8076">
                  <c:v>3.0345492855430489E-7</c:v>
                </c:pt>
                <c:pt idx="8077">
                  <c:v>3.1006243538643973E-7</c:v>
                </c:pt>
                <c:pt idx="8078">
                  <c:v>0</c:v>
                </c:pt>
                <c:pt idx="8079">
                  <c:v>2.5183923042637618E-6</c:v>
                </c:pt>
                <c:pt idx="8080">
                  <c:v>5.6139161782546401E-7</c:v>
                </c:pt>
                <c:pt idx="8081">
                  <c:v>0</c:v>
                </c:pt>
                <c:pt idx="8082">
                  <c:v>6.8104796096770829E-7</c:v>
                </c:pt>
                <c:pt idx="8083">
                  <c:v>0</c:v>
                </c:pt>
                <c:pt idx="8084">
                  <c:v>1.8356129193203173E-7</c:v>
                </c:pt>
                <c:pt idx="8085">
                  <c:v>0</c:v>
                </c:pt>
                <c:pt idx="8086">
                  <c:v>0</c:v>
                </c:pt>
                <c:pt idx="8087">
                  <c:v>9.9700381870750479E-6</c:v>
                </c:pt>
                <c:pt idx="8088">
                  <c:v>0</c:v>
                </c:pt>
                <c:pt idx="8089">
                  <c:v>0</c:v>
                </c:pt>
                <c:pt idx="8090">
                  <c:v>5.7090672999199921E-7</c:v>
                </c:pt>
                <c:pt idx="8091">
                  <c:v>7.5582481229184603E-5</c:v>
                </c:pt>
                <c:pt idx="8092">
                  <c:v>0</c:v>
                </c:pt>
                <c:pt idx="8093">
                  <c:v>0</c:v>
                </c:pt>
                <c:pt idx="8094">
                  <c:v>0</c:v>
                </c:pt>
                <c:pt idx="8095">
                  <c:v>0</c:v>
                </c:pt>
                <c:pt idx="8096">
                  <c:v>1.8430242191379793E-5</c:v>
                </c:pt>
                <c:pt idx="8097">
                  <c:v>1.8713053927515456E-7</c:v>
                </c:pt>
                <c:pt idx="8098">
                  <c:v>0</c:v>
                </c:pt>
                <c:pt idx="8099">
                  <c:v>0</c:v>
                </c:pt>
                <c:pt idx="8100">
                  <c:v>2.6620828329142998E-5</c:v>
                </c:pt>
                <c:pt idx="8101">
                  <c:v>3.7582702448566685E-6</c:v>
                </c:pt>
                <c:pt idx="8102">
                  <c:v>0</c:v>
                </c:pt>
                <c:pt idx="8103">
                  <c:v>1.6298466323965059E-6</c:v>
                </c:pt>
                <c:pt idx="8104">
                  <c:v>0</c:v>
                </c:pt>
                <c:pt idx="8105">
                  <c:v>0</c:v>
                </c:pt>
                <c:pt idx="8106">
                  <c:v>0</c:v>
                </c:pt>
                <c:pt idx="8107">
                  <c:v>4.9443715696681431E-6</c:v>
                </c:pt>
                <c:pt idx="8108">
                  <c:v>0</c:v>
                </c:pt>
                <c:pt idx="8109">
                  <c:v>0</c:v>
                </c:pt>
                <c:pt idx="8110">
                  <c:v>0</c:v>
                </c:pt>
                <c:pt idx="8111">
                  <c:v>0</c:v>
                </c:pt>
                <c:pt idx="8112">
                  <c:v>0</c:v>
                </c:pt>
                <c:pt idx="8113">
                  <c:v>7.1575117421967832E-7</c:v>
                </c:pt>
                <c:pt idx="8114">
                  <c:v>0</c:v>
                </c:pt>
                <c:pt idx="8115">
                  <c:v>7.309257953604619E-7</c:v>
                </c:pt>
                <c:pt idx="8116">
                  <c:v>7.7452578301222522E-7</c:v>
                </c:pt>
                <c:pt idx="8117">
                  <c:v>3.3996993939875016E-5</c:v>
                </c:pt>
                <c:pt idx="8118">
                  <c:v>4.8724589863193415E-5</c:v>
                </c:pt>
                <c:pt idx="8119">
                  <c:v>0</c:v>
                </c:pt>
                <c:pt idx="8120">
                  <c:v>8.1896546047659776E-6</c:v>
                </c:pt>
                <c:pt idx="8121">
                  <c:v>2.0521488423127844E-6</c:v>
                </c:pt>
                <c:pt idx="8122">
                  <c:v>1.7653395486094071E-6</c:v>
                </c:pt>
                <c:pt idx="8123">
                  <c:v>5.9653866021317238E-6</c:v>
                </c:pt>
                <c:pt idx="8124">
                  <c:v>0</c:v>
                </c:pt>
                <c:pt idx="8125">
                  <c:v>6.1865782242606845E-6</c:v>
                </c:pt>
                <c:pt idx="8126">
                  <c:v>5.5894012604456691E-6</c:v>
                </c:pt>
                <c:pt idx="8127">
                  <c:v>9.246450175948835E-6</c:v>
                </c:pt>
                <c:pt idx="8128">
                  <c:v>9.8274439690495627E-7</c:v>
                </c:pt>
                <c:pt idx="8129">
                  <c:v>1.0851081183192759E-6</c:v>
                </c:pt>
                <c:pt idx="8130">
                  <c:v>0</c:v>
                </c:pt>
                <c:pt idx="8131">
                  <c:v>0</c:v>
                </c:pt>
                <c:pt idx="8132">
                  <c:v>2.7180097895574375E-5</c:v>
                </c:pt>
                <c:pt idx="8133">
                  <c:v>0</c:v>
                </c:pt>
                <c:pt idx="8134">
                  <c:v>0</c:v>
                </c:pt>
                <c:pt idx="8135">
                  <c:v>1.5772613644843663E-4</c:v>
                </c:pt>
                <c:pt idx="8136">
                  <c:v>2.8977504676240648E-5</c:v>
                </c:pt>
                <c:pt idx="8137">
                  <c:v>5.6383939170413463E-4</c:v>
                </c:pt>
                <c:pt idx="8138">
                  <c:v>0</c:v>
                </c:pt>
                <c:pt idx="8139">
                  <c:v>1.1510806345844655E-7</c:v>
                </c:pt>
                <c:pt idx="8140">
                  <c:v>0</c:v>
                </c:pt>
                <c:pt idx="8141">
                  <c:v>0</c:v>
                </c:pt>
                <c:pt idx="8142">
                  <c:v>8.3426618128861878E-7</c:v>
                </c:pt>
                <c:pt idx="8143">
                  <c:v>1.4106763729852297E-5</c:v>
                </c:pt>
                <c:pt idx="8144">
                  <c:v>1.3072965645865673E-5</c:v>
                </c:pt>
                <c:pt idx="8145">
                  <c:v>1.1708726479786175E-6</c:v>
                </c:pt>
                <c:pt idx="8146">
                  <c:v>1.7308514799948602E-5</c:v>
                </c:pt>
                <c:pt idx="8147">
                  <c:v>7.6935896233040087E-7</c:v>
                </c:pt>
                <c:pt idx="8148">
                  <c:v>6.4053362681031019E-6</c:v>
                </c:pt>
                <c:pt idx="8149">
                  <c:v>3.2557643700527431E-5</c:v>
                </c:pt>
                <c:pt idx="8150">
                  <c:v>0</c:v>
                </c:pt>
                <c:pt idx="8151">
                  <c:v>2.4374916587237029E-5</c:v>
                </c:pt>
                <c:pt idx="8152">
                  <c:v>2.5079474586443856E-6</c:v>
                </c:pt>
                <c:pt idx="8153">
                  <c:v>2.1232589292919406E-5</c:v>
                </c:pt>
                <c:pt idx="8154">
                  <c:v>1.840428211265154E-5</c:v>
                </c:pt>
                <c:pt idx="8155">
                  <c:v>0</c:v>
                </c:pt>
                <c:pt idx="8156">
                  <c:v>4.0679472240571093E-6</c:v>
                </c:pt>
                <c:pt idx="8157">
                  <c:v>1.7225399003142306E-5</c:v>
                </c:pt>
                <c:pt idx="8158">
                  <c:v>4.6459995957969458E-6</c:v>
                </c:pt>
                <c:pt idx="8159">
                  <c:v>1.9386198233682518E-6</c:v>
                </c:pt>
                <c:pt idx="8160">
                  <c:v>9.2646160898485674E-6</c:v>
                </c:pt>
                <c:pt idx="8161">
                  <c:v>7.0226203867965847E-7</c:v>
                </c:pt>
                <c:pt idx="8162">
                  <c:v>1.0772563311772886E-6</c:v>
                </c:pt>
                <c:pt idx="8163">
                  <c:v>2.9006622411942236E-6</c:v>
                </c:pt>
                <c:pt idx="8164">
                  <c:v>2.7906752165928846E-5</c:v>
                </c:pt>
                <c:pt idx="8165">
                  <c:v>1.699861494787007E-5</c:v>
                </c:pt>
                <c:pt idx="8166">
                  <c:v>2.8705763871068294E-5</c:v>
                </c:pt>
                <c:pt idx="8167">
                  <c:v>2.9513712900998221E-6</c:v>
                </c:pt>
                <c:pt idx="8168">
                  <c:v>5.8886935138881951E-6</c:v>
                </c:pt>
                <c:pt idx="8169">
                  <c:v>3.1684863564809498E-6</c:v>
                </c:pt>
                <c:pt idx="8170">
                  <c:v>8.7711668044740024E-6</c:v>
                </c:pt>
                <c:pt idx="8171">
                  <c:v>4.8540109020180009E-5</c:v>
                </c:pt>
                <c:pt idx="8172">
                  <c:v>9.2884404021677795E-7</c:v>
                </c:pt>
                <c:pt idx="8173">
                  <c:v>3.8422240003263825E-7</c:v>
                </c:pt>
                <c:pt idx="8174">
                  <c:v>9.0980593680738068E-7</c:v>
                </c:pt>
                <c:pt idx="8175">
                  <c:v>0</c:v>
                </c:pt>
                <c:pt idx="8176">
                  <c:v>9.042518379941146E-6</c:v>
                </c:pt>
                <c:pt idx="8177">
                  <c:v>3.9048652890183106E-6</c:v>
                </c:pt>
                <c:pt idx="8178">
                  <c:v>2.4797666554253675E-6</c:v>
                </c:pt>
                <c:pt idx="8179">
                  <c:v>1.67223035096946E-6</c:v>
                </c:pt>
                <c:pt idx="8180">
                  <c:v>1.2036575797862259E-4</c:v>
                </c:pt>
                <c:pt idx="8181">
                  <c:v>1.8113144636423949E-5</c:v>
                </c:pt>
                <c:pt idx="8182">
                  <c:v>9.6132922481638426E-7</c:v>
                </c:pt>
                <c:pt idx="8183">
                  <c:v>3.2274914464664836E-5</c:v>
                </c:pt>
                <c:pt idx="8184">
                  <c:v>0</c:v>
                </c:pt>
                <c:pt idx="8185">
                  <c:v>7.8630318277775833E-6</c:v>
                </c:pt>
                <c:pt idx="8186">
                  <c:v>2.062948865352185E-5</c:v>
                </c:pt>
                <c:pt idx="8187">
                  <c:v>5.3964953928009011E-6</c:v>
                </c:pt>
                <c:pt idx="8188">
                  <c:v>6.3988218382181934E-6</c:v>
                </c:pt>
                <c:pt idx="8189">
                  <c:v>5.4249019924543366E-6</c:v>
                </c:pt>
                <c:pt idx="8190">
                  <c:v>6.4298435831674161E-6</c:v>
                </c:pt>
                <c:pt idx="8191">
                  <c:v>1.9548948413354855E-6</c:v>
                </c:pt>
                <c:pt idx="8192">
                  <c:v>4.3124200400433514E-6</c:v>
                </c:pt>
                <c:pt idx="8193">
                  <c:v>2.5406526958748081E-6</c:v>
                </c:pt>
                <c:pt idx="8194">
                  <c:v>1.6561744029418045E-5</c:v>
                </c:pt>
                <c:pt idx="8195">
                  <c:v>1.6195842895479835E-6</c:v>
                </c:pt>
                <c:pt idx="8196">
                  <c:v>1.3081923074497543E-5</c:v>
                </c:pt>
                <c:pt idx="8197">
                  <c:v>2.8525801624322086E-6</c:v>
                </c:pt>
                <c:pt idx="8198">
                  <c:v>1.6071304525844821E-6</c:v>
                </c:pt>
                <c:pt idx="8199">
                  <c:v>9.9831753938956683E-6</c:v>
                </c:pt>
                <c:pt idx="8200">
                  <c:v>2.6875804963266492E-6</c:v>
                </c:pt>
                <c:pt idx="8201">
                  <c:v>1.1895904289918668E-5</c:v>
                </c:pt>
                <c:pt idx="8202">
                  <c:v>6.2697123297624055E-6</c:v>
                </c:pt>
                <c:pt idx="8203">
                  <c:v>7.5260774790935776E-6</c:v>
                </c:pt>
                <c:pt idx="8204">
                  <c:v>8.1184898918805536E-6</c:v>
                </c:pt>
                <c:pt idx="8205">
                  <c:v>1.4464532599677706E-5</c:v>
                </c:pt>
                <c:pt idx="8206">
                  <c:v>3.1358067355522795E-6</c:v>
                </c:pt>
                <c:pt idx="8207">
                  <c:v>4.4733814289965866E-5</c:v>
                </c:pt>
                <c:pt idx="8208">
                  <c:v>4.6630131210390988E-6</c:v>
                </c:pt>
                <c:pt idx="8209">
                  <c:v>5.9861201708355991E-6</c:v>
                </c:pt>
                <c:pt idx="8210">
                  <c:v>2.3515939819506049E-6</c:v>
                </c:pt>
                <c:pt idx="8211">
                  <c:v>7.9180451790808941E-6</c:v>
                </c:pt>
                <c:pt idx="8212">
                  <c:v>9.4334835583551595E-6</c:v>
                </c:pt>
                <c:pt idx="8213">
                  <c:v>3.444760763897426E-6</c:v>
                </c:pt>
                <c:pt idx="8214">
                  <c:v>3.4827336047560553E-6</c:v>
                </c:pt>
                <c:pt idx="8215">
                  <c:v>4.3520889701671043E-5</c:v>
                </c:pt>
                <c:pt idx="8216">
                  <c:v>1.4588554068045139E-5</c:v>
                </c:pt>
                <c:pt idx="8217">
                  <c:v>6.3596622922912001E-7</c:v>
                </c:pt>
                <c:pt idx="8218">
                  <c:v>1.7398633843568904E-5</c:v>
                </c:pt>
                <c:pt idx="8219">
                  <c:v>5.7701850810586306E-6</c:v>
                </c:pt>
                <c:pt idx="8220">
                  <c:v>9.7421538885113137E-7</c:v>
                </c:pt>
                <c:pt idx="8221">
                  <c:v>2.2689028768955689E-5</c:v>
                </c:pt>
                <c:pt idx="8222">
                  <c:v>3.729592654871014E-5</c:v>
                </c:pt>
                <c:pt idx="8223">
                  <c:v>2.0964193847827541E-5</c:v>
                </c:pt>
                <c:pt idx="8224">
                  <c:v>3.9526522589924479E-6</c:v>
                </c:pt>
                <c:pt idx="8225">
                  <c:v>5.8633360415676124E-5</c:v>
                </c:pt>
                <c:pt idx="8226">
                  <c:v>6.9120604850733005E-5</c:v>
                </c:pt>
                <c:pt idx="8227">
                  <c:v>1.5287404166986077E-5</c:v>
                </c:pt>
                <c:pt idx="8228">
                  <c:v>5.4526098048608653E-8</c:v>
                </c:pt>
                <c:pt idx="8229">
                  <c:v>2.0448666011854981E-6</c:v>
                </c:pt>
                <c:pt idx="8230">
                  <c:v>6.7394913860992988E-6</c:v>
                </c:pt>
                <c:pt idx="8231">
                  <c:v>1.4918642300690438E-5</c:v>
                </c:pt>
                <c:pt idx="8232">
                  <c:v>8.8150428501105083E-5</c:v>
                </c:pt>
                <c:pt idx="8233">
                  <c:v>1.0659676984252144E-4</c:v>
                </c:pt>
                <c:pt idx="8234">
                  <c:v>0</c:v>
                </c:pt>
                <c:pt idx="8235">
                  <c:v>5.7935614959588074E-5</c:v>
                </c:pt>
                <c:pt idx="8236">
                  <c:v>1.222631472578136E-6</c:v>
                </c:pt>
                <c:pt idx="8237">
                  <c:v>0</c:v>
                </c:pt>
                <c:pt idx="8238">
                  <c:v>0</c:v>
                </c:pt>
                <c:pt idx="8239">
                  <c:v>4.0038275184126607E-6</c:v>
                </c:pt>
                <c:pt idx="8240">
                  <c:v>9.228355361514455E-7</c:v>
                </c:pt>
                <c:pt idx="8241">
                  <c:v>5.335999535766792E-7</c:v>
                </c:pt>
                <c:pt idx="8242">
                  <c:v>5.4881461620412109E-7</c:v>
                </c:pt>
                <c:pt idx="8243">
                  <c:v>0</c:v>
                </c:pt>
                <c:pt idx="8244">
                  <c:v>0</c:v>
                </c:pt>
                <c:pt idx="8245">
                  <c:v>0</c:v>
                </c:pt>
                <c:pt idx="8246">
                  <c:v>5.3238354030864528E-6</c:v>
                </c:pt>
                <c:pt idx="8247">
                  <c:v>5.6297300266440863E-6</c:v>
                </c:pt>
                <c:pt idx="8248">
                  <c:v>7.9524046829971737E-4</c:v>
                </c:pt>
                <c:pt idx="8249">
                  <c:v>4.6545416920174524E-6</c:v>
                </c:pt>
                <c:pt idx="8250">
                  <c:v>1.0173369035459323E-5</c:v>
                </c:pt>
                <c:pt idx="8251">
                  <c:v>0</c:v>
                </c:pt>
                <c:pt idx="8252">
                  <c:v>0</c:v>
                </c:pt>
                <c:pt idx="8253">
                  <c:v>0</c:v>
                </c:pt>
                <c:pt idx="8254">
                  <c:v>1.1900793917309452E-5</c:v>
                </c:pt>
                <c:pt idx="8255">
                  <c:v>0</c:v>
                </c:pt>
                <c:pt idx="8256">
                  <c:v>0</c:v>
                </c:pt>
                <c:pt idx="8257">
                  <c:v>0</c:v>
                </c:pt>
                <c:pt idx="8258">
                  <c:v>1.5618855602223865E-5</c:v>
                </c:pt>
                <c:pt idx="8259">
                  <c:v>8.6746540398236548E-6</c:v>
                </c:pt>
                <c:pt idx="8260">
                  <c:v>7.3357888354688725E-7</c:v>
                </c:pt>
                <c:pt idx="8261">
                  <c:v>0</c:v>
                </c:pt>
                <c:pt idx="8262">
                  <c:v>6.6743409558201721E-6</c:v>
                </c:pt>
                <c:pt idx="8263">
                  <c:v>1.3582055269970905E-6</c:v>
                </c:pt>
                <c:pt idx="8264">
                  <c:v>5.2881940791750104E-5</c:v>
                </c:pt>
                <c:pt idx="8265">
                  <c:v>1.4896299650850141E-4</c:v>
                </c:pt>
                <c:pt idx="8266">
                  <c:v>1.265107871155975E-6</c:v>
                </c:pt>
                <c:pt idx="8267">
                  <c:v>0</c:v>
                </c:pt>
                <c:pt idx="8268">
                  <c:v>0</c:v>
                </c:pt>
                <c:pt idx="8269">
                  <c:v>1.3550832154407705E-6</c:v>
                </c:pt>
                <c:pt idx="8270">
                  <c:v>4.6049845929958116E-4</c:v>
                </c:pt>
                <c:pt idx="8271">
                  <c:v>0</c:v>
                </c:pt>
                <c:pt idx="8272">
                  <c:v>2.3080768869912037E-6</c:v>
                </c:pt>
                <c:pt idx="8273">
                  <c:v>1.8162215751382309E-5</c:v>
                </c:pt>
                <c:pt idx="8274">
                  <c:v>3.6242249933480157E-6</c:v>
                </c:pt>
                <c:pt idx="8275">
                  <c:v>3.4079773505640022E-5</c:v>
                </c:pt>
                <c:pt idx="8276">
                  <c:v>9.5069929372478028E-6</c:v>
                </c:pt>
                <c:pt idx="8277">
                  <c:v>9.2254163948388531E-5</c:v>
                </c:pt>
                <c:pt idx="8278">
                  <c:v>2.1307692151374753E-5</c:v>
                </c:pt>
                <c:pt idx="8279">
                  <c:v>5.4913415892098001E-6</c:v>
                </c:pt>
                <c:pt idx="8280">
                  <c:v>1.6136334983569545E-5</c:v>
                </c:pt>
                <c:pt idx="8281">
                  <c:v>3.3615834358577213E-5</c:v>
                </c:pt>
                <c:pt idx="8282">
                  <c:v>1.3361638285012211E-5</c:v>
                </c:pt>
                <c:pt idx="8283">
                  <c:v>1.8658496918980444E-5</c:v>
                </c:pt>
                <c:pt idx="8284">
                  <c:v>3.6243113152242084E-5</c:v>
                </c:pt>
                <c:pt idx="8285">
                  <c:v>0</c:v>
                </c:pt>
                <c:pt idx="8286">
                  <c:v>0</c:v>
                </c:pt>
                <c:pt idx="8287">
                  <c:v>1.7295046114374495E-5</c:v>
                </c:pt>
                <c:pt idx="8288">
                  <c:v>3.9703920468756069E-5</c:v>
                </c:pt>
                <c:pt idx="8289">
                  <c:v>1.25361708189647E-6</c:v>
                </c:pt>
                <c:pt idx="8290">
                  <c:v>1.9801198736683786E-5</c:v>
                </c:pt>
                <c:pt idx="8291">
                  <c:v>1.0171280716219792E-5</c:v>
                </c:pt>
                <c:pt idx="8292">
                  <c:v>4.5809829214835734E-3</c:v>
                </c:pt>
                <c:pt idx="8293">
                  <c:v>0</c:v>
                </c:pt>
                <c:pt idx="8294">
                  <c:v>2.9400100904665448E-5</c:v>
                </c:pt>
                <c:pt idx="8295">
                  <c:v>3.0308657286068396E-5</c:v>
                </c:pt>
                <c:pt idx="8296">
                  <c:v>4.9625778371311814E-8</c:v>
                </c:pt>
                <c:pt idx="8297">
                  <c:v>0</c:v>
                </c:pt>
                <c:pt idx="8298">
                  <c:v>2.0835793070894888E-5</c:v>
                </c:pt>
                <c:pt idx="8299">
                  <c:v>0</c:v>
                </c:pt>
                <c:pt idx="8300">
                  <c:v>1.2860291888920653E-5</c:v>
                </c:pt>
                <c:pt idx="8301">
                  <c:v>5.0980427997123455E-6</c:v>
                </c:pt>
                <c:pt idx="8302">
                  <c:v>5.7354651890865941E-6</c:v>
                </c:pt>
                <c:pt idx="8303">
                  <c:v>3.7050536644350335E-5</c:v>
                </c:pt>
                <c:pt idx="8304">
                  <c:v>1.7964531770414855E-5</c:v>
                </c:pt>
                <c:pt idx="8305">
                  <c:v>3.9913677730508171E-5</c:v>
                </c:pt>
                <c:pt idx="8306">
                  <c:v>4.5319202246253503E-8</c:v>
                </c:pt>
                <c:pt idx="8307">
                  <c:v>7.9897384228199534E-5</c:v>
                </c:pt>
                <c:pt idx="8308">
                  <c:v>2.6265319105848909E-5</c:v>
                </c:pt>
                <c:pt idx="8309">
                  <c:v>2.0488474250555742E-5</c:v>
                </c:pt>
                <c:pt idx="8310">
                  <c:v>2.1539808271005452E-5</c:v>
                </c:pt>
                <c:pt idx="8311">
                  <c:v>1.5333532248068692E-5</c:v>
                </c:pt>
                <c:pt idx="8312">
                  <c:v>1.0115815564882693E-4</c:v>
                </c:pt>
                <c:pt idx="8313">
                  <c:v>6.6330578844608886E-6</c:v>
                </c:pt>
                <c:pt idx="8314">
                  <c:v>6.9772958215450558E-5</c:v>
                </c:pt>
                <c:pt idx="8315">
                  <c:v>1.0207120324099365E-7</c:v>
                </c:pt>
                <c:pt idx="8316">
                  <c:v>0</c:v>
                </c:pt>
                <c:pt idx="8317">
                  <c:v>4.6002924238475674E-6</c:v>
                </c:pt>
                <c:pt idx="8318">
                  <c:v>1.5112194726056113E-5</c:v>
                </c:pt>
                <c:pt idx="8319">
                  <c:v>3.6030922354480811E-4</c:v>
                </c:pt>
                <c:pt idx="8320">
                  <c:v>5.6757870306807123E-5</c:v>
                </c:pt>
                <c:pt idx="8321">
                  <c:v>9.7564004414030695E-5</c:v>
                </c:pt>
                <c:pt idx="8322">
                  <c:v>0</c:v>
                </c:pt>
                <c:pt idx="8323">
                  <c:v>1.3739995760477053E-5</c:v>
                </c:pt>
                <c:pt idx="8324">
                  <c:v>0</c:v>
                </c:pt>
                <c:pt idx="8325">
                  <c:v>2.900523634013229E-5</c:v>
                </c:pt>
                <c:pt idx="8326">
                  <c:v>2.0994480599702758E-5</c:v>
                </c:pt>
                <c:pt idx="8327">
                  <c:v>7.5563346168845897E-6</c:v>
                </c:pt>
                <c:pt idx="8328">
                  <c:v>3.1552379504496166E-5</c:v>
                </c:pt>
                <c:pt idx="8329">
                  <c:v>6.5883474787602753E-5</c:v>
                </c:pt>
                <c:pt idx="8330">
                  <c:v>2.4759972447602798E-5</c:v>
                </c:pt>
                <c:pt idx="8331">
                  <c:v>2.7258321327941555E-6</c:v>
                </c:pt>
                <c:pt idx="8332">
                  <c:v>8.6329555452192752E-5</c:v>
                </c:pt>
                <c:pt idx="8333">
                  <c:v>6.5216552838008504E-6</c:v>
                </c:pt>
                <c:pt idx="8334">
                  <c:v>4.9747934133456692E-7</c:v>
                </c:pt>
                <c:pt idx="8335">
                  <c:v>0</c:v>
                </c:pt>
                <c:pt idx="8336">
                  <c:v>5.0380571665387823E-6</c:v>
                </c:pt>
                <c:pt idx="8337">
                  <c:v>1.0564573662761731E-5</c:v>
                </c:pt>
                <c:pt idx="8338">
                  <c:v>9.4240831151206276E-6</c:v>
                </c:pt>
                <c:pt idx="8339">
                  <c:v>0</c:v>
                </c:pt>
                <c:pt idx="8340">
                  <c:v>2.2855914310138848E-5</c:v>
                </c:pt>
                <c:pt idx="8341">
                  <c:v>3.4515527974278881E-3</c:v>
                </c:pt>
                <c:pt idx="8342">
                  <c:v>1.2389332255458463E-5</c:v>
                </c:pt>
                <c:pt idx="8343">
                  <c:v>1.7910588926026442E-5</c:v>
                </c:pt>
                <c:pt idx="8344">
                  <c:v>1.2833259969476131E-4</c:v>
                </c:pt>
                <c:pt idx="8345">
                  <c:v>1.94141193484311E-7</c:v>
                </c:pt>
                <c:pt idx="8346">
                  <c:v>6.7183421449436473E-6</c:v>
                </c:pt>
                <c:pt idx="8347">
                  <c:v>1.5817656661187104E-5</c:v>
                </c:pt>
                <c:pt idx="8348">
                  <c:v>2.8816575452134809E-5</c:v>
                </c:pt>
                <c:pt idx="8349">
                  <c:v>4.099411408056136E-7</c:v>
                </c:pt>
                <c:pt idx="8350">
                  <c:v>7.776166579066499E-6</c:v>
                </c:pt>
                <c:pt idx="8351">
                  <c:v>1.040828417338288E-5</c:v>
                </c:pt>
                <c:pt idx="8352">
                  <c:v>7.0800194600390904E-6</c:v>
                </c:pt>
                <c:pt idx="8353">
                  <c:v>1.5431741680690603E-5</c:v>
                </c:pt>
                <c:pt idx="8354">
                  <c:v>5.8288378060438812E-5</c:v>
                </c:pt>
                <c:pt idx="8355">
                  <c:v>2.7920433277610755E-6</c:v>
                </c:pt>
                <c:pt idx="8356">
                  <c:v>0</c:v>
                </c:pt>
                <c:pt idx="8357">
                  <c:v>2.3256148070518302E-5</c:v>
                </c:pt>
                <c:pt idx="8358">
                  <c:v>2.3889408522435913E-5</c:v>
                </c:pt>
                <c:pt idx="8359">
                  <c:v>2.0257973262932252E-5</c:v>
                </c:pt>
                <c:pt idx="8360">
                  <c:v>8.6296562740113038E-6</c:v>
                </c:pt>
                <c:pt idx="8361">
                  <c:v>4.2250963424648839E-5</c:v>
                </c:pt>
                <c:pt idx="8362">
                  <c:v>8.4144608064014826E-6</c:v>
                </c:pt>
                <c:pt idx="8363">
                  <c:v>4.0189443696658195E-5</c:v>
                </c:pt>
                <c:pt idx="8364">
                  <c:v>0</c:v>
                </c:pt>
                <c:pt idx="8365">
                  <c:v>4.5914070644322255E-5</c:v>
                </c:pt>
                <c:pt idx="8366">
                  <c:v>1.8450832789677697E-5</c:v>
                </c:pt>
                <c:pt idx="8367">
                  <c:v>9.9473816877669567E-5</c:v>
                </c:pt>
                <c:pt idx="8368">
                  <c:v>3.4130881342443455E-4</c:v>
                </c:pt>
                <c:pt idx="8369">
                  <c:v>0</c:v>
                </c:pt>
                <c:pt idx="8370">
                  <c:v>0</c:v>
                </c:pt>
                <c:pt idx="8371">
                  <c:v>0</c:v>
                </c:pt>
                <c:pt idx="8372">
                  <c:v>4.6679492001865272E-5</c:v>
                </c:pt>
                <c:pt idx="8373">
                  <c:v>8.6334400255877423E-5</c:v>
                </c:pt>
                <c:pt idx="8374">
                  <c:v>2.1948993577796983E-5</c:v>
                </c:pt>
                <c:pt idx="8375">
                  <c:v>3.6985800703795353E-5</c:v>
                </c:pt>
                <c:pt idx="8376">
                  <c:v>3.5094324171916463E-5</c:v>
                </c:pt>
                <c:pt idx="8377">
                  <c:v>6.3281718632406526E-4</c:v>
                </c:pt>
                <c:pt idx="8378">
                  <c:v>0</c:v>
                </c:pt>
                <c:pt idx="8379">
                  <c:v>0</c:v>
                </c:pt>
                <c:pt idx="8380">
                  <c:v>4.8611300605654415E-3</c:v>
                </c:pt>
                <c:pt idx="8381">
                  <c:v>1.3272873402308662E-5</c:v>
                </c:pt>
                <c:pt idx="8382">
                  <c:v>2.8167920626307298E-5</c:v>
                </c:pt>
                <c:pt idx="8383">
                  <c:v>1.7348101758684877E-5</c:v>
                </c:pt>
                <c:pt idx="8384">
                  <c:v>5.4981896773145989E-6</c:v>
                </c:pt>
                <c:pt idx="8385">
                  <c:v>6.8198165688813728E-6</c:v>
                </c:pt>
                <c:pt idx="8386">
                  <c:v>7.0101099133733054E-5</c:v>
                </c:pt>
                <c:pt idx="8387">
                  <c:v>4.9664081763355484E-4</c:v>
                </c:pt>
                <c:pt idx="8388">
                  <c:v>4.9731698334323784E-6</c:v>
                </c:pt>
                <c:pt idx="8389">
                  <c:v>1.1881356077916542E-4</c:v>
                </c:pt>
                <c:pt idx="8390">
                  <c:v>1.4043225188058663E-4</c:v>
                </c:pt>
                <c:pt idx="8391">
                  <c:v>1.3711364660766604E-5</c:v>
                </c:pt>
                <c:pt idx="8392">
                  <c:v>4.3029894756910698E-6</c:v>
                </c:pt>
                <c:pt idx="8393">
                  <c:v>1.6304266270338112E-4</c:v>
                </c:pt>
                <c:pt idx="8394">
                  <c:v>8.7997902059801009E-6</c:v>
                </c:pt>
                <c:pt idx="8395">
                  <c:v>1.7616228137212272E-5</c:v>
                </c:pt>
                <c:pt idx="8396">
                  <c:v>2.9036549310548001E-5</c:v>
                </c:pt>
                <c:pt idx="8397">
                  <c:v>1.2236895749462332E-5</c:v>
                </c:pt>
                <c:pt idx="8398">
                  <c:v>2.6247677279486419E-5</c:v>
                </c:pt>
                <c:pt idx="8399">
                  <c:v>8.4864738795914033E-6</c:v>
                </c:pt>
                <c:pt idx="8400">
                  <c:v>2.5447561475660869E-5</c:v>
                </c:pt>
                <c:pt idx="8401">
                  <c:v>5.944146541681393E-7</c:v>
                </c:pt>
                <c:pt idx="8402">
                  <c:v>6.5981385052943946E-6</c:v>
                </c:pt>
                <c:pt idx="8403">
                  <c:v>2.9038212227370223E-4</c:v>
                </c:pt>
                <c:pt idx="8404">
                  <c:v>1.0924666015375257E-5</c:v>
                </c:pt>
                <c:pt idx="8405">
                  <c:v>2.5497914313380564E-5</c:v>
                </c:pt>
                <c:pt idx="8406">
                  <c:v>1.1098351587982763E-7</c:v>
                </c:pt>
                <c:pt idx="8407">
                  <c:v>0</c:v>
                </c:pt>
                <c:pt idx="8408">
                  <c:v>1.1036231121756533E-5</c:v>
                </c:pt>
                <c:pt idx="8409">
                  <c:v>5.2606186527038611E-5</c:v>
                </c:pt>
                <c:pt idx="8410">
                  <c:v>7.7347264916049665E-6</c:v>
                </c:pt>
                <c:pt idx="8411">
                  <c:v>1.0046960019766879E-5</c:v>
                </c:pt>
                <c:pt idx="8412">
                  <c:v>1.3310484048983812E-5</c:v>
                </c:pt>
                <c:pt idx="8413">
                  <c:v>1.1016740959925793E-5</c:v>
                </c:pt>
                <c:pt idx="8414">
                  <c:v>1.424618728925659E-5</c:v>
                </c:pt>
                <c:pt idx="8415">
                  <c:v>3.2930102874718301E-3</c:v>
                </c:pt>
                <c:pt idx="8416">
                  <c:v>2.6414050156281483E-4</c:v>
                </c:pt>
                <c:pt idx="8417">
                  <c:v>5.7189246823083244E-5</c:v>
                </c:pt>
                <c:pt idx="8418">
                  <c:v>1.3298554847500105E-4</c:v>
                </c:pt>
                <c:pt idx="8419">
                  <c:v>5.0119089819079202E-5</c:v>
                </c:pt>
                <c:pt idx="8420">
                  <c:v>8.483716612660974E-6</c:v>
                </c:pt>
                <c:pt idx="8421">
                  <c:v>3.3890606330436051E-7</c:v>
                </c:pt>
                <c:pt idx="8422">
                  <c:v>3.0277300736654351E-7</c:v>
                </c:pt>
                <c:pt idx="8423">
                  <c:v>4.5723627284213406E-5</c:v>
                </c:pt>
                <c:pt idx="8424">
                  <c:v>2.1207822389920588E-4</c:v>
                </c:pt>
                <c:pt idx="8425">
                  <c:v>0</c:v>
                </c:pt>
                <c:pt idx="8426">
                  <c:v>7.0258335939988925E-5</c:v>
                </c:pt>
                <c:pt idx="8427">
                  <c:v>3.2938460463799105E-6</c:v>
                </c:pt>
                <c:pt idx="8428">
                  <c:v>1.6767117448199211E-5</c:v>
                </c:pt>
                <c:pt idx="8429">
                  <c:v>8.2913635742965921E-6</c:v>
                </c:pt>
                <c:pt idx="8430">
                  <c:v>4.9490004293392448E-4</c:v>
                </c:pt>
                <c:pt idx="8431">
                  <c:v>0</c:v>
                </c:pt>
                <c:pt idx="8432">
                  <c:v>5.6208044189641541E-6</c:v>
                </c:pt>
                <c:pt idx="8433">
                  <c:v>4.2988344746737738E-5</c:v>
                </c:pt>
                <c:pt idx="8434">
                  <c:v>1.3313302156311081E-5</c:v>
                </c:pt>
                <c:pt idx="8435">
                  <c:v>6.0237376364200464E-6</c:v>
                </c:pt>
                <c:pt idx="8436">
                  <c:v>5.4891624854045777E-6</c:v>
                </c:pt>
                <c:pt idx="8437">
                  <c:v>3.6347499364943695E-4</c:v>
                </c:pt>
                <c:pt idx="8438">
                  <c:v>1.9581246091143869E-6</c:v>
                </c:pt>
                <c:pt idx="8439">
                  <c:v>1.7958594299030008E-5</c:v>
                </c:pt>
                <c:pt idx="8440">
                  <c:v>1.5748128500039008E-6</c:v>
                </c:pt>
                <c:pt idx="8441">
                  <c:v>2.925819506582225E-7</c:v>
                </c:pt>
                <c:pt idx="8442">
                  <c:v>7.8115914214955549E-4</c:v>
                </c:pt>
                <c:pt idx="8443">
                  <c:v>2.7049891725136041E-5</c:v>
                </c:pt>
                <c:pt idx="8444">
                  <c:v>0</c:v>
                </c:pt>
                <c:pt idx="8445">
                  <c:v>7.2261929939018631E-5</c:v>
                </c:pt>
                <c:pt idx="8446">
                  <c:v>5.2697589619250621E-6</c:v>
                </c:pt>
                <c:pt idx="8447">
                  <c:v>2.269861626323662E-5</c:v>
                </c:pt>
                <c:pt idx="8448">
                  <c:v>1.2990445980288944E-4</c:v>
                </c:pt>
                <c:pt idx="8449">
                  <c:v>4.7868333514713706E-5</c:v>
                </c:pt>
                <c:pt idx="8450">
                  <c:v>1.047012189746693E-5</c:v>
                </c:pt>
                <c:pt idx="8451">
                  <c:v>0</c:v>
                </c:pt>
                <c:pt idx="8452">
                  <c:v>2.5790664422872806E-6</c:v>
                </c:pt>
                <c:pt idx="8453">
                  <c:v>1.4690874625504896E-5</c:v>
                </c:pt>
                <c:pt idx="8454">
                  <c:v>6.876143600786204E-6</c:v>
                </c:pt>
                <c:pt idx="8455">
                  <c:v>0</c:v>
                </c:pt>
                <c:pt idx="8456">
                  <c:v>1.6947671481523422E-6</c:v>
                </c:pt>
                <c:pt idx="8457">
                  <c:v>4.316335926798205E-5</c:v>
                </c:pt>
                <c:pt idx="8458">
                  <c:v>1.5766743309140602E-5</c:v>
                </c:pt>
                <c:pt idx="8459">
                  <c:v>4.526847717495189E-5</c:v>
                </c:pt>
                <c:pt idx="8460">
                  <c:v>9.0233115771130667E-5</c:v>
                </c:pt>
                <c:pt idx="8461">
                  <c:v>1.5422609277698388E-5</c:v>
                </c:pt>
                <c:pt idx="8462">
                  <c:v>1.0055533237491919E-6</c:v>
                </c:pt>
                <c:pt idx="8463">
                  <c:v>3.7925122626431343E-4</c:v>
                </c:pt>
                <c:pt idx="8464">
                  <c:v>2.9767531174590745E-3</c:v>
                </c:pt>
                <c:pt idx="8465">
                  <c:v>6.9094352963134153E-6</c:v>
                </c:pt>
                <c:pt idx="8466">
                  <c:v>9.4269608227771748E-6</c:v>
                </c:pt>
                <c:pt idx="8467">
                  <c:v>1.0755687261554889E-5</c:v>
                </c:pt>
                <c:pt idx="8468">
                  <c:v>1.7246725384618417E-3</c:v>
                </c:pt>
                <c:pt idx="8469">
                  <c:v>1.5586873153742275E-5</c:v>
                </c:pt>
                <c:pt idx="8470">
                  <c:v>1.3962532118589717E-5</c:v>
                </c:pt>
                <c:pt idx="8471">
                  <c:v>1.1145831333680785E-4</c:v>
                </c:pt>
                <c:pt idx="8472">
                  <c:v>7.1294810063870593E-6</c:v>
                </c:pt>
                <c:pt idx="8473">
                  <c:v>3.8207964556568498E-6</c:v>
                </c:pt>
                <c:pt idx="8474">
                  <c:v>5.0651875292522957E-6</c:v>
                </c:pt>
                <c:pt idx="8475">
                  <c:v>3.1391269476744373E-4</c:v>
                </c:pt>
                <c:pt idx="8476">
                  <c:v>3.3808581001264595E-5</c:v>
                </c:pt>
                <c:pt idx="8477">
                  <c:v>1.0050814797099647E-5</c:v>
                </c:pt>
                <c:pt idx="8478">
                  <c:v>9.6336110960717767E-6</c:v>
                </c:pt>
                <c:pt idx="8479">
                  <c:v>1.8544846701200665E-5</c:v>
                </c:pt>
                <c:pt idx="8480">
                  <c:v>1.0733484310060124E-4</c:v>
                </c:pt>
                <c:pt idx="8481">
                  <c:v>0</c:v>
                </c:pt>
                <c:pt idx="8482">
                  <c:v>1.9636174419210835E-3</c:v>
                </c:pt>
                <c:pt idx="8483">
                  <c:v>4.2559463950176649E-4</c:v>
                </c:pt>
                <c:pt idx="8484">
                  <c:v>2.2127844790200691E-6</c:v>
                </c:pt>
                <c:pt idx="8485">
                  <c:v>1.1413110118167894E-5</c:v>
                </c:pt>
                <c:pt idx="8486">
                  <c:v>1.0274202053740239E-4</c:v>
                </c:pt>
                <c:pt idx="8487">
                  <c:v>2.2976879367866229E-5</c:v>
                </c:pt>
                <c:pt idx="8488">
                  <c:v>6.7420833868435783E-5</c:v>
                </c:pt>
                <c:pt idx="8489">
                  <c:v>7.2278064333372962E-4</c:v>
                </c:pt>
                <c:pt idx="8490">
                  <c:v>1.8624992497268318E-4</c:v>
                </c:pt>
                <c:pt idx="8491">
                  <c:v>7.3682649839592334E-6</c:v>
                </c:pt>
                <c:pt idx="8492">
                  <c:v>1.1070166350905418E-5</c:v>
                </c:pt>
                <c:pt idx="8493">
                  <c:v>8.8887006155698772E-5</c:v>
                </c:pt>
                <c:pt idx="8494">
                  <c:v>5.4658818774081598E-7</c:v>
                </c:pt>
                <c:pt idx="8495">
                  <c:v>7.6827040124540129E-6</c:v>
                </c:pt>
                <c:pt idx="8496">
                  <c:v>5.8933418703849591E-6</c:v>
                </c:pt>
                <c:pt idx="8497">
                  <c:v>5.9927192601853991E-5</c:v>
                </c:pt>
                <c:pt idx="8498">
                  <c:v>8.6968314181501905E-6</c:v>
                </c:pt>
                <c:pt idx="8499">
                  <c:v>2.1537403330518581E-5</c:v>
                </c:pt>
                <c:pt idx="8500">
                  <c:v>4.9863529248680044E-5</c:v>
                </c:pt>
                <c:pt idx="8501">
                  <c:v>6.8833369171531964E-5</c:v>
                </c:pt>
                <c:pt idx="8502">
                  <c:v>1.8253188853424543E-5</c:v>
                </c:pt>
                <c:pt idx="8503">
                  <c:v>2.4752972989417178E-5</c:v>
                </c:pt>
                <c:pt idx="8504">
                  <c:v>0</c:v>
                </c:pt>
                <c:pt idx="8505">
                  <c:v>1.7951085264598643E-5</c:v>
                </c:pt>
                <c:pt idx="8506">
                  <c:v>1.4786117557287289E-4</c:v>
                </c:pt>
                <c:pt idx="8507">
                  <c:v>1.618800228849764E-6</c:v>
                </c:pt>
                <c:pt idx="8508">
                  <c:v>2.4004331244950842E-6</c:v>
                </c:pt>
                <c:pt idx="8509">
                  <c:v>6.0984857852197851E-5</c:v>
                </c:pt>
                <c:pt idx="8510">
                  <c:v>2.9514564792576276E-5</c:v>
                </c:pt>
                <c:pt idx="8511">
                  <c:v>0</c:v>
                </c:pt>
                <c:pt idx="8512">
                  <c:v>0</c:v>
                </c:pt>
                <c:pt idx="8513">
                  <c:v>9.5293194067033735E-6</c:v>
                </c:pt>
                <c:pt idx="8514">
                  <c:v>7.0388370450753573E-5</c:v>
                </c:pt>
                <c:pt idx="8515">
                  <c:v>2.7886751639875144E-5</c:v>
                </c:pt>
                <c:pt idx="8516">
                  <c:v>2.6514223944436571E-4</c:v>
                </c:pt>
                <c:pt idx="8517">
                  <c:v>0</c:v>
                </c:pt>
                <c:pt idx="8518">
                  <c:v>2.4666111929479446E-5</c:v>
                </c:pt>
                <c:pt idx="8519">
                  <c:v>2.2621371938215791E-5</c:v>
                </c:pt>
                <c:pt idx="8520">
                  <c:v>7.0546148158977798E-6</c:v>
                </c:pt>
                <c:pt idx="8521">
                  <c:v>3.3185711398549612E-7</c:v>
                </c:pt>
                <c:pt idx="8522">
                  <c:v>1.4032285331067715E-5</c:v>
                </c:pt>
                <c:pt idx="8523">
                  <c:v>1.3421693431667634E-5</c:v>
                </c:pt>
                <c:pt idx="8524">
                  <c:v>5.1884526614853775E-6</c:v>
                </c:pt>
                <c:pt idx="8525">
                  <c:v>5.3345916674408504E-5</c:v>
                </c:pt>
                <c:pt idx="8526">
                  <c:v>6.0328651467811192E-6</c:v>
                </c:pt>
                <c:pt idx="8527">
                  <c:v>2.293344481329551E-5</c:v>
                </c:pt>
                <c:pt idx="8528">
                  <c:v>0</c:v>
                </c:pt>
                <c:pt idx="8529">
                  <c:v>2.4088072559723454E-4</c:v>
                </c:pt>
                <c:pt idx="8530">
                  <c:v>7.3523246867167812E-6</c:v>
                </c:pt>
                <c:pt idx="8531">
                  <c:v>9.4804158129832696E-5</c:v>
                </c:pt>
                <c:pt idx="8532">
                  <c:v>1.7801026049662387E-6</c:v>
                </c:pt>
                <c:pt idx="8533">
                  <c:v>3.3365127532008591E-5</c:v>
                </c:pt>
                <c:pt idx="8534">
                  <c:v>8.2581982872166225E-5</c:v>
                </c:pt>
                <c:pt idx="8535">
                  <c:v>0</c:v>
                </c:pt>
                <c:pt idx="8536">
                  <c:v>3.2087962997813463E-5</c:v>
                </c:pt>
                <c:pt idx="8537">
                  <c:v>2.3839448810648071E-6</c:v>
                </c:pt>
                <c:pt idx="8538">
                  <c:v>2.204012687599006E-5</c:v>
                </c:pt>
                <c:pt idx="8539">
                  <c:v>9.4972687160122204E-5</c:v>
                </c:pt>
                <c:pt idx="8540">
                  <c:v>1.4966836696783228E-4</c:v>
                </c:pt>
                <c:pt idx="8541">
                  <c:v>4.2376651222098749E-6</c:v>
                </c:pt>
                <c:pt idx="8542">
                  <c:v>4.3019081181622164E-6</c:v>
                </c:pt>
                <c:pt idx="8543">
                  <c:v>2.2839945460474592E-5</c:v>
                </c:pt>
                <c:pt idx="8544">
                  <c:v>0</c:v>
                </c:pt>
                <c:pt idx="8545">
                  <c:v>1.9489262505222169E-5</c:v>
                </c:pt>
                <c:pt idx="8546">
                  <c:v>1.5725824440462838E-5</c:v>
                </c:pt>
                <c:pt idx="8547">
                  <c:v>0</c:v>
                </c:pt>
                <c:pt idx="8548">
                  <c:v>9.9819735715533865E-5</c:v>
                </c:pt>
                <c:pt idx="8549">
                  <c:v>3.1189069269971895E-5</c:v>
                </c:pt>
                <c:pt idx="8550">
                  <c:v>6.6552546031929907E-6</c:v>
                </c:pt>
                <c:pt idx="8551">
                  <c:v>1.905526241826412E-5</c:v>
                </c:pt>
                <c:pt idx="8552">
                  <c:v>4.3538494028734732E-5</c:v>
                </c:pt>
                <c:pt idx="8553">
                  <c:v>4.1505730986148004E-6</c:v>
                </c:pt>
                <c:pt idx="8554">
                  <c:v>8.9286937228701828E-8</c:v>
                </c:pt>
                <c:pt idx="8555">
                  <c:v>4.5209120018239733E-6</c:v>
                </c:pt>
                <c:pt idx="8556">
                  <c:v>0</c:v>
                </c:pt>
                <c:pt idx="8557">
                  <c:v>2.6832313119645226E-5</c:v>
                </c:pt>
                <c:pt idx="8558">
                  <c:v>1.8669767393066162E-3</c:v>
                </c:pt>
                <c:pt idx="8559">
                  <c:v>1.3240368344940167E-5</c:v>
                </c:pt>
                <c:pt idx="8560">
                  <c:v>1.4865278872006445E-4</c:v>
                </c:pt>
                <c:pt idx="8561">
                  <c:v>9.0109006072061569E-5</c:v>
                </c:pt>
                <c:pt idx="8562">
                  <c:v>1.3356408389364144E-5</c:v>
                </c:pt>
                <c:pt idx="8563">
                  <c:v>6.7566451549975676E-6</c:v>
                </c:pt>
                <c:pt idx="8564">
                  <c:v>6.0046244799871606E-7</c:v>
                </c:pt>
                <c:pt idx="8565">
                  <c:v>1.2368187810403189E-7</c:v>
                </c:pt>
                <c:pt idx="8566">
                  <c:v>9.2501022192655832E-6</c:v>
                </c:pt>
                <c:pt idx="8567">
                  <c:v>3.2029513971024189E-5</c:v>
                </c:pt>
                <c:pt idx="8568">
                  <c:v>1.4942771343228645E-6</c:v>
                </c:pt>
                <c:pt idx="8569">
                  <c:v>1.5233231880438265E-5</c:v>
                </c:pt>
                <c:pt idx="8570">
                  <c:v>4.2123448985907033E-6</c:v>
                </c:pt>
                <c:pt idx="8571">
                  <c:v>3.1255293755113109E-4</c:v>
                </c:pt>
                <c:pt idx="8572">
                  <c:v>1.056010633461987E-5</c:v>
                </c:pt>
                <c:pt idx="8573">
                  <c:v>2.1659915142375826E-6</c:v>
                </c:pt>
                <c:pt idx="8574">
                  <c:v>9.4424229489987996E-5</c:v>
                </c:pt>
                <c:pt idx="8575">
                  <c:v>2.1139168456811497E-5</c:v>
                </c:pt>
                <c:pt idx="8576">
                  <c:v>5.8251078593007011E-6</c:v>
                </c:pt>
                <c:pt idx="8577">
                  <c:v>1.3053046483429426E-5</c:v>
                </c:pt>
                <c:pt idx="8578">
                  <c:v>1.3729547094499475E-5</c:v>
                </c:pt>
                <c:pt idx="8579">
                  <c:v>4.1293050258562414E-6</c:v>
                </c:pt>
                <c:pt idx="8580">
                  <c:v>1.7447275040641616E-5</c:v>
                </c:pt>
                <c:pt idx="8581">
                  <c:v>3.0266046054893499E-4</c:v>
                </c:pt>
                <c:pt idx="8582">
                  <c:v>1.2370968320697815E-5</c:v>
                </c:pt>
                <c:pt idx="8583">
                  <c:v>2.5248277189939838E-6</c:v>
                </c:pt>
                <c:pt idx="8584">
                  <c:v>4.314491248842062E-4</c:v>
                </c:pt>
                <c:pt idx="8585">
                  <c:v>3.3258020069451816E-5</c:v>
                </c:pt>
                <c:pt idx="8586">
                  <c:v>2.5226168800988302E-5</c:v>
                </c:pt>
                <c:pt idx="8587">
                  <c:v>8.3308801912420269E-6</c:v>
                </c:pt>
                <c:pt idx="8588">
                  <c:v>3.1428230527075745E-5</c:v>
                </c:pt>
                <c:pt idx="8589">
                  <c:v>7.9092449825718848E-7</c:v>
                </c:pt>
                <c:pt idx="8590">
                  <c:v>0</c:v>
                </c:pt>
                <c:pt idx="8591">
                  <c:v>1.3993516536023863E-5</c:v>
                </c:pt>
                <c:pt idx="8592">
                  <c:v>9.6204355388999261E-6</c:v>
                </c:pt>
                <c:pt idx="8593">
                  <c:v>3.1984329561569563E-6</c:v>
                </c:pt>
                <c:pt idx="8594">
                  <c:v>1.1375710388753527E-5</c:v>
                </c:pt>
                <c:pt idx="8595">
                  <c:v>2.8164815323540835E-6</c:v>
                </c:pt>
                <c:pt idx="8596">
                  <c:v>2.4648018708697092E-3</c:v>
                </c:pt>
                <c:pt idx="8597">
                  <c:v>8.8858305152742764E-6</c:v>
                </c:pt>
                <c:pt idx="8598">
                  <c:v>1.6142821563082982E-5</c:v>
                </c:pt>
                <c:pt idx="8599">
                  <c:v>2.5839395012240617E-5</c:v>
                </c:pt>
                <c:pt idx="8600">
                  <c:v>1.4735831719637544E-4</c:v>
                </c:pt>
                <c:pt idx="8601">
                  <c:v>0</c:v>
                </c:pt>
                <c:pt idx="8602">
                  <c:v>6.657355799798693E-6</c:v>
                </c:pt>
                <c:pt idx="8603">
                  <c:v>1.7775326613187635E-5</c:v>
                </c:pt>
                <c:pt idx="8604">
                  <c:v>5.3254540821387874E-7</c:v>
                </c:pt>
                <c:pt idx="8605">
                  <c:v>5.0651875292522953E-7</c:v>
                </c:pt>
                <c:pt idx="8606">
                  <c:v>4.3713262238752797E-6</c:v>
                </c:pt>
                <c:pt idx="8607">
                  <c:v>1.5871346646742149E-4</c:v>
                </c:pt>
                <c:pt idx="8608">
                  <c:v>4.9581794955225135E-6</c:v>
                </c:pt>
                <c:pt idx="8609">
                  <c:v>1.0947136547596541E-4</c:v>
                </c:pt>
                <c:pt idx="8610">
                  <c:v>1.2653767065785943E-4</c:v>
                </c:pt>
                <c:pt idx="8611">
                  <c:v>1.0593617185113849E-5</c:v>
                </c:pt>
                <c:pt idx="8612">
                  <c:v>1.224297939828365E-7</c:v>
                </c:pt>
                <c:pt idx="8613">
                  <c:v>8.1342062072157562E-5</c:v>
                </c:pt>
                <c:pt idx="8614">
                  <c:v>5.8954668982604951E-4</c:v>
                </c:pt>
                <c:pt idx="8615">
                  <c:v>3.2077406378379173E-6</c:v>
                </c:pt>
                <c:pt idx="8616">
                  <c:v>1.8525251524481483E-5</c:v>
                </c:pt>
                <c:pt idx="8617">
                  <c:v>1.0847518014280071E-4</c:v>
                </c:pt>
                <c:pt idx="8618">
                  <c:v>1.7263965071847101E-4</c:v>
                </c:pt>
                <c:pt idx="8619">
                  <c:v>3.1605193470463134E-5</c:v>
                </c:pt>
                <c:pt idx="8620">
                  <c:v>3.0675548339458177E-5</c:v>
                </c:pt>
                <c:pt idx="8621">
                  <c:v>1.3132300123309567E-5</c:v>
                </c:pt>
                <c:pt idx="8622">
                  <c:v>0</c:v>
                </c:pt>
                <c:pt idx="8623">
                  <c:v>5.8793561455614434E-5</c:v>
                </c:pt>
                <c:pt idx="8624">
                  <c:v>1.8515860420620391E-5</c:v>
                </c:pt>
                <c:pt idx="8625">
                  <c:v>4.4377210070069018E-5</c:v>
                </c:pt>
                <c:pt idx="8626">
                  <c:v>2.0807942543993645E-5</c:v>
                </c:pt>
                <c:pt idx="8627">
                  <c:v>1.9929563250333613E-5</c:v>
                </c:pt>
                <c:pt idx="8628">
                  <c:v>3.0436894942344422E-5</c:v>
                </c:pt>
                <c:pt idx="8629">
                  <c:v>1.4779551031797602E-5</c:v>
                </c:pt>
                <c:pt idx="8630">
                  <c:v>5.8037499514950142E-6</c:v>
                </c:pt>
                <c:pt idx="8631">
                  <c:v>8.7063726564974746E-5</c:v>
                </c:pt>
                <c:pt idx="8632">
                  <c:v>1.2801738127830713E-5</c:v>
                </c:pt>
                <c:pt idx="8633">
                  <c:v>3.0916300113745206E-6</c:v>
                </c:pt>
                <c:pt idx="8634">
                  <c:v>2.5240404136532703E-5</c:v>
                </c:pt>
                <c:pt idx="8635">
                  <c:v>1.0335618866600281E-6</c:v>
                </c:pt>
                <c:pt idx="8636">
                  <c:v>1.3000352424584041E-4</c:v>
                </c:pt>
                <c:pt idx="8637">
                  <c:v>4.2207532678750091E-6</c:v>
                </c:pt>
                <c:pt idx="8638">
                  <c:v>2.8796980263946391E-5</c:v>
                </c:pt>
                <c:pt idx="8639">
                  <c:v>3.2596932647930242E-7</c:v>
                </c:pt>
                <c:pt idx="8640">
                  <c:v>2.769531981272292E-5</c:v>
                </c:pt>
                <c:pt idx="8641">
                  <c:v>0</c:v>
                </c:pt>
                <c:pt idx="8642">
                  <c:v>9.2983584162849238E-6</c:v>
                </c:pt>
                <c:pt idx="8643">
                  <c:v>1.3847275259826509E-7</c:v>
                </c:pt>
                <c:pt idx="8644">
                  <c:v>4.871069169192713E-5</c:v>
                </c:pt>
                <c:pt idx="8645">
                  <c:v>3.8214909231347592E-5</c:v>
                </c:pt>
                <c:pt idx="8646">
                  <c:v>3.260937027385213E-4</c:v>
                </c:pt>
                <c:pt idx="8647">
                  <c:v>2.90184963235327E-5</c:v>
                </c:pt>
                <c:pt idx="8648">
                  <c:v>1.0031484889975143E-5</c:v>
                </c:pt>
                <c:pt idx="8649">
                  <c:v>4.6406019119479704E-5</c:v>
                </c:pt>
                <c:pt idx="8650">
                  <c:v>6.0200292634900898E-6</c:v>
                </c:pt>
                <c:pt idx="8651">
                  <c:v>4.8098585062723613E-6</c:v>
                </c:pt>
                <c:pt idx="8652">
                  <c:v>4.7277811015024413E-3</c:v>
                </c:pt>
                <c:pt idx="8653">
                  <c:v>1.6197262850762041E-5</c:v>
                </c:pt>
                <c:pt idx="8654">
                  <c:v>1.6018571922100392E-5</c:v>
                </c:pt>
                <c:pt idx="8655">
                  <c:v>3.0296986812165219E-3</c:v>
                </c:pt>
                <c:pt idx="8656">
                  <c:v>3.6812564986239854E-7</c:v>
                </c:pt>
                <c:pt idx="8657">
                  <c:v>2.5415729607007246E-4</c:v>
                </c:pt>
                <c:pt idx="8658">
                  <c:v>3.6016451024989815E-6</c:v>
                </c:pt>
                <c:pt idx="8659">
                  <c:v>1.5464987456334141E-5</c:v>
                </c:pt>
                <c:pt idx="8660">
                  <c:v>2.6269701862902849E-4</c:v>
                </c:pt>
                <c:pt idx="8661">
                  <c:v>2.4622843853700013E-5</c:v>
                </c:pt>
                <c:pt idx="8662">
                  <c:v>1.8055906548789981E-5</c:v>
                </c:pt>
                <c:pt idx="8663">
                  <c:v>0</c:v>
                </c:pt>
                <c:pt idx="8664">
                  <c:v>3.2185306813487027E-6</c:v>
                </c:pt>
                <c:pt idx="8665">
                  <c:v>2.1244739312984286E-4</c:v>
                </c:pt>
                <c:pt idx="8666">
                  <c:v>1.11380096976572E-4</c:v>
                </c:pt>
                <c:pt idx="8667">
                  <c:v>5.4302046854874231E-5</c:v>
                </c:pt>
                <c:pt idx="8668">
                  <c:v>3.4686187238679313E-5</c:v>
                </c:pt>
                <c:pt idx="8669">
                  <c:v>9.9429360333579966E-6</c:v>
                </c:pt>
                <c:pt idx="8670">
                  <c:v>1.884879628761142E-5</c:v>
                </c:pt>
                <c:pt idx="8671">
                  <c:v>0</c:v>
                </c:pt>
                <c:pt idx="8672">
                  <c:v>3.0140825965183757E-6</c:v>
                </c:pt>
                <c:pt idx="8673">
                  <c:v>1.231321300794297E-4</c:v>
                </c:pt>
                <c:pt idx="8674">
                  <c:v>7.2517375953968354E-6</c:v>
                </c:pt>
                <c:pt idx="8675">
                  <c:v>1.0784044516331023E-5</c:v>
                </c:pt>
                <c:pt idx="8676">
                  <c:v>2.4334856401826235E-7</c:v>
                </c:pt>
                <c:pt idx="8677">
                  <c:v>0</c:v>
                </c:pt>
                <c:pt idx="8678">
                  <c:v>0</c:v>
                </c:pt>
                <c:pt idx="8679">
                  <c:v>8.8208845983134659E-7</c:v>
                </c:pt>
                <c:pt idx="8680">
                  <c:v>0</c:v>
                </c:pt>
                <c:pt idx="8681">
                  <c:v>1.1830838260075152E-5</c:v>
                </c:pt>
                <c:pt idx="8682">
                  <c:v>0</c:v>
                </c:pt>
                <c:pt idx="8683">
                  <c:v>0</c:v>
                </c:pt>
                <c:pt idx="8684">
                  <c:v>0</c:v>
                </c:pt>
                <c:pt idx="8685">
                  <c:v>2.1154879257081403E-4</c:v>
                </c:pt>
                <c:pt idx="8686">
                  <c:v>1.2184415884265223E-5</c:v>
                </c:pt>
                <c:pt idx="8687">
                  <c:v>1.0944495879171901E-5</c:v>
                </c:pt>
                <c:pt idx="8688">
                  <c:v>4.8699031907751246E-6</c:v>
                </c:pt>
                <c:pt idx="8689">
                  <c:v>1.4333403008309662E-6</c:v>
                </c:pt>
                <c:pt idx="8690">
                  <c:v>4.5952929153517088E-7</c:v>
                </c:pt>
                <c:pt idx="8691">
                  <c:v>0</c:v>
                </c:pt>
                <c:pt idx="8692">
                  <c:v>0</c:v>
                </c:pt>
                <c:pt idx="8693">
                  <c:v>2.9825462115855253E-5</c:v>
                </c:pt>
                <c:pt idx="8694">
                  <c:v>7.6003293894478467E-5</c:v>
                </c:pt>
                <c:pt idx="8695">
                  <c:v>0</c:v>
                </c:pt>
                <c:pt idx="8696">
                  <c:v>0</c:v>
                </c:pt>
                <c:pt idx="8697">
                  <c:v>0</c:v>
                </c:pt>
                <c:pt idx="8698">
                  <c:v>9.7421538885113182E-8</c:v>
                </c:pt>
                <c:pt idx="8699">
                  <c:v>0</c:v>
                </c:pt>
                <c:pt idx="8700">
                  <c:v>0</c:v>
                </c:pt>
                <c:pt idx="8701">
                  <c:v>3.6585378841725749E-6</c:v>
                </c:pt>
                <c:pt idx="8702">
                  <c:v>0</c:v>
                </c:pt>
                <c:pt idx="8703">
                  <c:v>0</c:v>
                </c:pt>
                <c:pt idx="8704">
                  <c:v>0</c:v>
                </c:pt>
                <c:pt idx="8705">
                  <c:v>0</c:v>
                </c:pt>
                <c:pt idx="8706">
                  <c:v>2.5593967589155264E-4</c:v>
                </c:pt>
                <c:pt idx="8707">
                  <c:v>2.4491978248042426E-5</c:v>
                </c:pt>
                <c:pt idx="8708">
                  <c:v>4.1161390197190952E-5</c:v>
                </c:pt>
                <c:pt idx="8709">
                  <c:v>6.0639769689163924E-6</c:v>
                </c:pt>
                <c:pt idx="8710">
                  <c:v>9.6978859694684655E-5</c:v>
                </c:pt>
                <c:pt idx="8711">
                  <c:v>0</c:v>
                </c:pt>
                <c:pt idx="8712">
                  <c:v>0</c:v>
                </c:pt>
                <c:pt idx="8713">
                  <c:v>0</c:v>
                </c:pt>
                <c:pt idx="8714">
                  <c:v>0</c:v>
                </c:pt>
                <c:pt idx="8715">
                  <c:v>4.5102848954506469E-5</c:v>
                </c:pt>
                <c:pt idx="8716">
                  <c:v>4.7553172333450983E-6</c:v>
                </c:pt>
                <c:pt idx="8717">
                  <c:v>1.273077054596325E-5</c:v>
                </c:pt>
                <c:pt idx="8718">
                  <c:v>0</c:v>
                </c:pt>
                <c:pt idx="8719">
                  <c:v>0</c:v>
                </c:pt>
                <c:pt idx="8720">
                  <c:v>3.9511433512642644E-7</c:v>
                </c:pt>
                <c:pt idx="8721">
                  <c:v>2.7000530053739235E-5</c:v>
                </c:pt>
                <c:pt idx="8722">
                  <c:v>1.6397910213053531E-5</c:v>
                </c:pt>
                <c:pt idx="8723">
                  <c:v>1.6654634114326278E-5</c:v>
                </c:pt>
                <c:pt idx="8724">
                  <c:v>3.5892308374745613E-7</c:v>
                </c:pt>
                <c:pt idx="8725">
                  <c:v>1.8255138403476584E-3</c:v>
                </c:pt>
                <c:pt idx="8726">
                  <c:v>1.1757735178930282E-5</c:v>
                </c:pt>
                <c:pt idx="8727">
                  <c:v>0</c:v>
                </c:pt>
                <c:pt idx="8728">
                  <c:v>2.7085887347406259E-6</c:v>
                </c:pt>
                <c:pt idx="8729">
                  <c:v>1.1269551983259326E-5</c:v>
                </c:pt>
                <c:pt idx="8730">
                  <c:v>2.6415950797490843E-5</c:v>
                </c:pt>
                <c:pt idx="8731">
                  <c:v>5.050709961764608E-6</c:v>
                </c:pt>
                <c:pt idx="8732">
                  <c:v>1.4709490463390117E-5</c:v>
                </c:pt>
                <c:pt idx="8733">
                  <c:v>0</c:v>
                </c:pt>
                <c:pt idx="8734">
                  <c:v>7.4303214656487197E-6</c:v>
                </c:pt>
                <c:pt idx="8735">
                  <c:v>7.6205229521730738E-6</c:v>
                </c:pt>
                <c:pt idx="8736">
                  <c:v>1.6039760509156062E-6</c:v>
                </c:pt>
                <c:pt idx="8737">
                  <c:v>0</c:v>
                </c:pt>
                <c:pt idx="8738">
                  <c:v>0</c:v>
                </c:pt>
                <c:pt idx="8739">
                  <c:v>0</c:v>
                </c:pt>
                <c:pt idx="8740">
                  <c:v>2.540459690478282E-4</c:v>
                </c:pt>
                <c:pt idx="8741">
                  <c:v>4.8998581640736035E-6</c:v>
                </c:pt>
                <c:pt idx="8742">
                  <c:v>9.2791554000527297E-7</c:v>
                </c:pt>
                <c:pt idx="8743">
                  <c:v>0</c:v>
                </c:pt>
                <c:pt idx="8744">
                  <c:v>9.7023116558966105E-6</c:v>
                </c:pt>
                <c:pt idx="8745">
                  <c:v>0</c:v>
                </c:pt>
                <c:pt idx="8746">
                  <c:v>0</c:v>
                </c:pt>
                <c:pt idx="8747">
                  <c:v>0</c:v>
                </c:pt>
                <c:pt idx="8748">
                  <c:v>5.6169264752715272E-5</c:v>
                </c:pt>
                <c:pt idx="8749">
                  <c:v>9.1959625384826775E-6</c:v>
                </c:pt>
                <c:pt idx="8750">
                  <c:v>8.1946997914163695E-6</c:v>
                </c:pt>
                <c:pt idx="8751">
                  <c:v>1.3246163388921667E-5</c:v>
                </c:pt>
                <c:pt idx="8752">
                  <c:v>5.3793047558798335E-5</c:v>
                </c:pt>
                <c:pt idx="8753">
                  <c:v>1.1375225524118224E-5</c:v>
                </c:pt>
                <c:pt idx="8754">
                  <c:v>4.4969883962446693E-5</c:v>
                </c:pt>
                <c:pt idx="8755">
                  <c:v>2.3578447948669426E-5</c:v>
                </c:pt>
                <c:pt idx="8756">
                  <c:v>3.8276701215372589E-5</c:v>
                </c:pt>
                <c:pt idx="8757">
                  <c:v>0</c:v>
                </c:pt>
                <c:pt idx="8758">
                  <c:v>0</c:v>
                </c:pt>
                <c:pt idx="8759">
                  <c:v>0</c:v>
                </c:pt>
                <c:pt idx="8760">
                  <c:v>0</c:v>
                </c:pt>
                <c:pt idx="8761">
                  <c:v>0</c:v>
                </c:pt>
                <c:pt idx="8762">
                  <c:v>2.7817270051801154E-5</c:v>
                </c:pt>
                <c:pt idx="8763">
                  <c:v>1.6156660458773502E-4</c:v>
                </c:pt>
                <c:pt idx="8764">
                  <c:v>7.221037280264811E-6</c:v>
                </c:pt>
                <c:pt idx="8765">
                  <c:v>2.2202287961443838E-3</c:v>
                </c:pt>
                <c:pt idx="8766">
                  <c:v>1.4016139326385503E-5</c:v>
                </c:pt>
                <c:pt idx="8767">
                  <c:v>0</c:v>
                </c:pt>
                <c:pt idx="8768">
                  <c:v>6.9094352963134153E-6</c:v>
                </c:pt>
                <c:pt idx="8769">
                  <c:v>1.0017396898000823E-6</c:v>
                </c:pt>
                <c:pt idx="8770">
                  <c:v>1.4664001338398768E-5</c:v>
                </c:pt>
                <c:pt idx="8771">
                  <c:v>1.1419412153361486E-4</c:v>
                </c:pt>
                <c:pt idx="8772">
                  <c:v>3.2887014682681704E-6</c:v>
                </c:pt>
                <c:pt idx="8773">
                  <c:v>8.4455162619350264E-6</c:v>
                </c:pt>
                <c:pt idx="8774">
                  <c:v>1.0902189313276301E-5</c:v>
                </c:pt>
                <c:pt idx="8775">
                  <c:v>0</c:v>
                </c:pt>
                <c:pt idx="8776">
                  <c:v>0</c:v>
                </c:pt>
                <c:pt idx="8777">
                  <c:v>2.8484361823243784E-5</c:v>
                </c:pt>
                <c:pt idx="8778">
                  <c:v>0</c:v>
                </c:pt>
                <c:pt idx="8779">
                  <c:v>2.6736477052120628E-5</c:v>
                </c:pt>
                <c:pt idx="8780">
                  <c:v>0</c:v>
                </c:pt>
                <c:pt idx="8781">
                  <c:v>1.7504410685659556E-5</c:v>
                </c:pt>
                <c:pt idx="8782">
                  <c:v>1.419236728851881E-5</c:v>
                </c:pt>
                <c:pt idx="8783">
                  <c:v>1.6661510901579376E-5</c:v>
                </c:pt>
                <c:pt idx="8784">
                  <c:v>5.9029129585152811E-7</c:v>
                </c:pt>
                <c:pt idx="8785">
                  <c:v>0</c:v>
                </c:pt>
                <c:pt idx="8786">
                  <c:v>0</c:v>
                </c:pt>
                <c:pt idx="8787">
                  <c:v>6.3671140576836819E-6</c:v>
                </c:pt>
                <c:pt idx="8788">
                  <c:v>2.7500107388711656E-5</c:v>
                </c:pt>
                <c:pt idx="8789">
                  <c:v>1.2627111010265807E-7</c:v>
                </c:pt>
                <c:pt idx="8790">
                  <c:v>0</c:v>
                </c:pt>
                <c:pt idx="8791">
                  <c:v>1.756454703593319E-5</c:v>
                </c:pt>
                <c:pt idx="8792">
                  <c:v>3.0782809272679235E-6</c:v>
                </c:pt>
                <c:pt idx="8793">
                  <c:v>1.2656822356707552E-5</c:v>
                </c:pt>
                <c:pt idx="8794">
                  <c:v>0</c:v>
                </c:pt>
                <c:pt idx="8795">
                  <c:v>1.4630469317015939E-4</c:v>
                </c:pt>
                <c:pt idx="8796">
                  <c:v>2.4108981512244246E-5</c:v>
                </c:pt>
                <c:pt idx="8797">
                  <c:v>0</c:v>
                </c:pt>
                <c:pt idx="8798">
                  <c:v>1.8418181562597024E-5</c:v>
                </c:pt>
                <c:pt idx="8799">
                  <c:v>3.4062113662768007E-5</c:v>
                </c:pt>
                <c:pt idx="8800">
                  <c:v>0</c:v>
                </c:pt>
                <c:pt idx="8801">
                  <c:v>8.3469186655188128E-5</c:v>
                </c:pt>
                <c:pt idx="8802">
                  <c:v>0</c:v>
                </c:pt>
                <c:pt idx="8803">
                  <c:v>0</c:v>
                </c:pt>
                <c:pt idx="8804">
                  <c:v>0</c:v>
                </c:pt>
                <c:pt idx="8805">
                  <c:v>9.1547466186014054E-6</c:v>
                </c:pt>
                <c:pt idx="8806">
                  <c:v>0</c:v>
                </c:pt>
                <c:pt idx="8807">
                  <c:v>4.1514674259362127E-6</c:v>
                </c:pt>
                <c:pt idx="8808">
                  <c:v>0</c:v>
                </c:pt>
                <c:pt idx="8809">
                  <c:v>2.8033079485692899E-6</c:v>
                </c:pt>
                <c:pt idx="8810">
                  <c:v>1.3451347438567546E-5</c:v>
                </c:pt>
                <c:pt idx="8811">
                  <c:v>2.0668235450699447E-5</c:v>
                </c:pt>
                <c:pt idx="8812">
                  <c:v>0</c:v>
                </c:pt>
                <c:pt idx="8813">
                  <c:v>0</c:v>
                </c:pt>
                <c:pt idx="8814">
                  <c:v>0</c:v>
                </c:pt>
                <c:pt idx="8815">
                  <c:v>5.1157275902505874E-6</c:v>
                </c:pt>
                <c:pt idx="8816">
                  <c:v>0</c:v>
                </c:pt>
                <c:pt idx="8817">
                  <c:v>3.9092768027491442E-5</c:v>
                </c:pt>
                <c:pt idx="8818">
                  <c:v>6.201318883619748E-6</c:v>
                </c:pt>
                <c:pt idx="8819">
                  <c:v>0</c:v>
                </c:pt>
                <c:pt idx="8820">
                  <c:v>0</c:v>
                </c:pt>
                <c:pt idx="8821">
                  <c:v>5.7054575735073812E-5</c:v>
                </c:pt>
                <c:pt idx="8822">
                  <c:v>0</c:v>
                </c:pt>
                <c:pt idx="8823">
                  <c:v>2.1882214564022647E-3</c:v>
                </c:pt>
                <c:pt idx="8824">
                  <c:v>0</c:v>
                </c:pt>
                <c:pt idx="8825">
                  <c:v>0</c:v>
                </c:pt>
                <c:pt idx="8826">
                  <c:v>6.5318830886321868E-7</c:v>
                </c:pt>
                <c:pt idx="8827">
                  <c:v>4.6212114881974163E-6</c:v>
                </c:pt>
                <c:pt idx="8828">
                  <c:v>0</c:v>
                </c:pt>
                <c:pt idx="8829">
                  <c:v>0</c:v>
                </c:pt>
                <c:pt idx="8830">
                  <c:v>2.1939226114638496E-5</c:v>
                </c:pt>
                <c:pt idx="8831">
                  <c:v>0</c:v>
                </c:pt>
                <c:pt idx="8832">
                  <c:v>0</c:v>
                </c:pt>
                <c:pt idx="8833">
                  <c:v>0</c:v>
                </c:pt>
                <c:pt idx="8834">
                  <c:v>7.5346170509193371E-4</c:v>
                </c:pt>
                <c:pt idx="8835">
                  <c:v>0</c:v>
                </c:pt>
                <c:pt idx="8836">
                  <c:v>9.4249239768637772E-7</c:v>
                </c:pt>
                <c:pt idx="8837">
                  <c:v>5.3572162337221369E-7</c:v>
                </c:pt>
                <c:pt idx="8838">
                  <c:v>0</c:v>
                </c:pt>
                <c:pt idx="8839">
                  <c:v>0</c:v>
                </c:pt>
                <c:pt idx="8840">
                  <c:v>4.3866879904501511E-6</c:v>
                </c:pt>
                <c:pt idx="8841">
                  <c:v>0</c:v>
                </c:pt>
                <c:pt idx="8842">
                  <c:v>1.6768919351910837E-4</c:v>
                </c:pt>
                <c:pt idx="8843">
                  <c:v>0</c:v>
                </c:pt>
                <c:pt idx="8844">
                  <c:v>0</c:v>
                </c:pt>
                <c:pt idx="8845">
                  <c:v>6.8793194512947724E-6</c:v>
                </c:pt>
                <c:pt idx="8846">
                  <c:v>2.4181085950081592E-6</c:v>
                </c:pt>
                <c:pt idx="8847">
                  <c:v>0</c:v>
                </c:pt>
                <c:pt idx="8848">
                  <c:v>9.0638838424693861E-6</c:v>
                </c:pt>
                <c:pt idx="8849">
                  <c:v>5.8074994947462055E-7</c:v>
                </c:pt>
                <c:pt idx="8850">
                  <c:v>9.4912151007551477E-6</c:v>
                </c:pt>
                <c:pt idx="8851">
                  <c:v>3.2994732038229898E-8</c:v>
                </c:pt>
                <c:pt idx="8852">
                  <c:v>6.6965764247492129E-4</c:v>
                </c:pt>
                <c:pt idx="8853">
                  <c:v>0</c:v>
                </c:pt>
                <c:pt idx="8854">
                  <c:v>2.7733566639197962E-5</c:v>
                </c:pt>
                <c:pt idx="8855">
                  <c:v>0</c:v>
                </c:pt>
                <c:pt idx="8856">
                  <c:v>0</c:v>
                </c:pt>
                <c:pt idx="8857">
                  <c:v>1.3785523897181291E-5</c:v>
                </c:pt>
                <c:pt idx="8858">
                  <c:v>0</c:v>
                </c:pt>
                <c:pt idx="8859">
                  <c:v>0</c:v>
                </c:pt>
                <c:pt idx="8860">
                  <c:v>9.0600650385438803E-5</c:v>
                </c:pt>
                <c:pt idx="8861">
                  <c:v>3.6857322021367986E-6</c:v>
                </c:pt>
                <c:pt idx="8862">
                  <c:v>2.1073202825528342E-5</c:v>
                </c:pt>
                <c:pt idx="8863">
                  <c:v>1.0122481401198494E-5</c:v>
                </c:pt>
                <c:pt idx="8864">
                  <c:v>0</c:v>
                </c:pt>
                <c:pt idx="8865">
                  <c:v>2.2758974273253772E-3</c:v>
                </c:pt>
                <c:pt idx="8866">
                  <c:v>0</c:v>
                </c:pt>
                <c:pt idx="8867">
                  <c:v>0</c:v>
                </c:pt>
                <c:pt idx="8868">
                  <c:v>0</c:v>
                </c:pt>
                <c:pt idx="8869">
                  <c:v>2.9488948377850798E-4</c:v>
                </c:pt>
                <c:pt idx="8870">
                  <c:v>0</c:v>
                </c:pt>
                <c:pt idx="8871">
                  <c:v>4.3000209024929123E-6</c:v>
                </c:pt>
                <c:pt idx="8872">
                  <c:v>0</c:v>
                </c:pt>
                <c:pt idx="8873">
                  <c:v>0</c:v>
                </c:pt>
                <c:pt idx="8874">
                  <c:v>5.4188267613343685E-6</c:v>
                </c:pt>
                <c:pt idx="8875">
                  <c:v>1.1377536787929346E-5</c:v>
                </c:pt>
                <c:pt idx="8876">
                  <c:v>0</c:v>
                </c:pt>
                <c:pt idx="8877">
                  <c:v>3.7328985926743465E-6</c:v>
                </c:pt>
                <c:pt idx="8878">
                  <c:v>1.2736240656481349E-5</c:v>
                </c:pt>
                <c:pt idx="8879">
                  <c:v>1.6662198976824022E-5</c:v>
                </c:pt>
                <c:pt idx="8880">
                  <c:v>4.6102087732237457E-5</c:v>
                </c:pt>
                <c:pt idx="8881">
                  <c:v>1.2716777001908723E-4</c:v>
                </c:pt>
                <c:pt idx="8882">
                  <c:v>2.6652882599505421E-6</c:v>
                </c:pt>
                <c:pt idx="8883">
                  <c:v>0</c:v>
                </c:pt>
                <c:pt idx="8884">
                  <c:v>0</c:v>
                </c:pt>
                <c:pt idx="8885">
                  <c:v>0</c:v>
                </c:pt>
                <c:pt idx="8886">
                  <c:v>1.85951643896195E-6</c:v>
                </c:pt>
                <c:pt idx="8887">
                  <c:v>3.7426107855030986E-6</c:v>
                </c:pt>
                <c:pt idx="8888">
                  <c:v>0</c:v>
                </c:pt>
                <c:pt idx="8889">
                  <c:v>0</c:v>
                </c:pt>
                <c:pt idx="8890">
                  <c:v>0</c:v>
                </c:pt>
                <c:pt idx="8891">
                  <c:v>0</c:v>
                </c:pt>
                <c:pt idx="8892">
                  <c:v>0</c:v>
                </c:pt>
                <c:pt idx="8893">
                  <c:v>2.9493291614535896E-6</c:v>
                </c:pt>
                <c:pt idx="8894">
                  <c:v>7.6990850444635192E-7</c:v>
                </c:pt>
                <c:pt idx="8895">
                  <c:v>0</c:v>
                </c:pt>
                <c:pt idx="8896">
                  <c:v>0</c:v>
                </c:pt>
                <c:pt idx="8897">
                  <c:v>0</c:v>
                </c:pt>
                <c:pt idx="8898">
                  <c:v>0</c:v>
                </c:pt>
                <c:pt idx="8899">
                  <c:v>3.3683497069527888E-5</c:v>
                </c:pt>
                <c:pt idx="8900">
                  <c:v>0</c:v>
                </c:pt>
                <c:pt idx="8901">
                  <c:v>0</c:v>
                </c:pt>
                <c:pt idx="8902">
                  <c:v>0</c:v>
                </c:pt>
                <c:pt idx="8903">
                  <c:v>0</c:v>
                </c:pt>
                <c:pt idx="8904">
                  <c:v>0</c:v>
                </c:pt>
                <c:pt idx="8905">
                  <c:v>0</c:v>
                </c:pt>
                <c:pt idx="8906">
                  <c:v>0</c:v>
                </c:pt>
                <c:pt idx="8907">
                  <c:v>6.0690985710861031E-7</c:v>
                </c:pt>
                <c:pt idx="8908">
                  <c:v>7.7587992883657125E-6</c:v>
                </c:pt>
                <c:pt idx="8909">
                  <c:v>0</c:v>
                </c:pt>
                <c:pt idx="8910">
                  <c:v>1.2955191180587634E-6</c:v>
                </c:pt>
                <c:pt idx="8911">
                  <c:v>0</c:v>
                </c:pt>
                <c:pt idx="8912">
                  <c:v>1.7507444105234344E-6</c:v>
                </c:pt>
                <c:pt idx="8913">
                  <c:v>0</c:v>
                </c:pt>
                <c:pt idx="8914">
                  <c:v>0</c:v>
                </c:pt>
                <c:pt idx="8915">
                  <c:v>0</c:v>
                </c:pt>
                <c:pt idx="8916">
                  <c:v>1.3719114307953602E-5</c:v>
                </c:pt>
                <c:pt idx="8917">
                  <c:v>1.2405555604716929E-6</c:v>
                </c:pt>
                <c:pt idx="8918">
                  <c:v>3.9921181712032892E-5</c:v>
                </c:pt>
                <c:pt idx="8919">
                  <c:v>9.9069109028023362E-7</c:v>
                </c:pt>
                <c:pt idx="8920">
                  <c:v>0</c:v>
                </c:pt>
                <c:pt idx="8921">
                  <c:v>0</c:v>
                </c:pt>
                <c:pt idx="8922">
                  <c:v>0</c:v>
                </c:pt>
                <c:pt idx="8923">
                  <c:v>3.5103597135462441E-6</c:v>
                </c:pt>
                <c:pt idx="8924">
                  <c:v>1.5851057444483726E-6</c:v>
                </c:pt>
                <c:pt idx="8925">
                  <c:v>0</c:v>
                </c:pt>
                <c:pt idx="8926">
                  <c:v>0</c:v>
                </c:pt>
                <c:pt idx="8927">
                  <c:v>0</c:v>
                </c:pt>
                <c:pt idx="8928">
                  <c:v>9.2919991915938661E-6</c:v>
                </c:pt>
                <c:pt idx="8929">
                  <c:v>0</c:v>
                </c:pt>
                <c:pt idx="8930">
                  <c:v>0</c:v>
                </c:pt>
                <c:pt idx="8931">
                  <c:v>0</c:v>
                </c:pt>
                <c:pt idx="8932">
                  <c:v>4.0010093029877289E-6</c:v>
                </c:pt>
                <c:pt idx="8933">
                  <c:v>2.5960306026611123E-7</c:v>
                </c:pt>
                <c:pt idx="8934">
                  <c:v>0</c:v>
                </c:pt>
                <c:pt idx="8935">
                  <c:v>0</c:v>
                </c:pt>
                <c:pt idx="8936">
                  <c:v>0</c:v>
                </c:pt>
                <c:pt idx="8937">
                  <c:v>9.8585845081545302E-6</c:v>
                </c:pt>
                <c:pt idx="8938">
                  <c:v>1.4825099033837491E-5</c:v>
                </c:pt>
                <c:pt idx="8939">
                  <c:v>0</c:v>
                </c:pt>
                <c:pt idx="8940">
                  <c:v>0</c:v>
                </c:pt>
                <c:pt idx="8941">
                  <c:v>8.420874267381984E-6</c:v>
                </c:pt>
                <c:pt idx="8942">
                  <c:v>1.5567233373052903E-5</c:v>
                </c:pt>
                <c:pt idx="8943">
                  <c:v>0</c:v>
                </c:pt>
                <c:pt idx="8944">
                  <c:v>0</c:v>
                </c:pt>
                <c:pt idx="8945">
                  <c:v>0</c:v>
                </c:pt>
                <c:pt idx="8946">
                  <c:v>7.1072940403761522E-5</c:v>
                </c:pt>
                <c:pt idx="8947">
                  <c:v>0</c:v>
                </c:pt>
                <c:pt idx="8948">
                  <c:v>0</c:v>
                </c:pt>
                <c:pt idx="8949">
                  <c:v>4.7642733211543044E-5</c:v>
                </c:pt>
                <c:pt idx="8950">
                  <c:v>8.1312490701751269E-5</c:v>
                </c:pt>
                <c:pt idx="8951">
                  <c:v>0</c:v>
                </c:pt>
                <c:pt idx="8952">
                  <c:v>4.9839946342088149E-7</c:v>
                </c:pt>
                <c:pt idx="8953">
                  <c:v>1.0471229008220143E-6</c:v>
                </c:pt>
                <c:pt idx="8954">
                  <c:v>3.1621242146903726E-5</c:v>
                </c:pt>
                <c:pt idx="8955">
                  <c:v>0</c:v>
                </c:pt>
                <c:pt idx="8956">
                  <c:v>0</c:v>
                </c:pt>
                <c:pt idx="8957">
                  <c:v>8.0582528874468618E-6</c:v>
                </c:pt>
                <c:pt idx="8958">
                  <c:v>0</c:v>
                </c:pt>
                <c:pt idx="8959">
                  <c:v>0</c:v>
                </c:pt>
                <c:pt idx="8960">
                  <c:v>0</c:v>
                </c:pt>
                <c:pt idx="8961">
                  <c:v>0</c:v>
                </c:pt>
                <c:pt idx="8962">
                  <c:v>0</c:v>
                </c:pt>
                <c:pt idx="8963">
                  <c:v>0</c:v>
                </c:pt>
                <c:pt idx="8964">
                  <c:v>2.5183923042637629E-7</c:v>
                </c:pt>
                <c:pt idx="8965">
                  <c:v>0</c:v>
                </c:pt>
                <c:pt idx="8966">
                  <c:v>0</c:v>
                </c:pt>
                <c:pt idx="8967">
                  <c:v>0</c:v>
                </c:pt>
                <c:pt idx="8968">
                  <c:v>1.1926603796219565E-5</c:v>
                </c:pt>
                <c:pt idx="8969">
                  <c:v>4.2783827583204799E-6</c:v>
                </c:pt>
                <c:pt idx="8970">
                  <c:v>0</c:v>
                </c:pt>
                <c:pt idx="8971">
                  <c:v>0</c:v>
                </c:pt>
                <c:pt idx="8972">
                  <c:v>0</c:v>
                </c:pt>
                <c:pt idx="8973">
                  <c:v>0</c:v>
                </c:pt>
                <c:pt idx="8974">
                  <c:v>1.7191706945875789E-4</c:v>
                </c:pt>
                <c:pt idx="8975">
                  <c:v>0</c:v>
                </c:pt>
                <c:pt idx="8976">
                  <c:v>0</c:v>
                </c:pt>
                <c:pt idx="8977">
                  <c:v>0</c:v>
                </c:pt>
                <c:pt idx="8978">
                  <c:v>1.2758103604487475E-6</c:v>
                </c:pt>
                <c:pt idx="8979">
                  <c:v>0</c:v>
                </c:pt>
                <c:pt idx="8980">
                  <c:v>1.5398170088927E-5</c:v>
                </c:pt>
                <c:pt idx="8981">
                  <c:v>0</c:v>
                </c:pt>
                <c:pt idx="8982">
                  <c:v>0</c:v>
                </c:pt>
                <c:pt idx="8983">
                  <c:v>0</c:v>
                </c:pt>
                <c:pt idx="8984">
                  <c:v>0</c:v>
                </c:pt>
                <c:pt idx="8985">
                  <c:v>0</c:v>
                </c:pt>
                <c:pt idx="8986">
                  <c:v>0</c:v>
                </c:pt>
                <c:pt idx="8987">
                  <c:v>0</c:v>
                </c:pt>
                <c:pt idx="8988">
                  <c:v>4.8994177555676925E-7</c:v>
                </c:pt>
                <c:pt idx="8989">
                  <c:v>0</c:v>
                </c:pt>
                <c:pt idx="8990">
                  <c:v>0</c:v>
                </c:pt>
                <c:pt idx="8991">
                  <c:v>1.0105049120858329E-4</c:v>
                </c:pt>
                <c:pt idx="8992">
                  <c:v>0</c:v>
                </c:pt>
                <c:pt idx="8993">
                  <c:v>0</c:v>
                </c:pt>
                <c:pt idx="8994">
                  <c:v>0</c:v>
                </c:pt>
                <c:pt idx="8995">
                  <c:v>8.2650635082579222E-7</c:v>
                </c:pt>
                <c:pt idx="8996">
                  <c:v>0</c:v>
                </c:pt>
                <c:pt idx="8997">
                  <c:v>6.2039726403719697E-7</c:v>
                </c:pt>
                <c:pt idx="8998">
                  <c:v>0</c:v>
                </c:pt>
                <c:pt idx="8999">
                  <c:v>0</c:v>
                </c:pt>
                <c:pt idx="9000">
                  <c:v>0</c:v>
                </c:pt>
                <c:pt idx="9001">
                  <c:v>0</c:v>
                </c:pt>
                <c:pt idx="9002">
                  <c:v>1.5431072161766554E-5</c:v>
                </c:pt>
                <c:pt idx="9003">
                  <c:v>0</c:v>
                </c:pt>
                <c:pt idx="9004">
                  <c:v>0</c:v>
                </c:pt>
                <c:pt idx="9005">
                  <c:v>0</c:v>
                </c:pt>
                <c:pt idx="9006">
                  <c:v>4.1385866706586992E-6</c:v>
                </c:pt>
                <c:pt idx="9007">
                  <c:v>0</c:v>
                </c:pt>
                <c:pt idx="9008">
                  <c:v>0</c:v>
                </c:pt>
                <c:pt idx="9009">
                  <c:v>1.7418805973079622E-5</c:v>
                </c:pt>
                <c:pt idx="9010">
                  <c:v>0</c:v>
                </c:pt>
                <c:pt idx="9011">
                  <c:v>0</c:v>
                </c:pt>
                <c:pt idx="9012">
                  <c:v>3.723368570667616E-6</c:v>
                </c:pt>
                <c:pt idx="9013">
                  <c:v>5.8360148167375718E-5</c:v>
                </c:pt>
                <c:pt idx="9014">
                  <c:v>1.4354011263769585E-5</c:v>
                </c:pt>
                <c:pt idx="9015">
                  <c:v>8.4171695272731323E-6</c:v>
                </c:pt>
                <c:pt idx="9016">
                  <c:v>3.186874886998696E-6</c:v>
                </c:pt>
                <c:pt idx="9017">
                  <c:v>1.4174938139102253E-6</c:v>
                </c:pt>
                <c:pt idx="9018">
                  <c:v>1.1740059331633145E-3</c:v>
                </c:pt>
                <c:pt idx="9019">
                  <c:v>9.6439810625085343E-5</c:v>
                </c:pt>
                <c:pt idx="9020">
                  <c:v>4.087658554534754E-5</c:v>
                </c:pt>
                <c:pt idx="9021">
                  <c:v>4.388201938131714E-7</c:v>
                </c:pt>
                <c:pt idx="9022">
                  <c:v>1.3547191635409904E-4</c:v>
                </c:pt>
                <c:pt idx="9023">
                  <c:v>3.0660315288002338E-5</c:v>
                </c:pt>
                <c:pt idx="9024">
                  <c:v>5.0097297326507116E-5</c:v>
                </c:pt>
                <c:pt idx="9025">
                  <c:v>1.3990693516391893E-4</c:v>
                </c:pt>
                <c:pt idx="9026">
                  <c:v>5.1909781986904132E-5</c:v>
                </c:pt>
                <c:pt idx="9027">
                  <c:v>9.4779174568005767E-6</c:v>
                </c:pt>
                <c:pt idx="9028">
                  <c:v>2.6578384406424371E-5</c:v>
                </c:pt>
                <c:pt idx="9029">
                  <c:v>1.1030852841482808E-5</c:v>
                </c:pt>
                <c:pt idx="9030">
                  <c:v>2.424519069271933E-6</c:v>
                </c:pt>
                <c:pt idx="9031">
                  <c:v>2.307572675857206E-6</c:v>
                </c:pt>
                <c:pt idx="9032">
                  <c:v>3.2212263864192135E-4</c:v>
                </c:pt>
                <c:pt idx="9033">
                  <c:v>2.9808404486307868E-6</c:v>
                </c:pt>
                <c:pt idx="9034">
                  <c:v>1.2248432827736461E-5</c:v>
                </c:pt>
                <c:pt idx="9035">
                  <c:v>3.3843705730594882E-5</c:v>
                </c:pt>
                <c:pt idx="9036">
                  <c:v>1.9872269657538557E-7</c:v>
                </c:pt>
                <c:pt idx="9037">
                  <c:v>1.8862757298337957E-4</c:v>
                </c:pt>
                <c:pt idx="9038">
                  <c:v>4.5528380740097024E-6</c:v>
                </c:pt>
                <c:pt idx="9039">
                  <c:v>9.765875018422161E-6</c:v>
                </c:pt>
                <c:pt idx="9040">
                  <c:v>6.5390895644310191E-6</c:v>
                </c:pt>
                <c:pt idx="9041">
                  <c:v>7.8362269901602607E-5</c:v>
                </c:pt>
                <c:pt idx="9042">
                  <c:v>3.5441508398835138E-5</c:v>
                </c:pt>
                <c:pt idx="9043">
                  <c:v>5.8014232377295516E-6</c:v>
                </c:pt>
                <c:pt idx="9044">
                  <c:v>4.9998940962580502E-5</c:v>
                </c:pt>
                <c:pt idx="9045">
                  <c:v>4.360323245246323E-6</c:v>
                </c:pt>
                <c:pt idx="9046">
                  <c:v>0</c:v>
                </c:pt>
                <c:pt idx="9047">
                  <c:v>2.2610531366043985E-5</c:v>
                </c:pt>
                <c:pt idx="9048">
                  <c:v>2.405781311617964E-5</c:v>
                </c:pt>
                <c:pt idx="9049">
                  <c:v>6.5224548104906891E-5</c:v>
                </c:pt>
                <c:pt idx="9050">
                  <c:v>1.0719664622412823E-5</c:v>
                </c:pt>
                <c:pt idx="9051">
                  <c:v>5.0194507774104103E-5</c:v>
                </c:pt>
                <c:pt idx="9052">
                  <c:v>3.0117384206661168E-6</c:v>
                </c:pt>
                <c:pt idx="9053">
                  <c:v>1.0787348941401721E-7</c:v>
                </c:pt>
                <c:pt idx="9054">
                  <c:v>6.5955821344540382E-5</c:v>
                </c:pt>
                <c:pt idx="9055">
                  <c:v>3.1516722404236607E-7</c:v>
                </c:pt>
                <c:pt idx="9056">
                  <c:v>1.1676846505757146E-5</c:v>
                </c:pt>
                <c:pt idx="9057">
                  <c:v>0</c:v>
                </c:pt>
                <c:pt idx="9058">
                  <c:v>5.0587350610621599E-6</c:v>
                </c:pt>
                <c:pt idx="9059">
                  <c:v>0</c:v>
                </c:pt>
                <c:pt idx="9060">
                  <c:v>0</c:v>
                </c:pt>
                <c:pt idx="9061">
                  <c:v>2.6074688242989609E-5</c:v>
                </c:pt>
                <c:pt idx="9062">
                  <c:v>3.1879030693235704E-6</c:v>
                </c:pt>
                <c:pt idx="9063">
                  <c:v>1.4510391458788314E-6</c:v>
                </c:pt>
                <c:pt idx="9064">
                  <c:v>2.8246119135872436E-6</c:v>
                </c:pt>
                <c:pt idx="9065">
                  <c:v>3.7917632723671231E-7</c:v>
                </c:pt>
                <c:pt idx="9066">
                  <c:v>1.033741472710978E-4</c:v>
                </c:pt>
                <c:pt idx="9067">
                  <c:v>4.7895275133787282E-5</c:v>
                </c:pt>
                <c:pt idx="9068">
                  <c:v>2.1915994702284349E-6</c:v>
                </c:pt>
                <c:pt idx="9069">
                  <c:v>7.0424917891466109E-6</c:v>
                </c:pt>
                <c:pt idx="9070">
                  <c:v>2.2771941679526202E-5</c:v>
                </c:pt>
                <c:pt idx="9071">
                  <c:v>4.3998060765459668E-5</c:v>
                </c:pt>
                <c:pt idx="9072">
                  <c:v>2.7696224918112374E-6</c:v>
                </c:pt>
                <c:pt idx="9073">
                  <c:v>1.7859476029067346E-6</c:v>
                </c:pt>
                <c:pt idx="9074">
                  <c:v>2.4784234042817745E-6</c:v>
                </c:pt>
                <c:pt idx="9075">
                  <c:v>2.7180379851744355E-6</c:v>
                </c:pt>
                <c:pt idx="9076">
                  <c:v>0</c:v>
                </c:pt>
                <c:pt idx="9077">
                  <c:v>1.6918342072846081E-6</c:v>
                </c:pt>
                <c:pt idx="9078">
                  <c:v>5.3371836063009927E-6</c:v>
                </c:pt>
                <c:pt idx="9079">
                  <c:v>3.5012684955860215E-5</c:v>
                </c:pt>
                <c:pt idx="9080">
                  <c:v>4.9973355393033738E-5</c:v>
                </c:pt>
                <c:pt idx="9081">
                  <c:v>3.0733272492440015E-5</c:v>
                </c:pt>
                <c:pt idx="9082">
                  <c:v>3.6407103573452226E-6</c:v>
                </c:pt>
                <c:pt idx="9083">
                  <c:v>1.03966517375448E-5</c:v>
                </c:pt>
                <c:pt idx="9084">
                  <c:v>3.0113430769917818E-5</c:v>
                </c:pt>
                <c:pt idx="9085">
                  <c:v>5.0718553228929599E-6</c:v>
                </c:pt>
                <c:pt idx="9086">
                  <c:v>3.0365440122778402E-7</c:v>
                </c:pt>
                <c:pt idx="9087">
                  <c:v>2.8182867899068941E-6</c:v>
                </c:pt>
                <c:pt idx="9088">
                  <c:v>2.5857234355445955E-5</c:v>
                </c:pt>
                <c:pt idx="9089">
                  <c:v>3.559517627667937E-5</c:v>
                </c:pt>
                <c:pt idx="9090">
                  <c:v>3.6861185472313633E-5</c:v>
                </c:pt>
                <c:pt idx="9091">
                  <c:v>3.0534614907220705E-6</c:v>
                </c:pt>
                <c:pt idx="9092">
                  <c:v>3.9561567725282934E-6</c:v>
                </c:pt>
                <c:pt idx="9093">
                  <c:v>1.5079545798955765E-6</c:v>
                </c:pt>
                <c:pt idx="9094">
                  <c:v>0</c:v>
                </c:pt>
                <c:pt idx="9095">
                  <c:v>0</c:v>
                </c:pt>
                <c:pt idx="9096">
                  <c:v>1.3595760673876044E-7</c:v>
                </c:pt>
                <c:pt idx="9097">
                  <c:v>2.8359843062868241E-6</c:v>
                </c:pt>
                <c:pt idx="9098">
                  <c:v>6.1769163680509431E-7</c:v>
                </c:pt>
                <c:pt idx="9099">
                  <c:v>0</c:v>
                </c:pt>
                <c:pt idx="9100">
                  <c:v>1.7596572671313757E-5</c:v>
                </c:pt>
                <c:pt idx="9101">
                  <c:v>1.8390369974286032E-5</c:v>
                </c:pt>
                <c:pt idx="9102">
                  <c:v>1.496578778089196E-5</c:v>
                </c:pt>
                <c:pt idx="9103">
                  <c:v>2.1573078829716211E-5</c:v>
                </c:pt>
                <c:pt idx="9104">
                  <c:v>2.4516469385824052E-6</c:v>
                </c:pt>
                <c:pt idx="9105">
                  <c:v>2.6687763794515899E-5</c:v>
                </c:pt>
                <c:pt idx="9106">
                  <c:v>3.3403482798289207E-5</c:v>
                </c:pt>
                <c:pt idx="9107">
                  <c:v>2.2088421318824012E-5</c:v>
                </c:pt>
                <c:pt idx="9108">
                  <c:v>8.7513685769667612E-6</c:v>
                </c:pt>
                <c:pt idx="9109">
                  <c:v>1.7398481185179527E-6</c:v>
                </c:pt>
                <c:pt idx="9110">
                  <c:v>5.4330415550492147E-6</c:v>
                </c:pt>
                <c:pt idx="9111">
                  <c:v>2.6802653721158821E-5</c:v>
                </c:pt>
                <c:pt idx="9112">
                  <c:v>6.8135650270335839E-5</c:v>
                </c:pt>
                <c:pt idx="9113">
                  <c:v>9.8326966394241927E-5</c:v>
                </c:pt>
                <c:pt idx="9114">
                  <c:v>5.7211884619155625E-7</c:v>
                </c:pt>
                <c:pt idx="9115">
                  <c:v>9.7543906270928705E-6</c:v>
                </c:pt>
                <c:pt idx="9116">
                  <c:v>1.8599390982621621E-6</c:v>
                </c:pt>
                <c:pt idx="9117">
                  <c:v>2.2208899166721681E-6</c:v>
                </c:pt>
                <c:pt idx="9118">
                  <c:v>6.5552592038003945E-6</c:v>
                </c:pt>
                <c:pt idx="9119">
                  <c:v>1.3209214537069681E-6</c:v>
                </c:pt>
                <c:pt idx="9120">
                  <c:v>1.9247712611158784E-6</c:v>
                </c:pt>
                <c:pt idx="9121">
                  <c:v>8.8466177464288762E-8</c:v>
                </c:pt>
                <c:pt idx="9122">
                  <c:v>0</c:v>
                </c:pt>
                <c:pt idx="9123">
                  <c:v>0</c:v>
                </c:pt>
                <c:pt idx="9124">
                  <c:v>0</c:v>
                </c:pt>
                <c:pt idx="9125">
                  <c:v>1.4578278913918617E-6</c:v>
                </c:pt>
                <c:pt idx="9126">
                  <c:v>0</c:v>
                </c:pt>
                <c:pt idx="9127">
                  <c:v>0</c:v>
                </c:pt>
                <c:pt idx="9128">
                  <c:v>8.7707720901263698E-5</c:v>
                </c:pt>
                <c:pt idx="9129">
                  <c:v>2.9037497473730943E-6</c:v>
                </c:pt>
                <c:pt idx="9130">
                  <c:v>0</c:v>
                </c:pt>
                <c:pt idx="9131">
                  <c:v>0</c:v>
                </c:pt>
                <c:pt idx="9132">
                  <c:v>0</c:v>
                </c:pt>
                <c:pt idx="9133">
                  <c:v>2.5508356499628199E-5</c:v>
                </c:pt>
                <c:pt idx="9134">
                  <c:v>1.4128116417909303E-5</c:v>
                </c:pt>
                <c:pt idx="9135">
                  <c:v>7.8789410486719795E-7</c:v>
                </c:pt>
                <c:pt idx="9136">
                  <c:v>0</c:v>
                </c:pt>
                <c:pt idx="9137">
                  <c:v>4.3209100556768936E-7</c:v>
                </c:pt>
                <c:pt idx="9138">
                  <c:v>2.4101427031470487E-6</c:v>
                </c:pt>
                <c:pt idx="9139">
                  <c:v>1.014262361133495E-5</c:v>
                </c:pt>
                <c:pt idx="9140">
                  <c:v>7.4980465568437608E-6</c:v>
                </c:pt>
                <c:pt idx="9141">
                  <c:v>5.7550790333213848E-5</c:v>
                </c:pt>
                <c:pt idx="9142">
                  <c:v>3.5309298486420432E-5</c:v>
                </c:pt>
                <c:pt idx="9143">
                  <c:v>1.7982841665664948E-3</c:v>
                </c:pt>
                <c:pt idx="9144">
                  <c:v>0</c:v>
                </c:pt>
                <c:pt idx="9145">
                  <c:v>1.1598351102971525E-5</c:v>
                </c:pt>
                <c:pt idx="9146">
                  <c:v>1.5656489281053191E-5</c:v>
                </c:pt>
                <c:pt idx="9147">
                  <c:v>1.2029231943723681E-5</c:v>
                </c:pt>
                <c:pt idx="9148">
                  <c:v>1.9684058740882833E-6</c:v>
                </c:pt>
                <c:pt idx="9149">
                  <c:v>1.3172112741441868E-4</c:v>
                </c:pt>
                <c:pt idx="9150">
                  <c:v>1.519838114835768E-7</c:v>
                </c:pt>
                <c:pt idx="9151">
                  <c:v>1.9655417845606012E-6</c:v>
                </c:pt>
                <c:pt idx="9152">
                  <c:v>2.1388212070930806E-5</c:v>
                </c:pt>
                <c:pt idx="9153">
                  <c:v>1.0061645520748917E-5</c:v>
                </c:pt>
                <c:pt idx="9154">
                  <c:v>1.4399603312523603E-4</c:v>
                </c:pt>
                <c:pt idx="9155">
                  <c:v>8.8766946873958279E-5</c:v>
                </c:pt>
                <c:pt idx="9156">
                  <c:v>3.2280372578769075E-5</c:v>
                </c:pt>
                <c:pt idx="9157">
                  <c:v>9.3829232243837804E-6</c:v>
                </c:pt>
                <c:pt idx="9158">
                  <c:v>2.4339043043682612E-6</c:v>
                </c:pt>
                <c:pt idx="9159">
                  <c:v>1.3010628905876565E-5</c:v>
                </c:pt>
                <c:pt idx="9160">
                  <c:v>1.3658938068879321E-5</c:v>
                </c:pt>
                <c:pt idx="9161">
                  <c:v>7.1227389711741343E-6</c:v>
                </c:pt>
                <c:pt idx="9162">
                  <c:v>1.1923106312161972E-5</c:v>
                </c:pt>
                <c:pt idx="9163">
                  <c:v>1.125814297373405E-5</c:v>
                </c:pt>
                <c:pt idx="9164">
                  <c:v>8.6692110420232601E-7</c:v>
                </c:pt>
                <c:pt idx="9165">
                  <c:v>3.1982987499999736E-4</c:v>
                </c:pt>
                <c:pt idx="9166">
                  <c:v>1.8290365497958183E-6</c:v>
                </c:pt>
                <c:pt idx="9167">
                  <c:v>6.0720953752838589E-7</c:v>
                </c:pt>
                <c:pt idx="9168">
                  <c:v>3.7600227473724497E-6</c:v>
                </c:pt>
                <c:pt idx="9169">
                  <c:v>1.7624142508448754E-6</c:v>
                </c:pt>
                <c:pt idx="9170">
                  <c:v>1.4866510748850615E-5</c:v>
                </c:pt>
                <c:pt idx="9171">
                  <c:v>6.7421808617606537E-6</c:v>
                </c:pt>
                <c:pt idx="9172">
                  <c:v>1.1378698605930258E-4</c:v>
                </c:pt>
                <c:pt idx="9173">
                  <c:v>9.5064922042918524E-6</c:v>
                </c:pt>
                <c:pt idx="9174">
                  <c:v>5.0650131750519458E-6</c:v>
                </c:pt>
                <c:pt idx="9175">
                  <c:v>3.8331148870017551E-6</c:v>
                </c:pt>
                <c:pt idx="9176">
                  <c:v>1.4980234144721337E-6</c:v>
                </c:pt>
                <c:pt idx="9177">
                  <c:v>6.0891883350743996E-5</c:v>
                </c:pt>
                <c:pt idx="9178">
                  <c:v>5.1553678889999912E-6</c:v>
                </c:pt>
                <c:pt idx="9179">
                  <c:v>1.4554737267300408E-6</c:v>
                </c:pt>
                <c:pt idx="9180">
                  <c:v>3.8734880049891256E-6</c:v>
                </c:pt>
                <c:pt idx="9181">
                  <c:v>1.8767975487466606E-5</c:v>
                </c:pt>
                <c:pt idx="9182">
                  <c:v>1.0516233864978942E-6</c:v>
                </c:pt>
                <c:pt idx="9183">
                  <c:v>4.4697802536184713E-5</c:v>
                </c:pt>
                <c:pt idx="9184">
                  <c:v>5.1708281325292945E-6</c:v>
                </c:pt>
                <c:pt idx="9185">
                  <c:v>4.2087104765412083E-5</c:v>
                </c:pt>
                <c:pt idx="9186">
                  <c:v>5.7989608034030577E-9</c:v>
                </c:pt>
                <c:pt idx="9187">
                  <c:v>1.0599694833165423E-4</c:v>
                </c:pt>
                <c:pt idx="9188">
                  <c:v>1.2400735230382986E-7</c:v>
                </c:pt>
                <c:pt idx="9189">
                  <c:v>9.5220259779956671E-6</c:v>
                </c:pt>
                <c:pt idx="9190">
                  <c:v>3.1132901715994691E-5</c:v>
                </c:pt>
                <c:pt idx="9191">
                  <c:v>0</c:v>
                </c:pt>
                <c:pt idx="9192">
                  <c:v>0</c:v>
                </c:pt>
                <c:pt idx="9193">
                  <c:v>0</c:v>
                </c:pt>
                <c:pt idx="9194">
                  <c:v>2.6213616058756852E-5</c:v>
                </c:pt>
                <c:pt idx="9195">
                  <c:v>2.0126396017138688E-5</c:v>
                </c:pt>
                <c:pt idx="9196">
                  <c:v>2.4030047109872269E-5</c:v>
                </c:pt>
                <c:pt idx="9197">
                  <c:v>7.1577431272746889E-6</c:v>
                </c:pt>
                <c:pt idx="9198">
                  <c:v>1.4679189384385669E-5</c:v>
                </c:pt>
                <c:pt idx="9199">
                  <c:v>1.5438355744849944E-6</c:v>
                </c:pt>
                <c:pt idx="9200">
                  <c:v>2.5225825828020685E-6</c:v>
                </c:pt>
                <c:pt idx="9201">
                  <c:v>3.2861948360515127E-7</c:v>
                </c:pt>
                <c:pt idx="9202">
                  <c:v>1.1296294748926921E-5</c:v>
                </c:pt>
                <c:pt idx="9203">
                  <c:v>7.6120897332266508E-7</c:v>
                </c:pt>
                <c:pt idx="9204">
                  <c:v>1.4539639022817745E-6</c:v>
                </c:pt>
                <c:pt idx="9205">
                  <c:v>2.8861751994290996E-6</c:v>
                </c:pt>
                <c:pt idx="9206">
                  <c:v>7.0663061663455792E-5</c:v>
                </c:pt>
                <c:pt idx="9207">
                  <c:v>2.778298456986082E-5</c:v>
                </c:pt>
                <c:pt idx="9208">
                  <c:v>3.2130643761257056E-5</c:v>
                </c:pt>
                <c:pt idx="9209">
                  <c:v>2.2899224853755405E-5</c:v>
                </c:pt>
                <c:pt idx="9210">
                  <c:v>2.2787523544629982E-5</c:v>
                </c:pt>
                <c:pt idx="9211">
                  <c:v>2.9681230773613363E-5</c:v>
                </c:pt>
                <c:pt idx="9212">
                  <c:v>2.2954483254605919E-6</c:v>
                </c:pt>
                <c:pt idx="9213">
                  <c:v>2.457671037100066E-5</c:v>
                </c:pt>
                <c:pt idx="9214">
                  <c:v>1.0371438109467761E-4</c:v>
                </c:pt>
                <c:pt idx="9215">
                  <c:v>8.099484825889586E-7</c:v>
                </c:pt>
                <c:pt idx="9216">
                  <c:v>8.9392436287324245E-6</c:v>
                </c:pt>
                <c:pt idx="9217">
                  <c:v>1.7068805668641729E-5</c:v>
                </c:pt>
                <c:pt idx="9218">
                  <c:v>9.1009746726357095E-6</c:v>
                </c:pt>
                <c:pt idx="9219">
                  <c:v>2.1654346625617975E-5</c:v>
                </c:pt>
                <c:pt idx="9220">
                  <c:v>1.552541368813717E-5</c:v>
                </c:pt>
                <c:pt idx="9221">
                  <c:v>1.0095818050068307E-5</c:v>
                </c:pt>
                <c:pt idx="9222">
                  <c:v>5.5503187756173689E-7</c:v>
                </c:pt>
                <c:pt idx="9223">
                  <c:v>4.396340743206105E-6</c:v>
                </c:pt>
                <c:pt idx="9224">
                  <c:v>7.6489809477593548E-7</c:v>
                </c:pt>
                <c:pt idx="9225">
                  <c:v>2.3990533792106088E-6</c:v>
                </c:pt>
                <c:pt idx="9226">
                  <c:v>3.6522456291234002E-6</c:v>
                </c:pt>
                <c:pt idx="9227">
                  <c:v>9.2665058677890801E-6</c:v>
                </c:pt>
                <c:pt idx="9228">
                  <c:v>2.7301261950381652E-5</c:v>
                </c:pt>
                <c:pt idx="9229">
                  <c:v>2.0934725047678512E-4</c:v>
                </c:pt>
                <c:pt idx="9230">
                  <c:v>7.1294181333196165E-5</c:v>
                </c:pt>
                <c:pt idx="9231">
                  <c:v>2.3762608161924375E-7</c:v>
                </c:pt>
                <c:pt idx="9232">
                  <c:v>7.0726503033129574E-7</c:v>
                </c:pt>
                <c:pt idx="9233">
                  <c:v>0</c:v>
                </c:pt>
                <c:pt idx="9234">
                  <c:v>2.0298433080150387E-5</c:v>
                </c:pt>
                <c:pt idx="9235">
                  <c:v>2.6574751139666927E-7</c:v>
                </c:pt>
                <c:pt idx="9236">
                  <c:v>5.455270561433605E-6</c:v>
                </c:pt>
                <c:pt idx="9237">
                  <c:v>0</c:v>
                </c:pt>
                <c:pt idx="9238">
                  <c:v>5.0747264888177655E-7</c:v>
                </c:pt>
                <c:pt idx="9239">
                  <c:v>1.4138751856344944E-6</c:v>
                </c:pt>
                <c:pt idx="9240">
                  <c:v>3.2528286881222678E-6</c:v>
                </c:pt>
                <c:pt idx="9241">
                  <c:v>1.8129927601162295E-6</c:v>
                </c:pt>
                <c:pt idx="9242">
                  <c:v>8.083721898372652E-6</c:v>
                </c:pt>
                <c:pt idx="9243">
                  <c:v>1.5039250168928981E-6</c:v>
                </c:pt>
                <c:pt idx="9244">
                  <c:v>3.968287230258441E-5</c:v>
                </c:pt>
                <c:pt idx="9245">
                  <c:v>2.4287770777294498E-5</c:v>
                </c:pt>
                <c:pt idx="9246">
                  <c:v>2.1982913876955041E-5</c:v>
                </c:pt>
                <c:pt idx="9247">
                  <c:v>0</c:v>
                </c:pt>
                <c:pt idx="9248">
                  <c:v>4.2535387504749194E-5</c:v>
                </c:pt>
                <c:pt idx="9249">
                  <c:v>0</c:v>
                </c:pt>
                <c:pt idx="9250">
                  <c:v>6.9348376319616262E-6</c:v>
                </c:pt>
                <c:pt idx="9251">
                  <c:v>8.5392356083248752E-6</c:v>
                </c:pt>
                <c:pt idx="9252">
                  <c:v>3.6711263664514144E-6</c:v>
                </c:pt>
                <c:pt idx="9253">
                  <c:v>5.0138848323583894E-6</c:v>
                </c:pt>
                <c:pt idx="9254">
                  <c:v>3.4621153304868019E-6</c:v>
                </c:pt>
                <c:pt idx="9255">
                  <c:v>0</c:v>
                </c:pt>
                <c:pt idx="9256">
                  <c:v>0</c:v>
                </c:pt>
                <c:pt idx="9257">
                  <c:v>0</c:v>
                </c:pt>
                <c:pt idx="9258">
                  <c:v>0</c:v>
                </c:pt>
                <c:pt idx="9259">
                  <c:v>0</c:v>
                </c:pt>
                <c:pt idx="9260">
                  <c:v>0</c:v>
                </c:pt>
                <c:pt idx="9261">
                  <c:v>0</c:v>
                </c:pt>
                <c:pt idx="9262">
                  <c:v>0</c:v>
                </c:pt>
                <c:pt idx="9263">
                  <c:v>0</c:v>
                </c:pt>
                <c:pt idx="9264">
                  <c:v>0</c:v>
                </c:pt>
                <c:pt idx="9265">
                  <c:v>0</c:v>
                </c:pt>
                <c:pt idx="9266">
                  <c:v>4.1227005802873559E-5</c:v>
                </c:pt>
                <c:pt idx="9267">
                  <c:v>0</c:v>
                </c:pt>
                <c:pt idx="9268">
                  <c:v>0</c:v>
                </c:pt>
                <c:pt idx="9269">
                  <c:v>0</c:v>
                </c:pt>
                <c:pt idx="9270">
                  <c:v>0</c:v>
                </c:pt>
                <c:pt idx="9271">
                  <c:v>0</c:v>
                </c:pt>
                <c:pt idx="9272">
                  <c:v>0</c:v>
                </c:pt>
                <c:pt idx="9273">
                  <c:v>1.9583428528795306E-6</c:v>
                </c:pt>
                <c:pt idx="9274">
                  <c:v>0</c:v>
                </c:pt>
                <c:pt idx="9275">
                  <c:v>4.1584564283367632E-7</c:v>
                </c:pt>
                <c:pt idx="9276">
                  <c:v>0</c:v>
                </c:pt>
                <c:pt idx="9277">
                  <c:v>0</c:v>
                </c:pt>
                <c:pt idx="9278">
                  <c:v>5.9223731111257825E-7</c:v>
                </c:pt>
                <c:pt idx="9279">
                  <c:v>0</c:v>
                </c:pt>
                <c:pt idx="9280">
                  <c:v>9.0747634880755936E-5</c:v>
                </c:pt>
                <c:pt idx="9281">
                  <c:v>4.2920799589979923E-6</c:v>
                </c:pt>
                <c:pt idx="9282">
                  <c:v>1.4597548481247239E-5</c:v>
                </c:pt>
                <c:pt idx="9283">
                  <c:v>7.4335993532751213E-5</c:v>
                </c:pt>
                <c:pt idx="9284">
                  <c:v>9.0156947838073242E-7</c:v>
                </c:pt>
                <c:pt idx="9285">
                  <c:v>0</c:v>
                </c:pt>
                <c:pt idx="9286">
                  <c:v>2.2584070768600275E-5</c:v>
                </c:pt>
                <c:pt idx="9287">
                  <c:v>2.5960306026611105E-6</c:v>
                </c:pt>
                <c:pt idx="9288">
                  <c:v>6.3066973236562892E-7</c:v>
                </c:pt>
                <c:pt idx="9289">
                  <c:v>4.9177905721510561E-4</c:v>
                </c:pt>
                <c:pt idx="9290">
                  <c:v>7.0950429865265254E-5</c:v>
                </c:pt>
                <c:pt idx="9291">
                  <c:v>1.6251959675569803E-5</c:v>
                </c:pt>
                <c:pt idx="9292">
                  <c:v>1.8808503061642399E-5</c:v>
                </c:pt>
                <c:pt idx="9293">
                  <c:v>2.5544924307450001E-5</c:v>
                </c:pt>
                <c:pt idx="9294">
                  <c:v>9.6592815435140428E-6</c:v>
                </c:pt>
                <c:pt idx="9295">
                  <c:v>5.1972115546188568E-6</c:v>
                </c:pt>
                <c:pt idx="9296">
                  <c:v>1.8577711156319244E-3</c:v>
                </c:pt>
                <c:pt idx="9297">
                  <c:v>6.2885198271176758E-5</c:v>
                </c:pt>
                <c:pt idx="9298">
                  <c:v>1.3050371560394865E-5</c:v>
                </c:pt>
                <c:pt idx="9299">
                  <c:v>1.9910689378876461E-5</c:v>
                </c:pt>
                <c:pt idx="9300">
                  <c:v>4.3293540902637534E-5</c:v>
                </c:pt>
                <c:pt idx="9301">
                  <c:v>2.6946797655622298E-5</c:v>
                </c:pt>
                <c:pt idx="9302">
                  <c:v>0</c:v>
                </c:pt>
                <c:pt idx="9303">
                  <c:v>0</c:v>
                </c:pt>
                <c:pt idx="9304">
                  <c:v>7.2572977324211208E-6</c:v>
                </c:pt>
                <c:pt idx="9305">
                  <c:v>5.5890758411827231E-6</c:v>
                </c:pt>
                <c:pt idx="9306">
                  <c:v>2.2164983837322232E-5</c:v>
                </c:pt>
                <c:pt idx="9307">
                  <c:v>1.0860566812137441E-5</c:v>
                </c:pt>
                <c:pt idx="9308">
                  <c:v>2.3415308504173297E-5</c:v>
                </c:pt>
                <c:pt idx="9309">
                  <c:v>2.7648872126181538E-5</c:v>
                </c:pt>
                <c:pt idx="9310">
                  <c:v>1.5110867363980653E-5</c:v>
                </c:pt>
                <c:pt idx="9311">
                  <c:v>4.5096658158194201E-6</c:v>
                </c:pt>
                <c:pt idx="9312">
                  <c:v>0</c:v>
                </c:pt>
                <c:pt idx="9313">
                  <c:v>2.3005663498851704E-5</c:v>
                </c:pt>
                <c:pt idx="9314">
                  <c:v>3.7828835835373127E-5</c:v>
                </c:pt>
                <c:pt idx="9315">
                  <c:v>3.6581694714133477E-5</c:v>
                </c:pt>
                <c:pt idx="9316">
                  <c:v>5.0367846085275133E-6</c:v>
                </c:pt>
                <c:pt idx="9317">
                  <c:v>6.4350561565665145E-6</c:v>
                </c:pt>
                <c:pt idx="9318">
                  <c:v>1.6168206433031647E-5</c:v>
                </c:pt>
                <c:pt idx="9319">
                  <c:v>9.6857803865338665E-6</c:v>
                </c:pt>
                <c:pt idx="9320">
                  <c:v>3.5967712985503773E-6</c:v>
                </c:pt>
                <c:pt idx="9321">
                  <c:v>5.383837646358943E-5</c:v>
                </c:pt>
                <c:pt idx="9322">
                  <c:v>2.9061704916876026E-5</c:v>
                </c:pt>
                <c:pt idx="9323">
                  <c:v>1.0619427647535874E-5</c:v>
                </c:pt>
                <c:pt idx="9324">
                  <c:v>1.4149810980631944E-4</c:v>
                </c:pt>
                <c:pt idx="9325">
                  <c:v>2.712825757249511E-5</c:v>
                </c:pt>
                <c:pt idx="9326">
                  <c:v>1.2610153425526721E-4</c:v>
                </c:pt>
                <c:pt idx="9327">
                  <c:v>2.1928449970448237E-3</c:v>
                </c:pt>
                <c:pt idx="9328">
                  <c:v>7.4167725813635048E-5</c:v>
                </c:pt>
                <c:pt idx="9329">
                  <c:v>2.0808915967397224E-4</c:v>
                </c:pt>
                <c:pt idx="9330">
                  <c:v>6.2854378922623708E-6</c:v>
                </c:pt>
                <c:pt idx="9331">
                  <c:v>2.0103385067556763E-5</c:v>
                </c:pt>
                <c:pt idx="9332">
                  <c:v>2.9118182091595562E-7</c:v>
                </c:pt>
                <c:pt idx="9333">
                  <c:v>1.7600385856149597E-5</c:v>
                </c:pt>
                <c:pt idx="9334">
                  <c:v>2.9427080123144416E-6</c:v>
                </c:pt>
                <c:pt idx="9335">
                  <c:v>7.9850935719902921E-6</c:v>
                </c:pt>
                <c:pt idx="9336">
                  <c:v>1.1750057117277132E-6</c:v>
                </c:pt>
                <c:pt idx="9337">
                  <c:v>1.0280509743891147E-5</c:v>
                </c:pt>
                <c:pt idx="9338">
                  <c:v>0</c:v>
                </c:pt>
                <c:pt idx="9339">
                  <c:v>1.1270523734290666E-6</c:v>
                </c:pt>
                <c:pt idx="9340">
                  <c:v>2.021009824171664E-4</c:v>
                </c:pt>
                <c:pt idx="9341">
                  <c:v>4.3393451493149294E-5</c:v>
                </c:pt>
                <c:pt idx="9342">
                  <c:v>9.8131091244072756E-7</c:v>
                </c:pt>
                <c:pt idx="9343">
                  <c:v>2.825116075708089E-7</c:v>
                </c:pt>
                <c:pt idx="9344">
                  <c:v>1.567007086187275E-5</c:v>
                </c:pt>
                <c:pt idx="9345">
                  <c:v>1.1512481627519378E-5</c:v>
                </c:pt>
                <c:pt idx="9346">
                  <c:v>1.6803091116550965E-5</c:v>
                </c:pt>
                <c:pt idx="9347">
                  <c:v>9.158025979768666E-6</c:v>
                </c:pt>
                <c:pt idx="9348">
                  <c:v>3.6670356774551857E-6</c:v>
                </c:pt>
                <c:pt idx="9349">
                  <c:v>5.577927059140119E-5</c:v>
                </c:pt>
                <c:pt idx="9350">
                  <c:v>1.4104384447846309E-5</c:v>
                </c:pt>
                <c:pt idx="9351">
                  <c:v>5.3709045587268334E-6</c:v>
                </c:pt>
                <c:pt idx="9352">
                  <c:v>1.8571190665487454E-7</c:v>
                </c:pt>
                <c:pt idx="9353">
                  <c:v>5.0831470831836875E-4</c:v>
                </c:pt>
                <c:pt idx="9354">
                  <c:v>7.6990850444635192E-7</c:v>
                </c:pt>
                <c:pt idx="9355">
                  <c:v>4.6780304593918777E-6</c:v>
                </c:pt>
                <c:pt idx="9356">
                  <c:v>1.844674835462441E-5</c:v>
                </c:pt>
                <c:pt idx="9357">
                  <c:v>2.3284742671786733E-6</c:v>
                </c:pt>
                <c:pt idx="9358">
                  <c:v>2.7653976978768665E-6</c:v>
                </c:pt>
                <c:pt idx="9359">
                  <c:v>2.4804700081917715E-5</c:v>
                </c:pt>
                <c:pt idx="9360">
                  <c:v>1.7506691011730876E-5</c:v>
                </c:pt>
                <c:pt idx="9361">
                  <c:v>2.6732934182165001E-7</c:v>
                </c:pt>
                <c:pt idx="9362">
                  <c:v>5.4123909821121845E-4</c:v>
                </c:pt>
                <c:pt idx="9363">
                  <c:v>1.5361929625851628E-4</c:v>
                </c:pt>
                <c:pt idx="9364">
                  <c:v>1.3050766252502066E-4</c:v>
                </c:pt>
                <c:pt idx="9365">
                  <c:v>0</c:v>
                </c:pt>
                <c:pt idx="9366">
                  <c:v>8.6673164018141572E-5</c:v>
                </c:pt>
                <c:pt idx="9367">
                  <c:v>6.809765568069402E-5</c:v>
                </c:pt>
                <c:pt idx="9368">
                  <c:v>0</c:v>
                </c:pt>
                <c:pt idx="9369">
                  <c:v>5.7360732947162118E-7</c:v>
                </c:pt>
                <c:pt idx="9370">
                  <c:v>0</c:v>
                </c:pt>
                <c:pt idx="9371">
                  <c:v>3.330311501334279E-4</c:v>
                </c:pt>
                <c:pt idx="9372">
                  <c:v>6.7245173173162073E-5</c:v>
                </c:pt>
                <c:pt idx="9373">
                  <c:v>5.2348789587642876E-5</c:v>
                </c:pt>
                <c:pt idx="9374">
                  <c:v>2.0888529101420961E-5</c:v>
                </c:pt>
                <c:pt idx="9375">
                  <c:v>5.0037078980095829E-5</c:v>
                </c:pt>
                <c:pt idx="9376">
                  <c:v>0</c:v>
                </c:pt>
                <c:pt idx="9377">
                  <c:v>1.0866920026890437E-5</c:v>
                </c:pt>
                <c:pt idx="9378">
                  <c:v>0</c:v>
                </c:pt>
                <c:pt idx="9379">
                  <c:v>1.0805563635426618E-4</c:v>
                </c:pt>
                <c:pt idx="9380">
                  <c:v>7.9216289660246142E-5</c:v>
                </c:pt>
                <c:pt idx="9381">
                  <c:v>3.2938868395689086E-6</c:v>
                </c:pt>
                <c:pt idx="9382">
                  <c:v>1.3436903467926663E-5</c:v>
                </c:pt>
                <c:pt idx="9383">
                  <c:v>8.3233351832038057E-7</c:v>
                </c:pt>
                <c:pt idx="9384">
                  <c:v>1.4121239070156147E-5</c:v>
                </c:pt>
                <c:pt idx="9385">
                  <c:v>1.2939392166952689E-5</c:v>
                </c:pt>
                <c:pt idx="9386">
                  <c:v>6.3215151557921117E-6</c:v>
                </c:pt>
                <c:pt idx="9387">
                  <c:v>2.5325937646261509E-5</c:v>
                </c:pt>
                <c:pt idx="9388">
                  <c:v>2.245566471301856E-5</c:v>
                </c:pt>
                <c:pt idx="9389">
                  <c:v>6.1871764592931399E-5</c:v>
                </c:pt>
                <c:pt idx="9390">
                  <c:v>1.871687681902263E-5</c:v>
                </c:pt>
                <c:pt idx="9391">
                  <c:v>3.5889614407296526E-5</c:v>
                </c:pt>
                <c:pt idx="9392">
                  <c:v>1.7647071229773387E-5</c:v>
                </c:pt>
                <c:pt idx="9393">
                  <c:v>2.0235713068385627E-5</c:v>
                </c:pt>
                <c:pt idx="9394">
                  <c:v>3.0996885207455246E-3</c:v>
                </c:pt>
                <c:pt idx="9395">
                  <c:v>9.2336999688667308E-6</c:v>
                </c:pt>
                <c:pt idx="9396">
                  <c:v>5.5118449750136547E-6</c:v>
                </c:pt>
                <c:pt idx="9397">
                  <c:v>9.8796691679642035E-7</c:v>
                </c:pt>
                <c:pt idx="9398">
                  <c:v>2.6832076189727968E-5</c:v>
                </c:pt>
                <c:pt idx="9399">
                  <c:v>1.1614998989492301E-6</c:v>
                </c:pt>
                <c:pt idx="9400">
                  <c:v>1.5406612068142401E-4</c:v>
                </c:pt>
                <c:pt idx="9401">
                  <c:v>3.0703455773832359E-6</c:v>
                </c:pt>
                <c:pt idx="9402">
                  <c:v>8.1543909044901045E-6</c:v>
                </c:pt>
                <c:pt idx="9403">
                  <c:v>4.3441428093961809E-5</c:v>
                </c:pt>
                <c:pt idx="9404">
                  <c:v>3.6264014619374379E-5</c:v>
                </c:pt>
                <c:pt idx="9405">
                  <c:v>8.7202564866123355E-5</c:v>
                </c:pt>
                <c:pt idx="9406">
                  <c:v>3.0130854712783884E-5</c:v>
                </c:pt>
                <c:pt idx="9407">
                  <c:v>4.5071065517891828E-5</c:v>
                </c:pt>
                <c:pt idx="9408">
                  <c:v>0</c:v>
                </c:pt>
                <c:pt idx="9409">
                  <c:v>3.6384792251863188E-6</c:v>
                </c:pt>
                <c:pt idx="9410">
                  <c:v>4.2476680706363305E-6</c:v>
                </c:pt>
                <c:pt idx="9411">
                  <c:v>2.2418300878221599E-7</c:v>
                </c:pt>
                <c:pt idx="9412">
                  <c:v>0</c:v>
                </c:pt>
                <c:pt idx="9413">
                  <c:v>0</c:v>
                </c:pt>
                <c:pt idx="9414">
                  <c:v>3.666917533661465E-5</c:v>
                </c:pt>
                <c:pt idx="9415">
                  <c:v>1.2226676125459993E-5</c:v>
                </c:pt>
                <c:pt idx="9416">
                  <c:v>7.0402462636801985E-6</c:v>
                </c:pt>
                <c:pt idx="9417">
                  <c:v>9.6661280023828159E-6</c:v>
                </c:pt>
                <c:pt idx="9418">
                  <c:v>4.8786575108407105E-6</c:v>
                </c:pt>
                <c:pt idx="9419">
                  <c:v>2.3613173203380262E-6</c:v>
                </c:pt>
                <c:pt idx="9420">
                  <c:v>5.4380585630322146E-6</c:v>
                </c:pt>
                <c:pt idx="9421">
                  <c:v>2.3298094629229264E-5</c:v>
                </c:pt>
                <c:pt idx="9422">
                  <c:v>1.0665788333470504E-5</c:v>
                </c:pt>
                <c:pt idx="9423">
                  <c:v>3.2639180490652037E-6</c:v>
                </c:pt>
                <c:pt idx="9424">
                  <c:v>6.1775267352809937E-6</c:v>
                </c:pt>
                <c:pt idx="9425">
                  <c:v>4.9358381129857071E-7</c:v>
                </c:pt>
                <c:pt idx="9426">
                  <c:v>1.0734126252889722E-4</c:v>
                </c:pt>
                <c:pt idx="9427">
                  <c:v>4.3900292389194982E-6</c:v>
                </c:pt>
                <c:pt idx="9428">
                  <c:v>1.5434599479967564E-5</c:v>
                </c:pt>
                <c:pt idx="9429">
                  <c:v>4.3649534932638917E-4</c:v>
                </c:pt>
                <c:pt idx="9430">
                  <c:v>2.7027235857579399E-5</c:v>
                </c:pt>
                <c:pt idx="9431">
                  <c:v>6.0960930279206986E-5</c:v>
                </c:pt>
                <c:pt idx="9432">
                  <c:v>2.2773457471352678E-3</c:v>
                </c:pt>
                <c:pt idx="9433">
                  <c:v>1.664361031670793E-6</c:v>
                </c:pt>
                <c:pt idx="9434">
                  <c:v>3.9523780835615344E-5</c:v>
                </c:pt>
                <c:pt idx="9435">
                  <c:v>5.2746847716412442E-6</c:v>
                </c:pt>
                <c:pt idx="9436">
                  <c:v>3.9145685783505333E-5</c:v>
                </c:pt>
                <c:pt idx="9437">
                  <c:v>5.5877602447996875E-6</c:v>
                </c:pt>
                <c:pt idx="9438">
                  <c:v>9.5415131500236244E-5</c:v>
                </c:pt>
                <c:pt idx="9439">
                  <c:v>1.49951264777782E-4</c:v>
                </c:pt>
                <c:pt idx="9440">
                  <c:v>4.285042789399287E-7</c:v>
                </c:pt>
                <c:pt idx="9441">
                  <c:v>0</c:v>
                </c:pt>
                <c:pt idx="9442">
                  <c:v>0</c:v>
                </c:pt>
                <c:pt idx="9443">
                  <c:v>0</c:v>
                </c:pt>
                <c:pt idx="9444">
                  <c:v>0</c:v>
                </c:pt>
                <c:pt idx="9445">
                  <c:v>1.5164864481519045E-6</c:v>
                </c:pt>
                <c:pt idx="9446">
                  <c:v>9.1109434376268266E-6</c:v>
                </c:pt>
                <c:pt idx="9447">
                  <c:v>0</c:v>
                </c:pt>
                <c:pt idx="9448">
                  <c:v>5.9046476986453031E-5</c:v>
                </c:pt>
                <c:pt idx="9449">
                  <c:v>0</c:v>
                </c:pt>
                <c:pt idx="9450">
                  <c:v>5.836616985325729E-5</c:v>
                </c:pt>
                <c:pt idx="9451">
                  <c:v>8.7856636223301023E-6</c:v>
                </c:pt>
                <c:pt idx="9452">
                  <c:v>2.2158519811333995E-5</c:v>
                </c:pt>
                <c:pt idx="9453">
                  <c:v>1.7852950827741427E-4</c:v>
                </c:pt>
                <c:pt idx="9454">
                  <c:v>2.5949502789646545E-5</c:v>
                </c:pt>
                <c:pt idx="9455">
                  <c:v>8.7402287805161819E-7</c:v>
                </c:pt>
                <c:pt idx="9456">
                  <c:v>6.234978488647247E-6</c:v>
                </c:pt>
                <c:pt idx="9457">
                  <c:v>1.4218159567036808E-5</c:v>
                </c:pt>
                <c:pt idx="9458">
                  <c:v>1.0284325752378123E-4</c:v>
                </c:pt>
                <c:pt idx="9459">
                  <c:v>2.7655078545636268E-5</c:v>
                </c:pt>
                <c:pt idx="9460">
                  <c:v>1.8958816361835527E-6</c:v>
                </c:pt>
                <c:pt idx="9461">
                  <c:v>3.2079521018597937E-5</c:v>
                </c:pt>
                <c:pt idx="9462">
                  <c:v>3.5233971584402822E-5</c:v>
                </c:pt>
                <c:pt idx="9463">
                  <c:v>0</c:v>
                </c:pt>
                <c:pt idx="9464">
                  <c:v>3.7919146401624307E-6</c:v>
                </c:pt>
                <c:pt idx="9465">
                  <c:v>8.8738790719859289E-5</c:v>
                </c:pt>
                <c:pt idx="9466">
                  <c:v>6.2630558176925644E-7</c:v>
                </c:pt>
                <c:pt idx="9467">
                  <c:v>3.0991336179561933E-5</c:v>
                </c:pt>
                <c:pt idx="9468">
                  <c:v>4.7296001784941907E-5</c:v>
                </c:pt>
                <c:pt idx="9469">
                  <c:v>6.026119490634891E-6</c:v>
                </c:pt>
                <c:pt idx="9470">
                  <c:v>9.2492490952387568E-6</c:v>
                </c:pt>
                <c:pt idx="9471">
                  <c:v>2.815510196113489E-4</c:v>
                </c:pt>
                <c:pt idx="9472">
                  <c:v>5.7187092802487395E-5</c:v>
                </c:pt>
                <c:pt idx="9473">
                  <c:v>2.5558138781810631E-7</c:v>
                </c:pt>
                <c:pt idx="9474">
                  <c:v>1.3325339500032998E-5</c:v>
                </c:pt>
                <c:pt idx="9475">
                  <c:v>5.1703968218231416E-5</c:v>
                </c:pt>
                <c:pt idx="9476">
                  <c:v>2.7291008574581007E-5</c:v>
                </c:pt>
                <c:pt idx="9477">
                  <c:v>9.2184443616431089E-6</c:v>
                </c:pt>
                <c:pt idx="9478">
                  <c:v>2.1775190024745295E-6</c:v>
                </c:pt>
                <c:pt idx="9479">
                  <c:v>8.4472719923580648E-7</c:v>
                </c:pt>
                <c:pt idx="9480">
                  <c:v>3.1104464549540101E-7</c:v>
                </c:pt>
                <c:pt idx="9481">
                  <c:v>1.5332781889546064E-5</c:v>
                </c:pt>
                <c:pt idx="9482">
                  <c:v>2.1235141020130997E-3</c:v>
                </c:pt>
                <c:pt idx="9483">
                  <c:v>1.4032134316500739E-5</c:v>
                </c:pt>
                <c:pt idx="9484">
                  <c:v>1.9820837397651787E-5</c:v>
                </c:pt>
                <c:pt idx="9485">
                  <c:v>5.0007312722522822E-6</c:v>
                </c:pt>
                <c:pt idx="9486">
                  <c:v>4.0629099138924893E-6</c:v>
                </c:pt>
                <c:pt idx="9487">
                  <c:v>7.2456747242930447E-6</c:v>
                </c:pt>
                <c:pt idx="9488">
                  <c:v>1.0266634583896249E-5</c:v>
                </c:pt>
                <c:pt idx="9489">
                  <c:v>1.4974669311483706E-4</c:v>
                </c:pt>
                <c:pt idx="9490">
                  <c:v>2.3993723939824881E-5</c:v>
                </c:pt>
                <c:pt idx="9491">
                  <c:v>6.3903395468667119E-5</c:v>
                </c:pt>
                <c:pt idx="9492">
                  <c:v>4.9937134097889822E-5</c:v>
                </c:pt>
                <c:pt idx="9493">
                  <c:v>1.6386566141932419E-5</c:v>
                </c:pt>
                <c:pt idx="9494">
                  <c:v>0</c:v>
                </c:pt>
                <c:pt idx="9495">
                  <c:v>2.1560158649248439E-5</c:v>
                </c:pt>
                <c:pt idx="9496">
                  <c:v>1.8644002068004296E-7</c:v>
                </c:pt>
                <c:pt idx="9497">
                  <c:v>0</c:v>
                </c:pt>
                <c:pt idx="9498">
                  <c:v>3.3079166149489154E-6</c:v>
                </c:pt>
                <c:pt idx="9499">
                  <c:v>1.6791327972622941E-4</c:v>
                </c:pt>
                <c:pt idx="9500">
                  <c:v>3.9198656941534356E-6</c:v>
                </c:pt>
                <c:pt idx="9501">
                  <c:v>1.1440161448280476E-5</c:v>
                </c:pt>
                <c:pt idx="9502">
                  <c:v>0</c:v>
                </c:pt>
                <c:pt idx="9503">
                  <c:v>2.9685096338252851E-6</c:v>
                </c:pt>
                <c:pt idx="9504">
                  <c:v>1.5301838899727765E-5</c:v>
                </c:pt>
                <c:pt idx="9505">
                  <c:v>6.7390927424992096E-6</c:v>
                </c:pt>
                <c:pt idx="9506">
                  <c:v>1.5505425664955289E-6</c:v>
                </c:pt>
                <c:pt idx="9507">
                  <c:v>9.3342062614308597E-5</c:v>
                </c:pt>
                <c:pt idx="9508">
                  <c:v>0</c:v>
                </c:pt>
                <c:pt idx="9509">
                  <c:v>1.335808769136976E-5</c:v>
                </c:pt>
                <c:pt idx="9510">
                  <c:v>4.7516601007771799E-5</c:v>
                </c:pt>
                <c:pt idx="9511">
                  <c:v>2.4472369212976851E-6</c:v>
                </c:pt>
                <c:pt idx="9512">
                  <c:v>4.1205790192044333E-6</c:v>
                </c:pt>
                <c:pt idx="9513">
                  <c:v>5.9160154397790325E-5</c:v>
                </c:pt>
                <c:pt idx="9514">
                  <c:v>6.9179985803162594E-5</c:v>
                </c:pt>
                <c:pt idx="9515">
                  <c:v>6.9116786194615829E-6</c:v>
                </c:pt>
                <c:pt idx="9516">
                  <c:v>4.864914813627043E-5</c:v>
                </c:pt>
                <c:pt idx="9517">
                  <c:v>1.9582455439178907E-5</c:v>
                </c:pt>
                <c:pt idx="9518">
                  <c:v>2.9097481036587392E-6</c:v>
                </c:pt>
                <c:pt idx="9519">
                  <c:v>0</c:v>
                </c:pt>
                <c:pt idx="9520">
                  <c:v>5.5818366572360323E-5</c:v>
                </c:pt>
                <c:pt idx="9521">
                  <c:v>8.4258457845447704E-5</c:v>
                </c:pt>
                <c:pt idx="9522">
                  <c:v>3.8855912043255327E-4</c:v>
                </c:pt>
                <c:pt idx="9523">
                  <c:v>3.4749762415268026E-5</c:v>
                </c:pt>
                <c:pt idx="9524">
                  <c:v>5.2745113011794093E-5</c:v>
                </c:pt>
                <c:pt idx="9525">
                  <c:v>2.476884729042933E-5</c:v>
                </c:pt>
                <c:pt idx="9526">
                  <c:v>8.1656962592795326E-7</c:v>
                </c:pt>
                <c:pt idx="9527">
                  <c:v>9.4333348953865731E-6</c:v>
                </c:pt>
                <c:pt idx="9528">
                  <c:v>7.4130423799176277E-5</c:v>
                </c:pt>
                <c:pt idx="9529">
                  <c:v>3.7116794127854759E-6</c:v>
                </c:pt>
                <c:pt idx="9530">
                  <c:v>5.3956148683888108E-5</c:v>
                </c:pt>
                <c:pt idx="9531">
                  <c:v>6.8317809006674452E-6</c:v>
                </c:pt>
                <c:pt idx="9532">
                  <c:v>4.3869971516306677E-6</c:v>
                </c:pt>
                <c:pt idx="9533">
                  <c:v>2.8683463959893717E-5</c:v>
                </c:pt>
                <c:pt idx="9534">
                  <c:v>0</c:v>
                </c:pt>
                <c:pt idx="9535">
                  <c:v>1.1022288514742525E-5</c:v>
                </c:pt>
                <c:pt idx="9536">
                  <c:v>2.0525016244087487E-6</c:v>
                </c:pt>
                <c:pt idx="9537">
                  <c:v>6.6346282106645918E-6</c:v>
                </c:pt>
                <c:pt idx="9538">
                  <c:v>3.8656899321404405E-5</c:v>
                </c:pt>
                <c:pt idx="9539">
                  <c:v>2.1640358089205514E-5</c:v>
                </c:pt>
                <c:pt idx="9540">
                  <c:v>6.8809910819169047E-6</c:v>
                </c:pt>
                <c:pt idx="9541">
                  <c:v>1.0895647967263351E-5</c:v>
                </c:pt>
                <c:pt idx="9542">
                  <c:v>6.8848027273587464E-6</c:v>
                </c:pt>
                <c:pt idx="9543">
                  <c:v>1.4422301572571181E-5</c:v>
                </c:pt>
                <c:pt idx="9544">
                  <c:v>0</c:v>
                </c:pt>
                <c:pt idx="9545">
                  <c:v>7.3242535974873443E-6</c:v>
                </c:pt>
                <c:pt idx="9546">
                  <c:v>6.7505637352916788E-6</c:v>
                </c:pt>
                <c:pt idx="9547">
                  <c:v>5.7818226439241861E-6</c:v>
                </c:pt>
                <c:pt idx="9548">
                  <c:v>1.0229787855987381E-5</c:v>
                </c:pt>
                <c:pt idx="9549">
                  <c:v>5.6080005658434133E-6</c:v>
                </c:pt>
                <c:pt idx="9550">
                  <c:v>1.2121816309321765E-7</c:v>
                </c:pt>
                <c:pt idx="9551">
                  <c:v>1.138785780938623E-5</c:v>
                </c:pt>
                <c:pt idx="9552">
                  <c:v>4.1505432958061832E-4</c:v>
                </c:pt>
                <c:pt idx="9553">
                  <c:v>2.1382054679277754E-5</c:v>
                </c:pt>
                <c:pt idx="9554">
                  <c:v>1.6446402324897984E-6</c:v>
                </c:pt>
                <c:pt idx="9555">
                  <c:v>1.3722906213511348E-5</c:v>
                </c:pt>
                <c:pt idx="9556">
                  <c:v>1.9352786271840378E-5</c:v>
                </c:pt>
                <c:pt idx="9557">
                  <c:v>1.4722018632379723E-5</c:v>
                </c:pt>
                <c:pt idx="9558">
                  <c:v>2.1371598140665899E-5</c:v>
                </c:pt>
                <c:pt idx="9559">
                  <c:v>2.3742932116949558E-5</c:v>
                </c:pt>
                <c:pt idx="9560">
                  <c:v>4.8098585062723596E-5</c:v>
                </c:pt>
                <c:pt idx="9561">
                  <c:v>1.9969292072605774E-5</c:v>
                </c:pt>
                <c:pt idx="9562">
                  <c:v>1.1861038858045515E-5</c:v>
                </c:pt>
                <c:pt idx="9563">
                  <c:v>1.8759857926567355E-3</c:v>
                </c:pt>
                <c:pt idx="9564">
                  <c:v>3.6018237660628762E-4</c:v>
                </c:pt>
                <c:pt idx="9565">
                  <c:v>3.759861321285725E-5</c:v>
                </c:pt>
                <c:pt idx="9566">
                  <c:v>1.7646208017934426E-6</c:v>
                </c:pt>
                <c:pt idx="9567">
                  <c:v>1.2794586367783989E-5</c:v>
                </c:pt>
                <c:pt idx="9568">
                  <c:v>6.056224447183179E-5</c:v>
                </c:pt>
                <c:pt idx="9569">
                  <c:v>6.499765628744598E-5</c:v>
                </c:pt>
                <c:pt idx="9570">
                  <c:v>1.0917434703183447E-5</c:v>
                </c:pt>
                <c:pt idx="9571">
                  <c:v>0</c:v>
                </c:pt>
                <c:pt idx="9572">
                  <c:v>2.0167652658467952E-5</c:v>
                </c:pt>
                <c:pt idx="9573">
                  <c:v>2.6130754169917176E-5</c:v>
                </c:pt>
                <c:pt idx="9574">
                  <c:v>8.7497655066422241E-5</c:v>
                </c:pt>
                <c:pt idx="9575">
                  <c:v>1.5278295968081842E-4</c:v>
                </c:pt>
                <c:pt idx="9576">
                  <c:v>1.4197469786945284E-7</c:v>
                </c:pt>
                <c:pt idx="9577">
                  <c:v>4.1900514045520697E-5</c:v>
                </c:pt>
                <c:pt idx="9578">
                  <c:v>1.2512296378093876E-4</c:v>
                </c:pt>
                <c:pt idx="9579">
                  <c:v>2.3164018397141677E-4</c:v>
                </c:pt>
                <c:pt idx="9580">
                  <c:v>4.766956861642131E-6</c:v>
                </c:pt>
                <c:pt idx="9581">
                  <c:v>3.5679870792438144E-6</c:v>
                </c:pt>
                <c:pt idx="9582">
                  <c:v>8.1877508064284266E-7</c:v>
                </c:pt>
                <c:pt idx="9583">
                  <c:v>1.1176996800751639E-5</c:v>
                </c:pt>
                <c:pt idx="9584">
                  <c:v>2.4168777278754018E-5</c:v>
                </c:pt>
                <c:pt idx="9585">
                  <c:v>1.3136120069275634E-5</c:v>
                </c:pt>
                <c:pt idx="9586">
                  <c:v>8.6367941203917564E-7</c:v>
                </c:pt>
                <c:pt idx="9587">
                  <c:v>0</c:v>
                </c:pt>
                <c:pt idx="9588">
                  <c:v>1.5553436755331345E-5</c:v>
                </c:pt>
                <c:pt idx="9589">
                  <c:v>7.8382064747909707E-5</c:v>
                </c:pt>
                <c:pt idx="9590">
                  <c:v>1.4410800407731465E-5</c:v>
                </c:pt>
                <c:pt idx="9591">
                  <c:v>1.0042284840604563E-5</c:v>
                </c:pt>
                <c:pt idx="9592">
                  <c:v>1.9324105932734115E-5</c:v>
                </c:pt>
                <c:pt idx="9593">
                  <c:v>0</c:v>
                </c:pt>
                <c:pt idx="9594">
                  <c:v>3.4779698218814835E-3</c:v>
                </c:pt>
                <c:pt idx="9595">
                  <c:v>6.8873604231622648E-6</c:v>
                </c:pt>
                <c:pt idx="9596">
                  <c:v>2.3132849762465415E-4</c:v>
                </c:pt>
                <c:pt idx="9597">
                  <c:v>0</c:v>
                </c:pt>
                <c:pt idx="9598">
                  <c:v>1.3605060705607317E-6</c:v>
                </c:pt>
                <c:pt idx="9599">
                  <c:v>1.5836589915008005E-5</c:v>
                </c:pt>
                <c:pt idx="9600">
                  <c:v>1.1002845306429389E-5</c:v>
                </c:pt>
                <c:pt idx="9601">
                  <c:v>0</c:v>
                </c:pt>
                <c:pt idx="9602">
                  <c:v>0</c:v>
                </c:pt>
                <c:pt idx="9603">
                  <c:v>2.0264602282282231E-4</c:v>
                </c:pt>
                <c:pt idx="9604">
                  <c:v>0</c:v>
                </c:pt>
                <c:pt idx="9605">
                  <c:v>8.3419263248088766E-6</c:v>
                </c:pt>
                <c:pt idx="9606">
                  <c:v>0</c:v>
                </c:pt>
                <c:pt idx="9607">
                  <c:v>4.1089558648513951E-6</c:v>
                </c:pt>
                <c:pt idx="9608">
                  <c:v>3.5557471942154886E-6</c:v>
                </c:pt>
                <c:pt idx="9609">
                  <c:v>1.1213436818492861E-4</c:v>
                </c:pt>
                <c:pt idx="9610">
                  <c:v>1.7046212214361794E-6</c:v>
                </c:pt>
                <c:pt idx="9611">
                  <c:v>8.9507133762878068E-8</c:v>
                </c:pt>
                <c:pt idx="9612">
                  <c:v>1.4031752584065821E-5</c:v>
                </c:pt>
                <c:pt idx="9613">
                  <c:v>1.898553146239241E-7</c:v>
                </c:pt>
                <c:pt idx="9614">
                  <c:v>1.6474003055360979E-5</c:v>
                </c:pt>
                <c:pt idx="9615">
                  <c:v>1.4307482595151487E-3</c:v>
                </c:pt>
                <c:pt idx="9616">
                  <c:v>5.4124526624843943E-6</c:v>
                </c:pt>
                <c:pt idx="9617">
                  <c:v>8.7032816361051465E-6</c:v>
                </c:pt>
                <c:pt idx="9618">
                  <c:v>2.2918289876765583E-5</c:v>
                </c:pt>
                <c:pt idx="9619">
                  <c:v>4.8773703756676431E-5</c:v>
                </c:pt>
                <c:pt idx="9620">
                  <c:v>3.5098401374955696E-7</c:v>
                </c:pt>
                <c:pt idx="9621">
                  <c:v>3.892901718123689E-6</c:v>
                </c:pt>
                <c:pt idx="9622">
                  <c:v>7.4779331371493313E-6</c:v>
                </c:pt>
                <c:pt idx="9623">
                  <c:v>1.2973831743437444E-5</c:v>
                </c:pt>
                <c:pt idx="9624">
                  <c:v>1.4701527199992433E-4</c:v>
                </c:pt>
                <c:pt idx="9625">
                  <c:v>1.5172746427715189E-7</c:v>
                </c:pt>
                <c:pt idx="9626">
                  <c:v>1.1957764481950641E-5</c:v>
                </c:pt>
                <c:pt idx="9627">
                  <c:v>7.6501501818927725E-5</c:v>
                </c:pt>
                <c:pt idx="9628">
                  <c:v>1.1212514713458137E-5</c:v>
                </c:pt>
                <c:pt idx="9629">
                  <c:v>4.8238179923616597E-6</c:v>
                </c:pt>
                <c:pt idx="9630">
                  <c:v>2.1789863333387218E-6</c:v>
                </c:pt>
                <c:pt idx="9631">
                  <c:v>2.1977101366675567E-4</c:v>
                </c:pt>
                <c:pt idx="9632">
                  <c:v>4.9764650509173546E-5</c:v>
                </c:pt>
                <c:pt idx="9633">
                  <c:v>6.9397232318589035E-5</c:v>
                </c:pt>
                <c:pt idx="9634">
                  <c:v>1.0330511895997659E-5</c:v>
                </c:pt>
                <c:pt idx="9635">
                  <c:v>3.0250109626877419E-8</c:v>
                </c:pt>
                <c:pt idx="9636">
                  <c:v>2.1663492235741408E-6</c:v>
                </c:pt>
                <c:pt idx="9637">
                  <c:v>3.6599381890472024E-5</c:v>
                </c:pt>
                <c:pt idx="9638">
                  <c:v>1.1554084040858599E-5</c:v>
                </c:pt>
                <c:pt idx="9639">
                  <c:v>0</c:v>
                </c:pt>
                <c:pt idx="9640">
                  <c:v>4.4487637638999238E-6</c:v>
                </c:pt>
                <c:pt idx="9641">
                  <c:v>8.5908532393487468E-5</c:v>
                </c:pt>
                <c:pt idx="9642">
                  <c:v>1.1553358332751531E-4</c:v>
                </c:pt>
                <c:pt idx="9643">
                  <c:v>1.8119890410854861E-5</c:v>
                </c:pt>
                <c:pt idx="9644">
                  <c:v>2.0452952143173855E-5</c:v>
                </c:pt>
                <c:pt idx="9645">
                  <c:v>2.3506222126493147E-4</c:v>
                </c:pt>
                <c:pt idx="9646">
                  <c:v>7.9014628688016807E-5</c:v>
                </c:pt>
                <c:pt idx="9647">
                  <c:v>1.336477607757136E-3</c:v>
                </c:pt>
                <c:pt idx="9648">
                  <c:v>4.8424958360845322E-5</c:v>
                </c:pt>
                <c:pt idx="9649">
                  <c:v>3.4400167219943371E-6</c:v>
                </c:pt>
                <c:pt idx="9650">
                  <c:v>0</c:v>
                </c:pt>
                <c:pt idx="9651">
                  <c:v>4.636948947233702E-5</c:v>
                </c:pt>
                <c:pt idx="9652">
                  <c:v>3.5427178511911021E-6</c:v>
                </c:pt>
                <c:pt idx="9653">
                  <c:v>0</c:v>
                </c:pt>
                <c:pt idx="9654">
                  <c:v>1.3820895632279878E-5</c:v>
                </c:pt>
                <c:pt idx="9655">
                  <c:v>1.0197332674473478E-3</c:v>
                </c:pt>
                <c:pt idx="9656">
                  <c:v>0</c:v>
                </c:pt>
                <c:pt idx="9657">
                  <c:v>3.8786093841268412E-6</c:v>
                </c:pt>
                <c:pt idx="9658">
                  <c:v>2.1647011967120467E-6</c:v>
                </c:pt>
                <c:pt idx="9659">
                  <c:v>4.1662338091561822E-5</c:v>
                </c:pt>
                <c:pt idx="9660">
                  <c:v>4.348762734048567E-5</c:v>
                </c:pt>
                <c:pt idx="9661">
                  <c:v>7.3637082338145443E-5</c:v>
                </c:pt>
                <c:pt idx="9662">
                  <c:v>4.3018793664161912E-5</c:v>
                </c:pt>
                <c:pt idx="9663">
                  <c:v>2.4216893317961138E-5</c:v>
                </c:pt>
                <c:pt idx="9664">
                  <c:v>3.4084491082260307E-5</c:v>
                </c:pt>
                <c:pt idx="9665">
                  <c:v>2.952036821823781E-5</c:v>
                </c:pt>
                <c:pt idx="9666">
                  <c:v>2.9809356831498992E-5</c:v>
                </c:pt>
                <c:pt idx="9667">
                  <c:v>4.3693215538302672E-6</c:v>
                </c:pt>
                <c:pt idx="9668">
                  <c:v>1.7686319995209288E-5</c:v>
                </c:pt>
                <c:pt idx="9669">
                  <c:v>5.0822611950812741E-6</c:v>
                </c:pt>
                <c:pt idx="9670">
                  <c:v>4.3425055214815588E-5</c:v>
                </c:pt>
                <c:pt idx="9671">
                  <c:v>1.1565793865568054E-5</c:v>
                </c:pt>
                <c:pt idx="9672">
                  <c:v>4.2402354389587808E-6</c:v>
                </c:pt>
                <c:pt idx="9673">
                  <c:v>1.5310680486136292E-6</c:v>
                </c:pt>
                <c:pt idx="9674">
                  <c:v>4.1090103091505813E-5</c:v>
                </c:pt>
                <c:pt idx="9675">
                  <c:v>3.6193705689929646E-5</c:v>
                </c:pt>
                <c:pt idx="9676">
                  <c:v>1.781103347740436E-5</c:v>
                </c:pt>
                <c:pt idx="9677">
                  <c:v>3.9588355275947964E-5</c:v>
                </c:pt>
                <c:pt idx="9678">
                  <c:v>1.1883636713978785E-3</c:v>
                </c:pt>
                <c:pt idx="9679">
                  <c:v>6.4724093648412374E-5</c:v>
                </c:pt>
                <c:pt idx="9680">
                  <c:v>3.3683497069527894E-6</c:v>
                </c:pt>
                <c:pt idx="9681">
                  <c:v>2.5110168209445598E-5</c:v>
                </c:pt>
                <c:pt idx="9682">
                  <c:v>6.707354736888735E-7</c:v>
                </c:pt>
                <c:pt idx="9683">
                  <c:v>2.0079147281187228E-5</c:v>
                </c:pt>
                <c:pt idx="9684">
                  <c:v>2.9283831689802544E-6</c:v>
                </c:pt>
                <c:pt idx="9685">
                  <c:v>0</c:v>
                </c:pt>
                <c:pt idx="9686">
                  <c:v>6.9015836652948869E-5</c:v>
                </c:pt>
                <c:pt idx="9687">
                  <c:v>3.8289015435602734E-6</c:v>
                </c:pt>
                <c:pt idx="9688">
                  <c:v>0</c:v>
                </c:pt>
                <c:pt idx="9689">
                  <c:v>5.5283481960123768E-6</c:v>
                </c:pt>
                <c:pt idx="9690">
                  <c:v>2.5991989864675022E-5</c:v>
                </c:pt>
                <c:pt idx="9691">
                  <c:v>5.5964273428083792E-7</c:v>
                </c:pt>
                <c:pt idx="9692">
                  <c:v>5.3893594647805027E-6</c:v>
                </c:pt>
                <c:pt idx="9693">
                  <c:v>1.2061067290652252E-4</c:v>
                </c:pt>
                <c:pt idx="9694">
                  <c:v>1.3864799539267887E-5</c:v>
                </c:pt>
                <c:pt idx="9695">
                  <c:v>3.303994855583042E-5</c:v>
                </c:pt>
                <c:pt idx="9696">
                  <c:v>2.9602118922907375E-5</c:v>
                </c:pt>
                <c:pt idx="9697">
                  <c:v>5.6890997817487144E-5</c:v>
                </c:pt>
                <c:pt idx="9698">
                  <c:v>1.6761498822466298E-5</c:v>
                </c:pt>
                <c:pt idx="9699">
                  <c:v>1.6687614167453661E-5</c:v>
                </c:pt>
                <c:pt idx="9700">
                  <c:v>1.8460972315237496E-5</c:v>
                </c:pt>
                <c:pt idx="9701">
                  <c:v>4.5118772056180522E-6</c:v>
                </c:pt>
                <c:pt idx="9702">
                  <c:v>1.8254570315011539E-7</c:v>
                </c:pt>
                <c:pt idx="9703">
                  <c:v>7.7433326596615988E-7</c:v>
                </c:pt>
                <c:pt idx="9704">
                  <c:v>6.6003539616863302E-6</c:v>
                </c:pt>
                <c:pt idx="9705">
                  <c:v>7.0552113841614178E-6</c:v>
                </c:pt>
                <c:pt idx="9706">
                  <c:v>1.21759942021511E-5</c:v>
                </c:pt>
                <c:pt idx="9707">
                  <c:v>7.8164824405315734E-5</c:v>
                </c:pt>
                <c:pt idx="9708">
                  <c:v>2.3988933265522792E-3</c:v>
                </c:pt>
                <c:pt idx="9709">
                  <c:v>1.1322183888762753E-7</c:v>
                </c:pt>
                <c:pt idx="9710">
                  <c:v>1.4779910229295827E-5</c:v>
                </c:pt>
                <c:pt idx="9711">
                  <c:v>1.7571751444019109E-6</c:v>
                </c:pt>
                <c:pt idx="9712">
                  <c:v>4.245753722881645E-4</c:v>
                </c:pt>
                <c:pt idx="9713">
                  <c:v>8.6494673326007111E-6</c:v>
                </c:pt>
                <c:pt idx="9714">
                  <c:v>1.0591858330136307E-5</c:v>
                </c:pt>
                <c:pt idx="9715">
                  <c:v>3.3333356767349822E-5</c:v>
                </c:pt>
                <c:pt idx="9716">
                  <c:v>1.2172601243903732E-5</c:v>
                </c:pt>
                <c:pt idx="9717">
                  <c:v>1.4475104846390824E-5</c:v>
                </c:pt>
                <c:pt idx="9718">
                  <c:v>1.4530135990776644E-6</c:v>
                </c:pt>
                <c:pt idx="9719">
                  <c:v>1.7757493726961383E-5</c:v>
                </c:pt>
                <c:pt idx="9720">
                  <c:v>3.9101122472319067E-5</c:v>
                </c:pt>
                <c:pt idx="9721">
                  <c:v>2.2279921535894558E-5</c:v>
                </c:pt>
                <c:pt idx="9722">
                  <c:v>2.0764542925888E-4</c:v>
                </c:pt>
                <c:pt idx="9723">
                  <c:v>1.9047504492893585E-3</c:v>
                </c:pt>
                <c:pt idx="9724">
                  <c:v>2.4252117890060105E-6</c:v>
                </c:pt>
                <c:pt idx="9725">
                  <c:v>1.8756471686047949E-5</c:v>
                </c:pt>
                <c:pt idx="9726">
                  <c:v>2.0674090616344946E-5</c:v>
                </c:pt>
                <c:pt idx="9727">
                  <c:v>1.5281654299736331E-4</c:v>
                </c:pt>
                <c:pt idx="9728">
                  <c:v>2.8624801242455998E-6</c:v>
                </c:pt>
                <c:pt idx="9729">
                  <c:v>2.8310866686900238E-6</c:v>
                </c:pt>
                <c:pt idx="9730">
                  <c:v>6.9963166173335394E-6</c:v>
                </c:pt>
                <c:pt idx="9731">
                  <c:v>5.066635571990563E-6</c:v>
                </c:pt>
                <c:pt idx="9732">
                  <c:v>1.7540984360123567E-4</c:v>
                </c:pt>
                <c:pt idx="9733">
                  <c:v>4.4276177293945412E-6</c:v>
                </c:pt>
                <c:pt idx="9734">
                  <c:v>1.8195586841416929E-6</c:v>
                </c:pt>
                <c:pt idx="9735">
                  <c:v>1.7513436275782889E-6</c:v>
                </c:pt>
                <c:pt idx="9736">
                  <c:v>4.2166954217509772E-5</c:v>
                </c:pt>
                <c:pt idx="9737">
                  <c:v>1.6283639908855556E-5</c:v>
                </c:pt>
                <c:pt idx="9738">
                  <c:v>1.4157200679236971E-5</c:v>
                </c:pt>
                <c:pt idx="9739">
                  <c:v>1.361650390066689E-5</c:v>
                </c:pt>
                <c:pt idx="9740">
                  <c:v>7.5158416666422638E-7</c:v>
                </c:pt>
                <c:pt idx="9741">
                  <c:v>0</c:v>
                </c:pt>
                <c:pt idx="9742">
                  <c:v>0</c:v>
                </c:pt>
                <c:pt idx="9743">
                  <c:v>6.2423304536299114E-5</c:v>
                </c:pt>
                <c:pt idx="9744">
                  <c:v>1.4032609312510088E-5</c:v>
                </c:pt>
                <c:pt idx="9745">
                  <c:v>8.7849603715111531E-6</c:v>
                </c:pt>
                <c:pt idx="9746">
                  <c:v>2.2186546240971399E-3</c:v>
                </c:pt>
                <c:pt idx="9747">
                  <c:v>2.9048513979830592E-3</c:v>
                </c:pt>
                <c:pt idx="9748">
                  <c:v>5.677312946255486E-4</c:v>
                </c:pt>
                <c:pt idx="9749">
                  <c:v>2.9161175703711625E-5</c:v>
                </c:pt>
                <c:pt idx="9750">
                  <c:v>1.3579907909453833E-5</c:v>
                </c:pt>
                <c:pt idx="9751">
                  <c:v>3.0198271777209602E-6</c:v>
                </c:pt>
                <c:pt idx="9752">
                  <c:v>1.5921707871950421E-4</c:v>
                </c:pt>
                <c:pt idx="9753">
                  <c:v>4.9353249772903572E-6</c:v>
                </c:pt>
                <c:pt idx="9754">
                  <c:v>0</c:v>
                </c:pt>
                <c:pt idx="9755">
                  <c:v>1.1504574703235314E-5</c:v>
                </c:pt>
                <c:pt idx="9756">
                  <c:v>7.8344306909517136E-6</c:v>
                </c:pt>
                <c:pt idx="9757">
                  <c:v>6.4589639634761055E-7</c:v>
                </c:pt>
                <c:pt idx="9758">
                  <c:v>1.3740576708249363E-5</c:v>
                </c:pt>
                <c:pt idx="9759">
                  <c:v>2.9650091617627796E-4</c:v>
                </c:pt>
                <c:pt idx="9760">
                  <c:v>7.2853491659059109E-6</c:v>
                </c:pt>
                <c:pt idx="9761">
                  <c:v>8.4267261605490317E-7</c:v>
                </c:pt>
                <c:pt idx="9762">
                  <c:v>1.5470952746320443E-4</c:v>
                </c:pt>
                <c:pt idx="9763">
                  <c:v>6.4305618570899116E-6</c:v>
                </c:pt>
                <c:pt idx="9764">
                  <c:v>2.8053022069641849E-3</c:v>
                </c:pt>
                <c:pt idx="9765">
                  <c:v>1.4356563689999893E-4</c:v>
                </c:pt>
                <c:pt idx="9766">
                  <c:v>1.4073428735122534E-5</c:v>
                </c:pt>
                <c:pt idx="9767">
                  <c:v>4.1392363067455812E-5</c:v>
                </c:pt>
                <c:pt idx="9768">
                  <c:v>0</c:v>
                </c:pt>
                <c:pt idx="9769">
                  <c:v>2.1984059476719331E-5</c:v>
                </c:pt>
                <c:pt idx="9770">
                  <c:v>8.0359409639100141E-6</c:v>
                </c:pt>
                <c:pt idx="9771">
                  <c:v>9.8059671235889179E-7</c:v>
                </c:pt>
                <c:pt idx="9772">
                  <c:v>1.023296113504641E-6</c:v>
                </c:pt>
                <c:pt idx="9773">
                  <c:v>1.8670473819576655E-4</c:v>
                </c:pt>
                <c:pt idx="9774">
                  <c:v>4.4644906285374026E-5</c:v>
                </c:pt>
                <c:pt idx="9775">
                  <c:v>1.6491863809448763E-5</c:v>
                </c:pt>
                <c:pt idx="9776">
                  <c:v>2.0705872657458698E-5</c:v>
                </c:pt>
                <c:pt idx="9777">
                  <c:v>2.8114636398321714E-6</c:v>
                </c:pt>
                <c:pt idx="9778">
                  <c:v>5.1069739146664307E-6</c:v>
                </c:pt>
                <c:pt idx="9779">
                  <c:v>6.0922198188472934E-6</c:v>
                </c:pt>
                <c:pt idx="9780">
                  <c:v>1.1688118600044759E-5</c:v>
                </c:pt>
                <c:pt idx="9781">
                  <c:v>6.9303413032614265E-6</c:v>
                </c:pt>
                <c:pt idx="9782">
                  <c:v>9.6670126118824542E-6</c:v>
                </c:pt>
                <c:pt idx="9783">
                  <c:v>9.8571744266972924E-6</c:v>
                </c:pt>
                <c:pt idx="9784">
                  <c:v>1.6115414994062296E-4</c:v>
                </c:pt>
                <c:pt idx="9785">
                  <c:v>3.1769647396288142E-5</c:v>
                </c:pt>
                <c:pt idx="9786">
                  <c:v>1.2546861372603507E-5</c:v>
                </c:pt>
                <c:pt idx="9787">
                  <c:v>8.5074324463418483E-6</c:v>
                </c:pt>
                <c:pt idx="9788">
                  <c:v>2.8904023497848271E-6</c:v>
                </c:pt>
                <c:pt idx="9789">
                  <c:v>6.1723685729501477E-6</c:v>
                </c:pt>
                <c:pt idx="9790">
                  <c:v>1.5453912211736221E-5</c:v>
                </c:pt>
                <c:pt idx="9791">
                  <c:v>1.845702813041689E-6</c:v>
                </c:pt>
                <c:pt idx="9792">
                  <c:v>8.3603715783283037E-6</c:v>
                </c:pt>
                <c:pt idx="9793">
                  <c:v>1.5109174726828505E-4</c:v>
                </c:pt>
                <c:pt idx="9794">
                  <c:v>0</c:v>
                </c:pt>
                <c:pt idx="9795">
                  <c:v>1.6213476327089202E-7</c:v>
                </c:pt>
                <c:pt idx="9796">
                  <c:v>1.5621331974273705E-5</c:v>
                </c:pt>
                <c:pt idx="9797">
                  <c:v>5.4111149496999913E-7</c:v>
                </c:pt>
                <c:pt idx="9798">
                  <c:v>1.9110706323475105E-4</c:v>
                </c:pt>
                <c:pt idx="9799">
                  <c:v>5.3855127363127882E-5</c:v>
                </c:pt>
                <c:pt idx="9800">
                  <c:v>2.5020239234561001E-6</c:v>
                </c:pt>
                <c:pt idx="9801">
                  <c:v>1.0663696369715705E-5</c:v>
                </c:pt>
                <c:pt idx="9802">
                  <c:v>2.9863719051334024E-5</c:v>
                </c:pt>
                <c:pt idx="9803">
                  <c:v>1.0071273508482351E-5</c:v>
                </c:pt>
                <c:pt idx="9804">
                  <c:v>1.399833626223208E-7</c:v>
                </c:pt>
                <c:pt idx="9805">
                  <c:v>1.9960590856016563E-7</c:v>
                </c:pt>
                <c:pt idx="9806">
                  <c:v>2.6746023218592516E-5</c:v>
                </c:pt>
                <c:pt idx="9807">
                  <c:v>8.3868367804483658E-6</c:v>
                </c:pt>
                <c:pt idx="9808">
                  <c:v>2.7656146136685307E-5</c:v>
                </c:pt>
                <c:pt idx="9809">
                  <c:v>2.2542969966520441E-6</c:v>
                </c:pt>
                <c:pt idx="9810">
                  <c:v>6.3078873663414579E-6</c:v>
                </c:pt>
                <c:pt idx="9811">
                  <c:v>1.9460855312197178E-6</c:v>
                </c:pt>
                <c:pt idx="9812">
                  <c:v>6.3277814610012377E-6</c:v>
                </c:pt>
                <c:pt idx="9813">
                  <c:v>2.4443756944504983E-6</c:v>
                </c:pt>
                <c:pt idx="9814">
                  <c:v>1.4279786787580343E-5</c:v>
                </c:pt>
                <c:pt idx="9815">
                  <c:v>0</c:v>
                </c:pt>
                <c:pt idx="9816">
                  <c:v>0</c:v>
                </c:pt>
                <c:pt idx="9817">
                  <c:v>6.4634126147501141E-5</c:v>
                </c:pt>
                <c:pt idx="9818">
                  <c:v>1.4644998725881668E-6</c:v>
                </c:pt>
                <c:pt idx="9819">
                  <c:v>2.0451502290789891E-5</c:v>
                </c:pt>
                <c:pt idx="9820">
                  <c:v>5.6619779264815803E-5</c:v>
                </c:pt>
                <c:pt idx="9821">
                  <c:v>8.2766940222006569E-4</c:v>
                </c:pt>
                <c:pt idx="9822">
                  <c:v>1.3378801205624691E-5</c:v>
                </c:pt>
                <c:pt idx="9823">
                  <c:v>7.5395607475652274E-6</c:v>
                </c:pt>
                <c:pt idx="9824">
                  <c:v>4.3603232452178228E-7</c:v>
                </c:pt>
                <c:pt idx="9825">
                  <c:v>2.6810349838235101E-5</c:v>
                </c:pt>
                <c:pt idx="9826">
                  <c:v>1.7303391008862787E-5</c:v>
                </c:pt>
                <c:pt idx="9827">
                  <c:v>3.3956606505226709E-5</c:v>
                </c:pt>
                <c:pt idx="9828">
                  <c:v>2.2354966664978105E-5</c:v>
                </c:pt>
                <c:pt idx="9829">
                  <c:v>1.3011693572029346E-5</c:v>
                </c:pt>
                <c:pt idx="9830">
                  <c:v>1.1347824458029255E-5</c:v>
                </c:pt>
                <c:pt idx="9831">
                  <c:v>4.6836844129123419E-7</c:v>
                </c:pt>
                <c:pt idx="9832">
                  <c:v>0</c:v>
                </c:pt>
                <c:pt idx="9833">
                  <c:v>7.135477990103623E-5</c:v>
                </c:pt>
                <c:pt idx="9834">
                  <c:v>6.6207493379347358E-5</c:v>
                </c:pt>
                <c:pt idx="9835">
                  <c:v>7.8616377037516206E-5</c:v>
                </c:pt>
                <c:pt idx="9836">
                  <c:v>7.6571915950075422E-6</c:v>
                </c:pt>
                <c:pt idx="9837">
                  <c:v>5.837286106299146E-5</c:v>
                </c:pt>
                <c:pt idx="9838">
                  <c:v>0</c:v>
                </c:pt>
                <c:pt idx="9839">
                  <c:v>0</c:v>
                </c:pt>
                <c:pt idx="9840">
                  <c:v>8.3550861871680884E-6</c:v>
                </c:pt>
                <c:pt idx="9841">
                  <c:v>6.4745663759595984E-5</c:v>
                </c:pt>
                <c:pt idx="9842">
                  <c:v>4.4543323666135733E-5</c:v>
                </c:pt>
                <c:pt idx="9843">
                  <c:v>2.6332375559240122E-6</c:v>
                </c:pt>
                <c:pt idx="9844">
                  <c:v>2.5274237801135358E-4</c:v>
                </c:pt>
                <c:pt idx="9845">
                  <c:v>0</c:v>
                </c:pt>
                <c:pt idx="9846">
                  <c:v>2.4409119059173967E-5</c:v>
                </c:pt>
                <c:pt idx="9847">
                  <c:v>1.113689422984863E-5</c:v>
                </c:pt>
                <c:pt idx="9848">
                  <c:v>1.7581142372875492E-5</c:v>
                </c:pt>
                <c:pt idx="9849">
                  <c:v>9.1394174935266275E-4</c:v>
                </c:pt>
                <c:pt idx="9850">
                  <c:v>1.4325264071011041E-5</c:v>
                </c:pt>
                <c:pt idx="9851">
                  <c:v>5.3067088542353512E-6</c:v>
                </c:pt>
                <c:pt idx="9852">
                  <c:v>2.4821982179058318E-5</c:v>
                </c:pt>
                <c:pt idx="9853">
                  <c:v>8.1332669651600207E-6</c:v>
                </c:pt>
                <c:pt idx="9854">
                  <c:v>1.0293940391590724E-5</c:v>
                </c:pt>
                <c:pt idx="9855">
                  <c:v>9.2570175475784568E-5</c:v>
                </c:pt>
                <c:pt idx="9856">
                  <c:v>1.3098345133899821E-6</c:v>
                </c:pt>
                <c:pt idx="9857">
                  <c:v>4.4705685218173221E-6</c:v>
                </c:pt>
                <c:pt idx="9858">
                  <c:v>7.2178922291845512E-6</c:v>
                </c:pt>
                <c:pt idx="9859">
                  <c:v>0</c:v>
                </c:pt>
                <c:pt idx="9860">
                  <c:v>6.5465707849461524E-5</c:v>
                </c:pt>
                <c:pt idx="9861">
                  <c:v>5.2470115828207991E-5</c:v>
                </c:pt>
                <c:pt idx="9862">
                  <c:v>3.5247509957240881E-5</c:v>
                </c:pt>
                <c:pt idx="9863">
                  <c:v>3.8716663298307851E-7</c:v>
                </c:pt>
                <c:pt idx="9864">
                  <c:v>2.6444354912288692E-7</c:v>
                </c:pt>
                <c:pt idx="9865">
                  <c:v>9.6930926818785214E-7</c:v>
                </c:pt>
                <c:pt idx="9866">
                  <c:v>9.7372888550868394E-6</c:v>
                </c:pt>
                <c:pt idx="9867">
                  <c:v>1.5168412162300001E-5</c:v>
                </c:pt>
                <c:pt idx="9868">
                  <c:v>7.1151656731137476E-6</c:v>
                </c:pt>
                <c:pt idx="9869">
                  <c:v>6.5828934912136864E-5</c:v>
                </c:pt>
                <c:pt idx="9870">
                  <c:v>7.1173506599886164E-5</c:v>
                </c:pt>
                <c:pt idx="9871">
                  <c:v>6.8395352275965682E-6</c:v>
                </c:pt>
                <c:pt idx="9872">
                  <c:v>6.4603404075812801E-7</c:v>
                </c:pt>
                <c:pt idx="9873">
                  <c:v>1.9579597141170373E-5</c:v>
                </c:pt>
                <c:pt idx="9874">
                  <c:v>5.5836336428532838E-5</c:v>
                </c:pt>
                <c:pt idx="9875">
                  <c:v>2.9140657004229719E-5</c:v>
                </c:pt>
                <c:pt idx="9876">
                  <c:v>1.5018824873307184E-5</c:v>
                </c:pt>
                <c:pt idx="9877">
                  <c:v>1.5445352657692598E-5</c:v>
                </c:pt>
                <c:pt idx="9878">
                  <c:v>4.1077435450643881E-7</c:v>
                </c:pt>
                <c:pt idx="9879">
                  <c:v>5.3044877274847043E-7</c:v>
                </c:pt>
                <c:pt idx="9880">
                  <c:v>1.1338998165887767E-6</c:v>
                </c:pt>
                <c:pt idx="9881">
                  <c:v>1.8389685018523747E-5</c:v>
                </c:pt>
                <c:pt idx="9882">
                  <c:v>3.287419303151949E-5</c:v>
                </c:pt>
                <c:pt idx="9883">
                  <c:v>6.0122261694383046E-8</c:v>
                </c:pt>
                <c:pt idx="9884">
                  <c:v>1.6103663937622888E-6</c:v>
                </c:pt>
                <c:pt idx="9885">
                  <c:v>2.9443424743193212E-5</c:v>
                </c:pt>
                <c:pt idx="9886">
                  <c:v>2.3762608161924375E-7</c:v>
                </c:pt>
                <c:pt idx="9887">
                  <c:v>3.9053329935684476E-7</c:v>
                </c:pt>
                <c:pt idx="9888">
                  <c:v>9.4404118118622142E-5</c:v>
                </c:pt>
                <c:pt idx="9889">
                  <c:v>5.274588886931343E-5</c:v>
                </c:pt>
                <c:pt idx="9890">
                  <c:v>1.2351063094446181E-6</c:v>
                </c:pt>
                <c:pt idx="9891">
                  <c:v>2.2249649440422163E-6</c:v>
                </c:pt>
                <c:pt idx="9892">
                  <c:v>2.5679777782645973E-5</c:v>
                </c:pt>
                <c:pt idx="9893">
                  <c:v>1.2405913267577632E-5</c:v>
                </c:pt>
                <c:pt idx="9894">
                  <c:v>0</c:v>
                </c:pt>
                <c:pt idx="9895">
                  <c:v>3.5866166742918454E-6</c:v>
                </c:pt>
                <c:pt idx="9896">
                  <c:v>9.6028588009126768E-6</c:v>
                </c:pt>
                <c:pt idx="9897">
                  <c:v>1.0095871056261782E-6</c:v>
                </c:pt>
                <c:pt idx="9898">
                  <c:v>7.573283001253334E-5</c:v>
                </c:pt>
                <c:pt idx="9899">
                  <c:v>7.5356127231783433E-5</c:v>
                </c:pt>
                <c:pt idx="9900">
                  <c:v>0</c:v>
                </c:pt>
                <c:pt idx="9901">
                  <c:v>4.8343515012987332E-6</c:v>
                </c:pt>
                <c:pt idx="9902">
                  <c:v>6.2521602977789589E-6</c:v>
                </c:pt>
                <c:pt idx="9903">
                  <c:v>1.7284057082141489E-5</c:v>
                </c:pt>
                <c:pt idx="9904">
                  <c:v>0</c:v>
                </c:pt>
                <c:pt idx="9905">
                  <c:v>2.1034246275669866E-5</c:v>
                </c:pt>
                <c:pt idx="9906">
                  <c:v>2.0111147118924222E-5</c:v>
                </c:pt>
                <c:pt idx="9907">
                  <c:v>2.5454321022109365E-7</c:v>
                </c:pt>
                <c:pt idx="9908">
                  <c:v>3.1044187436134668E-4</c:v>
                </c:pt>
                <c:pt idx="9909">
                  <c:v>7.2732506946591321E-5</c:v>
                </c:pt>
                <c:pt idx="9910">
                  <c:v>9.1628015156094794E-6</c:v>
                </c:pt>
                <c:pt idx="9911">
                  <c:v>5.7378827815599528E-5</c:v>
                </c:pt>
                <c:pt idx="9912">
                  <c:v>1.513015028389795E-7</c:v>
                </c:pt>
                <c:pt idx="9913">
                  <c:v>7.4765178249934025E-5</c:v>
                </c:pt>
                <c:pt idx="9914">
                  <c:v>2.8446292124183911E-5</c:v>
                </c:pt>
                <c:pt idx="9915">
                  <c:v>1.5458190817679003E-5</c:v>
                </c:pt>
                <c:pt idx="9916">
                  <c:v>7.9151820790013239E-6</c:v>
                </c:pt>
                <c:pt idx="9917">
                  <c:v>8.5108099512397383E-4</c:v>
                </c:pt>
                <c:pt idx="9918">
                  <c:v>1.61177107472881E-5</c:v>
                </c:pt>
                <c:pt idx="9919">
                  <c:v>0</c:v>
                </c:pt>
                <c:pt idx="9920">
                  <c:v>4.5582702564585164E-6</c:v>
                </c:pt>
                <c:pt idx="9921">
                  <c:v>1.542409293419454E-5</c:v>
                </c:pt>
                <c:pt idx="9922">
                  <c:v>1.7314765426978561E-4</c:v>
                </c:pt>
                <c:pt idx="9923">
                  <c:v>2.0333817445172689E-5</c:v>
                </c:pt>
                <c:pt idx="9924">
                  <c:v>6.3224687056071815E-6</c:v>
                </c:pt>
                <c:pt idx="9925">
                  <c:v>8.5185704052870368E-6</c:v>
                </c:pt>
                <c:pt idx="9926">
                  <c:v>1.9696983544343018E-5</c:v>
                </c:pt>
                <c:pt idx="9927">
                  <c:v>6.1475584005222014E-7</c:v>
                </c:pt>
                <c:pt idx="9928">
                  <c:v>8.5331525909193229E-5</c:v>
                </c:pt>
                <c:pt idx="9929">
                  <c:v>3.3748397834594331E-6</c:v>
                </c:pt>
                <c:pt idx="9930">
                  <c:v>0</c:v>
                </c:pt>
                <c:pt idx="9931">
                  <c:v>4.821863310710119E-6</c:v>
                </c:pt>
                <c:pt idx="9932">
                  <c:v>8.470030695525681E-7</c:v>
                </c:pt>
                <c:pt idx="9933">
                  <c:v>2.3791317632752043E-6</c:v>
                </c:pt>
                <c:pt idx="9934">
                  <c:v>2.6357080667521363E-6</c:v>
                </c:pt>
                <c:pt idx="9935">
                  <c:v>1.6942597328385286E-5</c:v>
                </c:pt>
                <c:pt idx="9936">
                  <c:v>5.0540212424079853E-6</c:v>
                </c:pt>
                <c:pt idx="9937">
                  <c:v>2.2669272560216712E-5</c:v>
                </c:pt>
                <c:pt idx="9938">
                  <c:v>5.4769913934191825E-5</c:v>
                </c:pt>
                <c:pt idx="9939">
                  <c:v>2.1316605095371484E-5</c:v>
                </c:pt>
                <c:pt idx="9940">
                  <c:v>5.5046960191446428E-5</c:v>
                </c:pt>
                <c:pt idx="9941">
                  <c:v>7.2243425350194006E-8</c:v>
                </c:pt>
                <c:pt idx="9942">
                  <c:v>9.3714120102724868E-7</c:v>
                </c:pt>
                <c:pt idx="9943">
                  <c:v>3.0332270418456554E-6</c:v>
                </c:pt>
                <c:pt idx="9944">
                  <c:v>1.5335575901573644E-5</c:v>
                </c:pt>
                <c:pt idx="9945">
                  <c:v>7.4993446305741515E-5</c:v>
                </c:pt>
                <c:pt idx="9946">
                  <c:v>1.0968931751582632E-4</c:v>
                </c:pt>
                <c:pt idx="9947">
                  <c:v>2.2919772250807489E-5</c:v>
                </c:pt>
                <c:pt idx="9948">
                  <c:v>1.7824496444810304E-4</c:v>
                </c:pt>
                <c:pt idx="9949">
                  <c:v>3.4165546701966896E-5</c:v>
                </c:pt>
                <c:pt idx="9950">
                  <c:v>4.3462576863906942E-5</c:v>
                </c:pt>
                <c:pt idx="9951">
                  <c:v>4.7657817952438489E-5</c:v>
                </c:pt>
                <c:pt idx="9952">
                  <c:v>2.1217455163422212E-5</c:v>
                </c:pt>
                <c:pt idx="9953">
                  <c:v>8.3669055702357279E-5</c:v>
                </c:pt>
                <c:pt idx="9954">
                  <c:v>1.3478112080212589E-4</c:v>
                </c:pt>
                <c:pt idx="9955">
                  <c:v>5.3304739889465508E-5</c:v>
                </c:pt>
                <c:pt idx="9956">
                  <c:v>8.2915954898428898E-5</c:v>
                </c:pt>
                <c:pt idx="9957">
                  <c:v>3.2511216107789081E-5</c:v>
                </c:pt>
                <c:pt idx="9958">
                  <c:v>2.5212250862445009E-4</c:v>
                </c:pt>
                <c:pt idx="9959">
                  <c:v>7.4069470228165738E-3</c:v>
                </c:pt>
                <c:pt idx="9960">
                  <c:v>1.7385030745562709E-5</c:v>
                </c:pt>
                <c:pt idx="9961">
                  <c:v>7.6309813727258488E-6</c:v>
                </c:pt>
                <c:pt idx="9962">
                  <c:v>0</c:v>
                </c:pt>
                <c:pt idx="9963">
                  <c:v>0</c:v>
                </c:pt>
                <c:pt idx="9964">
                  <c:v>1.1932211887480125E-4</c:v>
                </c:pt>
                <c:pt idx="9965">
                  <c:v>4.3613314124706597E-5</c:v>
                </c:pt>
                <c:pt idx="9966">
                  <c:v>0</c:v>
                </c:pt>
                <c:pt idx="9967">
                  <c:v>3.6774661518744897E-5</c:v>
                </c:pt>
                <c:pt idx="9968">
                  <c:v>0</c:v>
                </c:pt>
                <c:pt idx="9969">
                  <c:v>2.4497088777838402E-5</c:v>
                </c:pt>
                <c:pt idx="9970">
                  <c:v>2.9142171995505806E-5</c:v>
                </c:pt>
                <c:pt idx="9971">
                  <c:v>1.6194518623779502E-5</c:v>
                </c:pt>
                <c:pt idx="9972">
                  <c:v>1.4369252901861424E-5</c:v>
                </c:pt>
                <c:pt idx="9973">
                  <c:v>1.0049743926295378E-4</c:v>
                </c:pt>
                <c:pt idx="9974">
                  <c:v>2.2808450642466667E-5</c:v>
                </c:pt>
                <c:pt idx="9975">
                  <c:v>3.2753013725065783E-6</c:v>
                </c:pt>
                <c:pt idx="9976">
                  <c:v>1.388151537998261E-7</c:v>
                </c:pt>
                <c:pt idx="9977">
                  <c:v>2.0613403971430011E-5</c:v>
                </c:pt>
                <c:pt idx="9978">
                  <c:v>8.8394067856415275E-6</c:v>
                </c:pt>
                <c:pt idx="9979">
                  <c:v>5.3134530588550914E-6</c:v>
                </c:pt>
                <c:pt idx="9980">
                  <c:v>1.1647910547187715E-5</c:v>
                </c:pt>
                <c:pt idx="9981">
                  <c:v>2.4451099248347011E-6</c:v>
                </c:pt>
                <c:pt idx="9982">
                  <c:v>1.8562227063619862E-5</c:v>
                </c:pt>
                <c:pt idx="9983">
                  <c:v>0</c:v>
                </c:pt>
                <c:pt idx="9984">
                  <c:v>5.8052326431193527E-6</c:v>
                </c:pt>
                <c:pt idx="9985">
                  <c:v>6.4098623452616132E-6</c:v>
                </c:pt>
                <c:pt idx="9986">
                  <c:v>1.0002545438907544E-4</c:v>
                </c:pt>
                <c:pt idx="9987">
                  <c:v>9.2338549773437593E-6</c:v>
                </c:pt>
                <c:pt idx="9988">
                  <c:v>2.0530426186588354E-4</c:v>
                </c:pt>
                <c:pt idx="9989">
                  <c:v>1.4899677234634116E-5</c:v>
                </c:pt>
                <c:pt idx="9990">
                  <c:v>0</c:v>
                </c:pt>
                <c:pt idx="9991">
                  <c:v>6.1318898236669881E-4</c:v>
                </c:pt>
                <c:pt idx="9992">
                  <c:v>1.9265968881256823E-5</c:v>
                </c:pt>
                <c:pt idx="9993">
                  <c:v>1.8939537460707683E-5</c:v>
                </c:pt>
                <c:pt idx="9994">
                  <c:v>0</c:v>
                </c:pt>
                <c:pt idx="9995">
                  <c:v>3.4327130771493317E-5</c:v>
                </c:pt>
                <c:pt idx="9996">
                  <c:v>1.2605050878409582E-5</c:v>
                </c:pt>
                <c:pt idx="9997">
                  <c:v>5.8927932238266959E-6</c:v>
                </c:pt>
                <c:pt idx="9998">
                  <c:v>6.8524502629417332E-5</c:v>
                </c:pt>
                <c:pt idx="9999">
                  <c:v>9.6515327550856606E-6</c:v>
                </c:pt>
                <c:pt idx="10000">
                  <c:v>5.4062506451567331E-6</c:v>
                </c:pt>
                <c:pt idx="10001">
                  <c:v>2.9764504037874353E-6</c:v>
                </c:pt>
                <c:pt idx="10002">
                  <c:v>4.4332575180856308E-5</c:v>
                </c:pt>
                <c:pt idx="10003">
                  <c:v>6.8254300039570145E-7</c:v>
                </c:pt>
                <c:pt idx="10004">
                  <c:v>8.1361104032675773E-7</c:v>
                </c:pt>
                <c:pt idx="10005">
                  <c:v>1.0997257309856229E-5</c:v>
                </c:pt>
                <c:pt idx="10006">
                  <c:v>8.4538973037246703E-6</c:v>
                </c:pt>
                <c:pt idx="10007">
                  <c:v>5.7475808491654546E-5</c:v>
                </c:pt>
                <c:pt idx="10008">
                  <c:v>0</c:v>
                </c:pt>
                <c:pt idx="10009">
                  <c:v>1.203038055987322E-4</c:v>
                </c:pt>
                <c:pt idx="10010">
                  <c:v>4.2452341347958721E-6</c:v>
                </c:pt>
                <c:pt idx="10011">
                  <c:v>9.6029787078660109E-6</c:v>
                </c:pt>
                <c:pt idx="10012">
                  <c:v>1.6246576905550695E-5</c:v>
                </c:pt>
                <c:pt idx="10013">
                  <c:v>0</c:v>
                </c:pt>
                <c:pt idx="10014">
                  <c:v>1.797000209068594E-5</c:v>
                </c:pt>
                <c:pt idx="10015">
                  <c:v>5.9962693882330926E-5</c:v>
                </c:pt>
                <c:pt idx="10016">
                  <c:v>3.9110011111207901E-7</c:v>
                </c:pt>
                <c:pt idx="10017">
                  <c:v>6.5987037089652398E-5</c:v>
                </c:pt>
                <c:pt idx="10018">
                  <c:v>6.9472073535264533E-4</c:v>
                </c:pt>
                <c:pt idx="10019">
                  <c:v>8.8129770603199374E-6</c:v>
                </c:pt>
                <c:pt idx="10020">
                  <c:v>3.5774805808555671E-5</c:v>
                </c:pt>
                <c:pt idx="10021">
                  <c:v>7.125355149323202E-7</c:v>
                </c:pt>
                <c:pt idx="10022">
                  <c:v>0</c:v>
                </c:pt>
                <c:pt idx="10023">
                  <c:v>1.9351312197451114E-4</c:v>
                </c:pt>
                <c:pt idx="10024">
                  <c:v>2.7164110539941833E-7</c:v>
                </c:pt>
                <c:pt idx="10025">
                  <c:v>4.2812669172484097E-5</c:v>
                </c:pt>
                <c:pt idx="10026">
                  <c:v>4.1418832362529917E-5</c:v>
                </c:pt>
                <c:pt idx="10027">
                  <c:v>1.1537702915004621E-5</c:v>
                </c:pt>
                <c:pt idx="10028">
                  <c:v>2.9842800142280612E-3</c:v>
                </c:pt>
                <c:pt idx="10029">
                  <c:v>1.0305432531186967E-5</c:v>
                </c:pt>
                <c:pt idx="10030">
                  <c:v>1.0550843671608541E-4</c:v>
                </c:pt>
                <c:pt idx="10031">
                  <c:v>5.4499962318677055E-6</c:v>
                </c:pt>
                <c:pt idx="10032">
                  <c:v>9.6549210451067529E-6</c:v>
                </c:pt>
                <c:pt idx="10033">
                  <c:v>2.7455227800068021E-4</c:v>
                </c:pt>
                <c:pt idx="10034">
                  <c:v>1.3609493765465774E-6</c:v>
                </c:pt>
                <c:pt idx="10035">
                  <c:v>5.988177256804947E-5</c:v>
                </c:pt>
                <c:pt idx="10036">
                  <c:v>1.3944009136156449E-6</c:v>
                </c:pt>
                <c:pt idx="10037">
                  <c:v>6.3692430822380156E-6</c:v>
                </c:pt>
                <c:pt idx="10038">
                  <c:v>9.4584031885780272E-6</c:v>
                </c:pt>
                <c:pt idx="10039">
                  <c:v>3.3757506304295156E-5</c:v>
                </c:pt>
                <c:pt idx="10040">
                  <c:v>8.7406543028521546E-6</c:v>
                </c:pt>
                <c:pt idx="10041">
                  <c:v>2.397046492716581E-5</c:v>
                </c:pt>
                <c:pt idx="10042">
                  <c:v>1.8132762484701357E-4</c:v>
                </c:pt>
                <c:pt idx="10043">
                  <c:v>1.4355686995214296E-4</c:v>
                </c:pt>
                <c:pt idx="10044">
                  <c:v>8.2692304455878779E-6</c:v>
                </c:pt>
                <c:pt idx="10045">
                  <c:v>9.9700381870750479E-6</c:v>
                </c:pt>
                <c:pt idx="10046">
                  <c:v>6.9611682016482604E-5</c:v>
                </c:pt>
                <c:pt idx="10047">
                  <c:v>5.3448193697101934E-6</c:v>
                </c:pt>
                <c:pt idx="10048">
                  <c:v>7.8976546470170824E-8</c:v>
                </c:pt>
                <c:pt idx="10049">
                  <c:v>1.4543989307189979E-6</c:v>
                </c:pt>
                <c:pt idx="10050">
                  <c:v>7.0420801670291165E-5</c:v>
                </c:pt>
                <c:pt idx="10051">
                  <c:v>2.8605541380659886E-6</c:v>
                </c:pt>
                <c:pt idx="10052">
                  <c:v>2.3330560740798433E-6</c:v>
                </c:pt>
                <c:pt idx="10053">
                  <c:v>9.7307880423080562E-6</c:v>
                </c:pt>
                <c:pt idx="10054">
                  <c:v>1.7303439433450095E-4</c:v>
                </c:pt>
                <c:pt idx="10055">
                  <c:v>1.6983275833375427E-6</c:v>
                </c:pt>
                <c:pt idx="10056">
                  <c:v>7.1954065834994583E-5</c:v>
                </c:pt>
                <c:pt idx="10057">
                  <c:v>2.547371690187187E-5</c:v>
                </c:pt>
                <c:pt idx="10058">
                  <c:v>5.3273018583067477E-4</c:v>
                </c:pt>
                <c:pt idx="10059">
                  <c:v>2.3295128814439817E-5</c:v>
                </c:pt>
                <c:pt idx="10060">
                  <c:v>1.5803078458650973E-6</c:v>
                </c:pt>
                <c:pt idx="10061">
                  <c:v>5.5853362413471631E-5</c:v>
                </c:pt>
                <c:pt idx="10062">
                  <c:v>1.0711352068091093E-4</c:v>
                </c:pt>
                <c:pt idx="10063">
                  <c:v>2.8403381312640821E-5</c:v>
                </c:pt>
                <c:pt idx="10064">
                  <c:v>9.1487646128616243E-7</c:v>
                </c:pt>
                <c:pt idx="10065">
                  <c:v>3.9966820681634692E-4</c:v>
                </c:pt>
                <c:pt idx="10066">
                  <c:v>1.5869361205966955E-5</c:v>
                </c:pt>
                <c:pt idx="10067">
                  <c:v>2.6791484700834751E-5</c:v>
                </c:pt>
                <c:pt idx="10068">
                  <c:v>9.1267731263750066E-6</c:v>
                </c:pt>
                <c:pt idx="10069">
                  <c:v>6.6004087090870518E-6</c:v>
                </c:pt>
                <c:pt idx="10070">
                  <c:v>5.8579994903526869E-6</c:v>
                </c:pt>
                <c:pt idx="10071">
                  <c:v>1.389280423879357E-5</c:v>
                </c:pt>
                <c:pt idx="10072">
                  <c:v>8.0118712957024792E-6</c:v>
                </c:pt>
                <c:pt idx="10073">
                  <c:v>6.1159322867957813E-8</c:v>
                </c:pt>
                <c:pt idx="10074">
                  <c:v>2.442978908339381E-5</c:v>
                </c:pt>
                <c:pt idx="10075">
                  <c:v>2.8061262454478775E-5</c:v>
                </c:pt>
                <c:pt idx="10076">
                  <c:v>6.8741830754138507E-5</c:v>
                </c:pt>
                <c:pt idx="10077">
                  <c:v>3.9932827330968799E-5</c:v>
                </c:pt>
                <c:pt idx="10078">
                  <c:v>0</c:v>
                </c:pt>
                <c:pt idx="10079">
                  <c:v>0</c:v>
                </c:pt>
                <c:pt idx="10080">
                  <c:v>3.0895582115333517E-5</c:v>
                </c:pt>
                <c:pt idx="10081">
                  <c:v>6.2179681431594015E-5</c:v>
                </c:pt>
                <c:pt idx="10082">
                  <c:v>1.6421437921302003E-6</c:v>
                </c:pt>
                <c:pt idx="10083">
                  <c:v>6.4711993503865694E-5</c:v>
                </c:pt>
                <c:pt idx="10084">
                  <c:v>6.9949754297741643E-7</c:v>
                </c:pt>
                <c:pt idx="10085">
                  <c:v>1.0000425108177729E-5</c:v>
                </c:pt>
                <c:pt idx="10086">
                  <c:v>1.6665969013712454E-6</c:v>
                </c:pt>
                <c:pt idx="10087">
                  <c:v>6.1009349982443788E-6</c:v>
                </c:pt>
                <c:pt idx="10088">
                  <c:v>1.0618265275858117E-6</c:v>
                </c:pt>
                <c:pt idx="10089">
                  <c:v>8.3817557147729575E-4</c:v>
                </c:pt>
                <c:pt idx="10090">
                  <c:v>1.066129035686887E-5</c:v>
                </c:pt>
                <c:pt idx="10091">
                  <c:v>2.2182876850131002E-5</c:v>
                </c:pt>
                <c:pt idx="10092">
                  <c:v>2.5074563575330866E-6</c:v>
                </c:pt>
                <c:pt idx="10093">
                  <c:v>1.8081267970565258E-5</c:v>
                </c:pt>
                <c:pt idx="10094">
                  <c:v>9.1927012142073855E-6</c:v>
                </c:pt>
                <c:pt idx="10095">
                  <c:v>9.6204204411361066E-8</c:v>
                </c:pt>
                <c:pt idx="10096">
                  <c:v>1.146767924262967E-5</c:v>
                </c:pt>
                <c:pt idx="10097">
                  <c:v>1.0312940488309954E-4</c:v>
                </c:pt>
                <c:pt idx="10098">
                  <c:v>5.4331091283549743E-6</c:v>
                </c:pt>
                <c:pt idx="10099">
                  <c:v>2.7259612885455472E-5</c:v>
                </c:pt>
                <c:pt idx="10100">
                  <c:v>2.3101070339061606E-5</c:v>
                </c:pt>
                <c:pt idx="10101">
                  <c:v>9.3014326933112771E-5</c:v>
                </c:pt>
                <c:pt idx="10102">
                  <c:v>1.5172746427715169E-5</c:v>
                </c:pt>
                <c:pt idx="10103">
                  <c:v>7.974391414734119E-6</c:v>
                </c:pt>
                <c:pt idx="10104">
                  <c:v>5.223825325989214E-5</c:v>
                </c:pt>
                <c:pt idx="10105">
                  <c:v>3.5992446465422856E-5</c:v>
                </c:pt>
                <c:pt idx="10106">
                  <c:v>7.2185947004477143E-5</c:v>
                </c:pt>
                <c:pt idx="10107">
                  <c:v>1.7491780934351225E-5</c:v>
                </c:pt>
                <c:pt idx="10108">
                  <c:v>0</c:v>
                </c:pt>
                <c:pt idx="10109">
                  <c:v>8.171735975447605E-6</c:v>
                </c:pt>
                <c:pt idx="10110">
                  <c:v>0</c:v>
                </c:pt>
                <c:pt idx="10111">
                  <c:v>7.2947476057450901E-8</c:v>
                </c:pt>
                <c:pt idx="10112">
                  <c:v>1.7900534067125478E-4</c:v>
                </c:pt>
                <c:pt idx="10113">
                  <c:v>2.3431997961410699E-7</c:v>
                </c:pt>
                <c:pt idx="10114">
                  <c:v>3.4374354188012447E-6</c:v>
                </c:pt>
                <c:pt idx="10115">
                  <c:v>1.3338545467273065E-5</c:v>
                </c:pt>
                <c:pt idx="10116">
                  <c:v>3.7825713720609209E-5</c:v>
                </c:pt>
                <c:pt idx="10117">
                  <c:v>5.4538136929502458E-5</c:v>
                </c:pt>
                <c:pt idx="10118">
                  <c:v>6.244633613310268E-5</c:v>
                </c:pt>
                <c:pt idx="10119">
                  <c:v>6.10690835758641E-4</c:v>
                </c:pt>
                <c:pt idx="10120">
                  <c:v>1.1808412644882715E-7</c:v>
                </c:pt>
                <c:pt idx="10121">
                  <c:v>0</c:v>
                </c:pt>
                <c:pt idx="10122">
                  <c:v>1.1793988568073676E-5</c:v>
                </c:pt>
                <c:pt idx="10123">
                  <c:v>4.5907777305537195E-6</c:v>
                </c:pt>
                <c:pt idx="10124">
                  <c:v>4.3967878255192483E-5</c:v>
                </c:pt>
                <c:pt idx="10125">
                  <c:v>1.2041271897087605E-5</c:v>
                </c:pt>
                <c:pt idx="10126">
                  <c:v>4.1191679442899023E-5</c:v>
                </c:pt>
                <c:pt idx="10127">
                  <c:v>0</c:v>
                </c:pt>
                <c:pt idx="10128">
                  <c:v>3.254026659518453E-5</c:v>
                </c:pt>
                <c:pt idx="10129">
                  <c:v>1.695328535443774E-5</c:v>
                </c:pt>
                <c:pt idx="10130">
                  <c:v>1.8691420339159947E-5</c:v>
                </c:pt>
                <c:pt idx="10131">
                  <c:v>1.0381761610958457E-4</c:v>
                </c:pt>
                <c:pt idx="10132">
                  <c:v>3.1877126564222046E-6</c:v>
                </c:pt>
                <c:pt idx="10133">
                  <c:v>9.8040476576838692E-5</c:v>
                </c:pt>
                <c:pt idx="10134">
                  <c:v>2.0438061232385491E-6</c:v>
                </c:pt>
                <c:pt idx="10135">
                  <c:v>1.0744337183262453E-7</c:v>
                </c:pt>
                <c:pt idx="10136">
                  <c:v>3.958657729293581E-5</c:v>
                </c:pt>
                <c:pt idx="10137">
                  <c:v>1.7528683425773888E-6</c:v>
                </c:pt>
                <c:pt idx="10138">
                  <c:v>6.4033207923164968E-7</c:v>
                </c:pt>
                <c:pt idx="10139">
                  <c:v>2.034541214673049E-5</c:v>
                </c:pt>
                <c:pt idx="10140">
                  <c:v>3.8183721374363601E-5</c:v>
                </c:pt>
                <c:pt idx="10141">
                  <c:v>1.4497788090327364E-5</c:v>
                </c:pt>
                <c:pt idx="10142">
                  <c:v>1.8681603416712891E-5</c:v>
                </c:pt>
                <c:pt idx="10143">
                  <c:v>1.157599649028958E-5</c:v>
                </c:pt>
                <c:pt idx="10144">
                  <c:v>0</c:v>
                </c:pt>
                <c:pt idx="10145">
                  <c:v>4.6445822682814267E-5</c:v>
                </c:pt>
                <c:pt idx="10146">
                  <c:v>3.1907014804227049E-5</c:v>
                </c:pt>
                <c:pt idx="10147">
                  <c:v>0</c:v>
                </c:pt>
                <c:pt idx="10148">
                  <c:v>3.0676041985140173E-5</c:v>
                </c:pt>
                <c:pt idx="10149">
                  <c:v>9.9615354741962457E-6</c:v>
                </c:pt>
                <c:pt idx="10150">
                  <c:v>0</c:v>
                </c:pt>
                <c:pt idx="10151">
                  <c:v>3.5133787119216524E-6</c:v>
                </c:pt>
                <c:pt idx="10152">
                  <c:v>3.9932460661068952E-5</c:v>
                </c:pt>
                <c:pt idx="10153">
                  <c:v>1.7398302460145209E-5</c:v>
                </c:pt>
                <c:pt idx="10154">
                  <c:v>2.7457849585531376E-5</c:v>
                </c:pt>
                <c:pt idx="10155">
                  <c:v>6.768476297933421E-5</c:v>
                </c:pt>
                <c:pt idx="10156">
                  <c:v>1.4805932777814391E-5</c:v>
                </c:pt>
                <c:pt idx="10157">
                  <c:v>0</c:v>
                </c:pt>
                <c:pt idx="10158">
                  <c:v>1.0587973883882711E-5</c:v>
                </c:pt>
                <c:pt idx="10159">
                  <c:v>2.0267458974663852E-5</c:v>
                </c:pt>
                <c:pt idx="10160">
                  <c:v>3.4038060196575543E-5</c:v>
                </c:pt>
                <c:pt idx="10161">
                  <c:v>6.9974356181765483E-5</c:v>
                </c:pt>
                <c:pt idx="10162">
                  <c:v>7.407176606758729E-6</c:v>
                </c:pt>
                <c:pt idx="10163">
                  <c:v>4.8142884992331049E-6</c:v>
                </c:pt>
                <c:pt idx="10164">
                  <c:v>1.5137189746430107E-5</c:v>
                </c:pt>
                <c:pt idx="10165">
                  <c:v>9.599368121595702E-6</c:v>
                </c:pt>
                <c:pt idx="10166">
                  <c:v>5.4020702847356029E-6</c:v>
                </c:pt>
                <c:pt idx="10167">
                  <c:v>2.4267284943149415E-6</c:v>
                </c:pt>
                <c:pt idx="10168">
                  <c:v>1.4169884685220197E-5</c:v>
                </c:pt>
                <c:pt idx="10169">
                  <c:v>0</c:v>
                </c:pt>
                <c:pt idx="10170">
                  <c:v>1.6771391223323054E-5</c:v>
                </c:pt>
                <c:pt idx="10171">
                  <c:v>0</c:v>
                </c:pt>
                <c:pt idx="10172">
                  <c:v>2.6764335803524517E-5</c:v>
                </c:pt>
                <c:pt idx="10173">
                  <c:v>3.5785039708723896E-5</c:v>
                </c:pt>
                <c:pt idx="10174">
                  <c:v>1.6438297177106599E-4</c:v>
                </c:pt>
                <c:pt idx="10175">
                  <c:v>1.3180483774543231E-5</c:v>
                </c:pt>
                <c:pt idx="10176">
                  <c:v>0</c:v>
                </c:pt>
                <c:pt idx="10177">
                  <c:v>3.2440345156592775E-5</c:v>
                </c:pt>
                <c:pt idx="10178">
                  <c:v>0</c:v>
                </c:pt>
                <c:pt idx="10179">
                  <c:v>2.6190192105896326E-6</c:v>
                </c:pt>
                <c:pt idx="10180">
                  <c:v>7.8861974104319535E-5</c:v>
                </c:pt>
                <c:pt idx="10181">
                  <c:v>2.9856900628249167E-6</c:v>
                </c:pt>
                <c:pt idx="10182">
                  <c:v>4.4381926442357109E-5</c:v>
                </c:pt>
                <c:pt idx="10183">
                  <c:v>2.209957885037407E-5</c:v>
                </c:pt>
                <c:pt idx="10184">
                  <c:v>6.7227515893754404E-5</c:v>
                </c:pt>
                <c:pt idx="10185">
                  <c:v>9.0913622319913343E-7</c:v>
                </c:pt>
                <c:pt idx="10186">
                  <c:v>7.0700244544796028E-6</c:v>
                </c:pt>
                <c:pt idx="10187">
                  <c:v>2.5007245045063484E-5</c:v>
                </c:pt>
                <c:pt idx="10188">
                  <c:v>4.9743561073142538E-6</c:v>
                </c:pt>
                <c:pt idx="10189">
                  <c:v>6.6482496893388189E-5</c:v>
                </c:pt>
                <c:pt idx="10190">
                  <c:v>6.9404735591701674E-5</c:v>
                </c:pt>
                <c:pt idx="10191">
                  <c:v>1.051812922524964E-3</c:v>
                </c:pt>
                <c:pt idx="10192">
                  <c:v>8.3076524284927933E-5</c:v>
                </c:pt>
                <c:pt idx="10193">
                  <c:v>1.5718965299112999E-4</c:v>
                </c:pt>
                <c:pt idx="10194">
                  <c:v>1.5305947663742184E-5</c:v>
                </c:pt>
                <c:pt idx="10195">
                  <c:v>1.215097419179544E-4</c:v>
                </c:pt>
                <c:pt idx="10196">
                  <c:v>2.6157908355996876E-5</c:v>
                </c:pt>
                <c:pt idx="10197">
                  <c:v>5.4736263448975511E-6</c:v>
                </c:pt>
                <c:pt idx="10198">
                  <c:v>1.3389459122653752E-3</c:v>
                </c:pt>
                <c:pt idx="10199">
                  <c:v>5.8326482931964252E-5</c:v>
                </c:pt>
                <c:pt idx="10200">
                  <c:v>2.0196716267288839E-5</c:v>
                </c:pt>
                <c:pt idx="10201">
                  <c:v>5.8675448913079098E-4</c:v>
                </c:pt>
                <c:pt idx="10202">
                  <c:v>6.2281229135672539E-6</c:v>
                </c:pt>
                <c:pt idx="10203">
                  <c:v>1.7226701467213122E-4</c:v>
                </c:pt>
                <c:pt idx="10204">
                  <c:v>5.0273876223175803E-7</c:v>
                </c:pt>
                <c:pt idx="10205">
                  <c:v>4.5037505507535837E-5</c:v>
                </c:pt>
                <c:pt idx="10206">
                  <c:v>1.2462806101783186E-5</c:v>
                </c:pt>
                <c:pt idx="10207">
                  <c:v>5.3024031629333883E-5</c:v>
                </c:pt>
                <c:pt idx="10208">
                  <c:v>1.3883062981359347E-5</c:v>
                </c:pt>
                <c:pt idx="10209">
                  <c:v>3.1748620462075091E-5</c:v>
                </c:pt>
                <c:pt idx="10210">
                  <c:v>3.1000678147814435E-5</c:v>
                </c:pt>
                <c:pt idx="10211">
                  <c:v>2.3911135817509622E-5</c:v>
                </c:pt>
                <c:pt idx="10212">
                  <c:v>2.2632507243447892E-4</c:v>
                </c:pt>
                <c:pt idx="10213">
                  <c:v>6.5358699552797131E-6</c:v>
                </c:pt>
                <c:pt idx="10214">
                  <c:v>8.413929887324648E-6</c:v>
                </c:pt>
                <c:pt idx="10215">
                  <c:v>3.488258596197065E-6</c:v>
                </c:pt>
                <c:pt idx="10216">
                  <c:v>1.0182006144040041E-4</c:v>
                </c:pt>
                <c:pt idx="10217">
                  <c:v>2.6142076348882698E-7</c:v>
                </c:pt>
                <c:pt idx="10218">
                  <c:v>4.5823557657175401E-6</c:v>
                </c:pt>
                <c:pt idx="10219">
                  <c:v>7.928119611003637E-7</c:v>
                </c:pt>
                <c:pt idx="10220">
                  <c:v>7.4852215710061989E-6</c:v>
                </c:pt>
                <c:pt idx="10221">
                  <c:v>1.4970443142012292E-4</c:v>
                </c:pt>
                <c:pt idx="10222">
                  <c:v>2.5337756976036017E-5</c:v>
                </c:pt>
                <c:pt idx="10223">
                  <c:v>4.4610919195762523E-5</c:v>
                </c:pt>
                <c:pt idx="10224">
                  <c:v>1.7273588240783545E-6</c:v>
                </c:pt>
                <c:pt idx="10225">
                  <c:v>0</c:v>
                </c:pt>
                <c:pt idx="10226">
                  <c:v>1.3706407759726464E-7</c:v>
                </c:pt>
                <c:pt idx="10227">
                  <c:v>3.2513849141350034E-5</c:v>
                </c:pt>
                <c:pt idx="10228">
                  <c:v>7.5551769127912992E-6</c:v>
                </c:pt>
                <c:pt idx="10229">
                  <c:v>1.1907150561627801E-6</c:v>
                </c:pt>
                <c:pt idx="10230">
                  <c:v>1.2065730293562257E-5</c:v>
                </c:pt>
                <c:pt idx="10231">
                  <c:v>7.5529592712624832E-5</c:v>
                </c:pt>
                <c:pt idx="10232">
                  <c:v>0</c:v>
                </c:pt>
                <c:pt idx="10233">
                  <c:v>3.318960415061982E-6</c:v>
                </c:pt>
                <c:pt idx="10234">
                  <c:v>2.8229978496366226E-5</c:v>
                </c:pt>
                <c:pt idx="10235">
                  <c:v>2.8909113219620816E-6</c:v>
                </c:pt>
                <c:pt idx="10236">
                  <c:v>6.6057080364129503E-5</c:v>
                </c:pt>
                <c:pt idx="10237">
                  <c:v>2.1337279620987988E-5</c:v>
                </c:pt>
                <c:pt idx="10238">
                  <c:v>0</c:v>
                </c:pt>
                <c:pt idx="10239">
                  <c:v>2.5731219361641346E-6</c:v>
                </c:pt>
                <c:pt idx="10240">
                  <c:v>4.4278775490458975E-6</c:v>
                </c:pt>
                <c:pt idx="10241">
                  <c:v>9.1241978517908227E-6</c:v>
                </c:pt>
                <c:pt idx="10242">
                  <c:v>0</c:v>
                </c:pt>
                <c:pt idx="10243">
                  <c:v>3.1581198361998358E-5</c:v>
                </c:pt>
                <c:pt idx="10244">
                  <c:v>0</c:v>
                </c:pt>
                <c:pt idx="10245">
                  <c:v>8.1588915123967265E-5</c:v>
                </c:pt>
                <c:pt idx="10246">
                  <c:v>0</c:v>
                </c:pt>
                <c:pt idx="10247">
                  <c:v>2.7817609788120028E-5</c:v>
                </c:pt>
                <c:pt idx="10248">
                  <c:v>1.5132313995658081E-5</c:v>
                </c:pt>
                <c:pt idx="10249">
                  <c:v>2.2403075334299551E-5</c:v>
                </c:pt>
                <c:pt idx="10250">
                  <c:v>4.23159510923717E-5</c:v>
                </c:pt>
                <c:pt idx="10251">
                  <c:v>2.358107319249669E-5</c:v>
                </c:pt>
                <c:pt idx="10252">
                  <c:v>1.0786563835947752E-5</c:v>
                </c:pt>
                <c:pt idx="10253">
                  <c:v>4.8682509759521188E-5</c:v>
                </c:pt>
                <c:pt idx="10254">
                  <c:v>6.9591037609035327E-6</c:v>
                </c:pt>
                <c:pt idx="10255">
                  <c:v>5.8287582283375804E-6</c:v>
                </c:pt>
                <c:pt idx="10256">
                  <c:v>3.2915984921126596E-6</c:v>
                </c:pt>
                <c:pt idx="10257">
                  <c:v>1.1372778529437477E-5</c:v>
                </c:pt>
                <c:pt idx="10258">
                  <c:v>6.6782645986672347E-6</c:v>
                </c:pt>
                <c:pt idx="10259">
                  <c:v>8.8545732345241579E-5</c:v>
                </c:pt>
                <c:pt idx="10260">
                  <c:v>5.49556597468007E-6</c:v>
                </c:pt>
                <c:pt idx="10261">
                  <c:v>0</c:v>
                </c:pt>
                <c:pt idx="10262">
                  <c:v>7.3861810494484233E-5</c:v>
                </c:pt>
                <c:pt idx="10263">
                  <c:v>8.2959354800320708E-6</c:v>
                </c:pt>
                <c:pt idx="10264">
                  <c:v>6.8843762501972165E-3</c:v>
                </c:pt>
                <c:pt idx="10265">
                  <c:v>1.6424897290802506E-4</c:v>
                </c:pt>
                <c:pt idx="10266">
                  <c:v>2.6359223630423969E-5</c:v>
                </c:pt>
                <c:pt idx="10267">
                  <c:v>6.9592706835134621E-6</c:v>
                </c:pt>
                <c:pt idx="10268">
                  <c:v>1.4413989658978226E-5</c:v>
                </c:pt>
                <c:pt idx="10269">
                  <c:v>4.1628773786924653E-5</c:v>
                </c:pt>
                <c:pt idx="10270">
                  <c:v>1.0253688650427881E-4</c:v>
                </c:pt>
                <c:pt idx="10271">
                  <c:v>8.2179117297027902E-6</c:v>
                </c:pt>
                <c:pt idx="10272">
                  <c:v>2.0728305888940228E-6</c:v>
                </c:pt>
                <c:pt idx="10273">
                  <c:v>5.1537591144632934E-6</c:v>
                </c:pt>
                <c:pt idx="10274">
                  <c:v>4.2938480329803052E-6</c:v>
                </c:pt>
                <c:pt idx="10275">
                  <c:v>2.7426500709863211E-5</c:v>
                </c:pt>
                <c:pt idx="10276">
                  <c:v>3.6938845906560758E-6</c:v>
                </c:pt>
                <c:pt idx="10277">
                  <c:v>0</c:v>
                </c:pt>
                <c:pt idx="10278">
                  <c:v>5.6510244032486302E-5</c:v>
                </c:pt>
                <c:pt idx="10279">
                  <c:v>7.1566683804487611E-6</c:v>
                </c:pt>
                <c:pt idx="10280">
                  <c:v>0</c:v>
                </c:pt>
                <c:pt idx="10281">
                  <c:v>3.5437013592509218E-5</c:v>
                </c:pt>
                <c:pt idx="10282">
                  <c:v>2.4110292639240882E-6</c:v>
                </c:pt>
                <c:pt idx="10283">
                  <c:v>5.9346097424970566E-6</c:v>
                </c:pt>
                <c:pt idx="10284">
                  <c:v>1.1439771316788338E-5</c:v>
                </c:pt>
                <c:pt idx="10285">
                  <c:v>4.8581406957491307E-5</c:v>
                </c:pt>
                <c:pt idx="10286">
                  <c:v>6.3729652004957834E-6</c:v>
                </c:pt>
                <c:pt idx="10287">
                  <c:v>8.925871490171459E-6</c:v>
                </c:pt>
                <c:pt idx="10288">
                  <c:v>1.0651910602692991E-5</c:v>
                </c:pt>
                <c:pt idx="10289">
                  <c:v>1.5741623696858513E-6</c:v>
                </c:pt>
                <c:pt idx="10290">
                  <c:v>7.5902376301720579E-6</c:v>
                </c:pt>
                <c:pt idx="10291">
                  <c:v>1.1661780487597499E-5</c:v>
                </c:pt>
                <c:pt idx="10292">
                  <c:v>1.9147637848882333E-5</c:v>
                </c:pt>
                <c:pt idx="10293">
                  <c:v>1.8661149106402629E-4</c:v>
                </c:pt>
                <c:pt idx="10294">
                  <c:v>4.3877416667539793E-5</c:v>
                </c:pt>
                <c:pt idx="10295">
                  <c:v>8.730258425502185E-6</c:v>
                </c:pt>
                <c:pt idx="10296">
                  <c:v>6.6332211637510786E-6</c:v>
                </c:pt>
                <c:pt idx="10297">
                  <c:v>1.9484215696172995E-5</c:v>
                </c:pt>
                <c:pt idx="10298">
                  <c:v>0</c:v>
                </c:pt>
                <c:pt idx="10299">
                  <c:v>1.2453500111761627E-5</c:v>
                </c:pt>
                <c:pt idx="10300">
                  <c:v>1.4010403753302741E-4</c:v>
                </c:pt>
                <c:pt idx="10301">
                  <c:v>1.4695104316602331E-4</c:v>
                </c:pt>
                <c:pt idx="10302">
                  <c:v>9.5480779094724397E-7</c:v>
                </c:pt>
                <c:pt idx="10303">
                  <c:v>1.262673207367666E-4</c:v>
                </c:pt>
                <c:pt idx="10304">
                  <c:v>3.3147704433215067E-5</c:v>
                </c:pt>
                <c:pt idx="10305">
                  <c:v>0</c:v>
                </c:pt>
                <c:pt idx="10306">
                  <c:v>1.6140721438393046E-5</c:v>
                </c:pt>
                <c:pt idx="10307">
                  <c:v>1.1208812877644397E-5</c:v>
                </c:pt>
                <c:pt idx="10308">
                  <c:v>5.870271153979118E-5</c:v>
                </c:pt>
                <c:pt idx="10309">
                  <c:v>1.8783044948665667E-6</c:v>
                </c:pt>
                <c:pt idx="10310">
                  <c:v>1.6501022838102178E-5</c:v>
                </c:pt>
                <c:pt idx="10311">
                  <c:v>0</c:v>
                </c:pt>
                <c:pt idx="10312">
                  <c:v>3.9300675256020838E-5</c:v>
                </c:pt>
                <c:pt idx="10313">
                  <c:v>4.1594973435879094E-6</c:v>
                </c:pt>
                <c:pt idx="10314">
                  <c:v>0</c:v>
                </c:pt>
                <c:pt idx="10315">
                  <c:v>5.8472574374974934E-6</c:v>
                </c:pt>
                <c:pt idx="10316">
                  <c:v>5.4812397023405485E-4</c:v>
                </c:pt>
                <c:pt idx="10317">
                  <c:v>8.2315189758440139E-6</c:v>
                </c:pt>
                <c:pt idx="10318">
                  <c:v>5.820453005188686E-6</c:v>
                </c:pt>
                <c:pt idx="10319">
                  <c:v>1.0883452576901891E-5</c:v>
                </c:pt>
                <c:pt idx="10320">
                  <c:v>9.9097824711799628E-5</c:v>
                </c:pt>
                <c:pt idx="10321">
                  <c:v>5.7265374715298857E-5</c:v>
                </c:pt>
                <c:pt idx="10322">
                  <c:v>3.7897126346610623E-5</c:v>
                </c:pt>
                <c:pt idx="10323">
                  <c:v>0</c:v>
                </c:pt>
                <c:pt idx="10324">
                  <c:v>1.7525522654225453E-5</c:v>
                </c:pt>
                <c:pt idx="10325">
                  <c:v>2.0663131597966233E-5</c:v>
                </c:pt>
                <c:pt idx="10326">
                  <c:v>0</c:v>
                </c:pt>
                <c:pt idx="10327">
                  <c:v>3.8085989107828491E-5</c:v>
                </c:pt>
                <c:pt idx="10328">
                  <c:v>1.8483200661650127E-5</c:v>
                </c:pt>
                <c:pt idx="10329">
                  <c:v>4.8138384061254464E-5</c:v>
                </c:pt>
                <c:pt idx="10330">
                  <c:v>7.9802954557618055E-7</c:v>
                </c:pt>
                <c:pt idx="10331">
                  <c:v>3.1921776391327267E-6</c:v>
                </c:pt>
                <c:pt idx="10332">
                  <c:v>2.1731288431953501E-6</c:v>
                </c:pt>
                <c:pt idx="10333">
                  <c:v>8.5236338120706606E-6</c:v>
                </c:pt>
                <c:pt idx="10334">
                  <c:v>0</c:v>
                </c:pt>
                <c:pt idx="10335">
                  <c:v>7.5167976177565452E-6</c:v>
                </c:pt>
                <c:pt idx="10336">
                  <c:v>4.6401220647425412E-5</c:v>
                </c:pt>
                <c:pt idx="10337">
                  <c:v>3.6161209577624445E-6</c:v>
                </c:pt>
                <c:pt idx="10338">
                  <c:v>2.4604834594067416E-5</c:v>
                </c:pt>
                <c:pt idx="10339">
                  <c:v>5.6071293150693712E-4</c:v>
                </c:pt>
                <c:pt idx="10340">
                  <c:v>1.371374277332288E-5</c:v>
                </c:pt>
                <c:pt idx="10341">
                  <c:v>6.7254902634664434E-6</c:v>
                </c:pt>
                <c:pt idx="10342">
                  <c:v>3.2503317103277912E-5</c:v>
                </c:pt>
                <c:pt idx="10343">
                  <c:v>2.5204063175807997E-5</c:v>
                </c:pt>
                <c:pt idx="10344">
                  <c:v>1.4016503279095566E-5</c:v>
                </c:pt>
                <c:pt idx="10345">
                  <c:v>1.4326266890168905E-5</c:v>
                </c:pt>
                <c:pt idx="10346">
                  <c:v>8.2612468386808718E-4</c:v>
                </c:pt>
                <c:pt idx="10347">
                  <c:v>5.6052660762850534E-6</c:v>
                </c:pt>
                <c:pt idx="10348">
                  <c:v>2.2132893351640395E-5</c:v>
                </c:pt>
                <c:pt idx="10349">
                  <c:v>3.0621360972298079E-7</c:v>
                </c:pt>
                <c:pt idx="10350">
                  <c:v>1.1461303350689969E-6</c:v>
                </c:pt>
                <c:pt idx="10351">
                  <c:v>0</c:v>
                </c:pt>
                <c:pt idx="10352">
                  <c:v>1.0491415679038343E-5</c:v>
                </c:pt>
                <c:pt idx="10353">
                  <c:v>2.0954406340226887E-5</c:v>
                </c:pt>
                <c:pt idx="10354">
                  <c:v>2.7796411186472278E-5</c:v>
                </c:pt>
                <c:pt idx="10355">
                  <c:v>1.0184480567291423E-5</c:v>
                </c:pt>
                <c:pt idx="10356">
                  <c:v>0</c:v>
                </c:pt>
                <c:pt idx="10357">
                  <c:v>8.2675328263899289E-5</c:v>
                </c:pt>
                <c:pt idx="10358">
                  <c:v>1.3052224800695951E-5</c:v>
                </c:pt>
                <c:pt idx="10359">
                  <c:v>6.3346902264573144E-6</c:v>
                </c:pt>
                <c:pt idx="10360">
                  <c:v>1.3718369715589484E-5</c:v>
                </c:pt>
                <c:pt idx="10361">
                  <c:v>2.3022535476681785E-5</c:v>
                </c:pt>
                <c:pt idx="10362">
                  <c:v>2.8141643308494095E-4</c:v>
                </c:pt>
                <c:pt idx="10363">
                  <c:v>4.1388872216151793E-6</c:v>
                </c:pt>
                <c:pt idx="10364">
                  <c:v>1.8892356383937149E-7</c:v>
                </c:pt>
                <c:pt idx="10365">
                  <c:v>1.0965907806979463E-5</c:v>
                </c:pt>
                <c:pt idx="10366">
                  <c:v>2.2094205321259735E-5</c:v>
                </c:pt>
                <c:pt idx="10367">
                  <c:v>6.5844864598948559E-6</c:v>
                </c:pt>
                <c:pt idx="10368">
                  <c:v>0</c:v>
                </c:pt>
                <c:pt idx="10369">
                  <c:v>5.2665256330566817E-5</c:v>
                </c:pt>
                <c:pt idx="10370">
                  <c:v>3.2556240058213847E-6</c:v>
                </c:pt>
                <c:pt idx="10371">
                  <c:v>3.9126027869295189E-6</c:v>
                </c:pt>
                <c:pt idx="10372">
                  <c:v>1.0971935043539921E-5</c:v>
                </c:pt>
                <c:pt idx="10373">
                  <c:v>1.6947671481523415E-5</c:v>
                </c:pt>
                <c:pt idx="10374">
                  <c:v>2.1501756998691294E-5</c:v>
                </c:pt>
                <c:pt idx="10375">
                  <c:v>0</c:v>
                </c:pt>
                <c:pt idx="10376">
                  <c:v>1.7599432299498914E-5</c:v>
                </c:pt>
                <c:pt idx="10377">
                  <c:v>2.9296678231135092E-7</c:v>
                </c:pt>
                <c:pt idx="10378">
                  <c:v>2.5797837067037416E-5</c:v>
                </c:pt>
                <c:pt idx="10379">
                  <c:v>0</c:v>
                </c:pt>
                <c:pt idx="10380">
                  <c:v>0</c:v>
                </c:pt>
                <c:pt idx="10381">
                  <c:v>1.1742870538000531E-5</c:v>
                </c:pt>
                <c:pt idx="10382">
                  <c:v>4.1250935127079185E-5</c:v>
                </c:pt>
                <c:pt idx="10383">
                  <c:v>1.6998311934157434E-5</c:v>
                </c:pt>
                <c:pt idx="10384">
                  <c:v>0</c:v>
                </c:pt>
                <c:pt idx="10385">
                  <c:v>6.9094352963134153E-6</c:v>
                </c:pt>
                <c:pt idx="10386">
                  <c:v>2.2784282810607616E-4</c:v>
                </c:pt>
                <c:pt idx="10387">
                  <c:v>2.0953963962381197E-7</c:v>
                </c:pt>
                <c:pt idx="10388">
                  <c:v>8.5417021154350067E-5</c:v>
                </c:pt>
                <c:pt idx="10389">
                  <c:v>2.3302185709650095E-4</c:v>
                </c:pt>
                <c:pt idx="10390">
                  <c:v>8.0729920444154034E-7</c:v>
                </c:pt>
                <c:pt idx="10391">
                  <c:v>4.6807777117731752E-5</c:v>
                </c:pt>
                <c:pt idx="10392">
                  <c:v>2.8258814020877268E-6</c:v>
                </c:pt>
                <c:pt idx="10393">
                  <c:v>0</c:v>
                </c:pt>
                <c:pt idx="10394">
                  <c:v>3.8078376338608915E-7</c:v>
                </c:pt>
                <c:pt idx="10395">
                  <c:v>4.7655108394187227E-6</c:v>
                </c:pt>
                <c:pt idx="10396">
                  <c:v>5.9511478921427487E-7</c:v>
                </c:pt>
                <c:pt idx="10397">
                  <c:v>1.9893609007506334E-6</c:v>
                </c:pt>
                <c:pt idx="10398">
                  <c:v>5.2636096548554866E-5</c:v>
                </c:pt>
                <c:pt idx="10399">
                  <c:v>6.2867037752557084E-7</c:v>
                </c:pt>
                <c:pt idx="10400">
                  <c:v>1.6658401350093068E-5</c:v>
                </c:pt>
                <c:pt idx="10401">
                  <c:v>1.1165570809245849E-5</c:v>
                </c:pt>
                <c:pt idx="10402">
                  <c:v>7.5343522902387202E-5</c:v>
                </c:pt>
                <c:pt idx="10403">
                  <c:v>2.5122741169797236E-5</c:v>
                </c:pt>
                <c:pt idx="10404">
                  <c:v>0</c:v>
                </c:pt>
                <c:pt idx="10405">
                  <c:v>8.3647351055994254E-4</c:v>
                </c:pt>
                <c:pt idx="10406">
                  <c:v>2.9741075543710263E-5</c:v>
                </c:pt>
                <c:pt idx="10407">
                  <c:v>1.1272743685935283E-4</c:v>
                </c:pt>
                <c:pt idx="10408">
                  <c:v>4.2411267919354575E-6</c:v>
                </c:pt>
                <c:pt idx="10409">
                  <c:v>2.1536442213261277E-5</c:v>
                </c:pt>
                <c:pt idx="10410">
                  <c:v>1.8099265758692905E-5</c:v>
                </c:pt>
                <c:pt idx="10411">
                  <c:v>5.3528591808434091E-6</c:v>
                </c:pt>
                <c:pt idx="10412">
                  <c:v>1.1126348251396941E-5</c:v>
                </c:pt>
                <c:pt idx="10413">
                  <c:v>3.5636163564863384E-5</c:v>
                </c:pt>
                <c:pt idx="10414">
                  <c:v>2.6542761758285086E-5</c:v>
                </c:pt>
                <c:pt idx="10415">
                  <c:v>9.8585845081545302E-6</c:v>
                </c:pt>
                <c:pt idx="10416">
                  <c:v>3.3757202752393382E-5</c:v>
                </c:pt>
                <c:pt idx="10417">
                  <c:v>9.1101273212957667E-6</c:v>
                </c:pt>
                <c:pt idx="10418">
                  <c:v>2.9876114220673736E-6</c:v>
                </c:pt>
                <c:pt idx="10419">
                  <c:v>1.0727683460628401E-4</c:v>
                </c:pt>
                <c:pt idx="10420">
                  <c:v>1.2463828702878066E-7</c:v>
                </c:pt>
                <c:pt idx="10421">
                  <c:v>1.6027040635778549E-6</c:v>
                </c:pt>
                <c:pt idx="10422">
                  <c:v>4.9534554514011611E-6</c:v>
                </c:pt>
                <c:pt idx="10423">
                  <c:v>8.7287738488389042E-6</c:v>
                </c:pt>
                <c:pt idx="10424">
                  <c:v>5.164222634260091E-6</c:v>
                </c:pt>
                <c:pt idx="10425">
                  <c:v>5.7546750381123187E-6</c:v>
                </c:pt>
                <c:pt idx="10426">
                  <c:v>5.2144240157571178E-5</c:v>
                </c:pt>
                <c:pt idx="10427">
                  <c:v>2.3407428892159402E-5</c:v>
                </c:pt>
                <c:pt idx="10428">
                  <c:v>2.9915449945921546E-4</c:v>
                </c:pt>
                <c:pt idx="10429">
                  <c:v>2.3614310803862225E-5</c:v>
                </c:pt>
                <c:pt idx="10430">
                  <c:v>2.2108412165910023E-5</c:v>
                </c:pt>
                <c:pt idx="10431">
                  <c:v>8.1641670875254394E-6</c:v>
                </c:pt>
                <c:pt idx="10432">
                  <c:v>8.0952686240968124E-5</c:v>
                </c:pt>
                <c:pt idx="10433">
                  <c:v>1.853218426130158E-4</c:v>
                </c:pt>
                <c:pt idx="10434">
                  <c:v>1.2736717407536809E-3</c:v>
                </c:pt>
                <c:pt idx="10435">
                  <c:v>2.1320788534481532E-5</c:v>
                </c:pt>
                <c:pt idx="10436">
                  <c:v>1.9816186223481132E-5</c:v>
                </c:pt>
                <c:pt idx="10437">
                  <c:v>4.7793065552472956E-5</c:v>
                </c:pt>
                <c:pt idx="10438">
                  <c:v>2.5362414384165872E-5</c:v>
                </c:pt>
                <c:pt idx="10439">
                  <c:v>1.1092633031017802E-5</c:v>
                </c:pt>
                <c:pt idx="10440">
                  <c:v>1.2473638998008141E-5</c:v>
                </c:pt>
                <c:pt idx="10441">
                  <c:v>4.5836699267082795E-5</c:v>
                </c:pt>
                <c:pt idx="10442">
                  <c:v>1.3505217402843993E-5</c:v>
                </c:pt>
                <c:pt idx="10443">
                  <c:v>5.109366260072495E-8</c:v>
                </c:pt>
                <c:pt idx="10444">
                  <c:v>3.8341853047228502E-5</c:v>
                </c:pt>
                <c:pt idx="10445">
                  <c:v>8.1206834572559645E-6</c:v>
                </c:pt>
                <c:pt idx="10446">
                  <c:v>3.8495425222317508E-6</c:v>
                </c:pt>
                <c:pt idx="10447">
                  <c:v>1.1125847056829201E-4</c:v>
                </c:pt>
                <c:pt idx="10448">
                  <c:v>7.7356956989546364E-6</c:v>
                </c:pt>
                <c:pt idx="10449">
                  <c:v>1.681513373143701E-5</c:v>
                </c:pt>
                <c:pt idx="10450">
                  <c:v>2.8545336499599898E-5</c:v>
                </c:pt>
                <c:pt idx="10451">
                  <c:v>8.5516892900349645E-5</c:v>
                </c:pt>
                <c:pt idx="10452">
                  <c:v>1.6694407335491112E-5</c:v>
                </c:pt>
                <c:pt idx="10453">
                  <c:v>4.8938603357375053E-5</c:v>
                </c:pt>
                <c:pt idx="10454">
                  <c:v>1.1291410116172335E-5</c:v>
                </c:pt>
                <c:pt idx="10455">
                  <c:v>3.78416818808543E-6</c:v>
                </c:pt>
                <c:pt idx="10456">
                  <c:v>0</c:v>
                </c:pt>
                <c:pt idx="10457">
                  <c:v>3.8804951169677672E-5</c:v>
                </c:pt>
                <c:pt idx="10458">
                  <c:v>4.0953042764759052E-5</c:v>
                </c:pt>
                <c:pt idx="10459">
                  <c:v>0</c:v>
                </c:pt>
                <c:pt idx="10460">
                  <c:v>2.5088397817303524E-5</c:v>
                </c:pt>
                <c:pt idx="10461">
                  <c:v>0</c:v>
                </c:pt>
                <c:pt idx="10462">
                  <c:v>1.2660618388082319E-4</c:v>
                </c:pt>
                <c:pt idx="10463">
                  <c:v>1.6904512815017687E-5</c:v>
                </c:pt>
                <c:pt idx="10464">
                  <c:v>5.9447676646220102E-5</c:v>
                </c:pt>
                <c:pt idx="10465">
                  <c:v>7.2351688991055841E-6</c:v>
                </c:pt>
                <c:pt idx="10466">
                  <c:v>4.2144760693205693E-6</c:v>
                </c:pt>
                <c:pt idx="10467">
                  <c:v>4.1413171388312194E-6</c:v>
                </c:pt>
                <c:pt idx="10468">
                  <c:v>8.1739835017618267E-6</c:v>
                </c:pt>
                <c:pt idx="10469">
                  <c:v>8.2624327306437999E-6</c:v>
                </c:pt>
                <c:pt idx="10470">
                  <c:v>3.5407268673764994E-6</c:v>
                </c:pt>
                <c:pt idx="10471">
                  <c:v>0</c:v>
                </c:pt>
                <c:pt idx="10472">
                  <c:v>5.4607695950598787E-6</c:v>
                </c:pt>
                <c:pt idx="10473">
                  <c:v>1.0808984218059437E-7</c:v>
                </c:pt>
                <c:pt idx="10474">
                  <c:v>1.6039760509298945E-6</c:v>
                </c:pt>
                <c:pt idx="10475">
                  <c:v>1.4322116864208607E-5</c:v>
                </c:pt>
                <c:pt idx="10476">
                  <c:v>1.8967798349797104E-4</c:v>
                </c:pt>
                <c:pt idx="10477">
                  <c:v>1.7273588240783529E-5</c:v>
                </c:pt>
                <c:pt idx="10478">
                  <c:v>1.1811111245096481E-3</c:v>
                </c:pt>
                <c:pt idx="10479">
                  <c:v>5.8716148290867778E-6</c:v>
                </c:pt>
                <c:pt idx="10480">
                  <c:v>1.6813516074292987E-4</c:v>
                </c:pt>
                <c:pt idx="10481">
                  <c:v>1.9717169016308976E-6</c:v>
                </c:pt>
                <c:pt idx="10482">
                  <c:v>1.4265112575766147E-7</c:v>
                </c:pt>
                <c:pt idx="10483">
                  <c:v>2.169947102575728E-6</c:v>
                </c:pt>
                <c:pt idx="10484">
                  <c:v>9.2597103913142405E-6</c:v>
                </c:pt>
                <c:pt idx="10485">
                  <c:v>4.7247825455847884E-5</c:v>
                </c:pt>
                <c:pt idx="10486">
                  <c:v>1.4093513418212489E-7</c:v>
                </c:pt>
                <c:pt idx="10487">
                  <c:v>8.1481586910824988E-6</c:v>
                </c:pt>
                <c:pt idx="10488">
                  <c:v>6.1175624607347922E-5</c:v>
                </c:pt>
                <c:pt idx="10489">
                  <c:v>3.9283885738919215E-4</c:v>
                </c:pt>
                <c:pt idx="10490">
                  <c:v>1.836130479353965E-5</c:v>
                </c:pt>
                <c:pt idx="10491">
                  <c:v>2.0673434528864198E-5</c:v>
                </c:pt>
                <c:pt idx="10492">
                  <c:v>0</c:v>
                </c:pt>
                <c:pt idx="10493">
                  <c:v>3.7240315649567366E-5</c:v>
                </c:pt>
                <c:pt idx="10494">
                  <c:v>1.9852748763965289E-5</c:v>
                </c:pt>
                <c:pt idx="10495">
                  <c:v>1.9399924532314379E-5</c:v>
                </c:pt>
                <c:pt idx="10496">
                  <c:v>1.9178307569967781E-6</c:v>
                </c:pt>
                <c:pt idx="10497">
                  <c:v>6.0196831057496963E-6</c:v>
                </c:pt>
                <c:pt idx="10498">
                  <c:v>1.1769216306613411E-5</c:v>
                </c:pt>
                <c:pt idx="10499">
                  <c:v>1.45113064408966E-4</c:v>
                </c:pt>
                <c:pt idx="10500">
                  <c:v>6.4484722453628606E-6</c:v>
                </c:pt>
                <c:pt idx="10501">
                  <c:v>3.2509073507613574E-5</c:v>
                </c:pt>
                <c:pt idx="10502">
                  <c:v>2.3323045608252112E-3</c:v>
                </c:pt>
                <c:pt idx="10503">
                  <c:v>9.0578557062720248E-6</c:v>
                </c:pt>
                <c:pt idx="10504">
                  <c:v>3.9942315212145265E-6</c:v>
                </c:pt>
                <c:pt idx="10505">
                  <c:v>4.6109659561534495E-6</c:v>
                </c:pt>
                <c:pt idx="10506">
                  <c:v>6.2501509850620629E-5</c:v>
                </c:pt>
                <c:pt idx="10507">
                  <c:v>1.1274810734569983E-6</c:v>
                </c:pt>
                <c:pt idx="10508">
                  <c:v>1.3678577490120133E-6</c:v>
                </c:pt>
                <c:pt idx="10509">
                  <c:v>6.8194312694156732E-5</c:v>
                </c:pt>
                <c:pt idx="10510">
                  <c:v>2.0607348330006008E-5</c:v>
                </c:pt>
                <c:pt idx="10511">
                  <c:v>3.000756977240788E-6</c:v>
                </c:pt>
                <c:pt idx="10512">
                  <c:v>4.4079638140369808E-6</c:v>
                </c:pt>
                <c:pt idx="10513">
                  <c:v>1.7746591177012897E-5</c:v>
                </c:pt>
                <c:pt idx="10514">
                  <c:v>3.8631033331398842E-5</c:v>
                </c:pt>
                <c:pt idx="10515">
                  <c:v>2.7367930827655957E-6</c:v>
                </c:pt>
                <c:pt idx="10516">
                  <c:v>2.5908057969244009E-5</c:v>
                </c:pt>
                <c:pt idx="10517">
                  <c:v>1.0599119988658635E-3</c:v>
                </c:pt>
                <c:pt idx="10518">
                  <c:v>6.2029473303631936E-5</c:v>
                </c:pt>
                <c:pt idx="10519">
                  <c:v>1.7158190574039125E-5</c:v>
                </c:pt>
                <c:pt idx="10520">
                  <c:v>1.831698560577714E-5</c:v>
                </c:pt>
                <c:pt idx="10521">
                  <c:v>3.0418934048223481E-4</c:v>
                </c:pt>
                <c:pt idx="10522">
                  <c:v>1.6747509935034871E-4</c:v>
                </c:pt>
                <c:pt idx="10523">
                  <c:v>3.1333485646072406E-6</c:v>
                </c:pt>
                <c:pt idx="10524">
                  <c:v>0</c:v>
                </c:pt>
                <c:pt idx="10525">
                  <c:v>8.568139159180399E-7</c:v>
                </c:pt>
                <c:pt idx="10526">
                  <c:v>8.4608310168384544E-6</c:v>
                </c:pt>
                <c:pt idx="10527">
                  <c:v>1.0578526865478489E-5</c:v>
                </c:pt>
                <c:pt idx="10528">
                  <c:v>8.1546316302018772E-6</c:v>
                </c:pt>
                <c:pt idx="10529">
                  <c:v>2.1848754855909852E-4</c:v>
                </c:pt>
                <c:pt idx="10530">
                  <c:v>0</c:v>
                </c:pt>
                <c:pt idx="10531">
                  <c:v>3.7199906104258818E-5</c:v>
                </c:pt>
                <c:pt idx="10532">
                  <c:v>1.0327559693755052E-3</c:v>
                </c:pt>
                <c:pt idx="10533">
                  <c:v>4.8153677011476683E-8</c:v>
                </c:pt>
                <c:pt idx="10534">
                  <c:v>1.8070026927979565E-5</c:v>
                </c:pt>
                <c:pt idx="10535">
                  <c:v>5.8663540198271522E-5</c:v>
                </c:pt>
                <c:pt idx="10536">
                  <c:v>0</c:v>
                </c:pt>
                <c:pt idx="10537">
                  <c:v>2.5238902029561811E-5</c:v>
                </c:pt>
                <c:pt idx="10538">
                  <c:v>1.1715998980705281E-5</c:v>
                </c:pt>
                <c:pt idx="10539">
                  <c:v>3.2644798922009431E-6</c:v>
                </c:pt>
                <c:pt idx="10540">
                  <c:v>8.9381269865086187E-5</c:v>
                </c:pt>
                <c:pt idx="10541">
                  <c:v>1.235368674648974E-4</c:v>
                </c:pt>
                <c:pt idx="10542">
                  <c:v>1.2783259656188663E-5</c:v>
                </c:pt>
                <c:pt idx="10543">
                  <c:v>2.6743960423208158E-5</c:v>
                </c:pt>
                <c:pt idx="10544">
                  <c:v>8.9970557697528503E-6</c:v>
                </c:pt>
                <c:pt idx="10545">
                  <c:v>6.6954963593862594E-6</c:v>
                </c:pt>
                <c:pt idx="10546">
                  <c:v>0</c:v>
                </c:pt>
                <c:pt idx="10547">
                  <c:v>6.012921790923986E-6</c:v>
                </c:pt>
                <c:pt idx="10548">
                  <c:v>1.5090116553794602E-5</c:v>
                </c:pt>
                <c:pt idx="10549">
                  <c:v>3.0905017161278319E-6</c:v>
                </c:pt>
                <c:pt idx="10550">
                  <c:v>1.5037275477467791E-7</c:v>
                </c:pt>
                <c:pt idx="10551">
                  <c:v>3.6554959013927952E-5</c:v>
                </c:pt>
                <c:pt idx="10552">
                  <c:v>4.6640288936195954E-5</c:v>
                </c:pt>
                <c:pt idx="10553">
                  <c:v>1.6791481230372204E-5</c:v>
                </c:pt>
                <c:pt idx="10554">
                  <c:v>2.0371951793268071E-7</c:v>
                </c:pt>
                <c:pt idx="10555">
                  <c:v>6.5748676603828635E-6</c:v>
                </c:pt>
                <c:pt idx="10556">
                  <c:v>7.7308300550036961E-7</c:v>
                </c:pt>
                <c:pt idx="10557">
                  <c:v>0</c:v>
                </c:pt>
                <c:pt idx="10558">
                  <c:v>0</c:v>
                </c:pt>
                <c:pt idx="10559">
                  <c:v>3.6230988444326643E-5</c:v>
                </c:pt>
                <c:pt idx="10560">
                  <c:v>0</c:v>
                </c:pt>
                <c:pt idx="10561">
                  <c:v>7.4852215710061989E-6</c:v>
                </c:pt>
                <c:pt idx="10562">
                  <c:v>1.2347914836444294E-5</c:v>
                </c:pt>
                <c:pt idx="10563">
                  <c:v>1.003937099286764E-5</c:v>
                </c:pt>
                <c:pt idx="10564">
                  <c:v>6.0317997401326947E-4</c:v>
                </c:pt>
                <c:pt idx="10565">
                  <c:v>4.4262040257872737E-5</c:v>
                </c:pt>
                <c:pt idx="10566">
                  <c:v>9.2419050396432721E-6</c:v>
                </c:pt>
                <c:pt idx="10567">
                  <c:v>7.3388624900088788E-6</c:v>
                </c:pt>
                <c:pt idx="10568">
                  <c:v>2.62793847105914E-5</c:v>
                </c:pt>
                <c:pt idx="10569">
                  <c:v>5.1256419221712471E-5</c:v>
                </c:pt>
                <c:pt idx="10570">
                  <c:v>1.5557059252592786E-5</c:v>
                </c:pt>
                <c:pt idx="10571">
                  <c:v>7.5169789811504797E-5</c:v>
                </c:pt>
                <c:pt idx="10572">
                  <c:v>1.5236098187329804E-5</c:v>
                </c:pt>
                <c:pt idx="10573">
                  <c:v>2.3163436380190997E-5</c:v>
                </c:pt>
                <c:pt idx="10574">
                  <c:v>1.8442973185907463E-6</c:v>
                </c:pt>
                <c:pt idx="10575">
                  <c:v>6.814311158305392E-4</c:v>
                </c:pt>
                <c:pt idx="10576">
                  <c:v>2.4764486577878183E-4</c:v>
                </c:pt>
                <c:pt idx="10577">
                  <c:v>0</c:v>
                </c:pt>
                <c:pt idx="10578">
                  <c:v>3.3521197972260178E-6</c:v>
                </c:pt>
                <c:pt idx="10579">
                  <c:v>3.1437930598226052E-4</c:v>
                </c:pt>
                <c:pt idx="10580">
                  <c:v>1.1420653173723603E-5</c:v>
                </c:pt>
                <c:pt idx="10581">
                  <c:v>2.5511487127573691E-4</c:v>
                </c:pt>
                <c:pt idx="10582">
                  <c:v>2.5997304683934306E-3</c:v>
                </c:pt>
                <c:pt idx="10583">
                  <c:v>2.1129775653037774E-5</c:v>
                </c:pt>
                <c:pt idx="10584">
                  <c:v>7.6740269971259569E-7</c:v>
                </c:pt>
                <c:pt idx="10585">
                  <c:v>0</c:v>
                </c:pt>
                <c:pt idx="10586">
                  <c:v>2.4725120189334218E-5</c:v>
                </c:pt>
                <c:pt idx="10587">
                  <c:v>1.5489972669097684E-5</c:v>
                </c:pt>
                <c:pt idx="10588">
                  <c:v>5.8078104719614113E-5</c:v>
                </c:pt>
                <c:pt idx="10589">
                  <c:v>7.7183267869542041E-5</c:v>
                </c:pt>
                <c:pt idx="10590">
                  <c:v>1.0722771063373577E-4</c:v>
                </c:pt>
                <c:pt idx="10591">
                  <c:v>2.7793961565753284E-5</c:v>
                </c:pt>
                <c:pt idx="10592">
                  <c:v>5.2649160606011417E-5</c:v>
                </c:pt>
                <c:pt idx="10593">
                  <c:v>2.1163967185278576E-5</c:v>
                </c:pt>
                <c:pt idx="10594">
                  <c:v>1.6375592994962351E-4</c:v>
                </c:pt>
                <c:pt idx="10595">
                  <c:v>1.9695737137586611E-5</c:v>
                </c:pt>
                <c:pt idx="10596">
                  <c:v>1.3205715407390981E-4</c:v>
                </c:pt>
                <c:pt idx="10597">
                  <c:v>2.2289987277565093E-5</c:v>
                </c:pt>
                <c:pt idx="10598">
                  <c:v>0</c:v>
                </c:pt>
                <c:pt idx="10599">
                  <c:v>1.7475225457602012E-7</c:v>
                </c:pt>
                <c:pt idx="10600">
                  <c:v>1.4643220341093997E-5</c:v>
                </c:pt>
                <c:pt idx="10601">
                  <c:v>1.7567356748279799E-5</c:v>
                </c:pt>
                <c:pt idx="10602">
                  <c:v>1.06163889558897E-4</c:v>
                </c:pt>
                <c:pt idx="10603">
                  <c:v>9.7928783698492391E-6</c:v>
                </c:pt>
                <c:pt idx="10604">
                  <c:v>2.3605365278671162E-3</c:v>
                </c:pt>
                <c:pt idx="10605">
                  <c:v>4.9864540443416734E-8</c:v>
                </c:pt>
                <c:pt idx="10606">
                  <c:v>9.9142312803166978E-6</c:v>
                </c:pt>
                <c:pt idx="10607">
                  <c:v>1.4104515481672312E-5</c:v>
                </c:pt>
                <c:pt idx="10608">
                  <c:v>6.6548771538176503E-6</c:v>
                </c:pt>
                <c:pt idx="10609">
                  <c:v>4.4874395766969487E-5</c:v>
                </c:pt>
                <c:pt idx="10610">
                  <c:v>8.7966818793147261E-6</c:v>
                </c:pt>
                <c:pt idx="10611">
                  <c:v>2.5249997803244363E-7</c:v>
                </c:pt>
                <c:pt idx="10612">
                  <c:v>3.6389156321911294E-5</c:v>
                </c:pt>
                <c:pt idx="10613">
                  <c:v>1.1568573382872586E-5</c:v>
                </c:pt>
                <c:pt idx="10614">
                  <c:v>5.8796129744773916E-5</c:v>
                </c:pt>
                <c:pt idx="10615">
                  <c:v>1.5022604964806758E-6</c:v>
                </c:pt>
                <c:pt idx="10616">
                  <c:v>6.8644093554014115E-6</c:v>
                </c:pt>
                <c:pt idx="10617">
                  <c:v>1.1067470912230891E-3</c:v>
                </c:pt>
                <c:pt idx="10618">
                  <c:v>3.8704832213917788E-4</c:v>
                </c:pt>
                <c:pt idx="10619">
                  <c:v>1.2693648250809189E-5</c:v>
                </c:pt>
                <c:pt idx="10620">
                  <c:v>4.2824176705132313E-5</c:v>
                </c:pt>
                <c:pt idx="10621">
                  <c:v>5.9479495784962778E-6</c:v>
                </c:pt>
                <c:pt idx="10622">
                  <c:v>2.1608281138942354E-5</c:v>
                </c:pt>
                <c:pt idx="10623">
                  <c:v>9.9108131557311245E-6</c:v>
                </c:pt>
                <c:pt idx="10624">
                  <c:v>0</c:v>
                </c:pt>
                <c:pt idx="10625">
                  <c:v>3.5029961203278886E-6</c:v>
                </c:pt>
                <c:pt idx="10626">
                  <c:v>3.1690816915022673E-6</c:v>
                </c:pt>
                <c:pt idx="10627">
                  <c:v>0</c:v>
                </c:pt>
                <c:pt idx="10628">
                  <c:v>2.6744801756772288E-5</c:v>
                </c:pt>
                <c:pt idx="10629">
                  <c:v>2.0028025284584091E-6</c:v>
                </c:pt>
                <c:pt idx="10630">
                  <c:v>1.3421541035908105E-3</c:v>
                </c:pt>
                <c:pt idx="10631">
                  <c:v>4.1469121316739114E-6</c:v>
                </c:pt>
                <c:pt idx="10632">
                  <c:v>2.8485679174230118E-6</c:v>
                </c:pt>
                <c:pt idx="10633">
                  <c:v>4.8524122715659206E-5</c:v>
                </c:pt>
                <c:pt idx="10634">
                  <c:v>1.6920307103458591E-6</c:v>
                </c:pt>
                <c:pt idx="10635">
                  <c:v>2.2349365708459974E-4</c:v>
                </c:pt>
                <c:pt idx="10636">
                  <c:v>1.0888304579305101E-5</c:v>
                </c:pt>
                <c:pt idx="10637">
                  <c:v>5.8388809421072103E-5</c:v>
                </c:pt>
                <c:pt idx="10638">
                  <c:v>7.4956343947086914E-7</c:v>
                </c:pt>
                <c:pt idx="10639">
                  <c:v>1.0793755139059505E-5</c:v>
                </c:pt>
                <c:pt idx="10640">
                  <c:v>8.3262577025799223E-6</c:v>
                </c:pt>
                <c:pt idx="10641">
                  <c:v>1.4070085494511423E-5</c:v>
                </c:pt>
                <c:pt idx="10642">
                  <c:v>9.1901380555106567E-7</c:v>
                </c:pt>
                <c:pt idx="10643">
                  <c:v>0</c:v>
                </c:pt>
                <c:pt idx="10644">
                  <c:v>6.4505841539607076E-5</c:v>
                </c:pt>
                <c:pt idx="10645">
                  <c:v>5.2147043611343114E-5</c:v>
                </c:pt>
                <c:pt idx="10646">
                  <c:v>1.1097520562030853E-6</c:v>
                </c:pt>
                <c:pt idx="10647">
                  <c:v>2.1254321642059605E-6</c:v>
                </c:pt>
                <c:pt idx="10648">
                  <c:v>1.2372558377316592E-6</c:v>
                </c:pt>
                <c:pt idx="10649">
                  <c:v>9.9746958785770753E-8</c:v>
                </c:pt>
                <c:pt idx="10650">
                  <c:v>7.1616296846288598E-5</c:v>
                </c:pt>
                <c:pt idx="10651">
                  <c:v>0</c:v>
                </c:pt>
                <c:pt idx="10652">
                  <c:v>2.1038197505220164E-5</c:v>
                </c:pt>
                <c:pt idx="10653">
                  <c:v>1.7672571578853437E-5</c:v>
                </c:pt>
                <c:pt idx="10654">
                  <c:v>1.6783970693637381E-6</c:v>
                </c:pt>
                <c:pt idx="10655">
                  <c:v>2.122358399425111E-5</c:v>
                </c:pt>
                <c:pt idx="10656">
                  <c:v>0</c:v>
                </c:pt>
                <c:pt idx="10657">
                  <c:v>0</c:v>
                </c:pt>
                <c:pt idx="10658">
                  <c:v>2.6244398258551422E-3</c:v>
                </c:pt>
                <c:pt idx="10659">
                  <c:v>4.7591786358894488E-6</c:v>
                </c:pt>
                <c:pt idx="10660">
                  <c:v>7.8173306095385582E-5</c:v>
                </c:pt>
                <c:pt idx="10661">
                  <c:v>1.4782573398535789E-5</c:v>
                </c:pt>
                <c:pt idx="10662">
                  <c:v>9.6005211485473068E-5</c:v>
                </c:pt>
                <c:pt idx="10663">
                  <c:v>5.7450577772644019E-5</c:v>
                </c:pt>
                <c:pt idx="10664">
                  <c:v>1.9090972280448971E-5</c:v>
                </c:pt>
                <c:pt idx="10665">
                  <c:v>7.5502448228893912E-5</c:v>
                </c:pt>
                <c:pt idx="10666">
                  <c:v>0</c:v>
                </c:pt>
                <c:pt idx="10667">
                  <c:v>5.1828425173744111E-5</c:v>
                </c:pt>
                <c:pt idx="10668">
                  <c:v>1.6309903844064374E-5</c:v>
                </c:pt>
                <c:pt idx="10669">
                  <c:v>1.4118558023651681E-6</c:v>
                </c:pt>
                <c:pt idx="10670">
                  <c:v>6.3235999215434393E-5</c:v>
                </c:pt>
                <c:pt idx="10671">
                  <c:v>1.4308288087878357E-6</c:v>
                </c:pt>
                <c:pt idx="10672">
                  <c:v>1.0132303735336301E-5</c:v>
                </c:pt>
                <c:pt idx="10673">
                  <c:v>7.6861671165365589E-6</c:v>
                </c:pt>
                <c:pt idx="10674">
                  <c:v>4.6587783766105192E-5</c:v>
                </c:pt>
                <c:pt idx="10675">
                  <c:v>0</c:v>
                </c:pt>
                <c:pt idx="10676">
                  <c:v>0</c:v>
                </c:pt>
                <c:pt idx="10677">
                  <c:v>1.4261981611964511E-5</c:v>
                </c:pt>
                <c:pt idx="10678">
                  <c:v>7.6175587731403931E-5</c:v>
                </c:pt>
                <c:pt idx="10679">
                  <c:v>7.5071779587735636E-6</c:v>
                </c:pt>
                <c:pt idx="10680">
                  <c:v>3.2233011549507173E-6</c:v>
                </c:pt>
                <c:pt idx="10681">
                  <c:v>1.2410730065917005E-5</c:v>
                </c:pt>
                <c:pt idx="10682">
                  <c:v>7.5527841410057511E-5</c:v>
                </c:pt>
                <c:pt idx="10683">
                  <c:v>1.5599693713514581E-5</c:v>
                </c:pt>
                <c:pt idx="10684">
                  <c:v>3.6402214527212585E-6</c:v>
                </c:pt>
                <c:pt idx="10685">
                  <c:v>1.1200896609829948E-5</c:v>
                </c:pt>
                <c:pt idx="10686">
                  <c:v>6.6842405150163887E-5</c:v>
                </c:pt>
                <c:pt idx="10687">
                  <c:v>5.6716833232133109E-6</c:v>
                </c:pt>
                <c:pt idx="10688">
                  <c:v>1.6478617897211305E-4</c:v>
                </c:pt>
                <c:pt idx="10689">
                  <c:v>1.2416140998480215E-5</c:v>
                </c:pt>
                <c:pt idx="10690">
                  <c:v>7.9646785550587743E-6</c:v>
                </c:pt>
                <c:pt idx="10691">
                  <c:v>4.0723353834925853E-6</c:v>
                </c:pt>
                <c:pt idx="10692">
                  <c:v>2.1363740213231197E-7</c:v>
                </c:pt>
                <c:pt idx="10693">
                  <c:v>1.6448523781028154E-3</c:v>
                </c:pt>
                <c:pt idx="10694">
                  <c:v>4.4241011076394714E-6</c:v>
                </c:pt>
                <c:pt idx="10695">
                  <c:v>5.9842888300148161E-5</c:v>
                </c:pt>
                <c:pt idx="10696">
                  <c:v>1.4098252106782071E-5</c:v>
                </c:pt>
                <c:pt idx="10697">
                  <c:v>1.2595640154541434E-5</c:v>
                </c:pt>
                <c:pt idx="10698">
                  <c:v>5.2337903900198543E-5</c:v>
                </c:pt>
                <c:pt idx="10699">
                  <c:v>7.091262540953246E-6</c:v>
                </c:pt>
                <c:pt idx="10700">
                  <c:v>2.7414594670924007E-6</c:v>
                </c:pt>
                <c:pt idx="10701">
                  <c:v>1.2667331462975129E-5</c:v>
                </c:pt>
                <c:pt idx="10702">
                  <c:v>3.1273334102947399E-5</c:v>
                </c:pt>
                <c:pt idx="10703">
                  <c:v>1.3071207818025647E-5</c:v>
                </c:pt>
                <c:pt idx="10704">
                  <c:v>1.3891178636425491E-5</c:v>
                </c:pt>
                <c:pt idx="10705">
                  <c:v>1.9678771413550788E-5</c:v>
                </c:pt>
                <c:pt idx="10706">
                  <c:v>3.344379673244949E-5</c:v>
                </c:pt>
                <c:pt idx="10707">
                  <c:v>1.6314844730254909E-6</c:v>
                </c:pt>
                <c:pt idx="10708">
                  <c:v>6.9615844996666744E-5</c:v>
                </c:pt>
                <c:pt idx="10709">
                  <c:v>2.4399492093356611E-5</c:v>
                </c:pt>
                <c:pt idx="10710">
                  <c:v>7.308950583631789E-6</c:v>
                </c:pt>
                <c:pt idx="10711">
                  <c:v>4.6111491534468604E-6</c:v>
                </c:pt>
                <c:pt idx="10712">
                  <c:v>8.7207395461716725E-5</c:v>
                </c:pt>
                <c:pt idx="10713">
                  <c:v>1.2273252626307061E-5</c:v>
                </c:pt>
                <c:pt idx="10714">
                  <c:v>2.7453633975163832E-6</c:v>
                </c:pt>
                <c:pt idx="10715">
                  <c:v>0</c:v>
                </c:pt>
                <c:pt idx="10716">
                  <c:v>8.6885138968904048E-6</c:v>
                </c:pt>
                <c:pt idx="10717">
                  <c:v>2.2344314309482841E-5</c:v>
                </c:pt>
                <c:pt idx="10718">
                  <c:v>1.405526346049005E-3</c:v>
                </c:pt>
                <c:pt idx="10719">
                  <c:v>4.805688940801241E-5</c:v>
                </c:pt>
                <c:pt idx="10720">
                  <c:v>0</c:v>
                </c:pt>
                <c:pt idx="10721">
                  <c:v>0</c:v>
                </c:pt>
                <c:pt idx="10722">
                  <c:v>6.350167480320837E-6</c:v>
                </c:pt>
                <c:pt idx="10723">
                  <c:v>1.4962450380057171E-5</c:v>
                </c:pt>
                <c:pt idx="10724">
                  <c:v>3.9482211274787674E-6</c:v>
                </c:pt>
                <c:pt idx="10725">
                  <c:v>2.0251793109884081E-6</c:v>
                </c:pt>
                <c:pt idx="10726">
                  <c:v>5.6852363474883577E-6</c:v>
                </c:pt>
                <c:pt idx="10727">
                  <c:v>6.3980338183695424E-5</c:v>
                </c:pt>
                <c:pt idx="10728">
                  <c:v>7.9071079698368699E-6</c:v>
                </c:pt>
                <c:pt idx="10729">
                  <c:v>2.0276991984599844E-5</c:v>
                </c:pt>
                <c:pt idx="10730">
                  <c:v>1.5861089759321932E-4</c:v>
                </c:pt>
                <c:pt idx="10731">
                  <c:v>6.3514931183047081E-6</c:v>
                </c:pt>
                <c:pt idx="10732">
                  <c:v>2.1313480744894649E-5</c:v>
                </c:pt>
                <c:pt idx="10733">
                  <c:v>2.1580239229297491E-5</c:v>
                </c:pt>
                <c:pt idx="10734">
                  <c:v>6.2163182288398134E-6</c:v>
                </c:pt>
                <c:pt idx="10735">
                  <c:v>6.8145899485863159E-5</c:v>
                </c:pt>
                <c:pt idx="10736">
                  <c:v>1.4346121200863729E-6</c:v>
                </c:pt>
                <c:pt idx="10737">
                  <c:v>3.0771151107561319E-5</c:v>
                </c:pt>
                <c:pt idx="10738">
                  <c:v>1.1729471298004662E-5</c:v>
                </c:pt>
                <c:pt idx="10739">
                  <c:v>1.7221535393040723E-5</c:v>
                </c:pt>
                <c:pt idx="10740">
                  <c:v>1.7755641866107626E-5</c:v>
                </c:pt>
                <c:pt idx="10741">
                  <c:v>3.3396495932606866E-6</c:v>
                </c:pt>
                <c:pt idx="10742">
                  <c:v>0</c:v>
                </c:pt>
                <c:pt idx="10743">
                  <c:v>1.1338270051819162E-5</c:v>
                </c:pt>
                <c:pt idx="10744">
                  <c:v>1.6189809881805347E-5</c:v>
                </c:pt>
                <c:pt idx="10745">
                  <c:v>1.74036878517287E-3</c:v>
                </c:pt>
                <c:pt idx="10746">
                  <c:v>3.9343809249255696E-6</c:v>
                </c:pt>
                <c:pt idx="10747">
                  <c:v>0</c:v>
                </c:pt>
                <c:pt idx="10748">
                  <c:v>2.7622896799692731E-6</c:v>
                </c:pt>
                <c:pt idx="10749">
                  <c:v>8.5355039694510264E-5</c:v>
                </c:pt>
                <c:pt idx="10750">
                  <c:v>0</c:v>
                </c:pt>
                <c:pt idx="10751">
                  <c:v>2.1229795899742091E-5</c:v>
                </c:pt>
                <c:pt idx="10752">
                  <c:v>4.6867202760216326E-7</c:v>
                </c:pt>
                <c:pt idx="10753">
                  <c:v>4.1743132688642728E-7</c:v>
                </c:pt>
                <c:pt idx="10754">
                  <c:v>3.7189396025170468E-7</c:v>
                </c:pt>
                <c:pt idx="10755">
                  <c:v>2.4016028122080241E-5</c:v>
                </c:pt>
                <c:pt idx="10756">
                  <c:v>1.5780428926271418E-5</c:v>
                </c:pt>
                <c:pt idx="10757">
                  <c:v>1.2330356983337705E-5</c:v>
                </c:pt>
                <c:pt idx="10758">
                  <c:v>1.2065730293562266E-6</c:v>
                </c:pt>
                <c:pt idx="10759">
                  <c:v>9.2031412758273262E-8</c:v>
                </c:pt>
                <c:pt idx="10760">
                  <c:v>5.2834092628215966E-5</c:v>
                </c:pt>
                <c:pt idx="10761">
                  <c:v>6.1099261516595713E-6</c:v>
                </c:pt>
                <c:pt idx="10762">
                  <c:v>2.4630043389281591E-4</c:v>
                </c:pt>
                <c:pt idx="10763">
                  <c:v>2.6271251196289198E-6</c:v>
                </c:pt>
                <c:pt idx="10764">
                  <c:v>1.5272403784933561E-4</c:v>
                </c:pt>
                <c:pt idx="10765">
                  <c:v>1.8765179425920808E-7</c:v>
                </c:pt>
                <c:pt idx="10766">
                  <c:v>1.2177879709752346E-5</c:v>
                </c:pt>
                <c:pt idx="10767">
                  <c:v>1.9622142351754346E-5</c:v>
                </c:pt>
                <c:pt idx="10768">
                  <c:v>1.7769253726880156E-5</c:v>
                </c:pt>
                <c:pt idx="10769">
                  <c:v>5.5230381617920341E-5</c:v>
                </c:pt>
                <c:pt idx="10770">
                  <c:v>1.0827407323097274E-5</c:v>
                </c:pt>
                <c:pt idx="10771">
                  <c:v>2.08530776622972E-4</c:v>
                </c:pt>
                <c:pt idx="10772">
                  <c:v>1.2444347052329977E-6</c:v>
                </c:pt>
                <c:pt idx="10773">
                  <c:v>1.0394140097868989E-5</c:v>
                </c:pt>
                <c:pt idx="10774">
                  <c:v>7.7871540485844035E-6</c:v>
                </c:pt>
                <c:pt idx="10775">
                  <c:v>6.6222546910280807E-5</c:v>
                </c:pt>
                <c:pt idx="10776">
                  <c:v>8.4328527514038551E-5</c:v>
                </c:pt>
                <c:pt idx="10777">
                  <c:v>9.1592563459997112E-5</c:v>
                </c:pt>
                <c:pt idx="10778">
                  <c:v>9.8792509718781281E-6</c:v>
                </c:pt>
                <c:pt idx="10779">
                  <c:v>0</c:v>
                </c:pt>
                <c:pt idx="10780">
                  <c:v>3.1050919142250174E-5</c:v>
                </c:pt>
                <c:pt idx="10781">
                  <c:v>2.7459372611028243E-5</c:v>
                </c:pt>
                <c:pt idx="10782">
                  <c:v>7.9255287222418656E-6</c:v>
                </c:pt>
                <c:pt idx="10783">
                  <c:v>9.1362875917347592E-6</c:v>
                </c:pt>
                <c:pt idx="10784">
                  <c:v>3.4411521728440856E-6</c:v>
                </c:pt>
                <c:pt idx="10785">
                  <c:v>2.2460618740028995E-5</c:v>
                </c:pt>
                <c:pt idx="10786">
                  <c:v>0</c:v>
                </c:pt>
                <c:pt idx="10787">
                  <c:v>2.7162928348632893E-5</c:v>
                </c:pt>
                <c:pt idx="10788">
                  <c:v>6.7403232436064504E-6</c:v>
                </c:pt>
                <c:pt idx="10789">
                  <c:v>2.760586913373184E-5</c:v>
                </c:pt>
                <c:pt idx="10790">
                  <c:v>0</c:v>
                </c:pt>
                <c:pt idx="10791">
                  <c:v>2.8316527350727192E-6</c:v>
                </c:pt>
                <c:pt idx="10792">
                  <c:v>1.2482755709504074E-4</c:v>
                </c:pt>
                <c:pt idx="10793">
                  <c:v>4.2744928630584589E-5</c:v>
                </c:pt>
                <c:pt idx="10794">
                  <c:v>9.8599976423715288E-5</c:v>
                </c:pt>
                <c:pt idx="10795">
                  <c:v>2.4135352275564922E-5</c:v>
                </c:pt>
                <c:pt idx="10796">
                  <c:v>4.8291752070882691E-7</c:v>
                </c:pt>
                <c:pt idx="10797">
                  <c:v>2.818702683642493E-7</c:v>
                </c:pt>
                <c:pt idx="10798">
                  <c:v>4.3711687333023087E-5</c:v>
                </c:pt>
                <c:pt idx="10799">
                  <c:v>4.4961453677628761E-5</c:v>
                </c:pt>
                <c:pt idx="10800">
                  <c:v>7.4619052768123823E-6</c:v>
                </c:pt>
                <c:pt idx="10801">
                  <c:v>5.1699024476330931E-6</c:v>
                </c:pt>
                <c:pt idx="10802">
                  <c:v>6.8741830754138543E-6</c:v>
                </c:pt>
                <c:pt idx="10803">
                  <c:v>1.8836219846092921E-3</c:v>
                </c:pt>
                <c:pt idx="10804">
                  <c:v>9.4284266450278258E-5</c:v>
                </c:pt>
                <c:pt idx="10805">
                  <c:v>7.9678065595939311E-4</c:v>
                </c:pt>
                <c:pt idx="10806">
                  <c:v>8.859679129950277E-6</c:v>
                </c:pt>
                <c:pt idx="10807">
                  <c:v>4.9217895261410589E-7</c:v>
                </c:pt>
                <c:pt idx="10808">
                  <c:v>0</c:v>
                </c:pt>
                <c:pt idx="10809">
                  <c:v>3.077370605176226E-6</c:v>
                </c:pt>
                <c:pt idx="10810">
                  <c:v>0</c:v>
                </c:pt>
                <c:pt idx="10811">
                  <c:v>2.1215781385305847E-5</c:v>
                </c:pt>
                <c:pt idx="10812">
                  <c:v>1.2574119209611976E-5</c:v>
                </c:pt>
                <c:pt idx="10813">
                  <c:v>1.2201437661091752E-5</c:v>
                </c:pt>
                <c:pt idx="10814">
                  <c:v>1.2727805488541549E-5</c:v>
                </c:pt>
                <c:pt idx="10815">
                  <c:v>2.5436177506749898E-5</c:v>
                </c:pt>
                <c:pt idx="10816">
                  <c:v>4.1685653831901882E-6</c:v>
                </c:pt>
                <c:pt idx="10817">
                  <c:v>5.3893595311244569E-5</c:v>
                </c:pt>
                <c:pt idx="10818">
                  <c:v>1.6447407673421341E-5</c:v>
                </c:pt>
                <c:pt idx="10819">
                  <c:v>1.0450727014411997E-6</c:v>
                </c:pt>
                <c:pt idx="10820">
                  <c:v>1.577681361570393E-5</c:v>
                </c:pt>
                <c:pt idx="10821">
                  <c:v>2.7528834636700432E-5</c:v>
                </c:pt>
                <c:pt idx="10822">
                  <c:v>3.2003987520354774E-5</c:v>
                </c:pt>
                <c:pt idx="10823">
                  <c:v>2.690291036302359E-5</c:v>
                </c:pt>
                <c:pt idx="10824">
                  <c:v>5.3956702565707214E-5</c:v>
                </c:pt>
                <c:pt idx="10825">
                  <c:v>7.8970878296978933E-6</c:v>
                </c:pt>
                <c:pt idx="10826">
                  <c:v>7.1024769782873707E-8</c:v>
                </c:pt>
                <c:pt idx="10827">
                  <c:v>2.4803302387561435E-5</c:v>
                </c:pt>
                <c:pt idx="10828">
                  <c:v>1.9725794564370924E-5</c:v>
                </c:pt>
                <c:pt idx="10829">
                  <c:v>2.3919266512973563E-4</c:v>
                </c:pt>
                <c:pt idx="10830">
                  <c:v>9.4651834059175199E-6</c:v>
                </c:pt>
                <c:pt idx="10831">
                  <c:v>0</c:v>
                </c:pt>
                <c:pt idx="10832">
                  <c:v>4.1867887688375183E-5</c:v>
                </c:pt>
                <c:pt idx="10833">
                  <c:v>1.2996801462610878E-5</c:v>
                </c:pt>
                <c:pt idx="10834">
                  <c:v>2.0101438147454851E-5</c:v>
                </c:pt>
                <c:pt idx="10835">
                  <c:v>2.7126937474790868E-5</c:v>
                </c:pt>
                <c:pt idx="10836">
                  <c:v>6.9196670593396603E-6</c:v>
                </c:pt>
                <c:pt idx="10837">
                  <c:v>2.0419312509225433E-5</c:v>
                </c:pt>
                <c:pt idx="10838">
                  <c:v>8.2684645178837137E-5</c:v>
                </c:pt>
                <c:pt idx="10839">
                  <c:v>9.945239436910604E-7</c:v>
                </c:pt>
                <c:pt idx="10840">
                  <c:v>8.1084045319675155E-6</c:v>
                </c:pt>
                <c:pt idx="10841">
                  <c:v>4.2827087583373857E-5</c:v>
                </c:pt>
                <c:pt idx="10842">
                  <c:v>2.4668449192038537E-5</c:v>
                </c:pt>
                <c:pt idx="10843">
                  <c:v>9.1101273212957667E-6</c:v>
                </c:pt>
                <c:pt idx="10844">
                  <c:v>0</c:v>
                </c:pt>
                <c:pt idx="10845">
                  <c:v>2.8136854610020761E-5</c:v>
                </c:pt>
                <c:pt idx="10846">
                  <c:v>1.4592128694380273E-6</c:v>
                </c:pt>
                <c:pt idx="10847">
                  <c:v>1.1945663743537725E-5</c:v>
                </c:pt>
                <c:pt idx="10848">
                  <c:v>1.9407665901556167E-6</c:v>
                </c:pt>
                <c:pt idx="10849">
                  <c:v>1.4995369004472121E-3</c:v>
                </c:pt>
                <c:pt idx="10850">
                  <c:v>1.6453906454060961E-5</c:v>
                </c:pt>
                <c:pt idx="10851">
                  <c:v>4.838965562304234E-5</c:v>
                </c:pt>
                <c:pt idx="10852">
                  <c:v>1.1979904114829061E-5</c:v>
                </c:pt>
                <c:pt idx="10853">
                  <c:v>0</c:v>
                </c:pt>
                <c:pt idx="10854">
                  <c:v>3.7540386046954749E-5</c:v>
                </c:pt>
                <c:pt idx="10855">
                  <c:v>7.6112599407504437E-4</c:v>
                </c:pt>
                <c:pt idx="10856">
                  <c:v>1.5666742823036089E-5</c:v>
                </c:pt>
                <c:pt idx="10857">
                  <c:v>1.1320843985498027E-5</c:v>
                </c:pt>
                <c:pt idx="10858">
                  <c:v>1.1774051227906993E-5</c:v>
                </c:pt>
                <c:pt idx="10859">
                  <c:v>2.2977889473786424E-5</c:v>
                </c:pt>
                <c:pt idx="10860">
                  <c:v>1.8510688432859219E-5</c:v>
                </c:pt>
                <c:pt idx="10861">
                  <c:v>3.5550333631547401E-5</c:v>
                </c:pt>
                <c:pt idx="10862">
                  <c:v>1.0790228639464318E-6</c:v>
                </c:pt>
                <c:pt idx="10863">
                  <c:v>5.0986041036264014E-4</c:v>
                </c:pt>
                <c:pt idx="10864">
                  <c:v>1.9511270501685037E-5</c:v>
                </c:pt>
                <c:pt idx="10865">
                  <c:v>3.2419436473099663E-5</c:v>
                </c:pt>
                <c:pt idx="10866">
                  <c:v>9.6445231408812728E-8</c:v>
                </c:pt>
                <c:pt idx="10867">
                  <c:v>4.1461650257678461E-5</c:v>
                </c:pt>
                <c:pt idx="10868">
                  <c:v>4.0717603041909201E-6</c:v>
                </c:pt>
                <c:pt idx="10869">
                  <c:v>0</c:v>
                </c:pt>
                <c:pt idx="10870">
                  <c:v>4.1446058368668395E-5</c:v>
                </c:pt>
                <c:pt idx="10871">
                  <c:v>2.0844920830650052E-5</c:v>
                </c:pt>
                <c:pt idx="10872">
                  <c:v>9.785942306515476E-6</c:v>
                </c:pt>
                <c:pt idx="10873">
                  <c:v>7.4103693552961443E-4</c:v>
                </c:pt>
                <c:pt idx="10874">
                  <c:v>1.3740576708249363E-5</c:v>
                </c:pt>
                <c:pt idx="10875">
                  <c:v>5.2777723443902009E-7</c:v>
                </c:pt>
                <c:pt idx="10876">
                  <c:v>1.8583998383187807E-5</c:v>
                </c:pt>
                <c:pt idx="10877">
                  <c:v>2.9388286033816187E-5</c:v>
                </c:pt>
                <c:pt idx="10878">
                  <c:v>1.7360240513682724E-6</c:v>
                </c:pt>
                <c:pt idx="10879">
                  <c:v>2.3439655752426003E-5</c:v>
                </c:pt>
                <c:pt idx="10880">
                  <c:v>0</c:v>
                </c:pt>
                <c:pt idx="10881">
                  <c:v>1.813162576547784E-5</c:v>
                </c:pt>
                <c:pt idx="10882">
                  <c:v>7.5555705335212292E-6</c:v>
                </c:pt>
                <c:pt idx="10883">
                  <c:v>2.4398508943722316E-5</c:v>
                </c:pt>
                <c:pt idx="10884">
                  <c:v>5.6199984276351958E-6</c:v>
                </c:pt>
                <c:pt idx="10885">
                  <c:v>0</c:v>
                </c:pt>
                <c:pt idx="10886">
                  <c:v>4.8607826229461432E-5</c:v>
                </c:pt>
                <c:pt idx="10887">
                  <c:v>1.8243184050552683E-5</c:v>
                </c:pt>
                <c:pt idx="10888">
                  <c:v>1.9587756611725622E-4</c:v>
                </c:pt>
                <c:pt idx="10889">
                  <c:v>4.5479827266872958E-6</c:v>
                </c:pt>
                <c:pt idx="10890">
                  <c:v>4.6703860216229104E-3</c:v>
                </c:pt>
                <c:pt idx="10891">
                  <c:v>1.0288777286692166E-4</c:v>
                </c:pt>
                <c:pt idx="10892">
                  <c:v>0</c:v>
                </c:pt>
                <c:pt idx="10893">
                  <c:v>8.406651230864805E-5</c:v>
                </c:pt>
                <c:pt idx="10894">
                  <c:v>1.6189664813124158E-6</c:v>
                </c:pt>
                <c:pt idx="10895">
                  <c:v>4.7485515380944E-4</c:v>
                </c:pt>
                <c:pt idx="10896">
                  <c:v>3.6128498991739456E-6</c:v>
                </c:pt>
                <c:pt idx="10897">
                  <c:v>2.3659387960112005E-5</c:v>
                </c:pt>
                <c:pt idx="10898">
                  <c:v>8.6070852462675771E-6</c:v>
                </c:pt>
                <c:pt idx="10899">
                  <c:v>4.3149395765608061E-7</c:v>
                </c:pt>
                <c:pt idx="10900">
                  <c:v>2.766611668955063E-7</c:v>
                </c:pt>
                <c:pt idx="10901">
                  <c:v>1.3830310055037896E-5</c:v>
                </c:pt>
                <c:pt idx="10902">
                  <c:v>5.9137083370056331E-7</c:v>
                </c:pt>
                <c:pt idx="10903">
                  <c:v>8.5915489899173725E-5</c:v>
                </c:pt>
                <c:pt idx="10904">
                  <c:v>1.8987998348010979E-6</c:v>
                </c:pt>
                <c:pt idx="10905">
                  <c:v>0</c:v>
                </c:pt>
                <c:pt idx="10906">
                  <c:v>7.486006712159286E-6</c:v>
                </c:pt>
                <c:pt idx="10907">
                  <c:v>1.2321998927983123E-5</c:v>
                </c:pt>
                <c:pt idx="10908">
                  <c:v>3.2713494554484149E-3</c:v>
                </c:pt>
                <c:pt idx="10909">
                  <c:v>1.1246088994487283E-4</c:v>
                </c:pt>
                <c:pt idx="10910">
                  <c:v>0</c:v>
                </c:pt>
                <c:pt idx="10911">
                  <c:v>2.2880241666318687E-7</c:v>
                </c:pt>
                <c:pt idx="10912">
                  <c:v>9.3170991353853704E-6</c:v>
                </c:pt>
                <c:pt idx="10913">
                  <c:v>1.7872461514129921E-6</c:v>
                </c:pt>
                <c:pt idx="10914">
                  <c:v>5.0804831943604146E-5</c:v>
                </c:pt>
                <c:pt idx="10915">
                  <c:v>4.5139058006973037E-6</c:v>
                </c:pt>
                <c:pt idx="10916">
                  <c:v>3.6240885176038823E-5</c:v>
                </c:pt>
                <c:pt idx="10917">
                  <c:v>8.9731329254868546E-6</c:v>
                </c:pt>
                <c:pt idx="10918">
                  <c:v>9.6441170556963765E-6</c:v>
                </c:pt>
                <c:pt idx="10919">
                  <c:v>0</c:v>
                </c:pt>
                <c:pt idx="10920">
                  <c:v>1.9713576985726205E-5</c:v>
                </c:pt>
                <c:pt idx="10921">
                  <c:v>2.0966723480355612E-6</c:v>
                </c:pt>
                <c:pt idx="10922">
                  <c:v>6.9860962624278686E-6</c:v>
                </c:pt>
                <c:pt idx="10923">
                  <c:v>3.0507049022826029E-5</c:v>
                </c:pt>
                <c:pt idx="10924">
                  <c:v>1.1694564752785214E-5</c:v>
                </c:pt>
                <c:pt idx="10925">
                  <c:v>1.603467860497912E-3</c:v>
                </c:pt>
                <c:pt idx="10926">
                  <c:v>7.6640493901087379E-8</c:v>
                </c:pt>
                <c:pt idx="10927">
                  <c:v>7.770704440225963E-6</c:v>
                </c:pt>
                <c:pt idx="10928">
                  <c:v>0</c:v>
                </c:pt>
                <c:pt idx="10929">
                  <c:v>1.2818867665599266E-5</c:v>
                </c:pt>
                <c:pt idx="10930">
                  <c:v>2.3948894901578473E-3</c:v>
                </c:pt>
                <c:pt idx="10931">
                  <c:v>5.1745187525380519E-6</c:v>
                </c:pt>
                <c:pt idx="10932">
                  <c:v>8.6838365094233746E-5</c:v>
                </c:pt>
                <c:pt idx="10933">
                  <c:v>6.1286077652587833E-5</c:v>
                </c:pt>
                <c:pt idx="10934">
                  <c:v>3.3170076559922989E-4</c:v>
                </c:pt>
                <c:pt idx="10935">
                  <c:v>4.9272892909128291E-7</c:v>
                </c:pt>
                <c:pt idx="10936">
                  <c:v>1.2304473815352623E-6</c:v>
                </c:pt>
                <c:pt idx="10937">
                  <c:v>6.2472260339277325E-5</c:v>
                </c:pt>
                <c:pt idx="10938">
                  <c:v>9.228355361514455E-7</c:v>
                </c:pt>
                <c:pt idx="10939">
                  <c:v>0</c:v>
                </c:pt>
                <c:pt idx="10940">
                  <c:v>2.4056030915371616E-5</c:v>
                </c:pt>
                <c:pt idx="10941">
                  <c:v>4.252789779156472E-6</c:v>
                </c:pt>
                <c:pt idx="10942">
                  <c:v>9.0562548957940172E-5</c:v>
                </c:pt>
                <c:pt idx="10943">
                  <c:v>2.4497088777838421E-6</c:v>
                </c:pt>
                <c:pt idx="10944">
                  <c:v>7.29451528894234E-6</c:v>
                </c:pt>
                <c:pt idx="10945">
                  <c:v>0</c:v>
                </c:pt>
                <c:pt idx="10946">
                  <c:v>2.7841148245330416E-5</c:v>
                </c:pt>
                <c:pt idx="10947">
                  <c:v>2.6884420809197199E-5</c:v>
                </c:pt>
                <c:pt idx="10948">
                  <c:v>1.0505574134745565E-6</c:v>
                </c:pt>
                <c:pt idx="10949">
                  <c:v>1.0019357249644299E-6</c:v>
                </c:pt>
                <c:pt idx="10950">
                  <c:v>1.9526664967842195E-6</c:v>
                </c:pt>
                <c:pt idx="10951">
                  <c:v>4.8169925396805184E-5</c:v>
                </c:pt>
                <c:pt idx="10952">
                  <c:v>1.2876007477101466E-5</c:v>
                </c:pt>
                <c:pt idx="10953">
                  <c:v>3.2640248616899213E-6</c:v>
                </c:pt>
                <c:pt idx="10954">
                  <c:v>1.8748553198638727E-5</c:v>
                </c:pt>
                <c:pt idx="10955">
                  <c:v>0</c:v>
                </c:pt>
                <c:pt idx="10956">
                  <c:v>3.2486368503600146E-5</c:v>
                </c:pt>
                <c:pt idx="10957">
                  <c:v>2.5779886592842049E-4</c:v>
                </c:pt>
                <c:pt idx="10958">
                  <c:v>7.4976073817522356E-4</c:v>
                </c:pt>
                <c:pt idx="10959">
                  <c:v>0</c:v>
                </c:pt>
                <c:pt idx="10960">
                  <c:v>1.6582644711152189E-5</c:v>
                </c:pt>
                <c:pt idx="10961">
                  <c:v>1.5994578085329104E-5</c:v>
                </c:pt>
                <c:pt idx="10962">
                  <c:v>1.3905763922610311E-5</c:v>
                </c:pt>
                <c:pt idx="10963">
                  <c:v>1.07194570234202E-5</c:v>
                </c:pt>
                <c:pt idx="10964">
                  <c:v>4.6875214562125404E-6</c:v>
                </c:pt>
                <c:pt idx="10965">
                  <c:v>3.9574736209859119E-6</c:v>
                </c:pt>
                <c:pt idx="10966">
                  <c:v>4.5498631426224008E-5</c:v>
                </c:pt>
                <c:pt idx="10967">
                  <c:v>0</c:v>
                </c:pt>
                <c:pt idx="10968">
                  <c:v>8.8815561575171381E-6</c:v>
                </c:pt>
                <c:pt idx="10969">
                  <c:v>0</c:v>
                </c:pt>
                <c:pt idx="10970">
                  <c:v>2.3770729167427296E-5</c:v>
                </c:pt>
                <c:pt idx="10971">
                  <c:v>1.5067797071323977E-5</c:v>
                </c:pt>
                <c:pt idx="10972">
                  <c:v>1.065573282209204E-5</c:v>
                </c:pt>
                <c:pt idx="10973">
                  <c:v>2.9374019245945051E-5</c:v>
                </c:pt>
                <c:pt idx="10974">
                  <c:v>1.0302230782074969E-5</c:v>
                </c:pt>
                <c:pt idx="10975">
                  <c:v>1.2566353745433965E-5</c:v>
                </c:pt>
                <c:pt idx="10976">
                  <c:v>7.5754049633651041E-7</c:v>
                </c:pt>
                <c:pt idx="10977">
                  <c:v>1.4760875161290916E-6</c:v>
                </c:pt>
                <c:pt idx="10978">
                  <c:v>1.0080094863851141E-5</c:v>
                </c:pt>
                <c:pt idx="10979">
                  <c:v>1.2338556303591769E-5</c:v>
                </c:pt>
                <c:pt idx="10980">
                  <c:v>2.1295851289757449E-5</c:v>
                </c:pt>
                <c:pt idx="10981">
                  <c:v>2.8246119135872431E-7</c:v>
                </c:pt>
                <c:pt idx="10982">
                  <c:v>0</c:v>
                </c:pt>
                <c:pt idx="10983">
                  <c:v>9.957600043294208E-6</c:v>
                </c:pt>
                <c:pt idx="10984">
                  <c:v>1.9183553569121595E-4</c:v>
                </c:pt>
                <c:pt idx="10985">
                  <c:v>4.8205631123815965E-7</c:v>
                </c:pt>
                <c:pt idx="10986">
                  <c:v>4.5047095234459117E-5</c:v>
                </c:pt>
                <c:pt idx="10987">
                  <c:v>7.002536445638143E-6</c:v>
                </c:pt>
                <c:pt idx="10988">
                  <c:v>3.2450533686350258E-4</c:v>
                </c:pt>
                <c:pt idx="10989">
                  <c:v>9.6376243403513078E-7</c:v>
                </c:pt>
                <c:pt idx="10990">
                  <c:v>5.3070461620799537E-6</c:v>
                </c:pt>
                <c:pt idx="10991">
                  <c:v>1.1072846602497981E-4</c:v>
                </c:pt>
                <c:pt idx="10992">
                  <c:v>0</c:v>
                </c:pt>
                <c:pt idx="10993">
                  <c:v>1.2051340633104727E-7</c:v>
                </c:pt>
                <c:pt idx="10994">
                  <c:v>7.6838769006000465E-5</c:v>
                </c:pt>
                <c:pt idx="10995">
                  <c:v>3.07629626250109E-5</c:v>
                </c:pt>
                <c:pt idx="10996">
                  <c:v>1.7086248726985023E-4</c:v>
                </c:pt>
                <c:pt idx="10997">
                  <c:v>6.4504602407234757E-7</c:v>
                </c:pt>
                <c:pt idx="10998">
                  <c:v>5.0143182639370544E-5</c:v>
                </c:pt>
                <c:pt idx="10999">
                  <c:v>4.4456531153368598E-5</c:v>
                </c:pt>
                <c:pt idx="11000">
                  <c:v>1.3954431171995881E-4</c:v>
                </c:pt>
                <c:pt idx="11001">
                  <c:v>6.2640484829215083E-7</c:v>
                </c:pt>
                <c:pt idx="11002">
                  <c:v>1.7719102135655521E-5</c:v>
                </c:pt>
                <c:pt idx="11003">
                  <c:v>2.5598443973079835E-5</c:v>
                </c:pt>
                <c:pt idx="11004">
                  <c:v>1.5158898759850449E-5</c:v>
                </c:pt>
                <c:pt idx="11005">
                  <c:v>9.2274551758435227E-6</c:v>
                </c:pt>
                <c:pt idx="11006">
                  <c:v>2.6432826038212546E-5</c:v>
                </c:pt>
                <c:pt idx="11007">
                  <c:v>1.5898881030743936E-6</c:v>
                </c:pt>
                <c:pt idx="11008">
                  <c:v>9.901079096209705E-5</c:v>
                </c:pt>
                <c:pt idx="11009">
                  <c:v>1.2965473078349995E-5</c:v>
                </c:pt>
                <c:pt idx="11010">
                  <c:v>8.6869109141271272E-8</c:v>
                </c:pt>
                <c:pt idx="11011">
                  <c:v>3.7503889216925993E-5</c:v>
                </c:pt>
                <c:pt idx="11012">
                  <c:v>2.8094487351691241E-6</c:v>
                </c:pt>
                <c:pt idx="11013">
                  <c:v>2.5884183794581486E-6</c:v>
                </c:pt>
                <c:pt idx="11014">
                  <c:v>3.7464651735417189E-6</c:v>
                </c:pt>
                <c:pt idx="11015">
                  <c:v>8.4005690245739732E-6</c:v>
                </c:pt>
                <c:pt idx="11016">
                  <c:v>1.8635723035912474E-5</c:v>
                </c:pt>
                <c:pt idx="11017">
                  <c:v>6.7308295044540328E-6</c:v>
                </c:pt>
                <c:pt idx="11018">
                  <c:v>8.5102755062528072E-5</c:v>
                </c:pt>
                <c:pt idx="11019">
                  <c:v>1.6185372761843099E-5</c:v>
                </c:pt>
                <c:pt idx="11020">
                  <c:v>0</c:v>
                </c:pt>
                <c:pt idx="11021">
                  <c:v>0</c:v>
                </c:pt>
                <c:pt idx="11022">
                  <c:v>5.0012960075738389E-6</c:v>
                </c:pt>
                <c:pt idx="11023">
                  <c:v>2.2735477786676096E-6</c:v>
                </c:pt>
                <c:pt idx="11024">
                  <c:v>7.2123408584498975E-6</c:v>
                </c:pt>
                <c:pt idx="11025">
                  <c:v>2.608956896118337E-5</c:v>
                </c:pt>
                <c:pt idx="11026">
                  <c:v>2.325614807051823E-6</c:v>
                </c:pt>
                <c:pt idx="11027">
                  <c:v>3.2617563617960547E-5</c:v>
                </c:pt>
                <c:pt idx="11028">
                  <c:v>2.5794950048852991E-5</c:v>
                </c:pt>
                <c:pt idx="11029">
                  <c:v>0</c:v>
                </c:pt>
                <c:pt idx="11030">
                  <c:v>3.6317304377513772E-5</c:v>
                </c:pt>
                <c:pt idx="11031">
                  <c:v>4.811928152789696E-5</c:v>
                </c:pt>
                <c:pt idx="11032">
                  <c:v>8.6426003685399292E-5</c:v>
                </c:pt>
                <c:pt idx="11033">
                  <c:v>3.5435593057135358E-5</c:v>
                </c:pt>
                <c:pt idx="11034">
                  <c:v>8.7568422239956797E-6</c:v>
                </c:pt>
                <c:pt idx="11035">
                  <c:v>0</c:v>
                </c:pt>
                <c:pt idx="11036">
                  <c:v>1.1393890383084825E-3</c:v>
                </c:pt>
                <c:pt idx="11037">
                  <c:v>2.332652151629339E-5</c:v>
                </c:pt>
                <c:pt idx="11038">
                  <c:v>6.0507735397136477E-6</c:v>
                </c:pt>
                <c:pt idx="11039">
                  <c:v>1.0614710030832253E-7</c:v>
                </c:pt>
                <c:pt idx="11040">
                  <c:v>2.4059640763948445E-6</c:v>
                </c:pt>
                <c:pt idx="11041">
                  <c:v>6.3508671616139729E-6</c:v>
                </c:pt>
                <c:pt idx="11042">
                  <c:v>2.298343170010821E-5</c:v>
                </c:pt>
                <c:pt idx="11043">
                  <c:v>1.8631061068911465E-5</c:v>
                </c:pt>
                <c:pt idx="11044">
                  <c:v>0</c:v>
                </c:pt>
                <c:pt idx="11045">
                  <c:v>1.9336947776161805E-5</c:v>
                </c:pt>
                <c:pt idx="11046">
                  <c:v>1.1323859870084665E-4</c:v>
                </c:pt>
                <c:pt idx="11047">
                  <c:v>1.5310680486149008E-7</c:v>
                </c:pt>
                <c:pt idx="11048">
                  <c:v>1.9247712611158776E-5</c:v>
                </c:pt>
                <c:pt idx="11049">
                  <c:v>0</c:v>
                </c:pt>
                <c:pt idx="11050">
                  <c:v>2.6581331762316697E-5</c:v>
                </c:pt>
                <c:pt idx="11051">
                  <c:v>1.7902075772722616E-5</c:v>
                </c:pt>
                <c:pt idx="11052">
                  <c:v>9.3860650578496169E-4</c:v>
                </c:pt>
                <c:pt idx="11053">
                  <c:v>2.2106609978529453E-5</c:v>
                </c:pt>
                <c:pt idx="11054">
                  <c:v>7.0986487229189423E-5</c:v>
                </c:pt>
                <c:pt idx="11055">
                  <c:v>5.364658943184623E-6</c:v>
                </c:pt>
                <c:pt idx="11056">
                  <c:v>3.7175021486644701E-5</c:v>
                </c:pt>
                <c:pt idx="11057">
                  <c:v>2.2394276892589284E-5</c:v>
                </c:pt>
                <c:pt idx="11058">
                  <c:v>2.4680532655728231E-4</c:v>
                </c:pt>
                <c:pt idx="11059">
                  <c:v>1.6519931683781118E-5</c:v>
                </c:pt>
                <c:pt idx="11060">
                  <c:v>7.4420257334158916E-6</c:v>
                </c:pt>
                <c:pt idx="11061">
                  <c:v>1.9965592499520414E-5</c:v>
                </c:pt>
                <c:pt idx="11062">
                  <c:v>1.0867825957104504E-6</c:v>
                </c:pt>
                <c:pt idx="11063">
                  <c:v>1.4318170911595245E-7</c:v>
                </c:pt>
                <c:pt idx="11064">
                  <c:v>6.8730156566004479E-5</c:v>
                </c:pt>
                <c:pt idx="11065">
                  <c:v>0</c:v>
                </c:pt>
                <c:pt idx="11066">
                  <c:v>3.2245634634495888E-3</c:v>
                </c:pt>
                <c:pt idx="11067">
                  <c:v>4.3146255343790962E-6</c:v>
                </c:pt>
                <c:pt idx="11068">
                  <c:v>1.4619436942091292E-5</c:v>
                </c:pt>
                <c:pt idx="11069">
                  <c:v>1.3277501268117646E-5</c:v>
                </c:pt>
                <c:pt idx="11070">
                  <c:v>7.6120897332266508E-7</c:v>
                </c:pt>
                <c:pt idx="11071">
                  <c:v>1.5281586556484103E-5</c:v>
                </c:pt>
                <c:pt idx="11072">
                  <c:v>0</c:v>
                </c:pt>
                <c:pt idx="11073">
                  <c:v>0</c:v>
                </c:pt>
                <c:pt idx="11074">
                  <c:v>5.1190768913299462E-4</c:v>
                </c:pt>
                <c:pt idx="11075">
                  <c:v>2.1141465505895298E-5</c:v>
                </c:pt>
                <c:pt idx="11076">
                  <c:v>1.2856580238341507E-5</c:v>
                </c:pt>
                <c:pt idx="11077">
                  <c:v>1.2069193791201621E-5</c:v>
                </c:pt>
                <c:pt idx="11078">
                  <c:v>0</c:v>
                </c:pt>
                <c:pt idx="11079">
                  <c:v>2.1986441868268831E-5</c:v>
                </c:pt>
                <c:pt idx="11080">
                  <c:v>7.9112827149520478E-6</c:v>
                </c:pt>
                <c:pt idx="11081">
                  <c:v>4.9497951775925262E-5</c:v>
                </c:pt>
                <c:pt idx="11082">
                  <c:v>1.7555809328934407E-5</c:v>
                </c:pt>
                <c:pt idx="11083">
                  <c:v>1.7451350504439501E-5</c:v>
                </c:pt>
                <c:pt idx="11084">
                  <c:v>3.9221456202319894E-5</c:v>
                </c:pt>
                <c:pt idx="11085">
                  <c:v>3.5462160640849114E-5</c:v>
                </c:pt>
                <c:pt idx="11086">
                  <c:v>4.5212747744332722E-6</c:v>
                </c:pt>
                <c:pt idx="11087">
                  <c:v>4.8757888598218974E-5</c:v>
                </c:pt>
                <c:pt idx="11088">
                  <c:v>1.0117777734335604E-5</c:v>
                </c:pt>
                <c:pt idx="11089">
                  <c:v>4.0405400539212099E-5</c:v>
                </c:pt>
                <c:pt idx="11090">
                  <c:v>3.0959585077712E-5</c:v>
                </c:pt>
                <c:pt idx="11091">
                  <c:v>8.9869291678224088E-6</c:v>
                </c:pt>
                <c:pt idx="11092">
                  <c:v>6.7366994139056024E-6</c:v>
                </c:pt>
                <c:pt idx="11093">
                  <c:v>2.8930610979962548E-5</c:v>
                </c:pt>
                <c:pt idx="11094">
                  <c:v>2.2223350722558256E-6</c:v>
                </c:pt>
                <c:pt idx="11095">
                  <c:v>1.4130465472271667E-7</c:v>
                </c:pt>
                <c:pt idx="11096">
                  <c:v>1.2587731045719167E-7</c:v>
                </c:pt>
                <c:pt idx="11097">
                  <c:v>0</c:v>
                </c:pt>
                <c:pt idx="11098">
                  <c:v>4.8083698329386532E-5</c:v>
                </c:pt>
                <c:pt idx="11099">
                  <c:v>4.3172439501664472E-5</c:v>
                </c:pt>
                <c:pt idx="11100">
                  <c:v>2.2320730881758608E-5</c:v>
                </c:pt>
                <c:pt idx="11101">
                  <c:v>7.4267350776302269E-6</c:v>
                </c:pt>
                <c:pt idx="11102">
                  <c:v>3.0841807215518269E-5</c:v>
                </c:pt>
                <c:pt idx="11103">
                  <c:v>2.8463539921326095E-5</c:v>
                </c:pt>
                <c:pt idx="11104">
                  <c:v>1.6139544591884923E-5</c:v>
                </c:pt>
                <c:pt idx="11105">
                  <c:v>1.2781699391905087E-4</c:v>
                </c:pt>
                <c:pt idx="11106">
                  <c:v>3.490517831039153E-7</c:v>
                </c:pt>
                <c:pt idx="11107">
                  <c:v>3.4287423274938653E-6</c:v>
                </c:pt>
                <c:pt idx="11108">
                  <c:v>7.7600569202655932E-6</c:v>
                </c:pt>
                <c:pt idx="11109">
                  <c:v>7.4621901200184895E-7</c:v>
                </c:pt>
                <c:pt idx="11110">
                  <c:v>8.2917072823335259E-4</c:v>
                </c:pt>
                <c:pt idx="11111">
                  <c:v>3.9278529339446081E-6</c:v>
                </c:pt>
                <c:pt idx="11112">
                  <c:v>6.6480586321436653E-7</c:v>
                </c:pt>
                <c:pt idx="11113">
                  <c:v>0</c:v>
                </c:pt>
                <c:pt idx="11114">
                  <c:v>0</c:v>
                </c:pt>
                <c:pt idx="11115">
                  <c:v>7.7595490631373174E-6</c:v>
                </c:pt>
                <c:pt idx="11116">
                  <c:v>8.0480790139013227E-6</c:v>
                </c:pt>
                <c:pt idx="11117">
                  <c:v>1.3275924524216721E-5</c:v>
                </c:pt>
                <c:pt idx="11118">
                  <c:v>1.8434428979701327E-5</c:v>
                </c:pt>
                <c:pt idx="11119">
                  <c:v>2.0103780173491451E-5</c:v>
                </c:pt>
                <c:pt idx="11120">
                  <c:v>7.275720549092061E-6</c:v>
                </c:pt>
                <c:pt idx="11121">
                  <c:v>3.1324436263936213E-4</c:v>
                </c:pt>
                <c:pt idx="11122">
                  <c:v>3.9102090251950796E-5</c:v>
                </c:pt>
                <c:pt idx="11123">
                  <c:v>2.9757199865104352E-6</c:v>
                </c:pt>
                <c:pt idx="11124">
                  <c:v>5.2142814672602324E-5</c:v>
                </c:pt>
                <c:pt idx="11125">
                  <c:v>2.2566635829376787E-5</c:v>
                </c:pt>
                <c:pt idx="11126">
                  <c:v>1.3349220036771336E-6</c:v>
                </c:pt>
                <c:pt idx="11127">
                  <c:v>5.0273876223175803E-7</c:v>
                </c:pt>
                <c:pt idx="11128">
                  <c:v>6.0370756891783635E-6</c:v>
                </c:pt>
                <c:pt idx="11129">
                  <c:v>1.1733326161452651E-5</c:v>
                </c:pt>
                <c:pt idx="11130">
                  <c:v>2.1533026117236092E-5</c:v>
                </c:pt>
                <c:pt idx="11131">
                  <c:v>2.7463930183245771E-5</c:v>
                </c:pt>
                <c:pt idx="11132">
                  <c:v>9.3343510566421766E-6</c:v>
                </c:pt>
                <c:pt idx="11133">
                  <c:v>4.4222153015407434E-6</c:v>
                </c:pt>
                <c:pt idx="11134">
                  <c:v>1.5107131646031293E-5</c:v>
                </c:pt>
                <c:pt idx="11135">
                  <c:v>5.1405565920683508E-8</c:v>
                </c:pt>
                <c:pt idx="11136">
                  <c:v>2.4098762131044281E-5</c:v>
                </c:pt>
                <c:pt idx="11137">
                  <c:v>1.0003094503800399E-6</c:v>
                </c:pt>
                <c:pt idx="11138">
                  <c:v>2.6391405642872776E-4</c:v>
                </c:pt>
                <c:pt idx="11139">
                  <c:v>1.6672101306497308E-6</c:v>
                </c:pt>
                <c:pt idx="11140">
                  <c:v>5.2342700482144031E-5</c:v>
                </c:pt>
                <c:pt idx="11141">
                  <c:v>1.3753051745819597E-4</c:v>
                </c:pt>
                <c:pt idx="11142">
                  <c:v>3.1680473578742838E-6</c:v>
                </c:pt>
                <c:pt idx="11143">
                  <c:v>3.1897441586378889E-5</c:v>
                </c:pt>
                <c:pt idx="11144">
                  <c:v>1.4939621641425853E-3</c:v>
                </c:pt>
                <c:pt idx="11145">
                  <c:v>1.9898113023641053E-5</c:v>
                </c:pt>
                <c:pt idx="11146">
                  <c:v>9.0302627258153828E-5</c:v>
                </c:pt>
                <c:pt idx="11147">
                  <c:v>2.1274149089087138E-5</c:v>
                </c:pt>
                <c:pt idx="11148">
                  <c:v>9.2377494957148021E-5</c:v>
                </c:pt>
                <c:pt idx="11149">
                  <c:v>3.816188846967659E-5</c:v>
                </c:pt>
                <c:pt idx="11150">
                  <c:v>1.8353891793765056E-3</c:v>
                </c:pt>
                <c:pt idx="11151">
                  <c:v>1.1462120993161965E-5</c:v>
                </c:pt>
                <c:pt idx="11152">
                  <c:v>2.3923963918454612E-4</c:v>
                </c:pt>
                <c:pt idx="11153">
                  <c:v>1.1367897942981904E-3</c:v>
                </c:pt>
                <c:pt idx="11154">
                  <c:v>2.7179767087663084E-6</c:v>
                </c:pt>
                <c:pt idx="11155">
                  <c:v>3.9723234281941246E-7</c:v>
                </c:pt>
                <c:pt idx="11156">
                  <c:v>0</c:v>
                </c:pt>
                <c:pt idx="11157">
                  <c:v>9.1448408333559939E-7</c:v>
                </c:pt>
                <c:pt idx="11158">
                  <c:v>1.0468841358050644E-7</c:v>
                </c:pt>
                <c:pt idx="11159">
                  <c:v>1.1044816383780944E-5</c:v>
                </c:pt>
                <c:pt idx="11160">
                  <c:v>1.1259107655552497E-6</c:v>
                </c:pt>
                <c:pt idx="11161">
                  <c:v>9.0791097222447386E-8</c:v>
                </c:pt>
                <c:pt idx="11162">
                  <c:v>2.8927139731982335E-5</c:v>
                </c:pt>
                <c:pt idx="11163">
                  <c:v>3.2233011549787486E-6</c:v>
                </c:pt>
                <c:pt idx="11164">
                  <c:v>7.065172105485812E-6</c:v>
                </c:pt>
                <c:pt idx="11165">
                  <c:v>1.5802817836119366E-6</c:v>
                </c:pt>
                <c:pt idx="11166">
                  <c:v>8.316912856673564E-6</c:v>
                </c:pt>
                <c:pt idx="11167">
                  <c:v>2.820669677839042E-6</c:v>
                </c:pt>
                <c:pt idx="11168">
                  <c:v>1.5915217975161179E-3</c:v>
                </c:pt>
                <c:pt idx="11169">
                  <c:v>2.2793648829710659E-5</c:v>
                </c:pt>
                <c:pt idx="11170">
                  <c:v>2.4163462955753201E-4</c:v>
                </c:pt>
                <c:pt idx="11171">
                  <c:v>4.2070390348061647E-7</c:v>
                </c:pt>
                <c:pt idx="11172">
                  <c:v>3.5011764395828651E-5</c:v>
                </c:pt>
                <c:pt idx="11173">
                  <c:v>3.3394368339317156E-5</c:v>
                </c:pt>
                <c:pt idx="11174">
                  <c:v>2.5008628914730622E-6</c:v>
                </c:pt>
                <c:pt idx="11175">
                  <c:v>2.3627901696406083E-6</c:v>
                </c:pt>
                <c:pt idx="11176">
                  <c:v>3.6074329296385563E-5</c:v>
                </c:pt>
                <c:pt idx="11177">
                  <c:v>7.8386454208578773E-6</c:v>
                </c:pt>
                <c:pt idx="11178">
                  <c:v>3.6623255702983593E-5</c:v>
                </c:pt>
                <c:pt idx="11179">
                  <c:v>1.3859355565066133E-5</c:v>
                </c:pt>
                <c:pt idx="11180">
                  <c:v>6.8430834848891622E-6</c:v>
                </c:pt>
                <c:pt idx="11181">
                  <c:v>1.6317326011701399E-4</c:v>
                </c:pt>
                <c:pt idx="11182">
                  <c:v>4.949591561688804E-5</c:v>
                </c:pt>
                <c:pt idx="11183">
                  <c:v>1.5193741923384709E-5</c:v>
                </c:pt>
                <c:pt idx="11184">
                  <c:v>1.3605434691909801E-5</c:v>
                </c:pt>
                <c:pt idx="11185">
                  <c:v>1.1850466696271943E-5</c:v>
                </c:pt>
                <c:pt idx="11186">
                  <c:v>2.5229907672901997E-5</c:v>
                </c:pt>
                <c:pt idx="11187">
                  <c:v>4.0240162066136235E-5</c:v>
                </c:pt>
                <c:pt idx="11188">
                  <c:v>1.3735018222525836E-5</c:v>
                </c:pt>
                <c:pt idx="11189">
                  <c:v>1.6314106963395321E-5</c:v>
                </c:pt>
                <c:pt idx="11190">
                  <c:v>1.1403307841976376E-5</c:v>
                </c:pt>
                <c:pt idx="11191">
                  <c:v>1.7132387246989593E-5</c:v>
                </c:pt>
                <c:pt idx="11192">
                  <c:v>3.4869212983271388E-5</c:v>
                </c:pt>
                <c:pt idx="11193">
                  <c:v>2.2938618965610073E-6</c:v>
                </c:pt>
                <c:pt idx="11194">
                  <c:v>1.8091489592113907E-5</c:v>
                </c:pt>
                <c:pt idx="11195">
                  <c:v>7.0733213327474435E-6</c:v>
                </c:pt>
                <c:pt idx="11196">
                  <c:v>4.678058519623359E-5</c:v>
                </c:pt>
                <c:pt idx="11197">
                  <c:v>1.2526619450721647E-5</c:v>
                </c:pt>
                <c:pt idx="11198">
                  <c:v>5.9445014996045105E-6</c:v>
                </c:pt>
                <c:pt idx="11199">
                  <c:v>3.4890117853775161E-6</c:v>
                </c:pt>
                <c:pt idx="11200">
                  <c:v>2.6827413109046642E-3</c:v>
                </c:pt>
                <c:pt idx="11201">
                  <c:v>5.3342958322112924E-6</c:v>
                </c:pt>
                <c:pt idx="11202">
                  <c:v>2.8370580491394002E-5</c:v>
                </c:pt>
                <c:pt idx="11203">
                  <c:v>7.0176481395806424E-5</c:v>
                </c:pt>
                <c:pt idx="11204">
                  <c:v>3.055998383661689E-4</c:v>
                </c:pt>
                <c:pt idx="11205">
                  <c:v>2.990385609861946E-5</c:v>
                </c:pt>
                <c:pt idx="11206">
                  <c:v>7.166701504154879E-6</c:v>
                </c:pt>
                <c:pt idx="11207">
                  <c:v>2.6077546118344128E-5</c:v>
                </c:pt>
                <c:pt idx="11208">
                  <c:v>6.2529332766050211E-6</c:v>
                </c:pt>
                <c:pt idx="11209">
                  <c:v>2.2089820499645241E-5</c:v>
                </c:pt>
                <c:pt idx="11210">
                  <c:v>0</c:v>
                </c:pt>
                <c:pt idx="11211">
                  <c:v>1.6067085484612917E-6</c:v>
                </c:pt>
                <c:pt idx="11212">
                  <c:v>4.3290462444373113E-5</c:v>
                </c:pt>
                <c:pt idx="11213">
                  <c:v>1.184573990901514E-5</c:v>
                </c:pt>
                <c:pt idx="11214">
                  <c:v>4.2569980498613512E-8</c:v>
                </c:pt>
                <c:pt idx="11215">
                  <c:v>2.804037217026261E-6</c:v>
                </c:pt>
                <c:pt idx="11216">
                  <c:v>4.9521432777716424E-5</c:v>
                </c:pt>
                <c:pt idx="11217">
                  <c:v>5.3301858200563565E-4</c:v>
                </c:pt>
                <c:pt idx="11218">
                  <c:v>0</c:v>
                </c:pt>
                <c:pt idx="11219">
                  <c:v>5.4068939445769547E-6</c:v>
                </c:pt>
                <c:pt idx="11220">
                  <c:v>1.6000077776717872E-6</c:v>
                </c:pt>
                <c:pt idx="11221">
                  <c:v>2.7640337233270497E-5</c:v>
                </c:pt>
                <c:pt idx="11222">
                  <c:v>5.8307529810952186E-5</c:v>
                </c:pt>
                <c:pt idx="11223">
                  <c:v>7.9010672138398898E-5</c:v>
                </c:pt>
                <c:pt idx="11224">
                  <c:v>1.7835425204388499E-6</c:v>
                </c:pt>
                <c:pt idx="11225">
                  <c:v>9.9468045037531928E-6</c:v>
                </c:pt>
                <c:pt idx="11226">
                  <c:v>0</c:v>
                </c:pt>
                <c:pt idx="11227">
                  <c:v>0</c:v>
                </c:pt>
                <c:pt idx="11228">
                  <c:v>1.3022021864058376E-5</c:v>
                </c:pt>
                <c:pt idx="11229">
                  <c:v>3.7545610666759726E-6</c:v>
                </c:pt>
                <c:pt idx="11230">
                  <c:v>1.0602302286806916E-4</c:v>
                </c:pt>
                <c:pt idx="11231">
                  <c:v>1.8427588867549959E-6</c:v>
                </c:pt>
                <c:pt idx="11232">
                  <c:v>0</c:v>
                </c:pt>
                <c:pt idx="11233">
                  <c:v>1.3979401711860106E-5</c:v>
                </c:pt>
                <c:pt idx="11234">
                  <c:v>1.5925826583372699E-5</c:v>
                </c:pt>
                <c:pt idx="11235">
                  <c:v>1.0508500478515685E-6</c:v>
                </c:pt>
                <c:pt idx="11236">
                  <c:v>1.4430443805591228E-5</c:v>
                </c:pt>
                <c:pt idx="11237">
                  <c:v>1.3834878197544097E-5</c:v>
                </c:pt>
                <c:pt idx="11238">
                  <c:v>2.4672625242010819E-6</c:v>
                </c:pt>
                <c:pt idx="11239">
                  <c:v>0</c:v>
                </c:pt>
                <c:pt idx="11240">
                  <c:v>3.306989549299759E-5</c:v>
                </c:pt>
                <c:pt idx="11241">
                  <c:v>2.9672281863403976E-4</c:v>
                </c:pt>
                <c:pt idx="11242">
                  <c:v>6.6162296398734112E-6</c:v>
                </c:pt>
                <c:pt idx="11243">
                  <c:v>6.6203418897821327E-5</c:v>
                </c:pt>
                <c:pt idx="11244">
                  <c:v>2.5817845281314033E-5</c:v>
                </c:pt>
                <c:pt idx="11245">
                  <c:v>6.6751003336454023E-5</c:v>
                </c:pt>
                <c:pt idx="11246">
                  <c:v>7.9740523674800632E-5</c:v>
                </c:pt>
                <c:pt idx="11247">
                  <c:v>2.1535794110316587E-5</c:v>
                </c:pt>
                <c:pt idx="11248">
                  <c:v>1.3017776645228104E-6</c:v>
                </c:pt>
                <c:pt idx="11249">
                  <c:v>0</c:v>
                </c:pt>
                <c:pt idx="11250">
                  <c:v>1.5134399132615636E-6</c:v>
                </c:pt>
                <c:pt idx="11251">
                  <c:v>1.25168694992647E-4</c:v>
                </c:pt>
                <c:pt idx="11252">
                  <c:v>2.2792983780308826E-6</c:v>
                </c:pt>
                <c:pt idx="11253">
                  <c:v>2.8728283050188638E-6</c:v>
                </c:pt>
                <c:pt idx="11254">
                  <c:v>3.5132779790194339E-5</c:v>
                </c:pt>
                <c:pt idx="11255">
                  <c:v>6.8647043603460784E-6</c:v>
                </c:pt>
                <c:pt idx="11256">
                  <c:v>8.1706481672596445E-6</c:v>
                </c:pt>
                <c:pt idx="11257">
                  <c:v>1.0446849497735083E-5</c:v>
                </c:pt>
                <c:pt idx="11258">
                  <c:v>8.4477489119631083E-6</c:v>
                </c:pt>
                <c:pt idx="11259">
                  <c:v>0</c:v>
                </c:pt>
                <c:pt idx="11260">
                  <c:v>3.9891029762099484E-5</c:v>
                </c:pt>
                <c:pt idx="11261">
                  <c:v>1.6873706923700352E-6</c:v>
                </c:pt>
                <c:pt idx="11262">
                  <c:v>7.1114943884309915E-6</c:v>
                </c:pt>
                <c:pt idx="11263">
                  <c:v>6.1276765124863334E-6</c:v>
                </c:pt>
                <c:pt idx="11264">
                  <c:v>2.9289997451763468E-5</c:v>
                </c:pt>
                <c:pt idx="11265">
                  <c:v>3.8650025323611958E-7</c:v>
                </c:pt>
                <c:pt idx="11266">
                  <c:v>5.4078575255372937E-6</c:v>
                </c:pt>
                <c:pt idx="11267">
                  <c:v>1.6472951121593882E-5</c:v>
                </c:pt>
                <c:pt idx="11268">
                  <c:v>3.7342004241873612E-6</c:v>
                </c:pt>
                <c:pt idx="11269">
                  <c:v>4.9530889133811507E-5</c:v>
                </c:pt>
                <c:pt idx="11270">
                  <c:v>6.7501998135326666E-8</c:v>
                </c:pt>
                <c:pt idx="11271">
                  <c:v>1.363327734680349E-4</c:v>
                </c:pt>
                <c:pt idx="11272">
                  <c:v>4.2840763576097862E-5</c:v>
                </c:pt>
                <c:pt idx="11273">
                  <c:v>1.5184020388750346E-4</c:v>
                </c:pt>
                <c:pt idx="11274">
                  <c:v>2.0720453640352125E-5</c:v>
                </c:pt>
                <c:pt idx="11275">
                  <c:v>1.4915839760179763E-4</c:v>
                </c:pt>
                <c:pt idx="11276">
                  <c:v>4.4257435780274423E-6</c:v>
                </c:pt>
                <c:pt idx="11277">
                  <c:v>0</c:v>
                </c:pt>
                <c:pt idx="11278">
                  <c:v>0</c:v>
                </c:pt>
                <c:pt idx="11279">
                  <c:v>2.3628395063582791E-5</c:v>
                </c:pt>
                <c:pt idx="11280">
                  <c:v>6.1157968662081984E-6</c:v>
                </c:pt>
                <c:pt idx="11281">
                  <c:v>1.2911420063323153E-5</c:v>
                </c:pt>
                <c:pt idx="11282">
                  <c:v>5.1063498503836262E-6</c:v>
                </c:pt>
                <c:pt idx="11283">
                  <c:v>4.3119601684796772E-6</c:v>
                </c:pt>
                <c:pt idx="11284">
                  <c:v>3.3034306776741823E-5</c:v>
                </c:pt>
                <c:pt idx="11285">
                  <c:v>8.7974319210069769E-6</c:v>
                </c:pt>
                <c:pt idx="11286">
                  <c:v>3.4945414827175899E-6</c:v>
                </c:pt>
                <c:pt idx="11287">
                  <c:v>3.0608001699826439E-5</c:v>
                </c:pt>
                <c:pt idx="11288">
                  <c:v>2.2749484327345842E-6</c:v>
                </c:pt>
                <c:pt idx="11289">
                  <c:v>8.8757568035647102E-7</c:v>
                </c:pt>
                <c:pt idx="11290">
                  <c:v>0</c:v>
                </c:pt>
                <c:pt idx="11291">
                  <c:v>2.8785449397225138E-5</c:v>
                </c:pt>
                <c:pt idx="11292">
                  <c:v>0</c:v>
                </c:pt>
                <c:pt idx="11293">
                  <c:v>8.9943185734130047E-6</c:v>
                </c:pt>
                <c:pt idx="11294">
                  <c:v>7.8990556220546443E-6</c:v>
                </c:pt>
                <c:pt idx="11295">
                  <c:v>8.4091369484403219E-6</c:v>
                </c:pt>
                <c:pt idx="11296">
                  <c:v>1.0962895710179893E-7</c:v>
                </c:pt>
                <c:pt idx="11297">
                  <c:v>5.5294386434245565E-7</c:v>
                </c:pt>
                <c:pt idx="11298">
                  <c:v>2.3338850451128432E-4</c:v>
                </c:pt>
                <c:pt idx="11299">
                  <c:v>1.3738962909717676E-5</c:v>
                </c:pt>
                <c:pt idx="11300">
                  <c:v>3.2590215093546278E-5</c:v>
                </c:pt>
                <c:pt idx="11301">
                  <c:v>1.9199168569264284E-5</c:v>
                </c:pt>
                <c:pt idx="11302">
                  <c:v>6.2750360475501073E-7</c:v>
                </c:pt>
                <c:pt idx="11303">
                  <c:v>1.4374198976364749E-5</c:v>
                </c:pt>
                <c:pt idx="11304">
                  <c:v>7.0815816364604422E-5</c:v>
                </c:pt>
                <c:pt idx="11305">
                  <c:v>3.3644592863370237E-4</c:v>
                </c:pt>
                <c:pt idx="11306">
                  <c:v>1.2558470088614862E-5</c:v>
                </c:pt>
                <c:pt idx="11307">
                  <c:v>2.8112175095964079E-6</c:v>
                </c:pt>
                <c:pt idx="11308">
                  <c:v>1.7456767194091635E-6</c:v>
                </c:pt>
                <c:pt idx="11309">
                  <c:v>8.8639782039811767E-6</c:v>
                </c:pt>
                <c:pt idx="11310">
                  <c:v>0</c:v>
                </c:pt>
                <c:pt idx="11311">
                  <c:v>2.7802718477473775E-4</c:v>
                </c:pt>
                <c:pt idx="11312">
                  <c:v>9.9946431787673556E-6</c:v>
                </c:pt>
                <c:pt idx="11313">
                  <c:v>2.277852751751918E-5</c:v>
                </c:pt>
                <c:pt idx="11314">
                  <c:v>1.8547795788934826E-6</c:v>
                </c:pt>
                <c:pt idx="11315">
                  <c:v>2.3224021648143682E-6</c:v>
                </c:pt>
                <c:pt idx="11316">
                  <c:v>1.6763025592398818E-5</c:v>
                </c:pt>
                <c:pt idx="11317">
                  <c:v>1.7309156059005308E-5</c:v>
                </c:pt>
                <c:pt idx="11318">
                  <c:v>3.4981644015412277E-5</c:v>
                </c:pt>
                <c:pt idx="11319">
                  <c:v>3.7077958014519106E-4</c:v>
                </c:pt>
                <c:pt idx="11320">
                  <c:v>1.0527945141595863E-4</c:v>
                </c:pt>
                <c:pt idx="11321">
                  <c:v>8.1511665506330877E-6</c:v>
                </c:pt>
                <c:pt idx="11322">
                  <c:v>9.0911296895885966E-4</c:v>
                </c:pt>
                <c:pt idx="11323">
                  <c:v>1.8806901009392386E-5</c:v>
                </c:pt>
                <c:pt idx="11324">
                  <c:v>1.0486047530611145E-5</c:v>
                </c:pt>
                <c:pt idx="11325">
                  <c:v>8.1268119913781279E-5</c:v>
                </c:pt>
                <c:pt idx="11326">
                  <c:v>3.1607687459675937E-4</c:v>
                </c:pt>
                <c:pt idx="11327">
                  <c:v>3.9882218332028891E-5</c:v>
                </c:pt>
                <c:pt idx="11328">
                  <c:v>1.7292727950745561E-5</c:v>
                </c:pt>
                <c:pt idx="11329">
                  <c:v>0</c:v>
                </c:pt>
                <c:pt idx="11330">
                  <c:v>1.6296815468802362E-6</c:v>
                </c:pt>
                <c:pt idx="11331">
                  <c:v>7.4734338205006835E-6</c:v>
                </c:pt>
                <c:pt idx="11332">
                  <c:v>6.3515176336566514E-5</c:v>
                </c:pt>
                <c:pt idx="11333">
                  <c:v>2.2151018821922975E-5</c:v>
                </c:pt>
                <c:pt idx="11334">
                  <c:v>0</c:v>
                </c:pt>
                <c:pt idx="11335">
                  <c:v>3.094596903914209E-5</c:v>
                </c:pt>
                <c:pt idx="11336">
                  <c:v>0</c:v>
                </c:pt>
                <c:pt idx="11337">
                  <c:v>1.2244328022520213E-5</c:v>
                </c:pt>
                <c:pt idx="11338">
                  <c:v>3.2352641151043659E-5</c:v>
                </c:pt>
                <c:pt idx="11339">
                  <c:v>1.7011867206832207E-7</c:v>
                </c:pt>
                <c:pt idx="11340">
                  <c:v>1.1538897007828681E-4</c:v>
                </c:pt>
                <c:pt idx="11341">
                  <c:v>8.4731345545192668E-6</c:v>
                </c:pt>
                <c:pt idx="11342">
                  <c:v>1.8205767614583235E-5</c:v>
                </c:pt>
                <c:pt idx="11343">
                  <c:v>3.3320110065983741E-6</c:v>
                </c:pt>
                <c:pt idx="11344">
                  <c:v>1.2903042314146461E-5</c:v>
                </c:pt>
                <c:pt idx="11345">
                  <c:v>4.0921273299343724E-5</c:v>
                </c:pt>
                <c:pt idx="11346">
                  <c:v>7.1046170843448774E-6</c:v>
                </c:pt>
                <c:pt idx="11347">
                  <c:v>0</c:v>
                </c:pt>
                <c:pt idx="11348">
                  <c:v>1.6266391951320863E-5</c:v>
                </c:pt>
                <c:pt idx="11349">
                  <c:v>3.0332361976790193E-5</c:v>
                </c:pt>
                <c:pt idx="11350">
                  <c:v>5.6793699094809443E-5</c:v>
                </c:pt>
                <c:pt idx="11351">
                  <c:v>2.0592530959536607E-5</c:v>
                </c:pt>
                <c:pt idx="11352">
                  <c:v>7.9547742156818605E-6</c:v>
                </c:pt>
                <c:pt idx="11353">
                  <c:v>4.4567684396707879E-7</c:v>
                </c:pt>
                <c:pt idx="11354">
                  <c:v>4.6639205158076954E-5</c:v>
                </c:pt>
                <c:pt idx="11355">
                  <c:v>2.915444649420041E-5</c:v>
                </c:pt>
                <c:pt idx="11356">
                  <c:v>6.6289122232830711E-5</c:v>
                </c:pt>
                <c:pt idx="11357">
                  <c:v>1.6532788614639794E-5</c:v>
                </c:pt>
                <c:pt idx="11358">
                  <c:v>0</c:v>
                </c:pt>
                <c:pt idx="11359">
                  <c:v>4.0374302910272938E-5</c:v>
                </c:pt>
                <c:pt idx="11360">
                  <c:v>1.4609709572325326E-6</c:v>
                </c:pt>
                <c:pt idx="11361">
                  <c:v>1.4683347498242781E-5</c:v>
                </c:pt>
                <c:pt idx="11362">
                  <c:v>6.5732890868530933E-6</c:v>
                </c:pt>
                <c:pt idx="11363">
                  <c:v>2.0177553800103611E-5</c:v>
                </c:pt>
                <c:pt idx="11364">
                  <c:v>5.394436647969591E-6</c:v>
                </c:pt>
                <c:pt idx="11365">
                  <c:v>1.3783132134197604E-5</c:v>
                </c:pt>
                <c:pt idx="11366">
                  <c:v>1.8975204012342044E-5</c:v>
                </c:pt>
                <c:pt idx="11367">
                  <c:v>2.7186680127334013E-5</c:v>
                </c:pt>
                <c:pt idx="11368">
                  <c:v>1.365916345074116E-6</c:v>
                </c:pt>
                <c:pt idx="11369">
                  <c:v>1.3565038450559486E-3</c:v>
                </c:pt>
                <c:pt idx="11370">
                  <c:v>2.6173238813483899E-5</c:v>
                </c:pt>
                <c:pt idx="11371">
                  <c:v>1.660750108864396E-4</c:v>
                </c:pt>
                <c:pt idx="11372">
                  <c:v>1.1253063440456444E-5</c:v>
                </c:pt>
                <c:pt idx="11373">
                  <c:v>8.0390207803168926E-8</c:v>
                </c:pt>
                <c:pt idx="11374">
                  <c:v>3.3641445262949216E-7</c:v>
                </c:pt>
                <c:pt idx="11375">
                  <c:v>4.4733109864822772E-5</c:v>
                </c:pt>
                <c:pt idx="11376">
                  <c:v>3.3864916263798042E-5</c:v>
                </c:pt>
                <c:pt idx="11377">
                  <c:v>0</c:v>
                </c:pt>
                <c:pt idx="11378">
                  <c:v>1.8932176338844684E-5</c:v>
                </c:pt>
                <c:pt idx="11379">
                  <c:v>2.8737965680555661E-5</c:v>
                </c:pt>
                <c:pt idx="11380">
                  <c:v>9.7988355111353837E-6</c:v>
                </c:pt>
                <c:pt idx="11381">
                  <c:v>7.2725546741354683E-5</c:v>
                </c:pt>
                <c:pt idx="11382">
                  <c:v>5.3118390896727105E-5</c:v>
                </c:pt>
                <c:pt idx="11383">
                  <c:v>4.9755852492409083E-5</c:v>
                </c:pt>
                <c:pt idx="11384">
                  <c:v>1.0964885462914173E-5</c:v>
                </c:pt>
                <c:pt idx="11385">
                  <c:v>3.3352748975520672E-8</c:v>
                </c:pt>
                <c:pt idx="11386">
                  <c:v>0</c:v>
                </c:pt>
                <c:pt idx="11387">
                  <c:v>1.6259774415962226E-5</c:v>
                </c:pt>
                <c:pt idx="11388">
                  <c:v>6.561953132429399E-6</c:v>
                </c:pt>
                <c:pt idx="11389">
                  <c:v>3.0060921212477296E-6</c:v>
                </c:pt>
                <c:pt idx="11390">
                  <c:v>2.6372905301142676E-6</c:v>
                </c:pt>
                <c:pt idx="11391">
                  <c:v>6.9518765450622724E-6</c:v>
                </c:pt>
                <c:pt idx="11392">
                  <c:v>1.3958264870687663E-6</c:v>
                </c:pt>
                <c:pt idx="11393">
                  <c:v>3.7240278123874074E-6</c:v>
                </c:pt>
                <c:pt idx="11394">
                  <c:v>6.9123893088385608E-6</c:v>
                </c:pt>
                <c:pt idx="11395">
                  <c:v>1.032387028449719E-5</c:v>
                </c:pt>
                <c:pt idx="11396">
                  <c:v>2.3811140438029046E-3</c:v>
                </c:pt>
                <c:pt idx="11397">
                  <c:v>4.6768814247202605E-6</c:v>
                </c:pt>
                <c:pt idx="11398">
                  <c:v>1.9846878436083964E-4</c:v>
                </c:pt>
                <c:pt idx="11399">
                  <c:v>5.3159709062243533E-6</c:v>
                </c:pt>
                <c:pt idx="11400">
                  <c:v>1.7112850550869186E-3</c:v>
                </c:pt>
                <c:pt idx="11401">
                  <c:v>1.3794343645325861E-5</c:v>
                </c:pt>
                <c:pt idx="11402">
                  <c:v>5.3540299990372171E-4</c:v>
                </c:pt>
                <c:pt idx="11403">
                  <c:v>4.8085321387072403E-5</c:v>
                </c:pt>
                <c:pt idx="11404">
                  <c:v>2.1540223979124024E-7</c:v>
                </c:pt>
                <c:pt idx="11405">
                  <c:v>5.5929217273262339E-6</c:v>
                </c:pt>
                <c:pt idx="11406">
                  <c:v>4.4152806846872975E-6</c:v>
                </c:pt>
                <c:pt idx="11407">
                  <c:v>6.0216052370958904E-6</c:v>
                </c:pt>
                <c:pt idx="11408">
                  <c:v>1.8952309416619711E-5</c:v>
                </c:pt>
                <c:pt idx="11409">
                  <c:v>1.4662945613614626E-5</c:v>
                </c:pt>
                <c:pt idx="11410">
                  <c:v>0</c:v>
                </c:pt>
                <c:pt idx="11411">
                  <c:v>1.0744856484237927E-5</c:v>
                </c:pt>
                <c:pt idx="11412">
                  <c:v>4.1922416404598259E-6</c:v>
                </c:pt>
                <c:pt idx="11413">
                  <c:v>2.6334407402687292E-5</c:v>
                </c:pt>
                <c:pt idx="11414">
                  <c:v>1.0811986713675601E-5</c:v>
                </c:pt>
                <c:pt idx="11415">
                  <c:v>4.3982794040491757E-7</c:v>
                </c:pt>
                <c:pt idx="11416">
                  <c:v>1.3697826493524252E-5</c:v>
                </c:pt>
                <c:pt idx="11417">
                  <c:v>1.0067563512036921E-5</c:v>
                </c:pt>
                <c:pt idx="11418">
                  <c:v>1.5687337602334063E-5</c:v>
                </c:pt>
                <c:pt idx="11419">
                  <c:v>2.5262622802145812E-6</c:v>
                </c:pt>
                <c:pt idx="11420">
                  <c:v>1.3220474814542492E-5</c:v>
                </c:pt>
                <c:pt idx="11421">
                  <c:v>0</c:v>
                </c:pt>
                <c:pt idx="11422">
                  <c:v>2.5685855650939761E-6</c:v>
                </c:pt>
                <c:pt idx="11423">
                  <c:v>2.0166883491378005E-6</c:v>
                </c:pt>
                <c:pt idx="11424">
                  <c:v>1.1161915532498384E-5</c:v>
                </c:pt>
                <c:pt idx="11425">
                  <c:v>1.1672639378770844E-4</c:v>
                </c:pt>
                <c:pt idx="11426">
                  <c:v>6.8307459156426959E-6</c:v>
                </c:pt>
                <c:pt idx="11427">
                  <c:v>9.5324950835955267E-6</c:v>
                </c:pt>
                <c:pt idx="11428">
                  <c:v>1.4331255682016272E-5</c:v>
                </c:pt>
                <c:pt idx="11429">
                  <c:v>1.350926413081323E-5</c:v>
                </c:pt>
                <c:pt idx="11430">
                  <c:v>5.1476928241401171E-6</c:v>
                </c:pt>
                <c:pt idx="11431">
                  <c:v>1.0029571478355449E-5</c:v>
                </c:pt>
                <c:pt idx="11432">
                  <c:v>2.6786275798171283E-6</c:v>
                </c:pt>
                <c:pt idx="11433">
                  <c:v>0</c:v>
                </c:pt>
                <c:pt idx="11434">
                  <c:v>1.0379176566464561E-5</c:v>
                </c:pt>
                <c:pt idx="11435">
                  <c:v>5.7666146983031777E-5</c:v>
                </c:pt>
                <c:pt idx="11436">
                  <c:v>2.0888990430714926E-6</c:v>
                </c:pt>
                <c:pt idx="11437">
                  <c:v>8.5550055834454562E-6</c:v>
                </c:pt>
                <c:pt idx="11438">
                  <c:v>9.5824519463448984E-6</c:v>
                </c:pt>
                <c:pt idx="11439">
                  <c:v>1.0130375058504625E-6</c:v>
                </c:pt>
                <c:pt idx="11440">
                  <c:v>5.0868954758062536E-6</c:v>
                </c:pt>
                <c:pt idx="11441">
                  <c:v>9.2980486702342244E-6</c:v>
                </c:pt>
                <c:pt idx="11442">
                  <c:v>2.9159193615668189E-6</c:v>
                </c:pt>
                <c:pt idx="11443">
                  <c:v>2.9443763433427226E-7</c:v>
                </c:pt>
                <c:pt idx="11444">
                  <c:v>2.1594091836130597E-4</c:v>
                </c:pt>
                <c:pt idx="11445">
                  <c:v>5.5070678516170183E-5</c:v>
                </c:pt>
                <c:pt idx="11446">
                  <c:v>0</c:v>
                </c:pt>
                <c:pt idx="11447">
                  <c:v>1.4058537976001339E-5</c:v>
                </c:pt>
                <c:pt idx="11448">
                  <c:v>6.1405876717492754E-4</c:v>
                </c:pt>
                <c:pt idx="11449">
                  <c:v>1.2441199459985576E-5</c:v>
                </c:pt>
                <c:pt idx="11450">
                  <c:v>1.4927457347022066E-3</c:v>
                </c:pt>
                <c:pt idx="11451">
                  <c:v>1.3671637572614044E-7</c:v>
                </c:pt>
                <c:pt idx="11452">
                  <c:v>1.9107883997748607E-5</c:v>
                </c:pt>
                <c:pt idx="11453">
                  <c:v>2.5136734984815266E-3</c:v>
                </c:pt>
                <c:pt idx="11454">
                  <c:v>4.0292788456692933E-5</c:v>
                </c:pt>
                <c:pt idx="11455">
                  <c:v>5.8510465904264042E-6</c:v>
                </c:pt>
                <c:pt idx="11456">
                  <c:v>1.5319298002792517E-5</c:v>
                </c:pt>
                <c:pt idx="11457">
                  <c:v>2.2872613394692628E-5</c:v>
                </c:pt>
                <c:pt idx="11458">
                  <c:v>1.6586570526661494E-6</c:v>
                </c:pt>
                <c:pt idx="11459">
                  <c:v>1.968815737722892E-5</c:v>
                </c:pt>
                <c:pt idx="11460">
                  <c:v>1.1559559918500174E-4</c:v>
                </c:pt>
                <c:pt idx="11461">
                  <c:v>1.1741524032950844E-6</c:v>
                </c:pt>
                <c:pt idx="11462">
                  <c:v>1.8289681666711935E-6</c:v>
                </c:pt>
                <c:pt idx="11463">
                  <c:v>1.9456788663156823E-5</c:v>
                </c:pt>
                <c:pt idx="11464">
                  <c:v>2.5559205265337448E-6</c:v>
                </c:pt>
                <c:pt idx="11465">
                  <c:v>2.4519834449869825E-5</c:v>
                </c:pt>
                <c:pt idx="11466">
                  <c:v>2.5002943652622669E-5</c:v>
                </c:pt>
                <c:pt idx="11467">
                  <c:v>4.3529442366774275E-6</c:v>
                </c:pt>
                <c:pt idx="11468">
                  <c:v>2.8585711798750687E-7</c:v>
                </c:pt>
                <c:pt idx="11469">
                  <c:v>0</c:v>
                </c:pt>
                <c:pt idx="11470">
                  <c:v>6.7783245484955403E-3</c:v>
                </c:pt>
                <c:pt idx="11471">
                  <c:v>1.5665144349755619E-5</c:v>
                </c:pt>
                <c:pt idx="11472">
                  <c:v>2.0285014488406897E-5</c:v>
                </c:pt>
                <c:pt idx="11473">
                  <c:v>8.9550180727294954E-6</c:v>
                </c:pt>
                <c:pt idx="11474">
                  <c:v>6.6166344839066795E-6</c:v>
                </c:pt>
                <c:pt idx="11475">
                  <c:v>0</c:v>
                </c:pt>
                <c:pt idx="11476">
                  <c:v>1.7552601557335077E-5</c:v>
                </c:pt>
                <c:pt idx="11477">
                  <c:v>0</c:v>
                </c:pt>
                <c:pt idx="11478">
                  <c:v>6.4811415489843065E-4</c:v>
                </c:pt>
                <c:pt idx="11479">
                  <c:v>2.613437652880604E-5</c:v>
                </c:pt>
                <c:pt idx="11480">
                  <c:v>4.0880236421185837E-3</c:v>
                </c:pt>
                <c:pt idx="11481">
                  <c:v>7.1465771091973882E-4</c:v>
                </c:pt>
                <c:pt idx="11482">
                  <c:v>9.3373143827233342E-6</c:v>
                </c:pt>
                <c:pt idx="11483">
                  <c:v>7.5323725730282846E-5</c:v>
                </c:pt>
                <c:pt idx="11484">
                  <c:v>7.0471954056972107E-5</c:v>
                </c:pt>
                <c:pt idx="11485">
                  <c:v>1.0068034288913838E-5</c:v>
                </c:pt>
                <c:pt idx="11486">
                  <c:v>1.7528902247113785E-5</c:v>
                </c:pt>
                <c:pt idx="11487">
                  <c:v>5.8184214605037055E-6</c:v>
                </c:pt>
                <c:pt idx="11488">
                  <c:v>2.8035643853022721E-4</c:v>
                </c:pt>
                <c:pt idx="11489">
                  <c:v>3.1807228001994464E-5</c:v>
                </c:pt>
                <c:pt idx="11490">
                  <c:v>1.1939617229825781E-5</c:v>
                </c:pt>
                <c:pt idx="11491">
                  <c:v>5.395538223119216E-5</c:v>
                </c:pt>
                <c:pt idx="11492">
                  <c:v>0</c:v>
                </c:pt>
                <c:pt idx="11493">
                  <c:v>0</c:v>
                </c:pt>
                <c:pt idx="11494">
                  <c:v>3.8139980905232001E-5</c:v>
                </c:pt>
                <c:pt idx="11495">
                  <c:v>3.7029364662221474E-7</c:v>
                </c:pt>
                <c:pt idx="11496">
                  <c:v>1.4618568452145892E-7</c:v>
                </c:pt>
                <c:pt idx="11497">
                  <c:v>1.7687087264308048E-6</c:v>
                </c:pt>
                <c:pt idx="11498">
                  <c:v>4.8678808057290905E-6</c:v>
                </c:pt>
                <c:pt idx="11499">
                  <c:v>5.4537314432414177E-6</c:v>
                </c:pt>
                <c:pt idx="11500">
                  <c:v>1.6200479552478337E-6</c:v>
                </c:pt>
                <c:pt idx="11501">
                  <c:v>6.0149101909871196E-7</c:v>
                </c:pt>
                <c:pt idx="11502">
                  <c:v>7.2693017179964091E-6</c:v>
                </c:pt>
                <c:pt idx="11503">
                  <c:v>0</c:v>
                </c:pt>
                <c:pt idx="11504">
                  <c:v>1.1707146695869125E-6</c:v>
                </c:pt>
                <c:pt idx="11505">
                  <c:v>1.3326803983987262E-7</c:v>
                </c:pt>
                <c:pt idx="11506">
                  <c:v>1.0452598004508273E-7</c:v>
                </c:pt>
                <c:pt idx="11507">
                  <c:v>1.1063870360191977E-3</c:v>
                </c:pt>
                <c:pt idx="11508">
                  <c:v>2.4306067045797192E-5</c:v>
                </c:pt>
                <c:pt idx="11509">
                  <c:v>1.2371234316020244E-6</c:v>
                </c:pt>
                <c:pt idx="11510">
                  <c:v>9.8345976845337033E-8</c:v>
                </c:pt>
                <c:pt idx="11511">
                  <c:v>5.0507461286937236E-6</c:v>
                </c:pt>
                <c:pt idx="11512">
                  <c:v>4.3851582840719824E-6</c:v>
                </c:pt>
                <c:pt idx="11513">
                  <c:v>9.2039524826387066E-6</c:v>
                </c:pt>
                <c:pt idx="11514">
                  <c:v>2.4601847122794215E-5</c:v>
                </c:pt>
                <c:pt idx="11515">
                  <c:v>9.0425495488665729E-7</c:v>
                </c:pt>
                <c:pt idx="11516">
                  <c:v>3.3192333259611412E-5</c:v>
                </c:pt>
                <c:pt idx="11517">
                  <c:v>1.2805035410000246E-4</c:v>
                </c:pt>
                <c:pt idx="11518">
                  <c:v>1.712177760778848E-4</c:v>
                </c:pt>
                <c:pt idx="11519">
                  <c:v>9.1298683632091344E-5</c:v>
                </c:pt>
                <c:pt idx="11520">
                  <c:v>0</c:v>
                </c:pt>
                <c:pt idx="11521">
                  <c:v>1.0705982096048303E-4</c:v>
                </c:pt>
                <c:pt idx="11522">
                  <c:v>2.654649339021425E-5</c:v>
                </c:pt>
                <c:pt idx="11523">
                  <c:v>0</c:v>
                </c:pt>
                <c:pt idx="11524">
                  <c:v>6.9000433379752912E-5</c:v>
                </c:pt>
                <c:pt idx="11525">
                  <c:v>9.6722173964960067E-8</c:v>
                </c:pt>
                <c:pt idx="11526">
                  <c:v>1.393304569613734E-5</c:v>
                </c:pt>
                <c:pt idx="11527">
                  <c:v>2.4404680886850864E-5</c:v>
                </c:pt>
                <c:pt idx="11528">
                  <c:v>2.4557831239478637E-3</c:v>
                </c:pt>
                <c:pt idx="11529">
                  <c:v>6.9552943801385101E-7</c:v>
                </c:pt>
                <c:pt idx="11530">
                  <c:v>4.1245098452482875E-6</c:v>
                </c:pt>
                <c:pt idx="11531">
                  <c:v>9.9875485496856074E-6</c:v>
                </c:pt>
                <c:pt idx="11532">
                  <c:v>3.8750294298206742E-5</c:v>
                </c:pt>
                <c:pt idx="11533">
                  <c:v>1.1162716510199703E-7</c:v>
                </c:pt>
                <c:pt idx="11534">
                  <c:v>9.7032729742675747E-6</c:v>
                </c:pt>
                <c:pt idx="11535">
                  <c:v>9.7555949725866459E-6</c:v>
                </c:pt>
                <c:pt idx="11536">
                  <c:v>1.1648471609058677E-6</c:v>
                </c:pt>
                <c:pt idx="11537">
                  <c:v>6.2161009586210589E-7</c:v>
                </c:pt>
                <c:pt idx="11538">
                  <c:v>1.1619915391181036E-4</c:v>
                </c:pt>
                <c:pt idx="11539">
                  <c:v>8.2485970904248102E-7</c:v>
                </c:pt>
                <c:pt idx="11540">
                  <c:v>4.967709999462753E-6</c:v>
                </c:pt>
                <c:pt idx="11541">
                  <c:v>1.5075640850577773E-5</c:v>
                </c:pt>
                <c:pt idx="11542">
                  <c:v>2.766611668955063E-7</c:v>
                </c:pt>
                <c:pt idx="11543">
                  <c:v>0</c:v>
                </c:pt>
                <c:pt idx="11544">
                  <c:v>0</c:v>
                </c:pt>
                <c:pt idx="11545">
                  <c:v>0</c:v>
                </c:pt>
                <c:pt idx="11546">
                  <c:v>0</c:v>
                </c:pt>
                <c:pt idx="11547">
                  <c:v>4.36462215548812E-5</c:v>
                </c:pt>
                <c:pt idx="11548">
                  <c:v>2.4080917028660378E-5</c:v>
                </c:pt>
                <c:pt idx="11549">
                  <c:v>8.8878445896841191E-5</c:v>
                </c:pt>
                <c:pt idx="11550">
                  <c:v>0</c:v>
                </c:pt>
                <c:pt idx="11551">
                  <c:v>1.4787398422372005E-4</c:v>
                </c:pt>
                <c:pt idx="11552">
                  <c:v>2.7052981486708081E-5</c:v>
                </c:pt>
                <c:pt idx="11553">
                  <c:v>0</c:v>
                </c:pt>
                <c:pt idx="11554">
                  <c:v>4.244668329899859E-6</c:v>
                </c:pt>
                <c:pt idx="11555">
                  <c:v>1.032587352454593E-5</c:v>
                </c:pt>
                <c:pt idx="11556">
                  <c:v>3.9110011111207901E-7</c:v>
                </c:pt>
                <c:pt idx="11557">
                  <c:v>1.7385030745562727E-7</c:v>
                </c:pt>
                <c:pt idx="11558">
                  <c:v>1.4729760776385119E-5</c:v>
                </c:pt>
                <c:pt idx="11559">
                  <c:v>1.8285326980600804E-5</c:v>
                </c:pt>
                <c:pt idx="11560">
                  <c:v>9.0607927557573638E-8</c:v>
                </c:pt>
                <c:pt idx="11561">
                  <c:v>3.3240420401356116E-5</c:v>
                </c:pt>
                <c:pt idx="11562">
                  <c:v>0</c:v>
                </c:pt>
                <c:pt idx="11563">
                  <c:v>0</c:v>
                </c:pt>
                <c:pt idx="11564">
                  <c:v>3.7599659677374633E-5</c:v>
                </c:pt>
                <c:pt idx="11565">
                  <c:v>2.6918532206441076E-5</c:v>
                </c:pt>
                <c:pt idx="11566">
                  <c:v>1.4528440327806601E-5</c:v>
                </c:pt>
                <c:pt idx="11567">
                  <c:v>7.0355627886069187E-5</c:v>
                </c:pt>
                <c:pt idx="11568">
                  <c:v>1.3223207339959045E-6</c:v>
                </c:pt>
                <c:pt idx="11569">
                  <c:v>5.7139798347816278E-6</c:v>
                </c:pt>
                <c:pt idx="11570">
                  <c:v>2.8365050163812846E-7</c:v>
                </c:pt>
                <c:pt idx="11571">
                  <c:v>1.7511298170702532E-6</c:v>
                </c:pt>
                <c:pt idx="11572">
                  <c:v>0</c:v>
                </c:pt>
                <c:pt idx="11573">
                  <c:v>0</c:v>
                </c:pt>
                <c:pt idx="11574">
                  <c:v>0</c:v>
                </c:pt>
                <c:pt idx="11575">
                  <c:v>9.8217299866287022E-6</c:v>
                </c:pt>
                <c:pt idx="11576">
                  <c:v>4.2908913464366708E-7</c:v>
                </c:pt>
                <c:pt idx="11577">
                  <c:v>4.6238757881979037E-5</c:v>
                </c:pt>
                <c:pt idx="11578">
                  <c:v>0</c:v>
                </c:pt>
                <c:pt idx="11579">
                  <c:v>2.5249367977963396E-5</c:v>
                </c:pt>
                <c:pt idx="11580">
                  <c:v>1.2876895576825725E-5</c:v>
                </c:pt>
                <c:pt idx="11581">
                  <c:v>1.6695616226436254E-5</c:v>
                </c:pt>
                <c:pt idx="11582">
                  <c:v>6.8028752431187702E-5</c:v>
                </c:pt>
                <c:pt idx="11583">
                  <c:v>1.0042284840604563E-5</c:v>
                </c:pt>
                <c:pt idx="11584">
                  <c:v>1.5054686783988705E-3</c:v>
                </c:pt>
                <c:pt idx="11585">
                  <c:v>1.5368896001305445E-7</c:v>
                </c:pt>
                <c:pt idx="11586">
                  <c:v>0</c:v>
                </c:pt>
                <c:pt idx="11587">
                  <c:v>2.4170052131659491E-5</c:v>
                </c:pt>
                <c:pt idx="11588">
                  <c:v>3.4173693492577159E-5</c:v>
                </c:pt>
                <c:pt idx="11589">
                  <c:v>2.4254543344394406E-7</c:v>
                </c:pt>
                <c:pt idx="11590">
                  <c:v>0</c:v>
                </c:pt>
                <c:pt idx="11591">
                  <c:v>4.9232882440235694E-7</c:v>
                </c:pt>
                <c:pt idx="11592">
                  <c:v>6.0358882301378859E-6</c:v>
                </c:pt>
                <c:pt idx="11593">
                  <c:v>0</c:v>
                </c:pt>
                <c:pt idx="11594">
                  <c:v>1.4762920822638785E-5</c:v>
                </c:pt>
                <c:pt idx="11595">
                  <c:v>2.7482883531924044E-6</c:v>
                </c:pt>
                <c:pt idx="11596">
                  <c:v>6.0245340472926772E-5</c:v>
                </c:pt>
                <c:pt idx="11597">
                  <c:v>3.1374943023217327E-6</c:v>
                </c:pt>
                <c:pt idx="11598">
                  <c:v>0</c:v>
                </c:pt>
                <c:pt idx="11599">
                  <c:v>2.0940424492448223E-4</c:v>
                </c:pt>
                <c:pt idx="11600">
                  <c:v>1.8792287281629433E-5</c:v>
                </c:pt>
                <c:pt idx="11601">
                  <c:v>5.5159552248085733E-5</c:v>
                </c:pt>
                <c:pt idx="11602">
                  <c:v>5.7294584706230506E-5</c:v>
                </c:pt>
                <c:pt idx="11603">
                  <c:v>5.3089213291673758E-5</c:v>
                </c:pt>
                <c:pt idx="11604">
                  <c:v>0</c:v>
                </c:pt>
                <c:pt idx="11605">
                  <c:v>1.430283249292602E-5</c:v>
                </c:pt>
                <c:pt idx="11606">
                  <c:v>1.3418147631680669E-6</c:v>
                </c:pt>
                <c:pt idx="11607">
                  <c:v>1.8919516909664607E-6</c:v>
                </c:pt>
                <c:pt idx="11608">
                  <c:v>5.2384909905953211E-7</c:v>
                </c:pt>
                <c:pt idx="11609">
                  <c:v>7.4111632842194936E-4</c:v>
                </c:pt>
                <c:pt idx="11610">
                  <c:v>7.279514464273675E-6</c:v>
                </c:pt>
                <c:pt idx="11611">
                  <c:v>3.1652136541411283E-5</c:v>
                </c:pt>
                <c:pt idx="11612">
                  <c:v>3.6223138693058877E-5</c:v>
                </c:pt>
                <c:pt idx="11613">
                  <c:v>6.2022581424866908E-5</c:v>
                </c:pt>
                <c:pt idx="11614">
                  <c:v>2.1445919343909565E-6</c:v>
                </c:pt>
                <c:pt idx="11615">
                  <c:v>9.0548205369457962E-6</c:v>
                </c:pt>
                <c:pt idx="11616">
                  <c:v>1.8800091788997396E-5</c:v>
                </c:pt>
                <c:pt idx="11617">
                  <c:v>1.7908766305756879E-4</c:v>
                </c:pt>
                <c:pt idx="11618">
                  <c:v>1.3408522593993133E-4</c:v>
                </c:pt>
                <c:pt idx="11619">
                  <c:v>9.7717336304960964E-6</c:v>
                </c:pt>
                <c:pt idx="11620">
                  <c:v>2.1412059761960145E-5</c:v>
                </c:pt>
                <c:pt idx="11621">
                  <c:v>8.9255954379821762E-6</c:v>
                </c:pt>
                <c:pt idx="11622">
                  <c:v>0</c:v>
                </c:pt>
                <c:pt idx="11623">
                  <c:v>1.0636893811429793E-5</c:v>
                </c:pt>
                <c:pt idx="11624">
                  <c:v>9.2528762021509758E-6</c:v>
                </c:pt>
                <c:pt idx="11625">
                  <c:v>5.537981109514403E-4</c:v>
                </c:pt>
                <c:pt idx="11626">
                  <c:v>2.758116443768917E-6</c:v>
                </c:pt>
                <c:pt idx="11627">
                  <c:v>1.0388647249804166E-5</c:v>
                </c:pt>
                <c:pt idx="11628">
                  <c:v>1.7997677727544403E-4</c:v>
                </c:pt>
                <c:pt idx="11629">
                  <c:v>8.7168556313853277E-5</c:v>
                </c:pt>
                <c:pt idx="11630">
                  <c:v>2.0395307268332818E-5</c:v>
                </c:pt>
                <c:pt idx="11631">
                  <c:v>1.3219183755588221E-5</c:v>
                </c:pt>
                <c:pt idx="11632">
                  <c:v>3.7950445667316481E-5</c:v>
                </c:pt>
                <c:pt idx="11633">
                  <c:v>7.0375815224751599E-6</c:v>
                </c:pt>
                <c:pt idx="11634">
                  <c:v>0</c:v>
                </c:pt>
                <c:pt idx="11635">
                  <c:v>4.1563076228360507E-3</c:v>
                </c:pt>
                <c:pt idx="11636">
                  <c:v>1.8489268952712114E-4</c:v>
                </c:pt>
                <c:pt idx="11637">
                  <c:v>5.6929854202018806E-6</c:v>
                </c:pt>
                <c:pt idx="11638">
                  <c:v>0</c:v>
                </c:pt>
                <c:pt idx="11639">
                  <c:v>1.2699065561844919E-5</c:v>
                </c:pt>
                <c:pt idx="11640">
                  <c:v>7.5174010282273306E-4</c:v>
                </c:pt>
                <c:pt idx="11641">
                  <c:v>1.7376407218407231E-6</c:v>
                </c:pt>
                <c:pt idx="11642">
                  <c:v>1.1525576413867606E-7</c:v>
                </c:pt>
                <c:pt idx="11643">
                  <c:v>1.2795015622786243E-4</c:v>
                </c:pt>
                <c:pt idx="11644">
                  <c:v>1.4895925087979533E-3</c:v>
                </c:pt>
                <c:pt idx="11645">
                  <c:v>1.9299253676268427E-5</c:v>
                </c:pt>
                <c:pt idx="11646">
                  <c:v>4.0088255514207374E-5</c:v>
                </c:pt>
                <c:pt idx="11647">
                  <c:v>4.6344219116852303E-5</c:v>
                </c:pt>
                <c:pt idx="11648">
                  <c:v>3.0608225731911599E-5</c:v>
                </c:pt>
                <c:pt idx="11649">
                  <c:v>1.1322364058502464E-4</c:v>
                </c:pt>
                <c:pt idx="11650">
                  <c:v>1.9331308468119749E-5</c:v>
                </c:pt>
                <c:pt idx="11651">
                  <c:v>9.8642454811709411E-6</c:v>
                </c:pt>
                <c:pt idx="11652">
                  <c:v>1.8464615095929626E-5</c:v>
                </c:pt>
                <c:pt idx="11653">
                  <c:v>3.1557058792989952E-4</c:v>
                </c:pt>
                <c:pt idx="11654">
                  <c:v>3.3005317958516183E-3</c:v>
                </c:pt>
                <c:pt idx="11655">
                  <c:v>2.7711638888957519E-7</c:v>
                </c:pt>
                <c:pt idx="11656">
                  <c:v>7.7466264199024474E-6</c:v>
                </c:pt>
                <c:pt idx="11657">
                  <c:v>5.1257495540374182E-7</c:v>
                </c:pt>
                <c:pt idx="11658">
                  <c:v>1.8031433126450231E-6</c:v>
                </c:pt>
                <c:pt idx="11659">
                  <c:v>6.3149939325737472E-6</c:v>
                </c:pt>
                <c:pt idx="11660">
                  <c:v>1.8563349496095369E-5</c:v>
                </c:pt>
                <c:pt idx="11661">
                  <c:v>3.3165289422304318E-5</c:v>
                </c:pt>
                <c:pt idx="11662">
                  <c:v>4.1119223279179403E-7</c:v>
                </c:pt>
                <c:pt idx="11663">
                  <c:v>8.4767874006599174E-6</c:v>
                </c:pt>
                <c:pt idx="11664">
                  <c:v>2.7435204594558455E-6</c:v>
                </c:pt>
                <c:pt idx="11665">
                  <c:v>8.2219559776012707E-6</c:v>
                </c:pt>
                <c:pt idx="11666">
                  <c:v>3.1101804327499142E-5</c:v>
                </c:pt>
                <c:pt idx="11667">
                  <c:v>4.9463395537056193E-6</c:v>
                </c:pt>
                <c:pt idx="11668">
                  <c:v>1.0976398272849972E-4</c:v>
                </c:pt>
                <c:pt idx="11669">
                  <c:v>1.8322889171733029E-6</c:v>
                </c:pt>
                <c:pt idx="11670">
                  <c:v>2.150637078223852E-6</c:v>
                </c:pt>
                <c:pt idx="11671">
                  <c:v>0</c:v>
                </c:pt>
                <c:pt idx="11672">
                  <c:v>3.7188088853154654E-6</c:v>
                </c:pt>
                <c:pt idx="11673">
                  <c:v>1.1791510066355376E-5</c:v>
                </c:pt>
                <c:pt idx="11674">
                  <c:v>1.8408246257231001E-4</c:v>
                </c:pt>
                <c:pt idx="11675">
                  <c:v>2.6588609138727401E-5</c:v>
                </c:pt>
                <c:pt idx="11676">
                  <c:v>8.0198802546495267E-7</c:v>
                </c:pt>
                <c:pt idx="11677">
                  <c:v>6.8838974652227491E-3</c:v>
                </c:pt>
                <c:pt idx="11678">
                  <c:v>9.3379991875918667E-6</c:v>
                </c:pt>
                <c:pt idx="11679">
                  <c:v>5.98817725680495E-6</c:v>
                </c:pt>
                <c:pt idx="11680">
                  <c:v>5.3851523808269366E-5</c:v>
                </c:pt>
                <c:pt idx="11681">
                  <c:v>6.3821362868578932E-5</c:v>
                </c:pt>
                <c:pt idx="11682">
                  <c:v>1.6576977368462108E-6</c:v>
                </c:pt>
                <c:pt idx="11683">
                  <c:v>1.2607370185138019E-5</c:v>
                </c:pt>
                <c:pt idx="11684">
                  <c:v>3.1847823887143948E-6</c:v>
                </c:pt>
                <c:pt idx="11685">
                  <c:v>2.5925882091401251E-5</c:v>
                </c:pt>
                <c:pt idx="11686">
                  <c:v>1.4127821056590481E-3</c:v>
                </c:pt>
                <c:pt idx="11687">
                  <c:v>1.7028341563257425E-5</c:v>
                </c:pt>
                <c:pt idx="11688">
                  <c:v>3.3950826411349487E-5</c:v>
                </c:pt>
                <c:pt idx="11689">
                  <c:v>8.4208742673819907E-6</c:v>
                </c:pt>
                <c:pt idx="11690">
                  <c:v>1.1035355230397662E-5</c:v>
                </c:pt>
                <c:pt idx="11691">
                  <c:v>7.535828477755453E-5</c:v>
                </c:pt>
                <c:pt idx="11692">
                  <c:v>3.5645918655059109E-6</c:v>
                </c:pt>
                <c:pt idx="11693">
                  <c:v>2.7644779224984608E-6</c:v>
                </c:pt>
                <c:pt idx="11694">
                  <c:v>3.2593230554500558E-5</c:v>
                </c:pt>
                <c:pt idx="11695">
                  <c:v>1.267138904866194E-5</c:v>
                </c:pt>
                <c:pt idx="11696">
                  <c:v>0</c:v>
                </c:pt>
                <c:pt idx="11697">
                  <c:v>2.2050144808494589E-6</c:v>
                </c:pt>
                <c:pt idx="11698">
                  <c:v>2.9652597145113874E-5</c:v>
                </c:pt>
                <c:pt idx="11699">
                  <c:v>4.7508458490166133E-7</c:v>
                </c:pt>
                <c:pt idx="11700">
                  <c:v>9.0249369820492934E-6</c:v>
                </c:pt>
                <c:pt idx="11701">
                  <c:v>1.1434015668821691E-5</c:v>
                </c:pt>
                <c:pt idx="11702">
                  <c:v>3.5419759805070519E-5</c:v>
                </c:pt>
                <c:pt idx="11703">
                  <c:v>3.0859968979874431E-5</c:v>
                </c:pt>
                <c:pt idx="11704">
                  <c:v>9.5549975698365949E-6</c:v>
                </c:pt>
                <c:pt idx="11705">
                  <c:v>8.572147457814009E-6</c:v>
                </c:pt>
                <c:pt idx="11706">
                  <c:v>8.8907584474831266E-6</c:v>
                </c:pt>
                <c:pt idx="11707">
                  <c:v>1.1419604230372164E-6</c:v>
                </c:pt>
                <c:pt idx="11708">
                  <c:v>2.6681871274176613E-5</c:v>
                </c:pt>
                <c:pt idx="11709">
                  <c:v>1.1139042884243538E-5</c:v>
                </c:pt>
                <c:pt idx="11710">
                  <c:v>7.6771457481706909E-5</c:v>
                </c:pt>
                <c:pt idx="11711">
                  <c:v>7.8889493589084014E-4</c:v>
                </c:pt>
                <c:pt idx="11712">
                  <c:v>1.3185401891754342E-5</c:v>
                </c:pt>
                <c:pt idx="11713">
                  <c:v>8.2877803976421471E-6</c:v>
                </c:pt>
                <c:pt idx="11714">
                  <c:v>1.5401757453538162E-5</c:v>
                </c:pt>
                <c:pt idx="11715">
                  <c:v>0</c:v>
                </c:pt>
                <c:pt idx="11716">
                  <c:v>6.1522369076763095E-6</c:v>
                </c:pt>
                <c:pt idx="11717">
                  <c:v>0</c:v>
                </c:pt>
                <c:pt idx="11718">
                  <c:v>1.5550937581226661E-5</c:v>
                </c:pt>
                <c:pt idx="11719">
                  <c:v>1.219537546633065E-4</c:v>
                </c:pt>
                <c:pt idx="11720">
                  <c:v>0</c:v>
                </c:pt>
                <c:pt idx="11721">
                  <c:v>2.7754498057057443E-6</c:v>
                </c:pt>
                <c:pt idx="11722">
                  <c:v>2.5189039700895605E-5</c:v>
                </c:pt>
                <c:pt idx="11723">
                  <c:v>0</c:v>
                </c:pt>
                <c:pt idx="11724">
                  <c:v>3.7802289529081898E-6</c:v>
                </c:pt>
                <c:pt idx="11725">
                  <c:v>1.3093866466464292E-5</c:v>
                </c:pt>
                <c:pt idx="11726">
                  <c:v>0</c:v>
                </c:pt>
                <c:pt idx="11727">
                  <c:v>1.6337659361428673E-5</c:v>
                </c:pt>
                <c:pt idx="11728">
                  <c:v>2.7284335830849259E-5</c:v>
                </c:pt>
                <c:pt idx="11729">
                  <c:v>0</c:v>
                </c:pt>
                <c:pt idx="11730">
                  <c:v>4.0821190496165792E-5</c:v>
                </c:pt>
                <c:pt idx="11731">
                  <c:v>4.7544405155660904E-5</c:v>
                </c:pt>
                <c:pt idx="11732">
                  <c:v>4.9704238099962109E-6</c:v>
                </c:pt>
                <c:pt idx="11733">
                  <c:v>2.6969919847197644E-5</c:v>
                </c:pt>
                <c:pt idx="11734">
                  <c:v>1.5572765287448117E-5</c:v>
                </c:pt>
                <c:pt idx="11735">
                  <c:v>8.882553825345797E-6</c:v>
                </c:pt>
                <c:pt idx="11736">
                  <c:v>4.8816662419605667E-7</c:v>
                </c:pt>
                <c:pt idx="11737">
                  <c:v>1.1891790668853619E-7</c:v>
                </c:pt>
                <c:pt idx="11738">
                  <c:v>0</c:v>
                </c:pt>
                <c:pt idx="11739">
                  <c:v>8.3748320771430792E-6</c:v>
                </c:pt>
                <c:pt idx="11740">
                  <c:v>0</c:v>
                </c:pt>
                <c:pt idx="11741">
                  <c:v>6.6152797227910635E-6</c:v>
                </c:pt>
                <c:pt idx="11742">
                  <c:v>1.373668529598416E-5</c:v>
                </c:pt>
                <c:pt idx="11743">
                  <c:v>9.5432960145475275E-7</c:v>
                </c:pt>
                <c:pt idx="11744">
                  <c:v>2.0690824441129234E-5</c:v>
                </c:pt>
                <c:pt idx="11745">
                  <c:v>0</c:v>
                </c:pt>
                <c:pt idx="11746">
                  <c:v>2.2125593496754832E-3</c:v>
                </c:pt>
                <c:pt idx="11747">
                  <c:v>2.5945841339968651E-5</c:v>
                </c:pt>
                <c:pt idx="11748">
                  <c:v>1.1122241456604763E-5</c:v>
                </c:pt>
                <c:pt idx="11749">
                  <c:v>6.6726292868732207E-5</c:v>
                </c:pt>
                <c:pt idx="11750">
                  <c:v>1.2923026568001225E-3</c:v>
                </c:pt>
                <c:pt idx="11751">
                  <c:v>1.0127209316298843E-5</c:v>
                </c:pt>
                <c:pt idx="11752">
                  <c:v>0</c:v>
                </c:pt>
                <c:pt idx="11753">
                  <c:v>0</c:v>
                </c:pt>
                <c:pt idx="11754">
                  <c:v>2.0736163472673721E-5</c:v>
                </c:pt>
                <c:pt idx="11755">
                  <c:v>1.8783716839147773E-4</c:v>
                </c:pt>
                <c:pt idx="11756">
                  <c:v>1.9661896914052132E-3</c:v>
                </c:pt>
                <c:pt idx="11757">
                  <c:v>1.2690375649441309E-5</c:v>
                </c:pt>
                <c:pt idx="11758">
                  <c:v>8.9924686364742072E-6</c:v>
                </c:pt>
                <c:pt idx="11759">
                  <c:v>0</c:v>
                </c:pt>
                <c:pt idx="11760">
                  <c:v>1.1094389672153068E-5</c:v>
                </c:pt>
                <c:pt idx="11761">
                  <c:v>6.6395354800511796E-5</c:v>
                </c:pt>
                <c:pt idx="11762">
                  <c:v>0</c:v>
                </c:pt>
                <c:pt idx="11763">
                  <c:v>1.755678031448935E-5</c:v>
                </c:pt>
                <c:pt idx="11764">
                  <c:v>3.1780303961563558E-5</c:v>
                </c:pt>
                <c:pt idx="11765">
                  <c:v>4.8788355164154945E-6</c:v>
                </c:pt>
                <c:pt idx="11766">
                  <c:v>2.4374603333949182E-4</c:v>
                </c:pt>
                <c:pt idx="11767">
                  <c:v>0</c:v>
                </c:pt>
                <c:pt idx="11768">
                  <c:v>1.6208600093607365E-5</c:v>
                </c:pt>
                <c:pt idx="11769">
                  <c:v>0</c:v>
                </c:pt>
                <c:pt idx="11770">
                  <c:v>5.6998513924936924E-6</c:v>
                </c:pt>
                <c:pt idx="11771">
                  <c:v>2.3466587041637535E-3</c:v>
                </c:pt>
                <c:pt idx="11772">
                  <c:v>4.6809530113383913E-5</c:v>
                </c:pt>
                <c:pt idx="11773">
                  <c:v>1.5164283541261463E-5</c:v>
                </c:pt>
                <c:pt idx="11774">
                  <c:v>5.7950102485209093E-7</c:v>
                </c:pt>
                <c:pt idx="11775">
                  <c:v>1.3146343454075583E-5</c:v>
                </c:pt>
                <c:pt idx="11776">
                  <c:v>1.1383465676302509E-4</c:v>
                </c:pt>
                <c:pt idx="11777">
                  <c:v>2.7559224875068224E-5</c:v>
                </c:pt>
                <c:pt idx="11778">
                  <c:v>2.5713568924763848E-3</c:v>
                </c:pt>
                <c:pt idx="11779">
                  <c:v>1.7939300686467582E-5</c:v>
                </c:pt>
                <c:pt idx="11780">
                  <c:v>3.4949179989716115E-4</c:v>
                </c:pt>
                <c:pt idx="11781">
                  <c:v>1.8543542748245061E-5</c:v>
                </c:pt>
                <c:pt idx="11782">
                  <c:v>2.763023092949685E-5</c:v>
                </c:pt>
                <c:pt idx="11783">
                  <c:v>3.9989986361210095E-5</c:v>
                </c:pt>
                <c:pt idx="11784">
                  <c:v>3.0737792002611026E-6</c:v>
                </c:pt>
                <c:pt idx="11785">
                  <c:v>3.2942460133998084E-3</c:v>
                </c:pt>
                <c:pt idx="11786">
                  <c:v>3.6570653961201622E-5</c:v>
                </c:pt>
                <c:pt idx="11787">
                  <c:v>2.4649181630349789E-5</c:v>
                </c:pt>
                <c:pt idx="11788">
                  <c:v>8.0151093562232049E-8</c:v>
                </c:pt>
                <c:pt idx="11789">
                  <c:v>1.9247712611158776E-5</c:v>
                </c:pt>
                <c:pt idx="11790">
                  <c:v>4.1910444510949984E-5</c:v>
                </c:pt>
                <c:pt idx="11791">
                  <c:v>1.2674410790220001E-4</c:v>
                </c:pt>
                <c:pt idx="11792">
                  <c:v>2.1496883523024564E-5</c:v>
                </c:pt>
                <c:pt idx="11793">
                  <c:v>2.6681610826226677E-5</c:v>
                </c:pt>
                <c:pt idx="11794">
                  <c:v>5.1908385849752314E-5</c:v>
                </c:pt>
                <c:pt idx="11795">
                  <c:v>3.8069155607419654E-5</c:v>
                </c:pt>
                <c:pt idx="11796">
                  <c:v>1.0017396898000823E-6</c:v>
                </c:pt>
                <c:pt idx="11797">
                  <c:v>2.6195111837671646E-6</c:v>
                </c:pt>
                <c:pt idx="11798">
                  <c:v>2.6793845824951314E-5</c:v>
                </c:pt>
                <c:pt idx="11799">
                  <c:v>5.6202675825087639E-7</c:v>
                </c:pt>
                <c:pt idx="11800">
                  <c:v>1.2840670153576841E-5</c:v>
                </c:pt>
                <c:pt idx="11801">
                  <c:v>0</c:v>
                </c:pt>
                <c:pt idx="11802">
                  <c:v>1.3297440261029981E-4</c:v>
                </c:pt>
                <c:pt idx="11803">
                  <c:v>1.1839248969982551E-5</c:v>
                </c:pt>
                <c:pt idx="11804">
                  <c:v>3.1639526688378003E-5</c:v>
                </c:pt>
                <c:pt idx="11805">
                  <c:v>0</c:v>
                </c:pt>
                <c:pt idx="11806">
                  <c:v>6.8776921019965201E-8</c:v>
                </c:pt>
                <c:pt idx="11807">
                  <c:v>2.4301581285597032E-5</c:v>
                </c:pt>
                <c:pt idx="11808">
                  <c:v>4.5290118630678694E-5</c:v>
                </c:pt>
                <c:pt idx="11809">
                  <c:v>1.3366467091082447E-7</c:v>
                </c:pt>
                <c:pt idx="11810">
                  <c:v>1.4323270640767113E-5</c:v>
                </c:pt>
                <c:pt idx="11811">
                  <c:v>1.0799984030240121E-5</c:v>
                </c:pt>
                <c:pt idx="11812">
                  <c:v>1.0261089240284705E-5</c:v>
                </c:pt>
                <c:pt idx="11813">
                  <c:v>1.4464196272475704E-7</c:v>
                </c:pt>
                <c:pt idx="11814">
                  <c:v>6.0614343582102103E-6</c:v>
                </c:pt>
                <c:pt idx="11815">
                  <c:v>9.3108853688125853E-6</c:v>
                </c:pt>
                <c:pt idx="11816">
                  <c:v>2.910634865403044E-6</c:v>
                </c:pt>
                <c:pt idx="11817">
                  <c:v>1.745258915519572E-7</c:v>
                </c:pt>
                <c:pt idx="11818">
                  <c:v>4.9118093452935582E-5</c:v>
                </c:pt>
                <c:pt idx="11819">
                  <c:v>6.2089395519867025E-7</c:v>
                </c:pt>
                <c:pt idx="11820">
                  <c:v>4.0896609870670373E-5</c:v>
                </c:pt>
                <c:pt idx="11821">
                  <c:v>5.0881415512881937E-6</c:v>
                </c:pt>
                <c:pt idx="11822">
                  <c:v>1.5359487922210181E-4</c:v>
                </c:pt>
                <c:pt idx="11823">
                  <c:v>0</c:v>
                </c:pt>
                <c:pt idx="11824">
                  <c:v>2.1530242029302902E-6</c:v>
                </c:pt>
                <c:pt idx="11825">
                  <c:v>3.0381150551992076E-5</c:v>
                </c:pt>
                <c:pt idx="11826">
                  <c:v>1.906180098959562E-5</c:v>
                </c:pt>
                <c:pt idx="11827">
                  <c:v>2.9037497473730943E-6</c:v>
                </c:pt>
                <c:pt idx="11828">
                  <c:v>1.1158667064785318E-5</c:v>
                </c:pt>
                <c:pt idx="11829">
                  <c:v>1.1073084284214313E-5</c:v>
                </c:pt>
                <c:pt idx="11830">
                  <c:v>2.0877002487856645E-5</c:v>
                </c:pt>
                <c:pt idx="11831">
                  <c:v>1.637931681206198E-5</c:v>
                </c:pt>
                <c:pt idx="11832">
                  <c:v>8.535456235090533E-6</c:v>
                </c:pt>
                <c:pt idx="11833">
                  <c:v>1.1481904634121814E-5</c:v>
                </c:pt>
                <c:pt idx="11834">
                  <c:v>3.8822736348440081E-6</c:v>
                </c:pt>
                <c:pt idx="11835">
                  <c:v>0</c:v>
                </c:pt>
                <c:pt idx="11836">
                  <c:v>4.8233600187410842E-6</c:v>
                </c:pt>
                <c:pt idx="11837">
                  <c:v>0</c:v>
                </c:pt>
                <c:pt idx="11838">
                  <c:v>7.8986336369405938E-4</c:v>
                </c:pt>
                <c:pt idx="11839">
                  <c:v>7.4608397417846861E-6</c:v>
                </c:pt>
                <c:pt idx="11840">
                  <c:v>0</c:v>
                </c:pt>
                <c:pt idx="11841">
                  <c:v>0</c:v>
                </c:pt>
                <c:pt idx="11842">
                  <c:v>1.9659628639802256E-7</c:v>
                </c:pt>
                <c:pt idx="11843">
                  <c:v>2.1798283399507688E-5</c:v>
                </c:pt>
                <c:pt idx="11844">
                  <c:v>1.7625085675915782E-5</c:v>
                </c:pt>
                <c:pt idx="11845">
                  <c:v>1.5223916436400199E-5</c:v>
                </c:pt>
                <c:pt idx="11846">
                  <c:v>2.959629615311556E-5</c:v>
                </c:pt>
                <c:pt idx="11847">
                  <c:v>6.1296302628712086E-6</c:v>
                </c:pt>
                <c:pt idx="11848">
                  <c:v>1.8270915215750495E-5</c:v>
                </c:pt>
                <c:pt idx="11849">
                  <c:v>3.4622599371999178E-5</c:v>
                </c:pt>
                <c:pt idx="11850">
                  <c:v>2.2183281599460988E-3</c:v>
                </c:pt>
                <c:pt idx="11851">
                  <c:v>1.7205239510334341E-5</c:v>
                </c:pt>
                <c:pt idx="11852">
                  <c:v>1.2393702082015846E-5</c:v>
                </c:pt>
                <c:pt idx="11853">
                  <c:v>1.1271520420153243E-5</c:v>
                </c:pt>
                <c:pt idx="11854">
                  <c:v>3.0285214301927795E-6</c:v>
                </c:pt>
                <c:pt idx="11855">
                  <c:v>9.2590359045625574E-6</c:v>
                </c:pt>
                <c:pt idx="11856">
                  <c:v>1.6926380436948672E-6</c:v>
                </c:pt>
                <c:pt idx="11857">
                  <c:v>2.0131866296061291E-5</c:v>
                </c:pt>
                <c:pt idx="11858">
                  <c:v>1.3618363594728121E-5</c:v>
                </c:pt>
                <c:pt idx="11859">
                  <c:v>4.8524247284244891E-5</c:v>
                </c:pt>
                <c:pt idx="11860">
                  <c:v>1.5651491642190304E-5</c:v>
                </c:pt>
                <c:pt idx="11861">
                  <c:v>3.765116757683353E-6</c:v>
                </c:pt>
                <c:pt idx="11862">
                  <c:v>1.7952563394818298E-7</c:v>
                </c:pt>
                <c:pt idx="11863">
                  <c:v>5.623383153260142E-6</c:v>
                </c:pt>
                <c:pt idx="11864">
                  <c:v>6.0256703165523901E-6</c:v>
                </c:pt>
                <c:pt idx="11865">
                  <c:v>6.8954768411693418E-6</c:v>
                </c:pt>
                <c:pt idx="11866">
                  <c:v>8.7830189800798983E-5</c:v>
                </c:pt>
                <c:pt idx="11867">
                  <c:v>6.1932253810846795E-6</c:v>
                </c:pt>
                <c:pt idx="11868">
                  <c:v>2.4302517998408898E-5</c:v>
                </c:pt>
                <c:pt idx="11869">
                  <c:v>8.1716280542577567E-7</c:v>
                </c:pt>
                <c:pt idx="11870">
                  <c:v>4.6806937486227088E-5</c:v>
                </c:pt>
                <c:pt idx="11871">
                  <c:v>0</c:v>
                </c:pt>
                <c:pt idx="11872">
                  <c:v>7.4127895134390908E-6</c:v>
                </c:pt>
                <c:pt idx="11873">
                  <c:v>1.889105605269397E-5</c:v>
                </c:pt>
                <c:pt idx="11874">
                  <c:v>1.270630020841747E-4</c:v>
                </c:pt>
                <c:pt idx="11875">
                  <c:v>1.8187215931979105E-5</c:v>
                </c:pt>
                <c:pt idx="11876">
                  <c:v>0</c:v>
                </c:pt>
                <c:pt idx="11877">
                  <c:v>2.5001477235135053E-5</c:v>
                </c:pt>
                <c:pt idx="11878">
                  <c:v>7.9764805494212228E-5</c:v>
                </c:pt>
                <c:pt idx="11879">
                  <c:v>1.4364202056096144E-4</c:v>
                </c:pt>
                <c:pt idx="11880">
                  <c:v>7.6171798844160236E-6</c:v>
                </c:pt>
                <c:pt idx="11881">
                  <c:v>4.920018215058745E-5</c:v>
                </c:pt>
                <c:pt idx="11882">
                  <c:v>1.1120693143405447E-4</c:v>
                </c:pt>
                <c:pt idx="11883">
                  <c:v>3.4905178310191254E-7</c:v>
                </c:pt>
                <c:pt idx="11884">
                  <c:v>1.8638508064666429E-5</c:v>
                </c:pt>
                <c:pt idx="11885">
                  <c:v>7.7496160322255042E-5</c:v>
                </c:pt>
                <c:pt idx="11886">
                  <c:v>1.7789959649457169E-6</c:v>
                </c:pt>
                <c:pt idx="11887">
                  <c:v>2.5162241519488352E-5</c:v>
                </c:pt>
                <c:pt idx="11888">
                  <c:v>1.2436983533364085E-5</c:v>
                </c:pt>
                <c:pt idx="11889">
                  <c:v>7.0321661621485349E-6</c:v>
                </c:pt>
                <c:pt idx="11890">
                  <c:v>9.9905660150417214E-5</c:v>
                </c:pt>
                <c:pt idx="11891">
                  <c:v>6.9080831563337052E-5</c:v>
                </c:pt>
                <c:pt idx="11892">
                  <c:v>9.9397999467437734E-7</c:v>
                </c:pt>
                <c:pt idx="11893">
                  <c:v>4.8185652950694056E-5</c:v>
                </c:pt>
                <c:pt idx="11894">
                  <c:v>5.6544779092889025E-5</c:v>
                </c:pt>
                <c:pt idx="11895">
                  <c:v>5.3706789088328759E-6</c:v>
                </c:pt>
                <c:pt idx="11896">
                  <c:v>0</c:v>
                </c:pt>
                <c:pt idx="11897">
                  <c:v>1.6277905425157531E-5</c:v>
                </c:pt>
                <c:pt idx="11898">
                  <c:v>1.8495935208769982E-5</c:v>
                </c:pt>
                <c:pt idx="11899">
                  <c:v>2.3194337894367788E-5</c:v>
                </c:pt>
                <c:pt idx="11900">
                  <c:v>2.1407585029292717E-5</c:v>
                </c:pt>
                <c:pt idx="11901">
                  <c:v>7.4783202049993812E-6</c:v>
                </c:pt>
                <c:pt idx="11902">
                  <c:v>0</c:v>
                </c:pt>
                <c:pt idx="11903">
                  <c:v>8.1168229907748525E-7</c:v>
                </c:pt>
                <c:pt idx="11904">
                  <c:v>0</c:v>
                </c:pt>
                <c:pt idx="11905">
                  <c:v>7.6963106019310734E-7</c:v>
                </c:pt>
                <c:pt idx="11906">
                  <c:v>1.0254178512169047E-5</c:v>
                </c:pt>
                <c:pt idx="11907">
                  <c:v>0</c:v>
                </c:pt>
                <c:pt idx="11908">
                  <c:v>1.2531661502368821E-5</c:v>
                </c:pt>
                <c:pt idx="11909">
                  <c:v>1.0698480113467411E-6</c:v>
                </c:pt>
                <c:pt idx="11910">
                  <c:v>2.7097262008014102E-3</c:v>
                </c:pt>
                <c:pt idx="11911">
                  <c:v>3.5799438311586388E-5</c:v>
                </c:pt>
                <c:pt idx="11912">
                  <c:v>7.4001622349720464E-6</c:v>
                </c:pt>
                <c:pt idx="11913">
                  <c:v>1.2696361540916187E-4</c:v>
                </c:pt>
                <c:pt idx="11914">
                  <c:v>0</c:v>
                </c:pt>
                <c:pt idx="11915">
                  <c:v>0</c:v>
                </c:pt>
                <c:pt idx="11916">
                  <c:v>6.3160602962923309E-5</c:v>
                </c:pt>
                <c:pt idx="11917">
                  <c:v>8.3000684762043466E-6</c:v>
                </c:pt>
                <c:pt idx="11918">
                  <c:v>2.9054990650581591E-4</c:v>
                </c:pt>
                <c:pt idx="11919">
                  <c:v>7.3238919143252333E-5</c:v>
                </c:pt>
                <c:pt idx="11920">
                  <c:v>1.1479459889503947E-5</c:v>
                </c:pt>
                <c:pt idx="11921">
                  <c:v>2.6148577908928648E-6</c:v>
                </c:pt>
                <c:pt idx="11922">
                  <c:v>1.1335792283014157E-5</c:v>
                </c:pt>
                <c:pt idx="11923">
                  <c:v>8.3555961722527718E-6</c:v>
                </c:pt>
                <c:pt idx="11924">
                  <c:v>9.0599223626011566E-5</c:v>
                </c:pt>
                <c:pt idx="11925">
                  <c:v>3.4547176481567094E-6</c:v>
                </c:pt>
                <c:pt idx="11926">
                  <c:v>1.3493538437419225E-5</c:v>
                </c:pt>
                <c:pt idx="11927">
                  <c:v>2.5782429855687844E-6</c:v>
                </c:pt>
                <c:pt idx="11928">
                  <c:v>3.145310118569102E-4</c:v>
                </c:pt>
                <c:pt idx="11929">
                  <c:v>5.249376166679673E-6</c:v>
                </c:pt>
                <c:pt idx="11930">
                  <c:v>1.2040308455541741E-6</c:v>
                </c:pt>
                <c:pt idx="11931">
                  <c:v>1.5327394242496986E-5</c:v>
                </c:pt>
                <c:pt idx="11932">
                  <c:v>2.0431559198059258E-5</c:v>
                </c:pt>
                <c:pt idx="11933">
                  <c:v>2.3466169625104431E-5</c:v>
                </c:pt>
                <c:pt idx="11934">
                  <c:v>1.6632100212754354E-5</c:v>
                </c:pt>
                <c:pt idx="11935">
                  <c:v>2.3513595350417829E-5</c:v>
                </c:pt>
                <c:pt idx="11936">
                  <c:v>4.2369178703808504E-6</c:v>
                </c:pt>
                <c:pt idx="11937">
                  <c:v>9.0599223626011688E-6</c:v>
                </c:pt>
                <c:pt idx="11938">
                  <c:v>3.3001954090214464E-6</c:v>
                </c:pt>
                <c:pt idx="11939">
                  <c:v>7.1062230104489354E-8</c:v>
                </c:pt>
                <c:pt idx="11940">
                  <c:v>9.6109036052645868E-6</c:v>
                </c:pt>
                <c:pt idx="11941">
                  <c:v>1.6085437811954092E-5</c:v>
                </c:pt>
                <c:pt idx="11942">
                  <c:v>7.313327129918373E-6</c:v>
                </c:pt>
                <c:pt idx="11943">
                  <c:v>1.2892566266136024E-5</c:v>
                </c:pt>
                <c:pt idx="11944">
                  <c:v>1.6467487456213591E-5</c:v>
                </c:pt>
                <c:pt idx="11945">
                  <c:v>3.3985774389822004E-6</c:v>
                </c:pt>
                <c:pt idx="11946">
                  <c:v>0</c:v>
                </c:pt>
                <c:pt idx="11947">
                  <c:v>1.352800571556936E-5</c:v>
                </c:pt>
                <c:pt idx="11948">
                  <c:v>1.7658252499417756E-5</c:v>
                </c:pt>
                <c:pt idx="11949">
                  <c:v>4.8427282837529111E-6</c:v>
                </c:pt>
                <c:pt idx="11950">
                  <c:v>1.3926008444080386E-5</c:v>
                </c:pt>
                <c:pt idx="11951">
                  <c:v>3.0907181962858613E-5</c:v>
                </c:pt>
                <c:pt idx="11952">
                  <c:v>3.6376615606783593E-5</c:v>
                </c:pt>
                <c:pt idx="11953">
                  <c:v>4.2984022234405947E-6</c:v>
                </c:pt>
                <c:pt idx="11954">
                  <c:v>5.7210863889724414E-5</c:v>
                </c:pt>
                <c:pt idx="11955">
                  <c:v>3.0102883440876552E-5</c:v>
                </c:pt>
                <c:pt idx="11956">
                  <c:v>3.6692404513463206E-5</c:v>
                </c:pt>
                <c:pt idx="11957">
                  <c:v>0</c:v>
                </c:pt>
                <c:pt idx="11958">
                  <c:v>1.8539615866723741E-4</c:v>
                </c:pt>
                <c:pt idx="11959">
                  <c:v>5.0429007041236065E-5</c:v>
                </c:pt>
                <c:pt idx="11960">
                  <c:v>4.7767403682877136E-6</c:v>
                </c:pt>
                <c:pt idx="11961">
                  <c:v>4.8758628625120751E-5</c:v>
                </c:pt>
                <c:pt idx="11962">
                  <c:v>6.736469354684589E-5</c:v>
                </c:pt>
                <c:pt idx="11963">
                  <c:v>3.0151467965050479E-5</c:v>
                </c:pt>
                <c:pt idx="11964">
                  <c:v>3.2826364225852868E-7</c:v>
                </c:pt>
                <c:pt idx="11965">
                  <c:v>1.7396483334898425E-5</c:v>
                </c:pt>
                <c:pt idx="11966">
                  <c:v>1.6910447226622062E-7</c:v>
                </c:pt>
                <c:pt idx="11967">
                  <c:v>1.564913314582786E-6</c:v>
                </c:pt>
                <c:pt idx="11968">
                  <c:v>2.9865983189131956E-5</c:v>
                </c:pt>
                <c:pt idx="11969">
                  <c:v>1.6794572768560051E-5</c:v>
                </c:pt>
                <c:pt idx="11970">
                  <c:v>6.70689100941928E-7</c:v>
                </c:pt>
                <c:pt idx="11971">
                  <c:v>4.1943276350925123E-5</c:v>
                </c:pt>
                <c:pt idx="11972">
                  <c:v>6.5352754046809612E-6</c:v>
                </c:pt>
                <c:pt idx="11973">
                  <c:v>1.5788686564964083E-5</c:v>
                </c:pt>
                <c:pt idx="11974">
                  <c:v>0</c:v>
                </c:pt>
                <c:pt idx="11975">
                  <c:v>6.1489336932292544E-6</c:v>
                </c:pt>
                <c:pt idx="11976">
                  <c:v>5.8960514528541182E-6</c:v>
                </c:pt>
                <c:pt idx="11977">
                  <c:v>1.3488384011179335E-5</c:v>
                </c:pt>
                <c:pt idx="11978">
                  <c:v>3.5834513373617003E-5</c:v>
                </c:pt>
                <c:pt idx="11979">
                  <c:v>5.4592377746398643E-7</c:v>
                </c:pt>
                <c:pt idx="11980">
                  <c:v>2.0906998181086214E-5</c:v>
                </c:pt>
                <c:pt idx="11981">
                  <c:v>3.2544182604382602E-5</c:v>
                </c:pt>
                <c:pt idx="11982">
                  <c:v>3.4778371735267707E-6</c:v>
                </c:pt>
                <c:pt idx="11983">
                  <c:v>5.4752232335602415E-8</c:v>
                </c:pt>
                <c:pt idx="11984">
                  <c:v>4.7207400871022841E-6</c:v>
                </c:pt>
                <c:pt idx="11985">
                  <c:v>1.8555731792726596E-4</c:v>
                </c:pt>
                <c:pt idx="11986">
                  <c:v>2.1352777876579442E-4</c:v>
                </c:pt>
                <c:pt idx="11987">
                  <c:v>5.2659850248284704E-7</c:v>
                </c:pt>
                <c:pt idx="11988">
                  <c:v>5.2621192434232492E-5</c:v>
                </c:pt>
                <c:pt idx="11989">
                  <c:v>2.3573914503572673E-6</c:v>
                </c:pt>
                <c:pt idx="11990">
                  <c:v>9.1182649813566674E-4</c:v>
                </c:pt>
                <c:pt idx="11991">
                  <c:v>1.5517638649961731E-4</c:v>
                </c:pt>
                <c:pt idx="11992">
                  <c:v>1.8116010274404137E-6</c:v>
                </c:pt>
                <c:pt idx="11993">
                  <c:v>3.9281046145222106E-7</c:v>
                </c:pt>
                <c:pt idx="11994">
                  <c:v>4.3766870716892427E-4</c:v>
                </c:pt>
                <c:pt idx="11995">
                  <c:v>2.2509245714614214E-5</c:v>
                </c:pt>
                <c:pt idx="11996">
                  <c:v>3.3215894668849921E-6</c:v>
                </c:pt>
                <c:pt idx="11997">
                  <c:v>7.8994081592370603E-4</c:v>
                </c:pt>
                <c:pt idx="11998">
                  <c:v>6.0082046054899332E-7</c:v>
                </c:pt>
                <c:pt idx="11999">
                  <c:v>7.5425247026502583E-5</c:v>
                </c:pt>
                <c:pt idx="12000">
                  <c:v>7.3313173781486633E-6</c:v>
                </c:pt>
                <c:pt idx="12001">
                  <c:v>3.5079704201943551E-5</c:v>
                </c:pt>
                <c:pt idx="12002">
                  <c:v>3.2003322631380442E-7</c:v>
                </c:pt>
                <c:pt idx="12003">
                  <c:v>3.5665663485728508E-4</c:v>
                </c:pt>
                <c:pt idx="12004">
                  <c:v>7.3402373266002204E-7</c:v>
                </c:pt>
                <c:pt idx="12005">
                  <c:v>7.058069165703299E-5</c:v>
                </c:pt>
                <c:pt idx="12006">
                  <c:v>6.9889901489283391E-5</c:v>
                </c:pt>
                <c:pt idx="12007">
                  <c:v>0</c:v>
                </c:pt>
                <c:pt idx="12008">
                  <c:v>1.5070915914777551E-7</c:v>
                </c:pt>
                <c:pt idx="12009">
                  <c:v>6.8728598447929824E-6</c:v>
                </c:pt>
                <c:pt idx="12010">
                  <c:v>2.5366487301143868E-3</c:v>
                </c:pt>
                <c:pt idx="12011">
                  <c:v>4.0362535718121928E-6</c:v>
                </c:pt>
                <c:pt idx="12012">
                  <c:v>0</c:v>
                </c:pt>
                <c:pt idx="12013">
                  <c:v>3.2379329171927993E-6</c:v>
                </c:pt>
                <c:pt idx="12014">
                  <c:v>2.4990130158540632E-5</c:v>
                </c:pt>
                <c:pt idx="12015">
                  <c:v>3.0955035591100268E-5</c:v>
                </c:pt>
                <c:pt idx="12016">
                  <c:v>1.3359142999525621E-5</c:v>
                </c:pt>
                <c:pt idx="12017">
                  <c:v>6.238795539146742E-6</c:v>
                </c:pt>
                <c:pt idx="12018">
                  <c:v>3.7310950600092349E-5</c:v>
                </c:pt>
                <c:pt idx="12019">
                  <c:v>0</c:v>
                </c:pt>
                <c:pt idx="12020">
                  <c:v>3.7795698285217578E-5</c:v>
                </c:pt>
                <c:pt idx="12021">
                  <c:v>1.1227832356509284E-6</c:v>
                </c:pt>
                <c:pt idx="12022">
                  <c:v>8.5268931722117002E-4</c:v>
                </c:pt>
                <c:pt idx="12023">
                  <c:v>7.5026723060727825E-5</c:v>
                </c:pt>
                <c:pt idx="12024">
                  <c:v>3.676524372106818E-5</c:v>
                </c:pt>
                <c:pt idx="12025">
                  <c:v>1.1684431053498981E-5</c:v>
                </c:pt>
                <c:pt idx="12026">
                  <c:v>1.0014986294469244E-5</c:v>
                </c:pt>
                <c:pt idx="12027">
                  <c:v>3.8110601271732781E-5</c:v>
                </c:pt>
                <c:pt idx="12028">
                  <c:v>1.5235406737446167E-5</c:v>
                </c:pt>
                <c:pt idx="12029">
                  <c:v>0</c:v>
                </c:pt>
                <c:pt idx="12030">
                  <c:v>4.7517057459198972E-5</c:v>
                </c:pt>
                <c:pt idx="12031">
                  <c:v>6.983328301553258E-5</c:v>
                </c:pt>
                <c:pt idx="12032">
                  <c:v>9.3349183564511243E-7</c:v>
                </c:pt>
                <c:pt idx="12033">
                  <c:v>7.0780823328281936E-8</c:v>
                </c:pt>
                <c:pt idx="12034">
                  <c:v>1.0267713829910241E-4</c:v>
                </c:pt>
                <c:pt idx="12035">
                  <c:v>4.8549398010827711E-5</c:v>
                </c:pt>
                <c:pt idx="12036">
                  <c:v>5.4604923820787475E-5</c:v>
                </c:pt>
                <c:pt idx="12037">
                  <c:v>0</c:v>
                </c:pt>
                <c:pt idx="12038">
                  <c:v>8.3253539025579377E-5</c:v>
                </c:pt>
                <c:pt idx="12039">
                  <c:v>3.0898403048944691E-5</c:v>
                </c:pt>
                <c:pt idx="12040">
                  <c:v>1.0451540406059228E-6</c:v>
                </c:pt>
                <c:pt idx="12041">
                  <c:v>8.7620184274678088E-6</c:v>
                </c:pt>
                <c:pt idx="12042">
                  <c:v>0</c:v>
                </c:pt>
                <c:pt idx="12043">
                  <c:v>1.2164146291539701E-3</c:v>
                </c:pt>
                <c:pt idx="12044">
                  <c:v>1.0987601639655738E-5</c:v>
                </c:pt>
                <c:pt idx="12045">
                  <c:v>1.1558948056030943E-5</c:v>
                </c:pt>
                <c:pt idx="12046">
                  <c:v>1.1227832356509284E-6</c:v>
                </c:pt>
                <c:pt idx="12047">
                  <c:v>3.7723264582672244E-6</c:v>
                </c:pt>
                <c:pt idx="12048">
                  <c:v>3.4818962485765768E-5</c:v>
                </c:pt>
                <c:pt idx="12049">
                  <c:v>3.5200864477015486E-5</c:v>
                </c:pt>
                <c:pt idx="12050">
                  <c:v>1.4213090960439755E-5</c:v>
                </c:pt>
                <c:pt idx="12051">
                  <c:v>1.494993568565343E-5</c:v>
                </c:pt>
                <c:pt idx="12052">
                  <c:v>1.0885860228408441E-5</c:v>
                </c:pt>
                <c:pt idx="12053">
                  <c:v>5.6945895299286171E-7</c:v>
                </c:pt>
                <c:pt idx="12054">
                  <c:v>3.6178570926529928E-5</c:v>
                </c:pt>
                <c:pt idx="12055">
                  <c:v>3.1494261798190182E-5</c:v>
                </c:pt>
                <c:pt idx="12056">
                  <c:v>3.4327130771493361E-7</c:v>
                </c:pt>
                <c:pt idx="12057">
                  <c:v>5.3275902419336794E-5</c:v>
                </c:pt>
                <c:pt idx="12058">
                  <c:v>1.3446094342602466E-6</c:v>
                </c:pt>
                <c:pt idx="12059">
                  <c:v>4.1357562102655692E-5</c:v>
                </c:pt>
                <c:pt idx="12060">
                  <c:v>2.0734063751687007E-3</c:v>
                </c:pt>
                <c:pt idx="12061">
                  <c:v>1.6018273891068088E-5</c:v>
                </c:pt>
                <c:pt idx="12062">
                  <c:v>1.2278617838975802E-5</c:v>
                </c:pt>
                <c:pt idx="12063">
                  <c:v>7.0864344473083231E-6</c:v>
                </c:pt>
                <c:pt idx="12064">
                  <c:v>3.2118171043921519E-5</c:v>
                </c:pt>
                <c:pt idx="12065">
                  <c:v>0</c:v>
                </c:pt>
                <c:pt idx="12066">
                  <c:v>1.110518473394558E-5</c:v>
                </c:pt>
                <c:pt idx="12067">
                  <c:v>6.3344611320073975E-7</c:v>
                </c:pt>
                <c:pt idx="12068">
                  <c:v>2.7904231534703854E-5</c:v>
                </c:pt>
                <c:pt idx="12069">
                  <c:v>2.6170911287900977E-5</c:v>
                </c:pt>
                <c:pt idx="12070">
                  <c:v>2.4066408595386932E-5</c:v>
                </c:pt>
                <c:pt idx="12071">
                  <c:v>8.2527976331123828E-6</c:v>
                </c:pt>
                <c:pt idx="12072">
                  <c:v>8.8382616225187124E-6</c:v>
                </c:pt>
                <c:pt idx="12073">
                  <c:v>1.4925079411761621E-5</c:v>
                </c:pt>
                <c:pt idx="12074">
                  <c:v>4.9322820309812536E-5</c:v>
                </c:pt>
                <c:pt idx="12075">
                  <c:v>1.5963742686980032E-7</c:v>
                </c:pt>
                <c:pt idx="12076">
                  <c:v>8.8439713644145634E-5</c:v>
                </c:pt>
                <c:pt idx="12077">
                  <c:v>9.771950729051426E-6</c:v>
                </c:pt>
                <c:pt idx="12078">
                  <c:v>3.5196078100622852E-5</c:v>
                </c:pt>
                <c:pt idx="12079">
                  <c:v>3.3246780880002362E-6</c:v>
                </c:pt>
                <c:pt idx="12080">
                  <c:v>1.3737917659761002E-5</c:v>
                </c:pt>
                <c:pt idx="12081">
                  <c:v>4.2509677752699003E-4</c:v>
                </c:pt>
                <c:pt idx="12082">
                  <c:v>4.5692396024750918E-5</c:v>
                </c:pt>
                <c:pt idx="12083">
                  <c:v>1.1996861969968863E-5</c:v>
                </c:pt>
                <c:pt idx="12084">
                  <c:v>7.542715148804171E-5</c:v>
                </c:pt>
                <c:pt idx="12085">
                  <c:v>1.1883378433716568E-3</c:v>
                </c:pt>
                <c:pt idx="12086">
                  <c:v>2.6538512842658252E-5</c:v>
                </c:pt>
                <c:pt idx="12087">
                  <c:v>3.6016375967417418E-5</c:v>
                </c:pt>
                <c:pt idx="12088">
                  <c:v>2.5156339344778871E-5</c:v>
                </c:pt>
                <c:pt idx="12089">
                  <c:v>2.3562175727862928E-5</c:v>
                </c:pt>
                <c:pt idx="12090">
                  <c:v>1.5497571421624157E-5</c:v>
                </c:pt>
                <c:pt idx="12091">
                  <c:v>1.3066781016937709E-7</c:v>
                </c:pt>
                <c:pt idx="12092">
                  <c:v>2.2068895028313018E-4</c:v>
                </c:pt>
                <c:pt idx="12093">
                  <c:v>2.2897035288152708E-5</c:v>
                </c:pt>
                <c:pt idx="12094">
                  <c:v>6.8214233933901972E-3</c:v>
                </c:pt>
                <c:pt idx="12095">
                  <c:v>2.4635185111635066E-5</c:v>
                </c:pt>
                <c:pt idx="12096">
                  <c:v>4.2308643984528339E-4</c:v>
                </c:pt>
                <c:pt idx="12097">
                  <c:v>9.8873230941731694E-5</c:v>
                </c:pt>
                <c:pt idx="12098">
                  <c:v>1.2023792174266202E-4</c:v>
                </c:pt>
                <c:pt idx="12099">
                  <c:v>4.6388065294778831E-5</c:v>
                </c:pt>
                <c:pt idx="12100">
                  <c:v>4.1248726947112471E-6</c:v>
                </c:pt>
                <c:pt idx="12101">
                  <c:v>2.076345184843532E-5</c:v>
                </c:pt>
                <c:pt idx="12102">
                  <c:v>2.8978500653466739E-5</c:v>
                </c:pt>
                <c:pt idx="12103">
                  <c:v>1.3148437446064263E-5</c:v>
                </c:pt>
                <c:pt idx="12104">
                  <c:v>0</c:v>
                </c:pt>
                <c:pt idx="12105">
                  <c:v>4.2948864887119404E-5</c:v>
                </c:pt>
                <c:pt idx="12106">
                  <c:v>1.9121635890998357E-5</c:v>
                </c:pt>
                <c:pt idx="12107">
                  <c:v>1.7439280685698083E-5</c:v>
                </c:pt>
                <c:pt idx="12108">
                  <c:v>1.3573883577861263E-5</c:v>
                </c:pt>
                <c:pt idx="12109">
                  <c:v>2.838462126558176E-5</c:v>
                </c:pt>
                <c:pt idx="12110">
                  <c:v>0</c:v>
                </c:pt>
                <c:pt idx="12111">
                  <c:v>3.2273769200493848E-5</c:v>
                </c:pt>
                <c:pt idx="12112">
                  <c:v>6.3921855190477837E-6</c:v>
                </c:pt>
                <c:pt idx="12113">
                  <c:v>1.1041941092328611E-5</c:v>
                </c:pt>
                <c:pt idx="12114">
                  <c:v>3.9129457006386895E-6</c:v>
                </c:pt>
                <c:pt idx="12115">
                  <c:v>1.8116582135595277E-5</c:v>
                </c:pt>
                <c:pt idx="12116">
                  <c:v>6.5650806116010445E-6</c:v>
                </c:pt>
                <c:pt idx="12117">
                  <c:v>8.8842329696799549E-6</c:v>
                </c:pt>
                <c:pt idx="12118">
                  <c:v>2.4948323309967552E-5</c:v>
                </c:pt>
                <c:pt idx="12119">
                  <c:v>2.8968315341467641E-5</c:v>
                </c:pt>
                <c:pt idx="12120">
                  <c:v>8.2200436553479075E-7</c:v>
                </c:pt>
                <c:pt idx="12121">
                  <c:v>9.3259583200119378E-6</c:v>
                </c:pt>
                <c:pt idx="12122">
                  <c:v>1.512776527680123E-5</c:v>
                </c:pt>
                <c:pt idx="12123">
                  <c:v>1.0216951327050525E-5</c:v>
                </c:pt>
                <c:pt idx="12124">
                  <c:v>2.4500815515482091E-4</c:v>
                </c:pt>
                <c:pt idx="12125">
                  <c:v>1.2648699637023248E-4</c:v>
                </c:pt>
                <c:pt idx="12126">
                  <c:v>2.7196792017520641E-5</c:v>
                </c:pt>
                <c:pt idx="12127">
                  <c:v>2.8490816075180422E-6</c:v>
                </c:pt>
                <c:pt idx="12128">
                  <c:v>1.1064452519605752E-4</c:v>
                </c:pt>
                <c:pt idx="12129">
                  <c:v>5.2484024370994968E-7</c:v>
                </c:pt>
                <c:pt idx="12130">
                  <c:v>0</c:v>
                </c:pt>
                <c:pt idx="12131">
                  <c:v>2.309839990138143E-5</c:v>
                </c:pt>
                <c:pt idx="12132">
                  <c:v>3.6206763901016301E-5</c:v>
                </c:pt>
                <c:pt idx="12133">
                  <c:v>4.9644063477564844E-7</c:v>
                </c:pt>
                <c:pt idx="12134">
                  <c:v>1.6146369189421169E-5</c:v>
                </c:pt>
                <c:pt idx="12135">
                  <c:v>5.3585541474249054E-5</c:v>
                </c:pt>
                <c:pt idx="12136">
                  <c:v>2.0279496152226702E-5</c:v>
                </c:pt>
                <c:pt idx="12137">
                  <c:v>2.1958417930179351E-5</c:v>
                </c:pt>
                <c:pt idx="12138">
                  <c:v>5.6598292473704634E-5</c:v>
                </c:pt>
                <c:pt idx="12139">
                  <c:v>9.5260257208822908E-6</c:v>
                </c:pt>
                <c:pt idx="12140">
                  <c:v>9.7692317784733375E-6</c:v>
                </c:pt>
                <c:pt idx="12141">
                  <c:v>0</c:v>
                </c:pt>
                <c:pt idx="12142">
                  <c:v>8.0630434980074291E-6</c:v>
                </c:pt>
                <c:pt idx="12143">
                  <c:v>0</c:v>
                </c:pt>
                <c:pt idx="12144">
                  <c:v>0</c:v>
                </c:pt>
                <c:pt idx="12145">
                  <c:v>1.5713166245101849E-5</c:v>
                </c:pt>
                <c:pt idx="12146">
                  <c:v>2.8202068802527025E-5</c:v>
                </c:pt>
                <c:pt idx="12147">
                  <c:v>8.5343313659975921E-5</c:v>
                </c:pt>
                <c:pt idx="12148">
                  <c:v>1.239942876743251E-5</c:v>
                </c:pt>
                <c:pt idx="12149">
                  <c:v>1.4714584659221503E-4</c:v>
                </c:pt>
                <c:pt idx="12150">
                  <c:v>2.9752341660069908E-5</c:v>
                </c:pt>
                <c:pt idx="12151">
                  <c:v>2.4620907655797911E-5</c:v>
                </c:pt>
                <c:pt idx="12152">
                  <c:v>3.4503427978160908E-6</c:v>
                </c:pt>
                <c:pt idx="12153">
                  <c:v>0</c:v>
                </c:pt>
                <c:pt idx="12154">
                  <c:v>0</c:v>
                </c:pt>
                <c:pt idx="12155">
                  <c:v>0</c:v>
                </c:pt>
                <c:pt idx="12156">
                  <c:v>5.4242295784142635E-6</c:v>
                </c:pt>
                <c:pt idx="12157">
                  <c:v>1.1528784564003281E-5</c:v>
                </c:pt>
                <c:pt idx="12158">
                  <c:v>2.5391667826784607E-5</c:v>
                </c:pt>
                <c:pt idx="12159">
                  <c:v>9.8423680213082776E-7</c:v>
                </c:pt>
                <c:pt idx="12160">
                  <c:v>2.9988715175852294E-5</c:v>
                </c:pt>
                <c:pt idx="12161">
                  <c:v>3.4571650084160573E-5</c:v>
                </c:pt>
                <c:pt idx="12162">
                  <c:v>3.5086976114091558E-6</c:v>
                </c:pt>
                <c:pt idx="12163">
                  <c:v>1.1843649991628463E-5</c:v>
                </c:pt>
                <c:pt idx="12164">
                  <c:v>6.6767795970093434E-6</c:v>
                </c:pt>
                <c:pt idx="12165">
                  <c:v>5.0609939751426121E-5</c:v>
                </c:pt>
                <c:pt idx="12166">
                  <c:v>0</c:v>
                </c:pt>
                <c:pt idx="12167">
                  <c:v>5.4572722524887592E-6</c:v>
                </c:pt>
                <c:pt idx="12168">
                  <c:v>0</c:v>
                </c:pt>
                <c:pt idx="12169">
                  <c:v>9.6630733239395041E-6</c:v>
                </c:pt>
                <c:pt idx="12170">
                  <c:v>4.885392704740702E-6</c:v>
                </c:pt>
                <c:pt idx="12171">
                  <c:v>3.2657710023905281E-6</c:v>
                </c:pt>
                <c:pt idx="12172">
                  <c:v>1.7422498484238486E-5</c:v>
                </c:pt>
                <c:pt idx="12173">
                  <c:v>2.9590886550630152E-6</c:v>
                </c:pt>
                <c:pt idx="12174">
                  <c:v>2.0762385829972035E-6</c:v>
                </c:pt>
                <c:pt idx="12175">
                  <c:v>5.1183644136719542E-6</c:v>
                </c:pt>
                <c:pt idx="12176">
                  <c:v>1.2341699277583069E-7</c:v>
                </c:pt>
                <c:pt idx="12177">
                  <c:v>2.5325937646261538E-6</c:v>
                </c:pt>
                <c:pt idx="12178">
                  <c:v>3.8104592819608052E-5</c:v>
                </c:pt>
                <c:pt idx="12179">
                  <c:v>9.6110244971719277E-4</c:v>
                </c:pt>
                <c:pt idx="12180">
                  <c:v>1.4272958580408501E-5</c:v>
                </c:pt>
                <c:pt idx="12181">
                  <c:v>3.0761325884487628E-5</c:v>
                </c:pt>
                <c:pt idx="12182">
                  <c:v>0</c:v>
                </c:pt>
                <c:pt idx="12183">
                  <c:v>9.0000640637873279E-7</c:v>
                </c:pt>
                <c:pt idx="12184">
                  <c:v>1.7161062191961678E-5</c:v>
                </c:pt>
                <c:pt idx="12185">
                  <c:v>1.6747125727933148E-5</c:v>
                </c:pt>
                <c:pt idx="12186">
                  <c:v>1.5333103699557734E-5</c:v>
                </c:pt>
                <c:pt idx="12187">
                  <c:v>1.4271388021016121E-5</c:v>
                </c:pt>
                <c:pt idx="12188">
                  <c:v>3.3473012397528136E-4</c:v>
                </c:pt>
                <c:pt idx="12189">
                  <c:v>1.2447804381454473E-5</c:v>
                </c:pt>
                <c:pt idx="12190">
                  <c:v>2.1586843818647334E-5</c:v>
                </c:pt>
                <c:pt idx="12191">
                  <c:v>2.2474541860134692E-3</c:v>
                </c:pt>
                <c:pt idx="12192">
                  <c:v>1.9262119581676073E-5</c:v>
                </c:pt>
                <c:pt idx="12193">
                  <c:v>1.0323773127803347E-5</c:v>
                </c:pt>
                <c:pt idx="12194">
                  <c:v>4.2328222513664738E-6</c:v>
                </c:pt>
                <c:pt idx="12195">
                  <c:v>3.7959677620785018E-5</c:v>
                </c:pt>
                <c:pt idx="12196">
                  <c:v>8.5680351769090473E-6</c:v>
                </c:pt>
                <c:pt idx="12197">
                  <c:v>3.6634156084719729E-5</c:v>
                </c:pt>
                <c:pt idx="12198">
                  <c:v>0</c:v>
                </c:pt>
                <c:pt idx="12199">
                  <c:v>1.0388255625736327E-4</c:v>
                </c:pt>
                <c:pt idx="12200">
                  <c:v>3.0398370567298177E-5</c:v>
                </c:pt>
                <c:pt idx="12201">
                  <c:v>3.6707681540050794E-5</c:v>
                </c:pt>
                <c:pt idx="12202">
                  <c:v>6.3221620117120871E-5</c:v>
                </c:pt>
                <c:pt idx="12203">
                  <c:v>3.9945549367420592E-6</c:v>
                </c:pt>
                <c:pt idx="12204">
                  <c:v>1.0788308669955521E-5</c:v>
                </c:pt>
                <c:pt idx="12205">
                  <c:v>1.1623178566245548E-5</c:v>
                </c:pt>
                <c:pt idx="12206">
                  <c:v>3.8048473471602303E-5</c:v>
                </c:pt>
                <c:pt idx="12207">
                  <c:v>2.0341005704169322E-5</c:v>
                </c:pt>
                <c:pt idx="12208">
                  <c:v>1.4864835810488351E-5</c:v>
                </c:pt>
                <c:pt idx="12209">
                  <c:v>2.9302801822234014E-5</c:v>
                </c:pt>
                <c:pt idx="12210">
                  <c:v>4.3018206122876856E-4</c:v>
                </c:pt>
                <c:pt idx="12211">
                  <c:v>9.1020641544795518E-6</c:v>
                </c:pt>
                <c:pt idx="12212">
                  <c:v>3.6604760526314002E-7</c:v>
                </c:pt>
                <c:pt idx="12213">
                  <c:v>1.0473350219795893E-7</c:v>
                </c:pt>
                <c:pt idx="12214">
                  <c:v>8.3451621111317768E-6</c:v>
                </c:pt>
                <c:pt idx="12215">
                  <c:v>1.3789201628493046E-7</c:v>
                </c:pt>
                <c:pt idx="12216">
                  <c:v>4.7925512608992464E-5</c:v>
                </c:pt>
                <c:pt idx="12217">
                  <c:v>1.8644081731846879E-5</c:v>
                </c:pt>
                <c:pt idx="12218">
                  <c:v>3.0988063336487756E-5</c:v>
                </c:pt>
                <c:pt idx="12219">
                  <c:v>1.3071109989752085E-5</c:v>
                </c:pt>
                <c:pt idx="12220">
                  <c:v>3.0648280850075865E-4</c:v>
                </c:pt>
                <c:pt idx="12221">
                  <c:v>8.6684096729123394E-6</c:v>
                </c:pt>
                <c:pt idx="12222">
                  <c:v>7.9099720101346278E-5</c:v>
                </c:pt>
                <c:pt idx="12223">
                  <c:v>3.1397877842243068E-5</c:v>
                </c:pt>
                <c:pt idx="12224">
                  <c:v>1.1544200260746685E-4</c:v>
                </c:pt>
                <c:pt idx="12225">
                  <c:v>1.7105725784525144E-5</c:v>
                </c:pt>
                <c:pt idx="12226">
                  <c:v>1.7364978701157327E-5</c:v>
                </c:pt>
                <c:pt idx="12227">
                  <c:v>5.5011285758118715E-6</c:v>
                </c:pt>
                <c:pt idx="12228">
                  <c:v>3.2707163821135819E-5</c:v>
                </c:pt>
                <c:pt idx="12229">
                  <c:v>0</c:v>
                </c:pt>
                <c:pt idx="12230">
                  <c:v>1.4779830251859368E-5</c:v>
                </c:pt>
                <c:pt idx="12231">
                  <c:v>1.4882252018937162E-5</c:v>
                </c:pt>
                <c:pt idx="12232">
                  <c:v>5.2214539530271144E-6</c:v>
                </c:pt>
                <c:pt idx="12233">
                  <c:v>5.0104659050220627E-6</c:v>
                </c:pt>
                <c:pt idx="12234">
                  <c:v>1.7565959130494765E-5</c:v>
                </c:pt>
                <c:pt idx="12235">
                  <c:v>1.6734084388879601E-5</c:v>
                </c:pt>
                <c:pt idx="12236">
                  <c:v>2.0899791356480549E-7</c:v>
                </c:pt>
                <c:pt idx="12237">
                  <c:v>2.4009201265491515E-6</c:v>
                </c:pt>
                <c:pt idx="12238">
                  <c:v>3.019899737268007E-6</c:v>
                </c:pt>
                <c:pt idx="12239">
                  <c:v>9.7974104332541705E-6</c:v>
                </c:pt>
                <c:pt idx="12240">
                  <c:v>5.5124433406408601E-6</c:v>
                </c:pt>
                <c:pt idx="12241">
                  <c:v>4.7544201595754905E-4</c:v>
                </c:pt>
                <c:pt idx="12242">
                  <c:v>1.1645889944251667E-5</c:v>
                </c:pt>
                <c:pt idx="12243">
                  <c:v>4.4743279549793904E-6</c:v>
                </c:pt>
                <c:pt idx="12244">
                  <c:v>9.2049795126490663E-4</c:v>
                </c:pt>
                <c:pt idx="12245">
                  <c:v>1.1499588808450198E-5</c:v>
                </c:pt>
                <c:pt idx="12246">
                  <c:v>1.1230464908058264E-4</c:v>
                </c:pt>
                <c:pt idx="12247">
                  <c:v>1.4488065877159521E-6</c:v>
                </c:pt>
                <c:pt idx="12248">
                  <c:v>1.9986831204540868E-4</c:v>
                </c:pt>
                <c:pt idx="12249">
                  <c:v>4.4283973139888866E-7</c:v>
                </c:pt>
                <c:pt idx="12250">
                  <c:v>3.3373050091928442E-5</c:v>
                </c:pt>
                <c:pt idx="12251">
                  <c:v>2.8302557852879489E-5</c:v>
                </c:pt>
                <c:pt idx="12252">
                  <c:v>2.2947947413304048E-5</c:v>
                </c:pt>
                <c:pt idx="12253">
                  <c:v>5.5032192395284834E-5</c:v>
                </c:pt>
                <c:pt idx="12254">
                  <c:v>8.5871069799360598E-6</c:v>
                </c:pt>
                <c:pt idx="12255">
                  <c:v>2.4557065328165008E-6</c:v>
                </c:pt>
                <c:pt idx="12256">
                  <c:v>9.3261345327850215E-6</c:v>
                </c:pt>
                <c:pt idx="12257">
                  <c:v>5.3631975916529828E-6</c:v>
                </c:pt>
                <c:pt idx="12258">
                  <c:v>1.1289470268896881E-5</c:v>
                </c:pt>
                <c:pt idx="12259">
                  <c:v>1.5448744858638163E-5</c:v>
                </c:pt>
                <c:pt idx="12260">
                  <c:v>1.6552087012052982E-7</c:v>
                </c:pt>
                <c:pt idx="12261">
                  <c:v>9.9321358915487029E-6</c:v>
                </c:pt>
                <c:pt idx="12262">
                  <c:v>3.8794171852991883E-3</c:v>
                </c:pt>
                <c:pt idx="12263">
                  <c:v>1.1136176582170372E-5</c:v>
                </c:pt>
                <c:pt idx="12264">
                  <c:v>4.8886531842277818E-5</c:v>
                </c:pt>
                <c:pt idx="12265">
                  <c:v>4.2751265485706523E-5</c:v>
                </c:pt>
                <c:pt idx="12266">
                  <c:v>2.1201257006783914E-7</c:v>
                </c:pt>
                <c:pt idx="12267">
                  <c:v>6.4155856384661683E-5</c:v>
                </c:pt>
                <c:pt idx="12268">
                  <c:v>5.3853850771929402E-5</c:v>
                </c:pt>
                <c:pt idx="12269">
                  <c:v>3.9228105640643509E-5</c:v>
                </c:pt>
                <c:pt idx="12270">
                  <c:v>1.0782115003982485E-5</c:v>
                </c:pt>
                <c:pt idx="12271">
                  <c:v>4.5148727472067583E-6</c:v>
                </c:pt>
                <c:pt idx="12272">
                  <c:v>1.3695675184644761E-5</c:v>
                </c:pt>
                <c:pt idx="12273">
                  <c:v>3.0726109071405099E-7</c:v>
                </c:pt>
                <c:pt idx="12274">
                  <c:v>4.5379114708943123E-5</c:v>
                </c:pt>
                <c:pt idx="12275">
                  <c:v>5.2103388790406932E-5</c:v>
                </c:pt>
                <c:pt idx="12276">
                  <c:v>1.7098742641091097E-5</c:v>
                </c:pt>
                <c:pt idx="12277">
                  <c:v>9.8714427482377805E-6</c:v>
                </c:pt>
                <c:pt idx="12278">
                  <c:v>3.0150263111185692E-5</c:v>
                </c:pt>
                <c:pt idx="12279">
                  <c:v>2.245566471301856E-5</c:v>
                </c:pt>
                <c:pt idx="12280">
                  <c:v>3.7814614164944834E-6</c:v>
                </c:pt>
                <c:pt idx="12281">
                  <c:v>6.2037813384624834E-5</c:v>
                </c:pt>
                <c:pt idx="12282">
                  <c:v>6.0318865798473162E-6</c:v>
                </c:pt>
                <c:pt idx="12283">
                  <c:v>3.5535679633448292E-5</c:v>
                </c:pt>
                <c:pt idx="12284">
                  <c:v>4.4396586395366333E-5</c:v>
                </c:pt>
                <c:pt idx="12285">
                  <c:v>2.3914567770806899E-4</c:v>
                </c:pt>
                <c:pt idx="12286">
                  <c:v>4.0929985829193703E-5</c:v>
                </c:pt>
                <c:pt idx="12287">
                  <c:v>3.3935493306955682E-5</c:v>
                </c:pt>
                <c:pt idx="12288">
                  <c:v>3.1335811722050345E-5</c:v>
                </c:pt>
                <c:pt idx="12289">
                  <c:v>5.0086984490004318E-5</c:v>
                </c:pt>
                <c:pt idx="12290">
                  <c:v>5.1010398854264396E-5</c:v>
                </c:pt>
                <c:pt idx="12291">
                  <c:v>6.9490309140573471E-7</c:v>
                </c:pt>
                <c:pt idx="12292">
                  <c:v>9.1713662196328568E-5</c:v>
                </c:pt>
                <c:pt idx="12293">
                  <c:v>4.7690040511602578E-6</c:v>
                </c:pt>
                <c:pt idx="12294">
                  <c:v>1.4257564897154644E-6</c:v>
                </c:pt>
                <c:pt idx="12295">
                  <c:v>1.6400967661969734E-5</c:v>
                </c:pt>
                <c:pt idx="12296">
                  <c:v>3.1460728227376229E-5</c:v>
                </c:pt>
                <c:pt idx="12297">
                  <c:v>1.6389039430138528E-4</c:v>
                </c:pt>
                <c:pt idx="12298">
                  <c:v>3.1632258465934891E-5</c:v>
                </c:pt>
                <c:pt idx="12299">
                  <c:v>1.4586052860086961E-5</c:v>
                </c:pt>
                <c:pt idx="12300">
                  <c:v>1.1869112229727125E-5</c:v>
                </c:pt>
                <c:pt idx="12301">
                  <c:v>7.4247721185472922E-5</c:v>
                </c:pt>
                <c:pt idx="12302">
                  <c:v>3.3432751433774548E-7</c:v>
                </c:pt>
                <c:pt idx="12303">
                  <c:v>1.2591961521318785E-7</c:v>
                </c:pt>
                <c:pt idx="12304">
                  <c:v>2.8417060220385404E-4</c:v>
                </c:pt>
                <c:pt idx="12305">
                  <c:v>2.6094083195036507E-3</c:v>
                </c:pt>
                <c:pt idx="12306">
                  <c:v>0</c:v>
                </c:pt>
                <c:pt idx="12307">
                  <c:v>1.0912028573890441E-5</c:v>
                </c:pt>
                <c:pt idx="12308">
                  <c:v>1.7635338779857506E-7</c:v>
                </c:pt>
                <c:pt idx="12309">
                  <c:v>2.1357304296307111E-5</c:v>
                </c:pt>
                <c:pt idx="12310">
                  <c:v>6.3553768055712998E-7</c:v>
                </c:pt>
                <c:pt idx="12311">
                  <c:v>4.3020326081782864E-5</c:v>
                </c:pt>
                <c:pt idx="12312">
                  <c:v>7.3978454437181936E-6</c:v>
                </c:pt>
                <c:pt idx="12313">
                  <c:v>5.7193709572936893E-5</c:v>
                </c:pt>
                <c:pt idx="12314">
                  <c:v>9.6903710791816563E-5</c:v>
                </c:pt>
                <c:pt idx="12315">
                  <c:v>2.2913943584712887E-4</c:v>
                </c:pt>
                <c:pt idx="12316">
                  <c:v>7.6372403176741043E-6</c:v>
                </c:pt>
                <c:pt idx="12317">
                  <c:v>4.1266443833945292E-5</c:v>
                </c:pt>
                <c:pt idx="12318">
                  <c:v>4.1786735677201422E-6</c:v>
                </c:pt>
                <c:pt idx="12319">
                  <c:v>5.8454706692385994E-6</c:v>
                </c:pt>
                <c:pt idx="12320">
                  <c:v>0</c:v>
                </c:pt>
                <c:pt idx="12321">
                  <c:v>7.9833891186860723E-5</c:v>
                </c:pt>
                <c:pt idx="12322">
                  <c:v>2.7675089484152695E-5</c:v>
                </c:pt>
                <c:pt idx="12323">
                  <c:v>3.0074550954935535E-7</c:v>
                </c:pt>
                <c:pt idx="12324">
                  <c:v>6.1360633600042509E-6</c:v>
                </c:pt>
                <c:pt idx="12325">
                  <c:v>1.2424240722366743E-5</c:v>
                </c:pt>
                <c:pt idx="12326">
                  <c:v>3.5641375309630914E-5</c:v>
                </c:pt>
                <c:pt idx="12327">
                  <c:v>2.7808872709620584E-6</c:v>
                </c:pt>
                <c:pt idx="12328">
                  <c:v>1.0142895746779201E-4</c:v>
                </c:pt>
                <c:pt idx="12329">
                  <c:v>1.3157616042784301E-6</c:v>
                </c:pt>
                <c:pt idx="12330">
                  <c:v>2.4100628226919442E-6</c:v>
                </c:pt>
                <c:pt idx="12331">
                  <c:v>1.8933496410438407E-5</c:v>
                </c:pt>
                <c:pt idx="12332">
                  <c:v>2.1299180900279533E-6</c:v>
                </c:pt>
                <c:pt idx="12333">
                  <c:v>0</c:v>
                </c:pt>
                <c:pt idx="12334">
                  <c:v>1.5325441594796388E-5</c:v>
                </c:pt>
                <c:pt idx="12335">
                  <c:v>2.139264672966847E-5</c:v>
                </c:pt>
                <c:pt idx="12336">
                  <c:v>1.9389216275119565E-5</c:v>
                </c:pt>
                <c:pt idx="12337">
                  <c:v>3.1130318752842126E-4</c:v>
                </c:pt>
                <c:pt idx="12338">
                  <c:v>7.6112627815989309E-6</c:v>
                </c:pt>
                <c:pt idx="12339">
                  <c:v>4.2572448584135039E-5</c:v>
                </c:pt>
                <c:pt idx="12340">
                  <c:v>3.612741010611823E-6</c:v>
                </c:pt>
                <c:pt idx="12341">
                  <c:v>8.4010459597040039E-6</c:v>
                </c:pt>
                <c:pt idx="12342">
                  <c:v>1.2421059098622313E-5</c:v>
                </c:pt>
                <c:pt idx="12343">
                  <c:v>1.1946788216806786E-5</c:v>
                </c:pt>
                <c:pt idx="12344">
                  <c:v>1.22442132204648E-5</c:v>
                </c:pt>
                <c:pt idx="12345">
                  <c:v>8.7113669304211704E-6</c:v>
                </c:pt>
                <c:pt idx="12346">
                  <c:v>2.8437991282005522E-5</c:v>
                </c:pt>
                <c:pt idx="12347">
                  <c:v>2.8173372712780647E-4</c:v>
                </c:pt>
                <c:pt idx="12348">
                  <c:v>9.9114658043668275E-5</c:v>
                </c:pt>
                <c:pt idx="12349">
                  <c:v>6.6503314727016646E-6</c:v>
                </c:pt>
                <c:pt idx="12350">
                  <c:v>1.8080007860097884E-5</c:v>
                </c:pt>
                <c:pt idx="12351">
                  <c:v>2.241644048051674E-5</c:v>
                </c:pt>
                <c:pt idx="12352">
                  <c:v>1.6392282718294461E-4</c:v>
                </c:pt>
                <c:pt idx="12353">
                  <c:v>1.2316924259897128E-5</c:v>
                </c:pt>
                <c:pt idx="12354">
                  <c:v>1.8372816583378765E-5</c:v>
                </c:pt>
                <c:pt idx="12355">
                  <c:v>5.1198915545682311E-5</c:v>
                </c:pt>
                <c:pt idx="12356">
                  <c:v>8.4031461110295992E-5</c:v>
                </c:pt>
                <c:pt idx="12357">
                  <c:v>1.2960575822370144E-5</c:v>
                </c:pt>
                <c:pt idx="12358">
                  <c:v>4.780883455029765E-5</c:v>
                </c:pt>
                <c:pt idx="12359">
                  <c:v>1.9827266298772122E-5</c:v>
                </c:pt>
                <c:pt idx="12360">
                  <c:v>2.3554893055613853E-6</c:v>
                </c:pt>
                <c:pt idx="12361">
                  <c:v>2.1393443635856353E-5</c:v>
                </c:pt>
                <c:pt idx="12362">
                  <c:v>5.241616556677187E-6</c:v>
                </c:pt>
                <c:pt idx="12363">
                  <c:v>1.6002588410783781E-6</c:v>
                </c:pt>
                <c:pt idx="12364">
                  <c:v>1.9186951680432595E-5</c:v>
                </c:pt>
                <c:pt idx="12365">
                  <c:v>1.2913800793429157E-6</c:v>
                </c:pt>
                <c:pt idx="12366">
                  <c:v>3.9699253574570698E-5</c:v>
                </c:pt>
                <c:pt idx="12367">
                  <c:v>5.9294992362232534E-5</c:v>
                </c:pt>
                <c:pt idx="12368">
                  <c:v>2.1540730632594374E-5</c:v>
                </c:pt>
                <c:pt idx="12369">
                  <c:v>1.5499342899722361E-5</c:v>
                </c:pt>
                <c:pt idx="12370">
                  <c:v>8.5829842025258574E-6</c:v>
                </c:pt>
                <c:pt idx="12371">
                  <c:v>2.567824957885182E-3</c:v>
                </c:pt>
                <c:pt idx="12372">
                  <c:v>2.5161990198590656E-4</c:v>
                </c:pt>
                <c:pt idx="12373">
                  <c:v>8.0840392966867195E-5</c:v>
                </c:pt>
                <c:pt idx="12374">
                  <c:v>1.9833266184216529E-5</c:v>
                </c:pt>
                <c:pt idx="12375">
                  <c:v>1.8825108142650354E-6</c:v>
                </c:pt>
                <c:pt idx="12376">
                  <c:v>9.2125803950845684E-7</c:v>
                </c:pt>
                <c:pt idx="12377">
                  <c:v>9.6926847437350775E-5</c:v>
                </c:pt>
                <c:pt idx="12378">
                  <c:v>1.5057441694022232E-6</c:v>
                </c:pt>
                <c:pt idx="12379">
                  <c:v>4.3434554570635424E-6</c:v>
                </c:pt>
                <c:pt idx="12380">
                  <c:v>5.0871244880130975E-6</c:v>
                </c:pt>
                <c:pt idx="12381">
                  <c:v>2.3243089399260809E-5</c:v>
                </c:pt>
                <c:pt idx="12382">
                  <c:v>7.5850245252862737E-5</c:v>
                </c:pt>
                <c:pt idx="12383">
                  <c:v>3.4506452260327005E-5</c:v>
                </c:pt>
                <c:pt idx="12384">
                  <c:v>3.0422063651996294E-4</c:v>
                </c:pt>
                <c:pt idx="12385">
                  <c:v>1.7406402598289761E-5</c:v>
                </c:pt>
                <c:pt idx="12386">
                  <c:v>1.3110106714048275E-5</c:v>
                </c:pt>
                <c:pt idx="12387">
                  <c:v>7.105343911111191E-6</c:v>
                </c:pt>
                <c:pt idx="12388">
                  <c:v>6.8813065811914868E-6</c:v>
                </c:pt>
                <c:pt idx="12389">
                  <c:v>1.0621577909613507E-5</c:v>
                </c:pt>
                <c:pt idx="12390">
                  <c:v>6.6468767550535049E-6</c:v>
                </c:pt>
                <c:pt idx="12391">
                  <c:v>1.4809633777131088E-4</c:v>
                </c:pt>
                <c:pt idx="12392">
                  <c:v>4.691182921521039E-5</c:v>
                </c:pt>
                <c:pt idx="12393">
                  <c:v>1.7289807572464921E-5</c:v>
                </c:pt>
                <c:pt idx="12394">
                  <c:v>1.2977879781604449E-6</c:v>
                </c:pt>
                <c:pt idx="12395">
                  <c:v>3.2748284680303296E-5</c:v>
                </c:pt>
                <c:pt idx="12396">
                  <c:v>3.8165683532166098E-4</c:v>
                </c:pt>
                <c:pt idx="12397">
                  <c:v>7.263099253274424E-6</c:v>
                </c:pt>
                <c:pt idx="12398">
                  <c:v>8.5354691684776866E-4</c:v>
                </c:pt>
                <c:pt idx="12399">
                  <c:v>3.4348546808520789E-5</c:v>
                </c:pt>
                <c:pt idx="12400">
                  <c:v>1.9702895219777135E-5</c:v>
                </c:pt>
                <c:pt idx="12401">
                  <c:v>1.9439695069574117E-5</c:v>
                </c:pt>
                <c:pt idx="12402">
                  <c:v>2.7573638870928286E-4</c:v>
                </c:pt>
                <c:pt idx="12403">
                  <c:v>9.9625368952182783E-6</c:v>
                </c:pt>
                <c:pt idx="12404">
                  <c:v>8.2255055941594938E-6</c:v>
                </c:pt>
                <c:pt idx="12405">
                  <c:v>5.9075671783479545E-6</c:v>
                </c:pt>
                <c:pt idx="12406">
                  <c:v>7.1973284336598016E-7</c:v>
                </c:pt>
                <c:pt idx="12407">
                  <c:v>1.4365446729566456E-5</c:v>
                </c:pt>
                <c:pt idx="12408">
                  <c:v>7.1243477472096172E-6</c:v>
                </c:pt>
                <c:pt idx="12409">
                  <c:v>7.7880918079833407E-7</c:v>
                </c:pt>
                <c:pt idx="12410">
                  <c:v>8.4916379166877307E-6</c:v>
                </c:pt>
                <c:pt idx="12411">
                  <c:v>1.0201651460321522E-5</c:v>
                </c:pt>
                <c:pt idx="12412">
                  <c:v>4.3730121446663791E-5</c:v>
                </c:pt>
                <c:pt idx="12413">
                  <c:v>3.5403326932355496E-5</c:v>
                </c:pt>
                <c:pt idx="12414">
                  <c:v>1.2279157385091874E-3</c:v>
                </c:pt>
                <c:pt idx="12415">
                  <c:v>7.6588926051362603E-6</c:v>
                </c:pt>
                <c:pt idx="12416">
                  <c:v>7.6190814655378232E-5</c:v>
                </c:pt>
                <c:pt idx="12417">
                  <c:v>0</c:v>
                </c:pt>
                <c:pt idx="12418">
                  <c:v>1.410259136566378E-6</c:v>
                </c:pt>
                <c:pt idx="12419">
                  <c:v>4.2279423926927016E-5</c:v>
                </c:pt>
                <c:pt idx="12420">
                  <c:v>3.7167638729774548E-5</c:v>
                </c:pt>
                <c:pt idx="12421">
                  <c:v>1.0351710984152601E-5</c:v>
                </c:pt>
                <c:pt idx="12422">
                  <c:v>8.1623983205641111E-7</c:v>
                </c:pt>
                <c:pt idx="12423">
                  <c:v>3.3451165348296851E-5</c:v>
                </c:pt>
                <c:pt idx="12424">
                  <c:v>5.8951428726775732E-6</c:v>
                </c:pt>
                <c:pt idx="12425">
                  <c:v>1.3104830289785471E-5</c:v>
                </c:pt>
                <c:pt idx="12426">
                  <c:v>0</c:v>
                </c:pt>
                <c:pt idx="12427">
                  <c:v>1.4460376936151558E-5</c:v>
                </c:pt>
                <c:pt idx="12428">
                  <c:v>5.7863420042321814E-6</c:v>
                </c:pt>
                <c:pt idx="12429">
                  <c:v>1.5758361202118272E-6</c:v>
                </c:pt>
                <c:pt idx="12430">
                  <c:v>2.2755162464375684E-5</c:v>
                </c:pt>
                <c:pt idx="12431">
                  <c:v>9.9865117440643324E-6</c:v>
                </c:pt>
                <c:pt idx="12432">
                  <c:v>1.1207960086851701E-4</c:v>
                </c:pt>
                <c:pt idx="12433">
                  <c:v>5.4793220486592963E-6</c:v>
                </c:pt>
                <c:pt idx="12434">
                  <c:v>8.2457200826204001E-5</c:v>
                </c:pt>
                <c:pt idx="12435">
                  <c:v>8.1565418912758119E-6</c:v>
                </c:pt>
                <c:pt idx="12436">
                  <c:v>2.5833950554800141E-6</c:v>
                </c:pt>
                <c:pt idx="12437">
                  <c:v>1.7974924329072766E-5</c:v>
                </c:pt>
                <c:pt idx="12438">
                  <c:v>3.6318186972679845E-5</c:v>
                </c:pt>
                <c:pt idx="12439">
                  <c:v>1.8976753476438921E-3</c:v>
                </c:pt>
                <c:pt idx="12440">
                  <c:v>6.8822862381746535E-6</c:v>
                </c:pt>
                <c:pt idx="12441">
                  <c:v>5.5301263845493635E-5</c:v>
                </c:pt>
                <c:pt idx="12442">
                  <c:v>0</c:v>
                </c:pt>
                <c:pt idx="12443">
                  <c:v>1.1331706331212073E-6</c:v>
                </c:pt>
                <c:pt idx="12444">
                  <c:v>8.7180815944660438E-6</c:v>
                </c:pt>
                <c:pt idx="12445">
                  <c:v>1.1083515745243125E-5</c:v>
                </c:pt>
                <c:pt idx="12446">
                  <c:v>4.3918813858610945E-5</c:v>
                </c:pt>
                <c:pt idx="12447">
                  <c:v>1.2669572979134881E-5</c:v>
                </c:pt>
                <c:pt idx="12448">
                  <c:v>0</c:v>
                </c:pt>
                <c:pt idx="12449">
                  <c:v>7.7731147083525916E-6</c:v>
                </c:pt>
                <c:pt idx="12450">
                  <c:v>8.5239870135131714E-5</c:v>
                </c:pt>
                <c:pt idx="12451">
                  <c:v>6.7535002925772617E-5</c:v>
                </c:pt>
                <c:pt idx="12452">
                  <c:v>1.9369869727620334E-5</c:v>
                </c:pt>
                <c:pt idx="12453">
                  <c:v>1.4382417388916002E-5</c:v>
                </c:pt>
                <c:pt idx="12454">
                  <c:v>3.2506536273421229E-5</c:v>
                </c:pt>
                <c:pt idx="12455">
                  <c:v>1.8591540590323753E-6</c:v>
                </c:pt>
                <c:pt idx="12456">
                  <c:v>1.4510251196910954E-6</c:v>
                </c:pt>
                <c:pt idx="12457">
                  <c:v>1.6952071049368655E-5</c:v>
                </c:pt>
                <c:pt idx="12458">
                  <c:v>3.318242025361743E-5</c:v>
                </c:pt>
                <c:pt idx="12459">
                  <c:v>5.339533468213443E-5</c:v>
                </c:pt>
                <c:pt idx="12460">
                  <c:v>5.7992970319474199E-7</c:v>
                </c:pt>
                <c:pt idx="12461">
                  <c:v>8.5532639014508673E-5</c:v>
                </c:pt>
                <c:pt idx="12462">
                  <c:v>1.1458077410864707E-5</c:v>
                </c:pt>
                <c:pt idx="12463">
                  <c:v>5.1666827803110633E-6</c:v>
                </c:pt>
                <c:pt idx="12464">
                  <c:v>3.6428078312230071E-5</c:v>
                </c:pt>
                <c:pt idx="12465">
                  <c:v>0</c:v>
                </c:pt>
                <c:pt idx="12466">
                  <c:v>0</c:v>
                </c:pt>
                <c:pt idx="12467">
                  <c:v>1.4103323967812624E-4</c:v>
                </c:pt>
                <c:pt idx="12468">
                  <c:v>2.8581324158970645E-5</c:v>
                </c:pt>
                <c:pt idx="12469">
                  <c:v>3.0444004501882884E-5</c:v>
                </c:pt>
                <c:pt idx="12470">
                  <c:v>1.2854763341978446E-6</c:v>
                </c:pt>
                <c:pt idx="12471">
                  <c:v>1.1960337901414864E-4</c:v>
                </c:pt>
                <c:pt idx="12472">
                  <c:v>2.8048711314402382E-5</c:v>
                </c:pt>
                <c:pt idx="12473">
                  <c:v>2.4276394284344459E-6</c:v>
                </c:pt>
                <c:pt idx="12474">
                  <c:v>2.517796587574406E-5</c:v>
                </c:pt>
                <c:pt idx="12475">
                  <c:v>3.6512090941086495E-5</c:v>
                </c:pt>
                <c:pt idx="12476">
                  <c:v>4.8826781846335812E-5</c:v>
                </c:pt>
                <c:pt idx="12477">
                  <c:v>4.2406645959533916E-5</c:v>
                </c:pt>
                <c:pt idx="12478">
                  <c:v>1.099970887799824E-5</c:v>
                </c:pt>
                <c:pt idx="12479">
                  <c:v>1.4951702528358788E-4</c:v>
                </c:pt>
                <c:pt idx="12480">
                  <c:v>4.3102561231501021E-6</c:v>
                </c:pt>
                <c:pt idx="12481">
                  <c:v>1.9772239156866158E-4</c:v>
                </c:pt>
                <c:pt idx="12482">
                  <c:v>1.4663750324762387E-6</c:v>
                </c:pt>
                <c:pt idx="12483">
                  <c:v>1.7407492025595708E-7</c:v>
                </c:pt>
                <c:pt idx="12484">
                  <c:v>2.797344026500378E-5</c:v>
                </c:pt>
                <c:pt idx="12485">
                  <c:v>2.3645196699756609E-5</c:v>
                </c:pt>
                <c:pt idx="12486">
                  <c:v>1.8736014729880468E-6</c:v>
                </c:pt>
                <c:pt idx="12487">
                  <c:v>2.9385138974808549E-6</c:v>
                </c:pt>
                <c:pt idx="12488">
                  <c:v>2.6301393617785648E-5</c:v>
                </c:pt>
                <c:pt idx="12489">
                  <c:v>1.2508726891019804E-5</c:v>
                </c:pt>
                <c:pt idx="12490">
                  <c:v>6.7046798296560984E-5</c:v>
                </c:pt>
                <c:pt idx="12491">
                  <c:v>2.2667356983699645E-5</c:v>
                </c:pt>
                <c:pt idx="12492">
                  <c:v>8.2406109038600262E-7</c:v>
                </c:pt>
                <c:pt idx="12493">
                  <c:v>8.9526977875630672E-5</c:v>
                </c:pt>
                <c:pt idx="12494">
                  <c:v>4.1987147073733114E-6</c:v>
                </c:pt>
                <c:pt idx="12495">
                  <c:v>6.0139669103086578E-5</c:v>
                </c:pt>
                <c:pt idx="12496">
                  <c:v>6.2964404890829864E-5</c:v>
                </c:pt>
                <c:pt idx="12497">
                  <c:v>0</c:v>
                </c:pt>
                <c:pt idx="12498">
                  <c:v>3.9849215099895087E-5</c:v>
                </c:pt>
                <c:pt idx="12499">
                  <c:v>8.8775164288201847E-5</c:v>
                </c:pt>
                <c:pt idx="12500">
                  <c:v>6.4159042037195926E-6</c:v>
                </c:pt>
                <c:pt idx="12501">
                  <c:v>5.2026494198570894E-5</c:v>
                </c:pt>
                <c:pt idx="12502">
                  <c:v>2.8519208045137927E-6</c:v>
                </c:pt>
                <c:pt idx="12503">
                  <c:v>2.5116855338129856E-6</c:v>
                </c:pt>
                <c:pt idx="12504">
                  <c:v>2.055693319838897E-5</c:v>
                </c:pt>
                <c:pt idx="12505">
                  <c:v>3.4286688817238451E-6</c:v>
                </c:pt>
                <c:pt idx="12506">
                  <c:v>1.8259796565949275E-5</c:v>
                </c:pt>
                <c:pt idx="12507">
                  <c:v>1.3046028915075848E-5</c:v>
                </c:pt>
                <c:pt idx="12508">
                  <c:v>3.0710462895592751E-6</c:v>
                </c:pt>
                <c:pt idx="12509">
                  <c:v>4.4096241777651806E-5</c:v>
                </c:pt>
                <c:pt idx="12510">
                  <c:v>4.8898762452825226E-5</c:v>
                </c:pt>
                <c:pt idx="12511">
                  <c:v>9.9732596187534304E-6</c:v>
                </c:pt>
                <c:pt idx="12512">
                  <c:v>6.0205987017804899E-6</c:v>
                </c:pt>
                <c:pt idx="12513">
                  <c:v>3.782091446774434E-5</c:v>
                </c:pt>
                <c:pt idx="12514">
                  <c:v>2.3812460721297752E-6</c:v>
                </c:pt>
                <c:pt idx="12515">
                  <c:v>7.6640299134901946E-5</c:v>
                </c:pt>
                <c:pt idx="12516">
                  <c:v>8.3620262275766767E-5</c:v>
                </c:pt>
                <c:pt idx="12517">
                  <c:v>1.269322959421542E-5</c:v>
                </c:pt>
                <c:pt idx="12518">
                  <c:v>2.451415669260441E-6</c:v>
                </c:pt>
                <c:pt idx="12519">
                  <c:v>6.2581360675625501E-6</c:v>
                </c:pt>
                <c:pt idx="12520">
                  <c:v>6.1242721944596277E-6</c:v>
                </c:pt>
                <c:pt idx="12521">
                  <c:v>1.3750077210709506E-5</c:v>
                </c:pt>
                <c:pt idx="12522">
                  <c:v>7.679358092423517E-6</c:v>
                </c:pt>
                <c:pt idx="12523">
                  <c:v>5.0109794501916206E-5</c:v>
                </c:pt>
                <c:pt idx="12524">
                  <c:v>3.1665146150758158E-5</c:v>
                </c:pt>
                <c:pt idx="12525">
                  <c:v>8.5386971995181705E-6</c:v>
                </c:pt>
                <c:pt idx="12526">
                  <c:v>1.6402271724255512E-3</c:v>
                </c:pt>
                <c:pt idx="12527">
                  <c:v>8.2095607666912766E-6</c:v>
                </c:pt>
                <c:pt idx="12528">
                  <c:v>1.0505097907450183E-5</c:v>
                </c:pt>
                <c:pt idx="12529">
                  <c:v>2.0239448825259944E-5</c:v>
                </c:pt>
                <c:pt idx="12530">
                  <c:v>0</c:v>
                </c:pt>
                <c:pt idx="12531">
                  <c:v>5.2804155200542447E-6</c:v>
                </c:pt>
                <c:pt idx="12532">
                  <c:v>1.1381150609186418E-5</c:v>
                </c:pt>
                <c:pt idx="12533">
                  <c:v>0</c:v>
                </c:pt>
                <c:pt idx="12534">
                  <c:v>2.3494239833238787E-3</c:v>
                </c:pt>
                <c:pt idx="12535">
                  <c:v>8.4438002077957266E-4</c:v>
                </c:pt>
                <c:pt idx="12536">
                  <c:v>0</c:v>
                </c:pt>
                <c:pt idx="12537">
                  <c:v>1.9663175446134212E-5</c:v>
                </c:pt>
                <c:pt idx="12538">
                  <c:v>8.0940541863284088E-6</c:v>
                </c:pt>
                <c:pt idx="12539">
                  <c:v>1.9922473215299293E-5</c:v>
                </c:pt>
                <c:pt idx="12540">
                  <c:v>3.7953236134679398E-7</c:v>
                </c:pt>
                <c:pt idx="12541">
                  <c:v>4.9448157035208003E-5</c:v>
                </c:pt>
                <c:pt idx="12542">
                  <c:v>1.6801933526407442E-4</c:v>
                </c:pt>
                <c:pt idx="12543">
                  <c:v>2.8194093979122561E-5</c:v>
                </c:pt>
                <c:pt idx="12544">
                  <c:v>0</c:v>
                </c:pt>
                <c:pt idx="12545">
                  <c:v>2.4674699207996852E-5</c:v>
                </c:pt>
                <c:pt idx="12546">
                  <c:v>1.0326327568760381E-5</c:v>
                </c:pt>
                <c:pt idx="12547">
                  <c:v>1.4778865259024935E-6</c:v>
                </c:pt>
                <c:pt idx="12548">
                  <c:v>3.2349096825477021E-7</c:v>
                </c:pt>
                <c:pt idx="12549">
                  <c:v>5.6645963604158105E-6</c:v>
                </c:pt>
                <c:pt idx="12550">
                  <c:v>0</c:v>
                </c:pt>
                <c:pt idx="12551">
                  <c:v>8.370247768780476E-6</c:v>
                </c:pt>
                <c:pt idx="12552">
                  <c:v>7.7501851664400342E-6</c:v>
                </c:pt>
                <c:pt idx="12553">
                  <c:v>5.9169546544824771E-6</c:v>
                </c:pt>
                <c:pt idx="12554">
                  <c:v>6.2697985317124088E-5</c:v>
                </c:pt>
                <c:pt idx="12555">
                  <c:v>5.7016632978361343E-6</c:v>
                </c:pt>
                <c:pt idx="12556">
                  <c:v>0</c:v>
                </c:pt>
                <c:pt idx="12557">
                  <c:v>1.3358125662198269E-5</c:v>
                </c:pt>
                <c:pt idx="12558">
                  <c:v>3.3834544141588391E-5</c:v>
                </c:pt>
                <c:pt idx="12559">
                  <c:v>1.1296407283908654E-5</c:v>
                </c:pt>
                <c:pt idx="12560">
                  <c:v>1.0569132858260681E-3</c:v>
                </c:pt>
                <c:pt idx="12561">
                  <c:v>1.2100058154630058E-4</c:v>
                </c:pt>
                <c:pt idx="12562">
                  <c:v>1.9750162940365728E-5</c:v>
                </c:pt>
                <c:pt idx="12563">
                  <c:v>5.3028919928963444E-5</c:v>
                </c:pt>
                <c:pt idx="12564">
                  <c:v>9.1486041423408782E-6</c:v>
                </c:pt>
                <c:pt idx="12565">
                  <c:v>0</c:v>
                </c:pt>
                <c:pt idx="12566">
                  <c:v>1.2460361321960596E-5</c:v>
                </c:pt>
                <c:pt idx="12567">
                  <c:v>4.9709343071759786E-4</c:v>
                </c:pt>
                <c:pt idx="12568">
                  <c:v>1.5205194404253494E-5</c:v>
                </c:pt>
                <c:pt idx="12569">
                  <c:v>5.7252402951039024E-7</c:v>
                </c:pt>
                <c:pt idx="12570">
                  <c:v>2.985794754085571E-5</c:v>
                </c:pt>
                <c:pt idx="12571">
                  <c:v>3.025605350806705E-5</c:v>
                </c:pt>
                <c:pt idx="12572">
                  <c:v>6.9186633386141337E-6</c:v>
                </c:pt>
                <c:pt idx="12573">
                  <c:v>6.2171815071440933E-6</c:v>
                </c:pt>
                <c:pt idx="12574">
                  <c:v>1.5356777158580372E-5</c:v>
                </c:pt>
                <c:pt idx="12575">
                  <c:v>3.3515917482117349E-6</c:v>
                </c:pt>
                <c:pt idx="12576">
                  <c:v>6.6781194190020468E-4</c:v>
                </c:pt>
                <c:pt idx="12577">
                  <c:v>7.7412810209490488E-6</c:v>
                </c:pt>
                <c:pt idx="12578">
                  <c:v>1.48519933131598E-5</c:v>
                </c:pt>
                <c:pt idx="12579">
                  <c:v>3.0840234014673358E-5</c:v>
                </c:pt>
                <c:pt idx="12580">
                  <c:v>3.3897806892814947E-6</c:v>
                </c:pt>
                <c:pt idx="12581">
                  <c:v>3.6520675733395586E-5</c:v>
                </c:pt>
                <c:pt idx="12582">
                  <c:v>3.6806103215852653E-5</c:v>
                </c:pt>
                <c:pt idx="12583">
                  <c:v>2.0214381335034769E-4</c:v>
                </c:pt>
                <c:pt idx="12584">
                  <c:v>5.6650076324529504E-4</c:v>
                </c:pt>
                <c:pt idx="12585">
                  <c:v>4.0099401273247533E-7</c:v>
                </c:pt>
                <c:pt idx="12586">
                  <c:v>0</c:v>
                </c:pt>
                <c:pt idx="12587">
                  <c:v>2.2257817446824748E-7</c:v>
                </c:pt>
                <c:pt idx="12588">
                  <c:v>2.7540328301616074E-5</c:v>
                </c:pt>
                <c:pt idx="12589">
                  <c:v>2.8552898178142691E-5</c:v>
                </c:pt>
                <c:pt idx="12590">
                  <c:v>3.6862924217674093E-7</c:v>
                </c:pt>
                <c:pt idx="12591">
                  <c:v>6.9342402621591395E-5</c:v>
                </c:pt>
                <c:pt idx="12592">
                  <c:v>2.830895339243328E-6</c:v>
                </c:pt>
                <c:pt idx="12593">
                  <c:v>1.0325595827861228E-5</c:v>
                </c:pt>
                <c:pt idx="12594">
                  <c:v>7.2791173993609779E-6</c:v>
                </c:pt>
                <c:pt idx="12595">
                  <c:v>7.4468358193600068E-6</c:v>
                </c:pt>
                <c:pt idx="12596">
                  <c:v>1.7565465332688965E-5</c:v>
                </c:pt>
                <c:pt idx="12597">
                  <c:v>5.6498201075334761E-5</c:v>
                </c:pt>
                <c:pt idx="12598">
                  <c:v>8.4788350538831352E-6</c:v>
                </c:pt>
                <c:pt idx="12599">
                  <c:v>0</c:v>
                </c:pt>
                <c:pt idx="12600">
                  <c:v>6.0448221767999833E-5</c:v>
                </c:pt>
                <c:pt idx="12601">
                  <c:v>1.8154422612640944E-5</c:v>
                </c:pt>
                <c:pt idx="12602">
                  <c:v>3.7275398695883232E-5</c:v>
                </c:pt>
                <c:pt idx="12603">
                  <c:v>1.3894075719157348E-5</c:v>
                </c:pt>
                <c:pt idx="12604">
                  <c:v>2.1250364790354412E-5</c:v>
                </c:pt>
                <c:pt idx="12605">
                  <c:v>3.5808698168833659E-5</c:v>
                </c:pt>
                <c:pt idx="12606">
                  <c:v>1.1227832356448708E-5</c:v>
                </c:pt>
                <c:pt idx="12607">
                  <c:v>4.8481080637129293E-6</c:v>
                </c:pt>
                <c:pt idx="12608">
                  <c:v>1.86615515159654E-4</c:v>
                </c:pt>
                <c:pt idx="12609">
                  <c:v>2.4084128947932022E-5</c:v>
                </c:pt>
                <c:pt idx="12610">
                  <c:v>8.3222271779877263E-6</c:v>
                </c:pt>
                <c:pt idx="12611">
                  <c:v>1.9502438336368468E-5</c:v>
                </c:pt>
                <c:pt idx="12612">
                  <c:v>9.8796847160047274E-4</c:v>
                </c:pt>
                <c:pt idx="12613">
                  <c:v>1.9505979941393209E-5</c:v>
                </c:pt>
                <c:pt idx="12614">
                  <c:v>4.1932863853706488E-5</c:v>
                </c:pt>
                <c:pt idx="12615">
                  <c:v>3.3838832108211799E-5</c:v>
                </c:pt>
                <c:pt idx="12616">
                  <c:v>1.5732170766250544E-5</c:v>
                </c:pt>
                <c:pt idx="12617">
                  <c:v>2.7516096197642346E-5</c:v>
                </c:pt>
                <c:pt idx="12618">
                  <c:v>1.0025230407423435E-4</c:v>
                </c:pt>
                <c:pt idx="12619">
                  <c:v>0</c:v>
                </c:pt>
                <c:pt idx="12620">
                  <c:v>1.8346402593630644E-5</c:v>
                </c:pt>
                <c:pt idx="12621">
                  <c:v>0</c:v>
                </c:pt>
                <c:pt idx="12622">
                  <c:v>1.4948599180558765E-4</c:v>
                </c:pt>
                <c:pt idx="12623">
                  <c:v>4.5672538399359674E-6</c:v>
                </c:pt>
                <c:pt idx="12624">
                  <c:v>8.859241398884132E-4</c:v>
                </c:pt>
                <c:pt idx="12625">
                  <c:v>1.1916988963219081E-3</c:v>
                </c:pt>
                <c:pt idx="12626">
                  <c:v>1.0899686330710143E-5</c:v>
                </c:pt>
                <c:pt idx="12627">
                  <c:v>7.9697409244226499E-5</c:v>
                </c:pt>
                <c:pt idx="12628">
                  <c:v>7.0110446389062471E-6</c:v>
                </c:pt>
                <c:pt idx="12629">
                  <c:v>7.0331141881174034E-5</c:v>
                </c:pt>
                <c:pt idx="12630">
                  <c:v>1.9668804175842003E-4</c:v>
                </c:pt>
                <c:pt idx="12631">
                  <c:v>5.1530723128755358E-6</c:v>
                </c:pt>
                <c:pt idx="12632">
                  <c:v>3.0055226894057788E-5</c:v>
                </c:pt>
                <c:pt idx="12633">
                  <c:v>5.8884077261532208E-5</c:v>
                </c:pt>
                <c:pt idx="12634">
                  <c:v>7.9003543188451469E-5</c:v>
                </c:pt>
                <c:pt idx="12635">
                  <c:v>4.4123913445066816E-5</c:v>
                </c:pt>
                <c:pt idx="12636">
                  <c:v>4.1357377421329562E-6</c:v>
                </c:pt>
                <c:pt idx="12637">
                  <c:v>1.0169751883590765E-4</c:v>
                </c:pt>
                <c:pt idx="12638">
                  <c:v>2.1151482537872491E-5</c:v>
                </c:pt>
                <c:pt idx="12639">
                  <c:v>1.076058431702583E-6</c:v>
                </c:pt>
                <c:pt idx="12640">
                  <c:v>6.3174027698865393E-5</c:v>
                </c:pt>
                <c:pt idx="12641">
                  <c:v>4.6305009159971601E-5</c:v>
                </c:pt>
                <c:pt idx="12642">
                  <c:v>8.2299561816195023E-6</c:v>
                </c:pt>
                <c:pt idx="12643">
                  <c:v>3.8146655797879823E-7</c:v>
                </c:pt>
                <c:pt idx="12644">
                  <c:v>7.5264334908922592E-5</c:v>
                </c:pt>
                <c:pt idx="12645">
                  <c:v>5.3019686916540986E-6</c:v>
                </c:pt>
                <c:pt idx="12646">
                  <c:v>5.6130199046955441E-6</c:v>
                </c:pt>
                <c:pt idx="12647">
                  <c:v>1.3419862143727103E-4</c:v>
                </c:pt>
                <c:pt idx="12648">
                  <c:v>1.0554710302361821E-5</c:v>
                </c:pt>
                <c:pt idx="12649">
                  <c:v>1.0707712365061503E-4</c:v>
                </c:pt>
                <c:pt idx="12650">
                  <c:v>3.0564922913269192E-5</c:v>
                </c:pt>
                <c:pt idx="12651">
                  <c:v>1.0530524873315493E-5</c:v>
                </c:pt>
                <c:pt idx="12652">
                  <c:v>1.6799748601495443E-7</c:v>
                </c:pt>
                <c:pt idx="12653">
                  <c:v>1.8816646150938023E-5</c:v>
                </c:pt>
                <c:pt idx="12654">
                  <c:v>0</c:v>
                </c:pt>
                <c:pt idx="12655">
                  <c:v>0</c:v>
                </c:pt>
                <c:pt idx="12656">
                  <c:v>3.3226255027860046E-4</c:v>
                </c:pt>
                <c:pt idx="12657">
                  <c:v>4.780923240606047E-5</c:v>
                </c:pt>
                <c:pt idx="12658">
                  <c:v>8.9004229158661706E-6</c:v>
                </c:pt>
                <c:pt idx="12659">
                  <c:v>6.8226138100318934E-5</c:v>
                </c:pt>
                <c:pt idx="12660">
                  <c:v>7.6677879507868032E-6</c:v>
                </c:pt>
                <c:pt idx="12661">
                  <c:v>5.2636147770592694E-5</c:v>
                </c:pt>
                <c:pt idx="12662">
                  <c:v>1.3718443194210728E-5</c:v>
                </c:pt>
                <c:pt idx="12663">
                  <c:v>8.6478811475039267E-7</c:v>
                </c:pt>
                <c:pt idx="12664">
                  <c:v>6.510291633983588E-5</c:v>
                </c:pt>
                <c:pt idx="12665">
                  <c:v>1.9359249177572309E-5</c:v>
                </c:pt>
                <c:pt idx="12666">
                  <c:v>9.1412440424677266E-6</c:v>
                </c:pt>
                <c:pt idx="12667">
                  <c:v>8.4182639045917371E-6</c:v>
                </c:pt>
                <c:pt idx="12668">
                  <c:v>6.8672166901809412E-5</c:v>
                </c:pt>
                <c:pt idx="12669">
                  <c:v>5.8757474710121781E-6</c:v>
                </c:pt>
                <c:pt idx="12670">
                  <c:v>4.2713548956048545E-7</c:v>
                </c:pt>
                <c:pt idx="12671">
                  <c:v>0</c:v>
                </c:pt>
                <c:pt idx="12672">
                  <c:v>6.7261564696229045E-7</c:v>
                </c:pt>
                <c:pt idx="12673">
                  <c:v>1.1649366918493787E-5</c:v>
                </c:pt>
                <c:pt idx="12674">
                  <c:v>4.1541825779479245E-6</c:v>
                </c:pt>
                <c:pt idx="12675">
                  <c:v>2.2621457583141567E-4</c:v>
                </c:pt>
                <c:pt idx="12676">
                  <c:v>2.2998689322010392E-6</c:v>
                </c:pt>
                <c:pt idx="12677">
                  <c:v>1.655879709102751E-5</c:v>
                </c:pt>
                <c:pt idx="12678">
                  <c:v>8.8205556974213993E-6</c:v>
                </c:pt>
                <c:pt idx="12679">
                  <c:v>4.7342885805862072E-6</c:v>
                </c:pt>
                <c:pt idx="12680">
                  <c:v>6.0328597945855729E-4</c:v>
                </c:pt>
                <c:pt idx="12681">
                  <c:v>0</c:v>
                </c:pt>
                <c:pt idx="12682">
                  <c:v>1.2209254751745403E-5</c:v>
                </c:pt>
                <c:pt idx="12683">
                  <c:v>5.2357767465587377E-7</c:v>
                </c:pt>
                <c:pt idx="12684">
                  <c:v>1.0649836527047687E-4</c:v>
                </c:pt>
                <c:pt idx="12685">
                  <c:v>8.0089255914230547E-6</c:v>
                </c:pt>
                <c:pt idx="12686">
                  <c:v>1.3519140279885859E-5</c:v>
                </c:pt>
                <c:pt idx="12687">
                  <c:v>1.0012035806969521E-3</c:v>
                </c:pt>
                <c:pt idx="12688">
                  <c:v>4.5235689027447475E-4</c:v>
                </c:pt>
                <c:pt idx="12689">
                  <c:v>5.5270134510370599E-5</c:v>
                </c:pt>
                <c:pt idx="12690">
                  <c:v>8.9775870891780513E-7</c:v>
                </c:pt>
                <c:pt idx="12691">
                  <c:v>0</c:v>
                </c:pt>
                <c:pt idx="12692">
                  <c:v>8.2820892571846254E-6</c:v>
                </c:pt>
                <c:pt idx="12693">
                  <c:v>2.6786081168610648E-7</c:v>
                </c:pt>
                <c:pt idx="12694">
                  <c:v>7.8176026354380929E-6</c:v>
                </c:pt>
                <c:pt idx="12695">
                  <c:v>0</c:v>
                </c:pt>
                <c:pt idx="12696">
                  <c:v>2.4560560608311152E-3</c:v>
                </c:pt>
                <c:pt idx="12697">
                  <c:v>9.7681547331634858E-6</c:v>
                </c:pt>
                <c:pt idx="12698">
                  <c:v>2.5968003671096239E-6</c:v>
                </c:pt>
                <c:pt idx="12699">
                  <c:v>2.3489807166907607E-4</c:v>
                </c:pt>
                <c:pt idx="12700">
                  <c:v>9.4055140159240669E-6</c:v>
                </c:pt>
                <c:pt idx="12701">
                  <c:v>1.6799693178262741E-5</c:v>
                </c:pt>
                <c:pt idx="12702">
                  <c:v>2.9602522101042302E-4</c:v>
                </c:pt>
                <c:pt idx="12703">
                  <c:v>4.6483654771951822E-5</c:v>
                </c:pt>
                <c:pt idx="12704">
                  <c:v>7.5344300517961848E-6</c:v>
                </c:pt>
                <c:pt idx="12705">
                  <c:v>9.6159066469737706E-6</c:v>
                </c:pt>
                <c:pt idx="12706">
                  <c:v>7.7770297005803658E-6</c:v>
                </c:pt>
                <c:pt idx="12707">
                  <c:v>4.4650866040799014E-6</c:v>
                </c:pt>
                <c:pt idx="12708">
                  <c:v>8.1797462927120079E-6</c:v>
                </c:pt>
                <c:pt idx="12709">
                  <c:v>1.1093477508834111E-5</c:v>
                </c:pt>
                <c:pt idx="12710">
                  <c:v>2.3519189666313708E-5</c:v>
                </c:pt>
                <c:pt idx="12711">
                  <c:v>2.1848754855909887E-5</c:v>
                </c:pt>
                <c:pt idx="12712">
                  <c:v>9.1590708159412677E-6</c:v>
                </c:pt>
                <c:pt idx="12713">
                  <c:v>9.4313796542475008E-5</c:v>
                </c:pt>
                <c:pt idx="12714">
                  <c:v>2.0933795031515014E-4</c:v>
                </c:pt>
                <c:pt idx="12715">
                  <c:v>5.1350500298849923E-5</c:v>
                </c:pt>
                <c:pt idx="12716">
                  <c:v>4.4534827263184012E-5</c:v>
                </c:pt>
                <c:pt idx="12717">
                  <c:v>1.6568778740057697E-5</c:v>
                </c:pt>
                <c:pt idx="12718">
                  <c:v>3.4199436849586208E-6</c:v>
                </c:pt>
                <c:pt idx="12719">
                  <c:v>4.5954106490372497E-5</c:v>
                </c:pt>
                <c:pt idx="12720">
                  <c:v>2.3677237597326759E-5</c:v>
                </c:pt>
                <c:pt idx="12721">
                  <c:v>2.2438969051521875E-5</c:v>
                </c:pt>
                <c:pt idx="12722">
                  <c:v>3.2871846537732014E-5</c:v>
                </c:pt>
                <c:pt idx="12723">
                  <c:v>9.530147636848268E-6</c:v>
                </c:pt>
                <c:pt idx="12724">
                  <c:v>1.5250455206083813E-3</c:v>
                </c:pt>
                <c:pt idx="12725">
                  <c:v>1.1178919027431361E-5</c:v>
                </c:pt>
                <c:pt idx="12726">
                  <c:v>2.5795820792900649E-3</c:v>
                </c:pt>
                <c:pt idx="12727">
                  <c:v>2.2560109665172189E-6</c:v>
                </c:pt>
                <c:pt idx="12728">
                  <c:v>3.4391558569487804E-4</c:v>
                </c:pt>
                <c:pt idx="12729">
                  <c:v>2.7220875116752088E-5</c:v>
                </c:pt>
                <c:pt idx="12730">
                  <c:v>2.1121101748795411E-6</c:v>
                </c:pt>
                <c:pt idx="12731">
                  <c:v>5.7607073236906454E-6</c:v>
                </c:pt>
                <c:pt idx="12732">
                  <c:v>4.1940433616954294E-6</c:v>
                </c:pt>
                <c:pt idx="12733">
                  <c:v>1.2669060225217972E-5</c:v>
                </c:pt>
                <c:pt idx="12734">
                  <c:v>7.6612235786684534E-5</c:v>
                </c:pt>
                <c:pt idx="12735">
                  <c:v>0</c:v>
                </c:pt>
                <c:pt idx="12736">
                  <c:v>3.4671223793888671E-6</c:v>
                </c:pt>
                <c:pt idx="12737">
                  <c:v>1.6964518073453406E-6</c:v>
                </c:pt>
                <c:pt idx="12738">
                  <c:v>9.2792002946357932E-8</c:v>
                </c:pt>
                <c:pt idx="12739">
                  <c:v>3.065999304830415E-5</c:v>
                </c:pt>
                <c:pt idx="12740">
                  <c:v>2.025193748277056E-3</c:v>
                </c:pt>
                <c:pt idx="12741">
                  <c:v>1.7521408829048827E-6</c:v>
                </c:pt>
                <c:pt idx="12742">
                  <c:v>4.7405209561796819E-6</c:v>
                </c:pt>
                <c:pt idx="12743">
                  <c:v>7.3031580009884518E-6</c:v>
                </c:pt>
                <c:pt idx="12744">
                  <c:v>4.2496556760386534E-5</c:v>
                </c:pt>
                <c:pt idx="12745">
                  <c:v>4.1553473020352014E-5</c:v>
                </c:pt>
                <c:pt idx="12746">
                  <c:v>2.8311831121852202E-5</c:v>
                </c:pt>
                <c:pt idx="12747">
                  <c:v>8.8705218428276991E-7</c:v>
                </c:pt>
                <c:pt idx="12748">
                  <c:v>0</c:v>
                </c:pt>
                <c:pt idx="12749">
                  <c:v>3.5803353676639031E-5</c:v>
                </c:pt>
                <c:pt idx="12750">
                  <c:v>4.8054108685730552E-5</c:v>
                </c:pt>
                <c:pt idx="12751">
                  <c:v>1.0939143295039538E-4</c:v>
                </c:pt>
                <c:pt idx="12752">
                  <c:v>2.1480675220287419E-3</c:v>
                </c:pt>
                <c:pt idx="12753">
                  <c:v>2.7307893771610549E-5</c:v>
                </c:pt>
                <c:pt idx="12754">
                  <c:v>6.0782250351027857E-6</c:v>
                </c:pt>
                <c:pt idx="12755">
                  <c:v>5.3199778700001104E-6</c:v>
                </c:pt>
                <c:pt idx="12756">
                  <c:v>0</c:v>
                </c:pt>
                <c:pt idx="12757">
                  <c:v>6.7992980315486606E-5</c:v>
                </c:pt>
                <c:pt idx="12758">
                  <c:v>2.0291068186595367E-4</c:v>
                </c:pt>
                <c:pt idx="12759">
                  <c:v>1.7997640134133947E-5</c:v>
                </c:pt>
                <c:pt idx="12760">
                  <c:v>1.3191397456996388E-5</c:v>
                </c:pt>
                <c:pt idx="12761">
                  <c:v>3.219450138067174E-6</c:v>
                </c:pt>
                <c:pt idx="12762">
                  <c:v>1.5068609982287861E-4</c:v>
                </c:pt>
                <c:pt idx="12763">
                  <c:v>0</c:v>
                </c:pt>
                <c:pt idx="12764">
                  <c:v>2.8658764167754091E-5</c:v>
                </c:pt>
                <c:pt idx="12765">
                  <c:v>3.4148541046600031E-5</c:v>
                </c:pt>
                <c:pt idx="12766">
                  <c:v>1.335469046809472E-6</c:v>
                </c:pt>
                <c:pt idx="12767">
                  <c:v>2.4824318429868554E-7</c:v>
                </c:pt>
                <c:pt idx="12768">
                  <c:v>0</c:v>
                </c:pt>
                <c:pt idx="12769">
                  <c:v>1.7089546965767497E-6</c:v>
                </c:pt>
                <c:pt idx="12770">
                  <c:v>9.7472868629836439E-6</c:v>
                </c:pt>
                <c:pt idx="12771">
                  <c:v>3.2983092661531408E-5</c:v>
                </c:pt>
                <c:pt idx="12772">
                  <c:v>2.4358687146325202E-6</c:v>
                </c:pt>
                <c:pt idx="12773">
                  <c:v>5.6730100327625894E-6</c:v>
                </c:pt>
                <c:pt idx="12774">
                  <c:v>1.3855186180335909E-6</c:v>
                </c:pt>
                <c:pt idx="12775">
                  <c:v>2.3046603258097944E-5</c:v>
                </c:pt>
                <c:pt idx="12776">
                  <c:v>3.6160224795228391E-5</c:v>
                </c:pt>
                <c:pt idx="12777">
                  <c:v>1.1451484893878241E-4</c:v>
                </c:pt>
                <c:pt idx="12778">
                  <c:v>3.4130103101852292E-5</c:v>
                </c:pt>
                <c:pt idx="12779">
                  <c:v>1.1115804763535198E-4</c:v>
                </c:pt>
                <c:pt idx="12780">
                  <c:v>8.1192668581140488E-5</c:v>
                </c:pt>
                <c:pt idx="12781">
                  <c:v>3.9591066627967955E-5</c:v>
                </c:pt>
                <c:pt idx="12782">
                  <c:v>5.8315883114060911E-6</c:v>
                </c:pt>
                <c:pt idx="12783">
                  <c:v>8.244042651747039E-6</c:v>
                </c:pt>
                <c:pt idx="12784">
                  <c:v>0</c:v>
                </c:pt>
                <c:pt idx="12785">
                  <c:v>3.0705886901179316E-4</c:v>
                </c:pt>
                <c:pt idx="12786">
                  <c:v>1.6107438823684172E-6</c:v>
                </c:pt>
                <c:pt idx="12787">
                  <c:v>3.5354074202157214E-6</c:v>
                </c:pt>
                <c:pt idx="12788">
                  <c:v>1.4895963325385421E-5</c:v>
                </c:pt>
                <c:pt idx="12789">
                  <c:v>3.2902491559044816E-4</c:v>
                </c:pt>
                <c:pt idx="12790">
                  <c:v>6.8789329907826736E-6</c:v>
                </c:pt>
                <c:pt idx="12791">
                  <c:v>1.5092797725384561E-4</c:v>
                </c:pt>
                <c:pt idx="12792">
                  <c:v>2.9300321772104818E-5</c:v>
                </c:pt>
                <c:pt idx="12793">
                  <c:v>1.3880233250675726E-5</c:v>
                </c:pt>
                <c:pt idx="12794">
                  <c:v>1.9887139153104138E-4</c:v>
                </c:pt>
                <c:pt idx="12795">
                  <c:v>1.6415865238482519E-3</c:v>
                </c:pt>
                <c:pt idx="12796">
                  <c:v>2.0570074546276495E-5</c:v>
                </c:pt>
                <c:pt idx="12797">
                  <c:v>4.7385689462339571E-5</c:v>
                </c:pt>
                <c:pt idx="12798">
                  <c:v>1.0752912073272971E-7</c:v>
                </c:pt>
                <c:pt idx="12799">
                  <c:v>0</c:v>
                </c:pt>
                <c:pt idx="12800">
                  <c:v>2.4039433587556153E-5</c:v>
                </c:pt>
                <c:pt idx="12801">
                  <c:v>1.0032234515503869E-5</c:v>
                </c:pt>
                <c:pt idx="12802">
                  <c:v>4.9233781319153447E-5</c:v>
                </c:pt>
                <c:pt idx="12803">
                  <c:v>2.3610101870735842E-5</c:v>
                </c:pt>
                <c:pt idx="12804">
                  <c:v>5.8134212666237194E-6</c:v>
                </c:pt>
                <c:pt idx="12805">
                  <c:v>2.4317886840892078E-5</c:v>
                </c:pt>
                <c:pt idx="12806">
                  <c:v>2.026608189335577E-4</c:v>
                </c:pt>
                <c:pt idx="12807">
                  <c:v>0</c:v>
                </c:pt>
                <c:pt idx="12808">
                  <c:v>1.047861412603222E-4</c:v>
                </c:pt>
                <c:pt idx="12809">
                  <c:v>0</c:v>
                </c:pt>
                <c:pt idx="12810">
                  <c:v>0</c:v>
                </c:pt>
                <c:pt idx="12811">
                  <c:v>1.3256450250367579E-6</c:v>
                </c:pt>
                <c:pt idx="12812">
                  <c:v>0</c:v>
                </c:pt>
                <c:pt idx="12813">
                  <c:v>2.4734010606085255E-5</c:v>
                </c:pt>
                <c:pt idx="12814">
                  <c:v>0</c:v>
                </c:pt>
                <c:pt idx="12815">
                  <c:v>2.7914694083648189E-5</c:v>
                </c:pt>
                <c:pt idx="12816">
                  <c:v>8.1328363145741571E-7</c:v>
                </c:pt>
                <c:pt idx="12817">
                  <c:v>1.0218705092565379E-4</c:v>
                </c:pt>
                <c:pt idx="12818">
                  <c:v>4.1834766491632412E-5</c:v>
                </c:pt>
                <c:pt idx="12819">
                  <c:v>0</c:v>
                </c:pt>
                <c:pt idx="12820">
                  <c:v>2.2032445641199458E-5</c:v>
                </c:pt>
                <c:pt idx="12821">
                  <c:v>1.0286989310343242E-4</c:v>
                </c:pt>
                <c:pt idx="12822">
                  <c:v>2.1341930567301653E-5</c:v>
                </c:pt>
                <c:pt idx="12823">
                  <c:v>0</c:v>
                </c:pt>
                <c:pt idx="12824">
                  <c:v>0</c:v>
                </c:pt>
                <c:pt idx="12825">
                  <c:v>8.3048622228432239E-5</c:v>
                </c:pt>
                <c:pt idx="12826">
                  <c:v>6.2120414165867013E-4</c:v>
                </c:pt>
                <c:pt idx="12827">
                  <c:v>4.3272885952688757E-6</c:v>
                </c:pt>
                <c:pt idx="12828">
                  <c:v>4.7610327588659392E-4</c:v>
                </c:pt>
                <c:pt idx="12829">
                  <c:v>2.2484827913944589E-4</c:v>
                </c:pt>
                <c:pt idx="12830">
                  <c:v>1.2770994149583943E-6</c:v>
                </c:pt>
                <c:pt idx="12831">
                  <c:v>3.2393815394290492E-5</c:v>
                </c:pt>
                <c:pt idx="12832">
                  <c:v>9.8656981341651196E-4</c:v>
                </c:pt>
                <c:pt idx="12833">
                  <c:v>1.724595049959819E-5</c:v>
                </c:pt>
                <c:pt idx="12834">
                  <c:v>2.2993618673587521E-5</c:v>
                </c:pt>
                <c:pt idx="12835">
                  <c:v>6.5251605434205962E-4</c:v>
                </c:pt>
                <c:pt idx="12836">
                  <c:v>5.0922075936445338E-4</c:v>
                </c:pt>
                <c:pt idx="12837">
                  <c:v>3.6602543848066936E-5</c:v>
                </c:pt>
                <c:pt idx="12838">
                  <c:v>1.5331873863168279E-5</c:v>
                </c:pt>
                <c:pt idx="12839">
                  <c:v>1.2467001659270297E-5</c:v>
                </c:pt>
                <c:pt idx="12840">
                  <c:v>1.8893996027551422E-4</c:v>
                </c:pt>
                <c:pt idx="12841">
                  <c:v>1.7279808121502398E-6</c:v>
                </c:pt>
                <c:pt idx="12842">
                  <c:v>1.5688744100259771E-5</c:v>
                </c:pt>
                <c:pt idx="12843">
                  <c:v>1.2027037506293996E-5</c:v>
                </c:pt>
                <c:pt idx="12844">
                  <c:v>1.6609047346027994E-5</c:v>
                </c:pt>
                <c:pt idx="12845">
                  <c:v>1.4257564897154654E-7</c:v>
                </c:pt>
                <c:pt idx="12846">
                  <c:v>2.3952709027219812E-4</c:v>
                </c:pt>
                <c:pt idx="12847">
                  <c:v>1.6798975840072425E-4</c:v>
                </c:pt>
                <c:pt idx="12848">
                  <c:v>3.1173746307484563E-5</c:v>
                </c:pt>
                <c:pt idx="12849">
                  <c:v>0</c:v>
                </c:pt>
                <c:pt idx="12850">
                  <c:v>0</c:v>
                </c:pt>
                <c:pt idx="12851">
                  <c:v>4.3183970601958793E-7</c:v>
                </c:pt>
                <c:pt idx="12852">
                  <c:v>2.286753561516405E-4</c:v>
                </c:pt>
                <c:pt idx="12853">
                  <c:v>0</c:v>
                </c:pt>
                <c:pt idx="12854">
                  <c:v>1.1078129130596861E-3</c:v>
                </c:pt>
                <c:pt idx="12855">
                  <c:v>0</c:v>
                </c:pt>
                <c:pt idx="12856">
                  <c:v>6.5546264567729872E-6</c:v>
                </c:pt>
                <c:pt idx="12857">
                  <c:v>5.140723243528935E-5</c:v>
                </c:pt>
                <c:pt idx="12858">
                  <c:v>5.261041447050059E-4</c:v>
                </c:pt>
                <c:pt idx="12859">
                  <c:v>3.7737098436061353E-5</c:v>
                </c:pt>
                <c:pt idx="12860">
                  <c:v>7.1819823175965546E-7</c:v>
                </c:pt>
                <c:pt idx="12861">
                  <c:v>1.2195748938966883E-5</c:v>
                </c:pt>
                <c:pt idx="12862">
                  <c:v>2.6520849938935991E-5</c:v>
                </c:pt>
                <c:pt idx="12863">
                  <c:v>1.6504626582416716E-5</c:v>
                </c:pt>
                <c:pt idx="12864">
                  <c:v>0</c:v>
                </c:pt>
                <c:pt idx="12865">
                  <c:v>1.8328842189924671E-3</c:v>
                </c:pt>
                <c:pt idx="12866">
                  <c:v>1.5778436922553828E-3</c:v>
                </c:pt>
                <c:pt idx="12867">
                  <c:v>6.1497322504103403E-5</c:v>
                </c:pt>
                <c:pt idx="12868">
                  <c:v>3.2792317548833356E-6</c:v>
                </c:pt>
                <c:pt idx="12869">
                  <c:v>3.3623985583668413E-6</c:v>
                </c:pt>
                <c:pt idx="12870">
                  <c:v>1.1235540607524561E-5</c:v>
                </c:pt>
                <c:pt idx="12871">
                  <c:v>1.175249741988603E-6</c:v>
                </c:pt>
                <c:pt idx="12872">
                  <c:v>3.4046491346658959E-6</c:v>
                </c:pt>
                <c:pt idx="12873">
                  <c:v>6.1226812663626578E-5</c:v>
                </c:pt>
                <c:pt idx="12874">
                  <c:v>6.4469725036557976E-6</c:v>
                </c:pt>
                <c:pt idx="12875">
                  <c:v>0</c:v>
                </c:pt>
                <c:pt idx="12876">
                  <c:v>7.7938430142415469E-6</c:v>
                </c:pt>
                <c:pt idx="12877">
                  <c:v>1.0756464308507197E-5</c:v>
                </c:pt>
                <c:pt idx="12878">
                  <c:v>7.0173952228183009E-7</c:v>
                </c:pt>
                <c:pt idx="12879">
                  <c:v>1.9897012391277975E-5</c:v>
                </c:pt>
                <c:pt idx="12880">
                  <c:v>2.9137506475843153E-6</c:v>
                </c:pt>
                <c:pt idx="12881">
                  <c:v>3.5515768758412539E-7</c:v>
                </c:pt>
                <c:pt idx="12882">
                  <c:v>1.9050001305064257E-5</c:v>
                </c:pt>
                <c:pt idx="12883">
                  <c:v>3.0455285949280356E-5</c:v>
                </c:pt>
                <c:pt idx="12884">
                  <c:v>1.2496576321393027E-5</c:v>
                </c:pt>
                <c:pt idx="12885">
                  <c:v>2.8685300730178553E-5</c:v>
                </c:pt>
                <c:pt idx="12886">
                  <c:v>4.2037433016898839E-4</c:v>
                </c:pt>
                <c:pt idx="12887">
                  <c:v>4.3852226430325859E-4</c:v>
                </c:pt>
                <c:pt idx="12888">
                  <c:v>2.7928527720965268E-6</c:v>
                </c:pt>
                <c:pt idx="12889">
                  <c:v>1.2267130950966151E-6</c:v>
                </c:pt>
                <c:pt idx="12890">
                  <c:v>5.1676026178781114E-6</c:v>
                </c:pt>
                <c:pt idx="12891">
                  <c:v>2.1631666954683305E-4</c:v>
                </c:pt>
                <c:pt idx="12892">
                  <c:v>1.3370548455079643E-5</c:v>
                </c:pt>
                <c:pt idx="12893">
                  <c:v>5.4380423668276281E-5</c:v>
                </c:pt>
                <c:pt idx="12894">
                  <c:v>5.4448741449381531E-5</c:v>
                </c:pt>
                <c:pt idx="12895">
                  <c:v>4.0294862540849038E-5</c:v>
                </c:pt>
                <c:pt idx="12896">
                  <c:v>0</c:v>
                </c:pt>
                <c:pt idx="12897">
                  <c:v>0</c:v>
                </c:pt>
                <c:pt idx="12898">
                  <c:v>2.5959849243727259E-4</c:v>
                </c:pt>
                <c:pt idx="12899">
                  <c:v>2.8537859171432402E-5</c:v>
                </c:pt>
                <c:pt idx="12900">
                  <c:v>0</c:v>
                </c:pt>
                <c:pt idx="12901">
                  <c:v>1.2453645216566952E-5</c:v>
                </c:pt>
                <c:pt idx="12902">
                  <c:v>1.0092380219779131E-5</c:v>
                </c:pt>
                <c:pt idx="12903">
                  <c:v>1.0888072665918536E-5</c:v>
                </c:pt>
                <c:pt idx="12904">
                  <c:v>5.8024973418652504E-6</c:v>
                </c:pt>
                <c:pt idx="12905">
                  <c:v>5.6657598864323882E-4</c:v>
                </c:pt>
                <c:pt idx="12906">
                  <c:v>1.0139304863341996E-5</c:v>
                </c:pt>
                <c:pt idx="12907">
                  <c:v>1.4026747585782339E-5</c:v>
                </c:pt>
                <c:pt idx="12908">
                  <c:v>1.183146664177617E-5</c:v>
                </c:pt>
                <c:pt idx="12909">
                  <c:v>4.5360529407221836E-5</c:v>
                </c:pt>
                <c:pt idx="12910">
                  <c:v>3.7224793827448845E-5</c:v>
                </c:pt>
                <c:pt idx="12911">
                  <c:v>2.1780306375784865E-5</c:v>
                </c:pt>
                <c:pt idx="12912">
                  <c:v>1.2001801193597226E-6</c:v>
                </c:pt>
                <c:pt idx="12913">
                  <c:v>2.8332016474421029E-5</c:v>
                </c:pt>
                <c:pt idx="12914">
                  <c:v>2.5638700682048435E-5</c:v>
                </c:pt>
                <c:pt idx="12915">
                  <c:v>9.7499237279769031E-5</c:v>
                </c:pt>
                <c:pt idx="12916">
                  <c:v>0</c:v>
                </c:pt>
                <c:pt idx="12917">
                  <c:v>8.7546973009324064E-5</c:v>
                </c:pt>
                <c:pt idx="12918">
                  <c:v>9.2041962610313506E-4</c:v>
                </c:pt>
                <c:pt idx="12919">
                  <c:v>1.3196277010588776E-7</c:v>
                </c:pt>
                <c:pt idx="12920">
                  <c:v>5.3159572282745393E-6</c:v>
                </c:pt>
                <c:pt idx="12921">
                  <c:v>6.7355806509739792E-5</c:v>
                </c:pt>
                <c:pt idx="12922">
                  <c:v>1.4891651336001781E-5</c:v>
                </c:pt>
                <c:pt idx="12923">
                  <c:v>0</c:v>
                </c:pt>
                <c:pt idx="12924">
                  <c:v>5.0525245604077147E-6</c:v>
                </c:pt>
                <c:pt idx="12925">
                  <c:v>8.1928566854493072E-6</c:v>
                </c:pt>
                <c:pt idx="12926">
                  <c:v>7.2562376204413342E-4</c:v>
                </c:pt>
                <c:pt idx="12927">
                  <c:v>0</c:v>
                </c:pt>
                <c:pt idx="12928">
                  <c:v>1.5346384995303729E-5</c:v>
                </c:pt>
                <c:pt idx="12929">
                  <c:v>2.1856437322835266E-6</c:v>
                </c:pt>
                <c:pt idx="12930">
                  <c:v>8.3465975105484369E-5</c:v>
                </c:pt>
                <c:pt idx="12931">
                  <c:v>1.952202164705675E-5</c:v>
                </c:pt>
                <c:pt idx="12932">
                  <c:v>3.0831576265014166E-6</c:v>
                </c:pt>
                <c:pt idx="12933">
                  <c:v>0</c:v>
                </c:pt>
                <c:pt idx="12934">
                  <c:v>4.1602198780839681E-5</c:v>
                </c:pt>
                <c:pt idx="12935">
                  <c:v>3.7238036961287093E-6</c:v>
                </c:pt>
                <c:pt idx="12936">
                  <c:v>1.8628715855827321E-6</c:v>
                </c:pt>
                <c:pt idx="12937">
                  <c:v>1.5681137992552054E-6</c:v>
                </c:pt>
                <c:pt idx="12938">
                  <c:v>0</c:v>
                </c:pt>
                <c:pt idx="12939">
                  <c:v>4.027926551814468E-5</c:v>
                </c:pt>
                <c:pt idx="12940">
                  <c:v>3.7858019787126215E-6</c:v>
                </c:pt>
                <c:pt idx="12941">
                  <c:v>2.2603438184138981E-5</c:v>
                </c:pt>
                <c:pt idx="12942">
                  <c:v>1.8791351224283291E-7</c:v>
                </c:pt>
                <c:pt idx="12943">
                  <c:v>7.5472120592406854E-6</c:v>
                </c:pt>
                <c:pt idx="12944">
                  <c:v>3.8616132837377162E-6</c:v>
                </c:pt>
                <c:pt idx="12945">
                  <c:v>5.7430590402713349E-6</c:v>
                </c:pt>
                <c:pt idx="12946">
                  <c:v>3.9062925348445033E-6</c:v>
                </c:pt>
                <c:pt idx="12947">
                  <c:v>2.1202253229259852E-5</c:v>
                </c:pt>
                <c:pt idx="12948">
                  <c:v>4.7672271788210908E-5</c:v>
                </c:pt>
                <c:pt idx="12949">
                  <c:v>2.7903856428446499E-5</c:v>
                </c:pt>
                <c:pt idx="12950">
                  <c:v>1.6983275833375417E-5</c:v>
                </c:pt>
                <c:pt idx="12951">
                  <c:v>1.1710458898985904E-5</c:v>
                </c:pt>
                <c:pt idx="12952">
                  <c:v>1.1233286502933625E-5</c:v>
                </c:pt>
                <c:pt idx="12953">
                  <c:v>3.1457129785419038E-6</c:v>
                </c:pt>
                <c:pt idx="12954">
                  <c:v>1.732212500707628E-4</c:v>
                </c:pt>
                <c:pt idx="12955">
                  <c:v>1.8306248407352064E-6</c:v>
                </c:pt>
                <c:pt idx="12956">
                  <c:v>4.9329528393706849E-5</c:v>
                </c:pt>
                <c:pt idx="12957">
                  <c:v>7.0632812344218572E-6</c:v>
                </c:pt>
                <c:pt idx="12958">
                  <c:v>2.0428986181222691E-5</c:v>
                </c:pt>
                <c:pt idx="12959">
                  <c:v>7.6990850444635134E-6</c:v>
                </c:pt>
                <c:pt idx="12960">
                  <c:v>0</c:v>
                </c:pt>
                <c:pt idx="12961">
                  <c:v>1.4949549292546893E-5</c:v>
                </c:pt>
                <c:pt idx="12962">
                  <c:v>9.2816747480476726E-6</c:v>
                </c:pt>
                <c:pt idx="12963">
                  <c:v>2.8376998373654496E-7</c:v>
                </c:pt>
                <c:pt idx="12964">
                  <c:v>8.4375860354980771E-5</c:v>
                </c:pt>
                <c:pt idx="12965">
                  <c:v>2.6902957963123998E-4</c:v>
                </c:pt>
                <c:pt idx="12966">
                  <c:v>4.3241167914014304E-6</c:v>
                </c:pt>
                <c:pt idx="12967">
                  <c:v>0</c:v>
                </c:pt>
                <c:pt idx="12968">
                  <c:v>1.8498945759008409E-6</c:v>
                </c:pt>
                <c:pt idx="12969">
                  <c:v>6.4092577412679081E-5</c:v>
                </c:pt>
                <c:pt idx="12970">
                  <c:v>1.1642511424883072E-5</c:v>
                </c:pt>
                <c:pt idx="12971">
                  <c:v>1.6759307129430981E-5</c:v>
                </c:pt>
                <c:pt idx="12972">
                  <c:v>2.6884755911211759E-6</c:v>
                </c:pt>
                <c:pt idx="12973">
                  <c:v>4.6016382335161077E-5</c:v>
                </c:pt>
                <c:pt idx="12974">
                  <c:v>2.0439932767642882E-5</c:v>
                </c:pt>
                <c:pt idx="12975">
                  <c:v>1.5568080857016127E-3</c:v>
                </c:pt>
                <c:pt idx="12976">
                  <c:v>8.3415682220653844E-5</c:v>
                </c:pt>
                <c:pt idx="12977">
                  <c:v>2.1703755577831508E-5</c:v>
                </c:pt>
                <c:pt idx="12978">
                  <c:v>1.7674037550024431E-5</c:v>
                </c:pt>
                <c:pt idx="12979">
                  <c:v>4.6264611870686106E-5</c:v>
                </c:pt>
                <c:pt idx="12980">
                  <c:v>1.129808810384276E-4</c:v>
                </c:pt>
                <c:pt idx="12981">
                  <c:v>1.4125415217269849E-5</c:v>
                </c:pt>
                <c:pt idx="12982">
                  <c:v>8.8082752627336723E-6</c:v>
                </c:pt>
                <c:pt idx="12983">
                  <c:v>5.9822247943230547E-5</c:v>
                </c:pt>
                <c:pt idx="12984">
                  <c:v>5.5370132169086942E-7</c:v>
                </c:pt>
                <c:pt idx="12985">
                  <c:v>1.5834944239741725E-5</c:v>
                </c:pt>
                <c:pt idx="12986">
                  <c:v>3.0531824829104191E-5</c:v>
                </c:pt>
                <c:pt idx="12987">
                  <c:v>1.9167714606815964E-4</c:v>
                </c:pt>
                <c:pt idx="12988">
                  <c:v>1.32213454483793E-4</c:v>
                </c:pt>
                <c:pt idx="12989">
                  <c:v>2.0262605445444052E-4</c:v>
                </c:pt>
                <c:pt idx="12990">
                  <c:v>9.3296344059698804E-6</c:v>
                </c:pt>
                <c:pt idx="12991">
                  <c:v>8.0358243505831975E-7</c:v>
                </c:pt>
                <c:pt idx="12992">
                  <c:v>1.1497732172713261E-5</c:v>
                </c:pt>
                <c:pt idx="12993">
                  <c:v>1.4784025623437831E-5</c:v>
                </c:pt>
                <c:pt idx="12994">
                  <c:v>2.0334962043739633E-5</c:v>
                </c:pt>
                <c:pt idx="12995">
                  <c:v>0</c:v>
                </c:pt>
                <c:pt idx="12996">
                  <c:v>4.0088113538692514E-7</c:v>
                </c:pt>
                <c:pt idx="12997">
                  <c:v>3.2283532585367824E-4</c:v>
                </c:pt>
                <c:pt idx="12998">
                  <c:v>3.986212670950047E-6</c:v>
                </c:pt>
                <c:pt idx="12999">
                  <c:v>1.2149632859533497E-5</c:v>
                </c:pt>
                <c:pt idx="13000">
                  <c:v>7.5907660677568527E-4</c:v>
                </c:pt>
                <c:pt idx="13001">
                  <c:v>3.44294688955992E-6</c:v>
                </c:pt>
                <c:pt idx="13002">
                  <c:v>7.9851520335210633E-5</c:v>
                </c:pt>
                <c:pt idx="13003">
                  <c:v>8.6135811918248726E-5</c:v>
                </c:pt>
                <c:pt idx="13004">
                  <c:v>1.3532672663601822E-3</c:v>
                </c:pt>
                <c:pt idx="13005">
                  <c:v>3.3104174024106027E-7</c:v>
                </c:pt>
                <c:pt idx="13006">
                  <c:v>0</c:v>
                </c:pt>
                <c:pt idx="13007">
                  <c:v>1.7415280557340996E-4</c:v>
                </c:pt>
                <c:pt idx="13008">
                  <c:v>4.1429373530982877E-5</c:v>
                </c:pt>
                <c:pt idx="13009">
                  <c:v>7.9960823903924011E-8</c:v>
                </c:pt>
                <c:pt idx="13010">
                  <c:v>6.4190879686270319E-6</c:v>
                </c:pt>
                <c:pt idx="13011">
                  <c:v>0</c:v>
                </c:pt>
                <c:pt idx="13012">
                  <c:v>1.396207132415664E-6</c:v>
                </c:pt>
                <c:pt idx="13013">
                  <c:v>1.506121840395402E-4</c:v>
                </c:pt>
                <c:pt idx="13014">
                  <c:v>1.1353121332401032E-5</c:v>
                </c:pt>
                <c:pt idx="13015">
                  <c:v>6.3107254462815637E-7</c:v>
                </c:pt>
                <c:pt idx="13016">
                  <c:v>1.1330839992807489E-6</c:v>
                </c:pt>
                <c:pt idx="13017">
                  <c:v>7.9090600911307255E-6</c:v>
                </c:pt>
                <c:pt idx="13018">
                  <c:v>9.5638557415788207E-4</c:v>
                </c:pt>
                <c:pt idx="13019">
                  <c:v>2.0185778027226155E-5</c:v>
                </c:pt>
                <c:pt idx="13020">
                  <c:v>4.5664535701767812E-5</c:v>
                </c:pt>
                <c:pt idx="13021">
                  <c:v>1.0656925626517325E-5</c:v>
                </c:pt>
                <c:pt idx="13022">
                  <c:v>1.1976354513609858E-5</c:v>
                </c:pt>
                <c:pt idx="13023">
                  <c:v>1.2258911332963905E-5</c:v>
                </c:pt>
                <c:pt idx="13024">
                  <c:v>7.279466665262914E-6</c:v>
                </c:pt>
                <c:pt idx="13025">
                  <c:v>5.8320824222102437E-4</c:v>
                </c:pt>
                <c:pt idx="13026">
                  <c:v>1.3473398827811126E-6</c:v>
                </c:pt>
                <c:pt idx="13027">
                  <c:v>0</c:v>
                </c:pt>
                <c:pt idx="13028">
                  <c:v>4.3171503452375774E-5</c:v>
                </c:pt>
                <c:pt idx="13029">
                  <c:v>1.7277209538108541E-5</c:v>
                </c:pt>
                <c:pt idx="13030">
                  <c:v>5.8520823191502813E-5</c:v>
                </c:pt>
                <c:pt idx="13031">
                  <c:v>4.4503381759904768E-7</c:v>
                </c:pt>
                <c:pt idx="13032">
                  <c:v>1.2766960354843126E-6</c:v>
                </c:pt>
                <c:pt idx="13033">
                  <c:v>0</c:v>
                </c:pt>
                <c:pt idx="13034">
                  <c:v>3.5061580300632882E-6</c:v>
                </c:pt>
                <c:pt idx="13035">
                  <c:v>4.8074632679579036E-5</c:v>
                </c:pt>
                <c:pt idx="13036">
                  <c:v>3.9515622003827713E-5</c:v>
                </c:pt>
                <c:pt idx="13037">
                  <c:v>1.9895572644759172E-5</c:v>
                </c:pt>
                <c:pt idx="13038">
                  <c:v>6.2946830662394734E-6</c:v>
                </c:pt>
                <c:pt idx="13039">
                  <c:v>9.8354651498306747E-5</c:v>
                </c:pt>
                <c:pt idx="13040">
                  <c:v>5.5027448993808448E-5</c:v>
                </c:pt>
                <c:pt idx="13041">
                  <c:v>3.0293986091336616E-5</c:v>
                </c:pt>
                <c:pt idx="13042">
                  <c:v>1.9784622489259519E-4</c:v>
                </c:pt>
                <c:pt idx="13043">
                  <c:v>2.4987453007820234E-5</c:v>
                </c:pt>
                <c:pt idx="13044">
                  <c:v>6.6226225817250152E-5</c:v>
                </c:pt>
                <c:pt idx="13045">
                  <c:v>4.7135115781987865E-4</c:v>
                </c:pt>
                <c:pt idx="13046">
                  <c:v>8.2736979103233602E-7</c:v>
                </c:pt>
                <c:pt idx="13047">
                  <c:v>0</c:v>
                </c:pt>
                <c:pt idx="13048">
                  <c:v>9.5192491718231043E-6</c:v>
                </c:pt>
                <c:pt idx="13049">
                  <c:v>3.1922934155742441E-4</c:v>
                </c:pt>
                <c:pt idx="13050">
                  <c:v>7.6579574534140193E-5</c:v>
                </c:pt>
                <c:pt idx="13051">
                  <c:v>4.6365377109959993E-5</c:v>
                </c:pt>
                <c:pt idx="13052">
                  <c:v>2.2489056036011884E-5</c:v>
                </c:pt>
                <c:pt idx="13053">
                  <c:v>4.1572197126703498E-5</c:v>
                </c:pt>
                <c:pt idx="13054">
                  <c:v>6.4868673601693311E-6</c:v>
                </c:pt>
                <c:pt idx="13055">
                  <c:v>1.0166775974992247E-5</c:v>
                </c:pt>
                <c:pt idx="13056">
                  <c:v>9.1146234535092229E-6</c:v>
                </c:pt>
                <c:pt idx="13057">
                  <c:v>8.305922650398669E-4</c:v>
                </c:pt>
                <c:pt idx="13058">
                  <c:v>1.6720324085141064E-5</c:v>
                </c:pt>
                <c:pt idx="13059">
                  <c:v>5.5532251925437979E-5</c:v>
                </c:pt>
                <c:pt idx="13060">
                  <c:v>8.375113824007301E-4</c:v>
                </c:pt>
                <c:pt idx="13061">
                  <c:v>0</c:v>
                </c:pt>
                <c:pt idx="13062">
                  <c:v>2.0028429588171651E-5</c:v>
                </c:pt>
                <c:pt idx="13063">
                  <c:v>5.5966425900138716E-5</c:v>
                </c:pt>
                <c:pt idx="13064">
                  <c:v>1.1503603677546261E-4</c:v>
                </c:pt>
                <c:pt idx="13065">
                  <c:v>6.4509468077908632E-6</c:v>
                </c:pt>
                <c:pt idx="13066">
                  <c:v>7.4262828184785848E-5</c:v>
                </c:pt>
                <c:pt idx="13067">
                  <c:v>4.8119281527896991E-6</c:v>
                </c:pt>
                <c:pt idx="13068">
                  <c:v>1.8053214226263114E-5</c:v>
                </c:pt>
                <c:pt idx="13069">
                  <c:v>2.6664882010330231E-5</c:v>
                </c:pt>
                <c:pt idx="13070">
                  <c:v>1.8390097123936701E-4</c:v>
                </c:pt>
                <c:pt idx="13071">
                  <c:v>5.9537416127737035E-5</c:v>
                </c:pt>
                <c:pt idx="13072">
                  <c:v>4.8994166900913129E-6</c:v>
                </c:pt>
                <c:pt idx="13073">
                  <c:v>2.9780167917486014E-7</c:v>
                </c:pt>
                <c:pt idx="13074">
                  <c:v>4.1232922442920673E-5</c:v>
                </c:pt>
                <c:pt idx="13075">
                  <c:v>4.7937196567800521E-5</c:v>
                </c:pt>
                <c:pt idx="13076">
                  <c:v>1.1780887718494908E-5</c:v>
                </c:pt>
                <c:pt idx="13077">
                  <c:v>3.6599152852311611E-5</c:v>
                </c:pt>
                <c:pt idx="13078">
                  <c:v>9.7287484723976745E-6</c:v>
                </c:pt>
                <c:pt idx="13079">
                  <c:v>7.3100355342379424E-6</c:v>
                </c:pt>
                <c:pt idx="13080">
                  <c:v>4.4059217148799416E-5</c:v>
                </c:pt>
                <c:pt idx="13081">
                  <c:v>4.6411600128846662E-5</c:v>
                </c:pt>
                <c:pt idx="13082">
                  <c:v>5.2836132291579133E-5</c:v>
                </c:pt>
                <c:pt idx="13083">
                  <c:v>1.1892833883033831E-5</c:v>
                </c:pt>
                <c:pt idx="13084">
                  <c:v>1.4394204560740852E-5</c:v>
                </c:pt>
                <c:pt idx="13085">
                  <c:v>8.4248784871952496E-6</c:v>
                </c:pt>
                <c:pt idx="13086">
                  <c:v>3.4885637272848993E-6</c:v>
                </c:pt>
                <c:pt idx="13087">
                  <c:v>5.2596221839210917E-5</c:v>
                </c:pt>
                <c:pt idx="13088">
                  <c:v>1.4637043810767084E-7</c:v>
                </c:pt>
                <c:pt idx="13089">
                  <c:v>3.6279582452632689E-4</c:v>
                </c:pt>
                <c:pt idx="13090">
                  <c:v>9.6149659071446565E-5</c:v>
                </c:pt>
                <c:pt idx="13091">
                  <c:v>0</c:v>
                </c:pt>
                <c:pt idx="13092">
                  <c:v>1.879016001342912E-5</c:v>
                </c:pt>
                <c:pt idx="13093">
                  <c:v>3.8486277069935833E-5</c:v>
                </c:pt>
                <c:pt idx="13094">
                  <c:v>2.6179672372159077E-6</c:v>
                </c:pt>
                <c:pt idx="13095">
                  <c:v>2.2687964692808365E-4</c:v>
                </c:pt>
                <c:pt idx="13096">
                  <c:v>4.0024697003254199E-6</c:v>
                </c:pt>
                <c:pt idx="13097">
                  <c:v>3.0176261492470461E-6</c:v>
                </c:pt>
                <c:pt idx="13098">
                  <c:v>1.858076157705736E-4</c:v>
                </c:pt>
                <c:pt idx="13099">
                  <c:v>2.8458803788476192E-5</c:v>
                </c:pt>
                <c:pt idx="13100">
                  <c:v>3.4277038868109886E-5</c:v>
                </c:pt>
                <c:pt idx="13101">
                  <c:v>3.3938032311866817E-7</c:v>
                </c:pt>
                <c:pt idx="13102">
                  <c:v>2.9962052516668496E-5</c:v>
                </c:pt>
                <c:pt idx="13103">
                  <c:v>5.5375967360589424E-7</c:v>
                </c:pt>
                <c:pt idx="13104">
                  <c:v>8.2792269709497875E-5</c:v>
                </c:pt>
                <c:pt idx="13105">
                  <c:v>3.2264058731480801E-5</c:v>
                </c:pt>
                <c:pt idx="13106">
                  <c:v>5.2735502540585469E-6</c:v>
                </c:pt>
                <c:pt idx="13107">
                  <c:v>2.7445812427022767E-4</c:v>
                </c:pt>
                <c:pt idx="13108">
                  <c:v>2.1918224246421809E-5</c:v>
                </c:pt>
                <c:pt idx="13109">
                  <c:v>8.9512658303835942E-6</c:v>
                </c:pt>
                <c:pt idx="13110">
                  <c:v>1.0634657181647787E-5</c:v>
                </c:pt>
                <c:pt idx="13111">
                  <c:v>1.2539915506694198E-4</c:v>
                </c:pt>
                <c:pt idx="13112">
                  <c:v>1.5790735670718228E-5</c:v>
                </c:pt>
                <c:pt idx="13113">
                  <c:v>3.1387905273010284E-5</c:v>
                </c:pt>
                <c:pt idx="13114">
                  <c:v>1.5437317978983559E-5</c:v>
                </c:pt>
                <c:pt idx="13115">
                  <c:v>1.4458235134042965E-5</c:v>
                </c:pt>
                <c:pt idx="13116">
                  <c:v>2.6021585718948594E-6</c:v>
                </c:pt>
                <c:pt idx="13117">
                  <c:v>6.0426477386194433E-4</c:v>
                </c:pt>
                <c:pt idx="13118">
                  <c:v>5.7270801327680904E-6</c:v>
                </c:pt>
                <c:pt idx="13119">
                  <c:v>1.4999576897718124E-4</c:v>
                </c:pt>
                <c:pt idx="13120">
                  <c:v>5.3181651780210808E-6</c:v>
                </c:pt>
                <c:pt idx="13121">
                  <c:v>1.882706723621292E-4</c:v>
                </c:pt>
                <c:pt idx="13122">
                  <c:v>7.5857590456489694E-5</c:v>
                </c:pt>
                <c:pt idx="13123">
                  <c:v>8.5315428658780339E-6</c:v>
                </c:pt>
                <c:pt idx="13124">
                  <c:v>4.1045391183580561E-5</c:v>
                </c:pt>
                <c:pt idx="13125">
                  <c:v>8.7747931351707696E-5</c:v>
                </c:pt>
                <c:pt idx="13126">
                  <c:v>2.0797262329023248E-5</c:v>
                </c:pt>
                <c:pt idx="13127">
                  <c:v>7.0983609132981449E-5</c:v>
                </c:pt>
                <c:pt idx="13128">
                  <c:v>2.4377757099727894E-6</c:v>
                </c:pt>
                <c:pt idx="13129">
                  <c:v>1.7413837755911617E-5</c:v>
                </c:pt>
                <c:pt idx="13130">
                  <c:v>1.959119028740954E-5</c:v>
                </c:pt>
                <c:pt idx="13131">
                  <c:v>3.0843532467969045E-5</c:v>
                </c:pt>
                <c:pt idx="13132">
                  <c:v>2.1637743150623924E-5</c:v>
                </c:pt>
                <c:pt idx="13133">
                  <c:v>2.3175510102568013E-6</c:v>
                </c:pt>
                <c:pt idx="13134">
                  <c:v>6.6621285907149123E-5</c:v>
                </c:pt>
                <c:pt idx="13135">
                  <c:v>0</c:v>
                </c:pt>
                <c:pt idx="13136">
                  <c:v>6.2116783353329619E-6</c:v>
                </c:pt>
                <c:pt idx="13137">
                  <c:v>5.3249222767570047E-5</c:v>
                </c:pt>
                <c:pt idx="13138">
                  <c:v>5.420944085835052E-5</c:v>
                </c:pt>
                <c:pt idx="13139">
                  <c:v>1.1220200932867249E-4</c:v>
                </c:pt>
                <c:pt idx="13140">
                  <c:v>3.774061296305645E-7</c:v>
                </c:pt>
                <c:pt idx="13141">
                  <c:v>1.0589026079716525E-5</c:v>
                </c:pt>
                <c:pt idx="13142">
                  <c:v>9.3080475494377833E-8</c:v>
                </c:pt>
                <c:pt idx="13143">
                  <c:v>0</c:v>
                </c:pt>
                <c:pt idx="13144">
                  <c:v>5.197730648660049E-7</c:v>
                </c:pt>
                <c:pt idx="13145">
                  <c:v>2.1494351976140092E-5</c:v>
                </c:pt>
                <c:pt idx="13146">
                  <c:v>6.6699911266652773E-6</c:v>
                </c:pt>
                <c:pt idx="13147">
                  <c:v>3.0920693377307997E-3</c:v>
                </c:pt>
                <c:pt idx="13148">
                  <c:v>1.7507385095856385E-4</c:v>
                </c:pt>
                <c:pt idx="13149">
                  <c:v>0</c:v>
                </c:pt>
                <c:pt idx="13150">
                  <c:v>1.0160160598934842E-5</c:v>
                </c:pt>
                <c:pt idx="13151">
                  <c:v>4.6300339556814267E-7</c:v>
                </c:pt>
                <c:pt idx="13152">
                  <c:v>2.3489259396140657E-5</c:v>
                </c:pt>
                <c:pt idx="13153">
                  <c:v>3.1155685897584471E-4</c:v>
                </c:pt>
                <c:pt idx="13154">
                  <c:v>1.355208837320391E-5</c:v>
                </c:pt>
                <c:pt idx="13155">
                  <c:v>0</c:v>
                </c:pt>
                <c:pt idx="13156">
                  <c:v>1.5678722172387146E-5</c:v>
                </c:pt>
                <c:pt idx="13157">
                  <c:v>1.885689989731872E-4</c:v>
                </c:pt>
                <c:pt idx="13158">
                  <c:v>7.6553402430745243E-6</c:v>
                </c:pt>
                <c:pt idx="13159">
                  <c:v>8.6780057759528503E-6</c:v>
                </c:pt>
                <c:pt idx="13160">
                  <c:v>5.1779431359146792E-7</c:v>
                </c:pt>
                <c:pt idx="13161">
                  <c:v>7.0846629480812541E-6</c:v>
                </c:pt>
                <c:pt idx="13162">
                  <c:v>1.2269461026963925E-4</c:v>
                </c:pt>
                <c:pt idx="13163">
                  <c:v>1.2645096026101281E-5</c:v>
                </c:pt>
                <c:pt idx="13164">
                  <c:v>3.455180219970368E-4</c:v>
                </c:pt>
                <c:pt idx="13165">
                  <c:v>9.8634129707485588E-5</c:v>
                </c:pt>
                <c:pt idx="13166">
                  <c:v>1.8999637467572873E-4</c:v>
                </c:pt>
                <c:pt idx="13167">
                  <c:v>8.9346146073018381E-8</c:v>
                </c:pt>
                <c:pt idx="13168">
                  <c:v>2.2160195440478814E-7</c:v>
                </c:pt>
                <c:pt idx="13169">
                  <c:v>0</c:v>
                </c:pt>
                <c:pt idx="13170">
                  <c:v>4.559328019823298E-6</c:v>
                </c:pt>
                <c:pt idx="13171">
                  <c:v>1.068106362340626E-6</c:v>
                </c:pt>
                <c:pt idx="13172">
                  <c:v>3.3346822420094205E-6</c:v>
                </c:pt>
                <c:pt idx="13173">
                  <c:v>3.7464651735417189E-6</c:v>
                </c:pt>
                <c:pt idx="13174">
                  <c:v>6.9964693141847295E-6</c:v>
                </c:pt>
                <c:pt idx="13175">
                  <c:v>6.9267251803921675E-4</c:v>
                </c:pt>
                <c:pt idx="13176">
                  <c:v>7.4829775302129413E-6</c:v>
                </c:pt>
                <c:pt idx="13177">
                  <c:v>3.343794384207964E-4</c:v>
                </c:pt>
                <c:pt idx="13178">
                  <c:v>2.3554893055613859E-7</c:v>
                </c:pt>
                <c:pt idx="13179">
                  <c:v>2.5157113962534316E-6</c:v>
                </c:pt>
                <c:pt idx="13180">
                  <c:v>2.9838593081524414E-7</c:v>
                </c:pt>
                <c:pt idx="13181">
                  <c:v>0</c:v>
                </c:pt>
                <c:pt idx="13182">
                  <c:v>1.9008261500761883E-5</c:v>
                </c:pt>
                <c:pt idx="13183">
                  <c:v>2.7679490039007719E-6</c:v>
                </c:pt>
                <c:pt idx="13184">
                  <c:v>2.4420971464183863E-6</c:v>
                </c:pt>
                <c:pt idx="13185">
                  <c:v>1.5855697683782349E-5</c:v>
                </c:pt>
                <c:pt idx="13186">
                  <c:v>2.8727929270386192E-7</c:v>
                </c:pt>
                <c:pt idx="13187">
                  <c:v>4.5596326209641583E-5</c:v>
                </c:pt>
                <c:pt idx="13188">
                  <c:v>9.1038417562267523E-5</c:v>
                </c:pt>
                <c:pt idx="13189">
                  <c:v>2.3876909315108287E-5</c:v>
                </c:pt>
                <c:pt idx="13190">
                  <c:v>9.8500043649794546E-6</c:v>
                </c:pt>
                <c:pt idx="13191">
                  <c:v>9.2352699055622527E-6</c:v>
                </c:pt>
                <c:pt idx="13192">
                  <c:v>9.3193693073166648E-5</c:v>
                </c:pt>
                <c:pt idx="13193">
                  <c:v>2.4362644905285185E-5</c:v>
                </c:pt>
                <c:pt idx="13194">
                  <c:v>9.7230713190389787E-6</c:v>
                </c:pt>
                <c:pt idx="13195">
                  <c:v>0</c:v>
                </c:pt>
                <c:pt idx="13196">
                  <c:v>2.9062576751810596E-4</c:v>
                </c:pt>
                <c:pt idx="13197">
                  <c:v>2.1217950909938812E-7</c:v>
                </c:pt>
                <c:pt idx="13198">
                  <c:v>9.1345076798719789E-7</c:v>
                </c:pt>
                <c:pt idx="13199">
                  <c:v>3.0660073185916658E-5</c:v>
                </c:pt>
                <c:pt idx="13200">
                  <c:v>6.8951212366289821E-5</c:v>
                </c:pt>
                <c:pt idx="13201">
                  <c:v>5.0621327299273962E-5</c:v>
                </c:pt>
                <c:pt idx="13202">
                  <c:v>2.0728305888940224E-5</c:v>
                </c:pt>
                <c:pt idx="13203">
                  <c:v>2.4973862516795525E-7</c:v>
                </c:pt>
                <c:pt idx="13204">
                  <c:v>2.1246109002481211E-5</c:v>
                </c:pt>
                <c:pt idx="13205">
                  <c:v>2.5374615043927075E-4</c:v>
                </c:pt>
                <c:pt idx="13206">
                  <c:v>6.9561834089153287E-6</c:v>
                </c:pt>
                <c:pt idx="13207">
                  <c:v>6.4607706666402978E-6</c:v>
                </c:pt>
                <c:pt idx="13208">
                  <c:v>2.7690608997188752E-5</c:v>
                </c:pt>
                <c:pt idx="13209">
                  <c:v>1.9865476761915663E-5</c:v>
                </c:pt>
                <c:pt idx="13210">
                  <c:v>4.1748559748147104E-6</c:v>
                </c:pt>
                <c:pt idx="13211">
                  <c:v>8.337968332260064E-6</c:v>
                </c:pt>
                <c:pt idx="13212">
                  <c:v>1.8460980913170532E-4</c:v>
                </c:pt>
                <c:pt idx="13213">
                  <c:v>0</c:v>
                </c:pt>
                <c:pt idx="13214">
                  <c:v>0</c:v>
                </c:pt>
                <c:pt idx="13215">
                  <c:v>1.8311672480954245E-4</c:v>
                </c:pt>
                <c:pt idx="13216">
                  <c:v>0</c:v>
                </c:pt>
                <c:pt idx="13217">
                  <c:v>2.3989783566170963E-5</c:v>
                </c:pt>
                <c:pt idx="13218">
                  <c:v>1.1043769530992664E-6</c:v>
                </c:pt>
                <c:pt idx="13219">
                  <c:v>3.6779236855067428E-5</c:v>
                </c:pt>
                <c:pt idx="13220">
                  <c:v>1.7841205005305548E-5</c:v>
                </c:pt>
                <c:pt idx="13221">
                  <c:v>1.4687673389256615E-4</c:v>
                </c:pt>
                <c:pt idx="13222">
                  <c:v>1.7225169979766623E-5</c:v>
                </c:pt>
                <c:pt idx="13223">
                  <c:v>1.9235867864936499E-5</c:v>
                </c:pt>
                <c:pt idx="13224">
                  <c:v>0</c:v>
                </c:pt>
                <c:pt idx="13225">
                  <c:v>4.297370658485206E-5</c:v>
                </c:pt>
                <c:pt idx="13226">
                  <c:v>1.8348986730482046E-5</c:v>
                </c:pt>
                <c:pt idx="13227">
                  <c:v>1.4238730597422501E-6</c:v>
                </c:pt>
                <c:pt idx="13228">
                  <c:v>1.8940241163696131E-5</c:v>
                </c:pt>
                <c:pt idx="13229">
                  <c:v>1.0569790899717518E-5</c:v>
                </c:pt>
                <c:pt idx="13230">
                  <c:v>0</c:v>
                </c:pt>
                <c:pt idx="13231">
                  <c:v>1.068106362340626E-6</c:v>
                </c:pt>
                <c:pt idx="13232">
                  <c:v>6.178278122100373E-7</c:v>
                </c:pt>
                <c:pt idx="13233">
                  <c:v>7.9100188812981425E-7</c:v>
                </c:pt>
                <c:pt idx="13234">
                  <c:v>1.5291238352198245E-5</c:v>
                </c:pt>
                <c:pt idx="13235">
                  <c:v>2.6174040276043839E-6</c:v>
                </c:pt>
                <c:pt idx="13236">
                  <c:v>3.5840389206069826E-6</c:v>
                </c:pt>
                <c:pt idx="13237">
                  <c:v>0</c:v>
                </c:pt>
                <c:pt idx="13238">
                  <c:v>7.3438140116888521E-4</c:v>
                </c:pt>
                <c:pt idx="13239">
                  <c:v>7.5573956751954981E-6</c:v>
                </c:pt>
                <c:pt idx="13240">
                  <c:v>6.3762998567830664E-6</c:v>
                </c:pt>
                <c:pt idx="13241">
                  <c:v>2.9159488233327642E-6</c:v>
                </c:pt>
                <c:pt idx="13242">
                  <c:v>1.8895666958022723E-5</c:v>
                </c:pt>
                <c:pt idx="13243">
                  <c:v>5.4993464603310895E-6</c:v>
                </c:pt>
                <c:pt idx="13244">
                  <c:v>1.604966059813072E-5</c:v>
                </c:pt>
                <c:pt idx="13245">
                  <c:v>9.6238563055793931E-6</c:v>
                </c:pt>
                <c:pt idx="13246">
                  <c:v>3.4196443725408897E-6</c:v>
                </c:pt>
                <c:pt idx="13247">
                  <c:v>2.0976549073238791E-5</c:v>
                </c:pt>
                <c:pt idx="13248">
                  <c:v>9.3621804543703062E-6</c:v>
                </c:pt>
                <c:pt idx="13249">
                  <c:v>7.8710577344601337E-5</c:v>
                </c:pt>
                <c:pt idx="13250">
                  <c:v>4.6092081867863873E-5</c:v>
                </c:pt>
                <c:pt idx="13251">
                  <c:v>7.1858127081659442E-7</c:v>
                </c:pt>
                <c:pt idx="13252">
                  <c:v>4.5433554186805006E-6</c:v>
                </c:pt>
                <c:pt idx="13253">
                  <c:v>9.6545910555783922E-5</c:v>
                </c:pt>
                <c:pt idx="13254">
                  <c:v>9.9963458388365234E-5</c:v>
                </c:pt>
                <c:pt idx="13255">
                  <c:v>9.3964337646406538E-6</c:v>
                </c:pt>
                <c:pt idx="13256">
                  <c:v>6.2142615001741308E-5</c:v>
                </c:pt>
                <c:pt idx="13257">
                  <c:v>0</c:v>
                </c:pt>
                <c:pt idx="13258">
                  <c:v>2.0516468322369432E-5</c:v>
                </c:pt>
                <c:pt idx="13259">
                  <c:v>2.7383911739730618E-5</c:v>
                </c:pt>
                <c:pt idx="13260">
                  <c:v>2.3210637493198952E-5</c:v>
                </c:pt>
                <c:pt idx="13261">
                  <c:v>1.1146544487216964E-5</c:v>
                </c:pt>
                <c:pt idx="13262">
                  <c:v>3.6894702672505225E-6</c:v>
                </c:pt>
                <c:pt idx="13263">
                  <c:v>1.6918607222943761E-5</c:v>
                </c:pt>
                <c:pt idx="13264">
                  <c:v>4.6777617914250518E-5</c:v>
                </c:pt>
                <c:pt idx="13265">
                  <c:v>9.6156642187065582E-6</c:v>
                </c:pt>
                <c:pt idx="13266">
                  <c:v>6.9148081075858166E-6</c:v>
                </c:pt>
                <c:pt idx="13267">
                  <c:v>1.8658496918980444E-5</c:v>
                </c:pt>
                <c:pt idx="13268">
                  <c:v>1.1095247636326741E-5</c:v>
                </c:pt>
                <c:pt idx="13269">
                  <c:v>2.8535307020649586E-5</c:v>
                </c:pt>
                <c:pt idx="13270">
                  <c:v>3.8911030352922779E-5</c:v>
                </c:pt>
                <c:pt idx="13271">
                  <c:v>1.3064142825949683E-6</c:v>
                </c:pt>
                <c:pt idx="13272">
                  <c:v>2.9024986703600011E-7</c:v>
                </c:pt>
                <c:pt idx="13273">
                  <c:v>6.4483832646987524E-6</c:v>
                </c:pt>
                <c:pt idx="13274">
                  <c:v>1.0115164285143509E-7</c:v>
                </c:pt>
                <c:pt idx="13275">
                  <c:v>4.1538335680395272E-5</c:v>
                </c:pt>
                <c:pt idx="13276">
                  <c:v>3.674744279213781E-7</c:v>
                </c:pt>
                <c:pt idx="13277">
                  <c:v>8.9578906724931725E-6</c:v>
                </c:pt>
                <c:pt idx="13278">
                  <c:v>4.7436305357021425E-5</c:v>
                </c:pt>
                <c:pt idx="13279">
                  <c:v>1.9780285049301515E-5</c:v>
                </c:pt>
                <c:pt idx="13280">
                  <c:v>1.552696519190125E-5</c:v>
                </c:pt>
                <c:pt idx="13281">
                  <c:v>1.1996217531745226E-5</c:v>
                </c:pt>
                <c:pt idx="13282">
                  <c:v>1.2962453680884673E-5</c:v>
                </c:pt>
                <c:pt idx="13283">
                  <c:v>5.8271859337114039E-6</c:v>
                </c:pt>
                <c:pt idx="13284">
                  <c:v>2.0432318948201024E-5</c:v>
                </c:pt>
                <c:pt idx="13285">
                  <c:v>1.1210532152570061E-5</c:v>
                </c:pt>
                <c:pt idx="13286">
                  <c:v>1.6190232314934361E-4</c:v>
                </c:pt>
                <c:pt idx="13287">
                  <c:v>1.1067434751416246E-4</c:v>
                </c:pt>
                <c:pt idx="13288">
                  <c:v>1.3496668946684681E-5</c:v>
                </c:pt>
                <c:pt idx="13289">
                  <c:v>1.3818870592626805E-5</c:v>
                </c:pt>
                <c:pt idx="13290">
                  <c:v>3.8439956309893424E-4</c:v>
                </c:pt>
                <c:pt idx="13291">
                  <c:v>8.2214971286249748E-5</c:v>
                </c:pt>
                <c:pt idx="13292">
                  <c:v>1.1896456081110416E-4</c:v>
                </c:pt>
                <c:pt idx="13293">
                  <c:v>6.275529386913388E-5</c:v>
                </c:pt>
                <c:pt idx="13294">
                  <c:v>1.7455295774728197E-4</c:v>
                </c:pt>
                <c:pt idx="13295">
                  <c:v>6.3420104647683904E-6</c:v>
                </c:pt>
                <c:pt idx="13296">
                  <c:v>2.9513159337110016E-4</c:v>
                </c:pt>
                <c:pt idx="13297">
                  <c:v>3.5417877677444045E-5</c:v>
                </c:pt>
                <c:pt idx="13298">
                  <c:v>9.3312390530448959E-6</c:v>
                </c:pt>
                <c:pt idx="13299">
                  <c:v>1.0880067637502331E-4</c:v>
                </c:pt>
                <c:pt idx="13300">
                  <c:v>5.0843014444570439E-5</c:v>
                </c:pt>
                <c:pt idx="13301">
                  <c:v>1.0364152944470112E-5</c:v>
                </c:pt>
                <c:pt idx="13302">
                  <c:v>1.0266875786224471E-3</c:v>
                </c:pt>
                <c:pt idx="13303">
                  <c:v>2.3431997961410699E-7</c:v>
                </c:pt>
                <c:pt idx="13304">
                  <c:v>7.8653132346049512E-6</c:v>
                </c:pt>
                <c:pt idx="13305">
                  <c:v>1.9694875370903502E-5</c:v>
                </c:pt>
                <c:pt idx="13306">
                  <c:v>3.9053329935684476E-7</c:v>
                </c:pt>
                <c:pt idx="13307">
                  <c:v>9.4022322594635191E-8</c:v>
                </c:pt>
                <c:pt idx="13308">
                  <c:v>1.1899678556902437E-5</c:v>
                </c:pt>
                <c:pt idx="13309">
                  <c:v>4.4835337328869597E-5</c:v>
                </c:pt>
                <c:pt idx="13310">
                  <c:v>5.0517252368157494E-6</c:v>
                </c:pt>
                <c:pt idx="13311">
                  <c:v>1.5559802464542963E-5</c:v>
                </c:pt>
                <c:pt idx="13312">
                  <c:v>4.1960859604629495E-6</c:v>
                </c:pt>
                <c:pt idx="13313">
                  <c:v>5.1263121596308265E-5</c:v>
                </c:pt>
                <c:pt idx="13314">
                  <c:v>2.0961168318941912E-5</c:v>
                </c:pt>
                <c:pt idx="13315">
                  <c:v>3.3095577367590526E-5</c:v>
                </c:pt>
                <c:pt idx="13316">
                  <c:v>5.2963943885807738E-5</c:v>
                </c:pt>
                <c:pt idx="13317">
                  <c:v>4.0615463133111875E-5</c:v>
                </c:pt>
                <c:pt idx="13318">
                  <c:v>4.3479543387080715E-5</c:v>
                </c:pt>
                <c:pt idx="13319">
                  <c:v>1.7611267409400305E-5</c:v>
                </c:pt>
                <c:pt idx="13320">
                  <c:v>1.8997200082596954E-6</c:v>
                </c:pt>
                <c:pt idx="13321">
                  <c:v>2.6885228430209662E-5</c:v>
                </c:pt>
                <c:pt idx="13322">
                  <c:v>0</c:v>
                </c:pt>
                <c:pt idx="13323">
                  <c:v>0</c:v>
                </c:pt>
                <c:pt idx="13324">
                  <c:v>7.2611131407365524E-6</c:v>
                </c:pt>
                <c:pt idx="13325">
                  <c:v>1.9432786770881382E-6</c:v>
                </c:pt>
                <c:pt idx="13326">
                  <c:v>6.5156332846064264E-6</c:v>
                </c:pt>
                <c:pt idx="13327">
                  <c:v>2.8424892041795646E-7</c:v>
                </c:pt>
                <c:pt idx="13328">
                  <c:v>3.5585479599865497E-5</c:v>
                </c:pt>
                <c:pt idx="13329">
                  <c:v>3.8426805926021078E-6</c:v>
                </c:pt>
                <c:pt idx="13330">
                  <c:v>1.7190939493219904E-6</c:v>
                </c:pt>
                <c:pt idx="13331">
                  <c:v>1.0944223978854797E-4</c:v>
                </c:pt>
                <c:pt idx="13332">
                  <c:v>2.1679152395125348E-5</c:v>
                </c:pt>
                <c:pt idx="13333">
                  <c:v>5.332479747154811E-7</c:v>
                </c:pt>
                <c:pt idx="13334">
                  <c:v>1.8411304473521117E-5</c:v>
                </c:pt>
                <c:pt idx="13335">
                  <c:v>1.3832545121081445E-5</c:v>
                </c:pt>
                <c:pt idx="13336">
                  <c:v>1.1227832356509283E-5</c:v>
                </c:pt>
                <c:pt idx="13337">
                  <c:v>3.9650280333956415E-5</c:v>
                </c:pt>
                <c:pt idx="13338">
                  <c:v>1.5718965298411639E-4</c:v>
                </c:pt>
                <c:pt idx="13339">
                  <c:v>1.2016428700343475E-4</c:v>
                </c:pt>
                <c:pt idx="13340">
                  <c:v>2.9522132629582294E-5</c:v>
                </c:pt>
                <c:pt idx="13341">
                  <c:v>8.6532616656288228E-6</c:v>
                </c:pt>
                <c:pt idx="13342">
                  <c:v>1.6386566141932419E-5</c:v>
                </c:pt>
                <c:pt idx="13343">
                  <c:v>6.1010007358359487E-5</c:v>
                </c:pt>
                <c:pt idx="13344">
                  <c:v>1.7949561013221285E-5</c:v>
                </c:pt>
                <c:pt idx="13345">
                  <c:v>3.1742706585368105E-5</c:v>
                </c:pt>
                <c:pt idx="13346">
                  <c:v>7.5092898075689108E-6</c:v>
                </c:pt>
                <c:pt idx="13347">
                  <c:v>3.3779098291106401E-6</c:v>
                </c:pt>
                <c:pt idx="13348">
                  <c:v>3.9670242347782097E-6</c:v>
                </c:pt>
                <c:pt idx="13349">
                  <c:v>1.8674436364169046E-5</c:v>
                </c:pt>
                <c:pt idx="13350">
                  <c:v>0</c:v>
                </c:pt>
                <c:pt idx="13351">
                  <c:v>0</c:v>
                </c:pt>
                <c:pt idx="13352">
                  <c:v>3.1248983257598653E-6</c:v>
                </c:pt>
                <c:pt idx="13353">
                  <c:v>3.2198609727715697E-5</c:v>
                </c:pt>
                <c:pt idx="13354">
                  <c:v>6.4965990813334036E-4</c:v>
                </c:pt>
                <c:pt idx="13355">
                  <c:v>9.4155973517802795E-6</c:v>
                </c:pt>
                <c:pt idx="13356">
                  <c:v>8.8313736855806128E-5</c:v>
                </c:pt>
                <c:pt idx="13357">
                  <c:v>1.1335792174099698E-6</c:v>
                </c:pt>
                <c:pt idx="13358">
                  <c:v>0</c:v>
                </c:pt>
                <c:pt idx="13359">
                  <c:v>2.5320422885874596E-4</c:v>
                </c:pt>
                <c:pt idx="13360">
                  <c:v>1.4277473126639901E-5</c:v>
                </c:pt>
                <c:pt idx="13361">
                  <c:v>4.462797718991083E-6</c:v>
                </c:pt>
                <c:pt idx="13362">
                  <c:v>5.3333467346765207E-6</c:v>
                </c:pt>
                <c:pt idx="13363">
                  <c:v>2.245566471301856E-5</c:v>
                </c:pt>
                <c:pt idx="13364">
                  <c:v>7.3858460383718509E-6</c:v>
                </c:pt>
                <c:pt idx="13365">
                  <c:v>4.6502681050761762E-5</c:v>
                </c:pt>
                <c:pt idx="13366">
                  <c:v>2.8204929005785832E-5</c:v>
                </c:pt>
                <c:pt idx="13367">
                  <c:v>1.5468272605167208E-6</c:v>
                </c:pt>
                <c:pt idx="13368">
                  <c:v>5.8549324749126927E-5</c:v>
                </c:pt>
                <c:pt idx="13369">
                  <c:v>3.5824034504042792E-5</c:v>
                </c:pt>
                <c:pt idx="13370">
                  <c:v>0</c:v>
                </c:pt>
                <c:pt idx="13371">
                  <c:v>5.0693904030248079E-5</c:v>
                </c:pt>
                <c:pt idx="13372">
                  <c:v>2.7977116389513854E-5</c:v>
                </c:pt>
                <c:pt idx="13373">
                  <c:v>6.797747359885825E-6</c:v>
                </c:pt>
                <c:pt idx="13374">
                  <c:v>5.8766952334069852E-5</c:v>
                </c:pt>
                <c:pt idx="13375">
                  <c:v>5.5851268645199903E-6</c:v>
                </c:pt>
                <c:pt idx="13376">
                  <c:v>5.1661805321361543E-5</c:v>
                </c:pt>
                <c:pt idx="13377">
                  <c:v>1.6272220806535203E-6</c:v>
                </c:pt>
                <c:pt idx="13378">
                  <c:v>1.2802299062410331E-5</c:v>
                </c:pt>
                <c:pt idx="13379">
                  <c:v>1.4682172026805095E-4</c:v>
                </c:pt>
                <c:pt idx="13380">
                  <c:v>1.3495891981113007E-5</c:v>
                </c:pt>
                <c:pt idx="13381">
                  <c:v>1.8161944207452382E-5</c:v>
                </c:pt>
                <c:pt idx="13382">
                  <c:v>8.040218941382801E-6</c:v>
                </c:pt>
                <c:pt idx="13383">
                  <c:v>9.0283501440540392E-6</c:v>
                </c:pt>
                <c:pt idx="13384">
                  <c:v>1.1277956608100768E-5</c:v>
                </c:pt>
                <c:pt idx="13385">
                  <c:v>1.3958594116992285E-4</c:v>
                </c:pt>
                <c:pt idx="13386">
                  <c:v>0</c:v>
                </c:pt>
                <c:pt idx="13387">
                  <c:v>0</c:v>
                </c:pt>
                <c:pt idx="13388">
                  <c:v>9.7602213247661566E-6</c:v>
                </c:pt>
                <c:pt idx="13389">
                  <c:v>7.7619196319603345E-6</c:v>
                </c:pt>
                <c:pt idx="13390">
                  <c:v>2.677246532328458E-4</c:v>
                </c:pt>
                <c:pt idx="13391">
                  <c:v>4.8486517996207108E-5</c:v>
                </c:pt>
                <c:pt idx="13392">
                  <c:v>3.5873775938225542E-6</c:v>
                </c:pt>
                <c:pt idx="13393">
                  <c:v>2.0528875406190676E-6</c:v>
                </c:pt>
                <c:pt idx="13394">
                  <c:v>6.3877103134820466E-5</c:v>
                </c:pt>
                <c:pt idx="13395">
                  <c:v>0</c:v>
                </c:pt>
                <c:pt idx="13396">
                  <c:v>2.5694469581411899E-4</c:v>
                </c:pt>
                <c:pt idx="13397">
                  <c:v>2.1052185668454902E-7</c:v>
                </c:pt>
                <c:pt idx="13398">
                  <c:v>0</c:v>
                </c:pt>
                <c:pt idx="13399">
                  <c:v>3.1826926364907815E-7</c:v>
                </c:pt>
                <c:pt idx="13400">
                  <c:v>2.7960641193443802E-5</c:v>
                </c:pt>
                <c:pt idx="13401">
                  <c:v>6.5216983687809235E-5</c:v>
                </c:pt>
                <c:pt idx="13402">
                  <c:v>1.6790537708251653E-5</c:v>
                </c:pt>
                <c:pt idx="13403">
                  <c:v>2.8133023308005053E-4</c:v>
                </c:pt>
                <c:pt idx="13404">
                  <c:v>3.2036243418572899E-5</c:v>
                </c:pt>
                <c:pt idx="13405">
                  <c:v>5.3607687643811006E-6</c:v>
                </c:pt>
                <c:pt idx="13406">
                  <c:v>1.5486665319323105E-6</c:v>
                </c:pt>
                <c:pt idx="13407">
                  <c:v>2.7825419932639174E-5</c:v>
                </c:pt>
                <c:pt idx="13408">
                  <c:v>1.2383638628439106E-4</c:v>
                </c:pt>
                <c:pt idx="13409">
                  <c:v>2.9080515988506801E-5</c:v>
                </c:pt>
                <c:pt idx="13410">
                  <c:v>1.1939332937558701E-5</c:v>
                </c:pt>
                <c:pt idx="13411">
                  <c:v>1.2707884121654885E-5</c:v>
                </c:pt>
                <c:pt idx="13412">
                  <c:v>2.9791033533298002E-5</c:v>
                </c:pt>
                <c:pt idx="13413">
                  <c:v>1.4950113346394823E-5</c:v>
                </c:pt>
                <c:pt idx="13414">
                  <c:v>1.8085741324263566E-5</c:v>
                </c:pt>
                <c:pt idx="13415">
                  <c:v>9.3123721278043317E-6</c:v>
                </c:pt>
                <c:pt idx="13416">
                  <c:v>3.179942697423363E-5</c:v>
                </c:pt>
                <c:pt idx="13417">
                  <c:v>0</c:v>
                </c:pt>
                <c:pt idx="13418">
                  <c:v>2.3408329276601055E-5</c:v>
                </c:pt>
                <c:pt idx="13419">
                  <c:v>0</c:v>
                </c:pt>
                <c:pt idx="13420">
                  <c:v>5.7002841194585553E-5</c:v>
                </c:pt>
                <c:pt idx="13421">
                  <c:v>1.3815404000498371E-5</c:v>
                </c:pt>
                <c:pt idx="13422">
                  <c:v>7.2817365606540515E-6</c:v>
                </c:pt>
                <c:pt idx="13423">
                  <c:v>2.3038928731538447E-5</c:v>
                </c:pt>
                <c:pt idx="13424">
                  <c:v>0</c:v>
                </c:pt>
                <c:pt idx="13425">
                  <c:v>2.5356268110508451E-6</c:v>
                </c:pt>
                <c:pt idx="13426">
                  <c:v>1.2750850625688725E-6</c:v>
                </c:pt>
                <c:pt idx="13427">
                  <c:v>0</c:v>
                </c:pt>
                <c:pt idx="13428">
                  <c:v>1.2787522614833672E-5</c:v>
                </c:pt>
                <c:pt idx="13429">
                  <c:v>2.5278421815780686E-7</c:v>
                </c:pt>
                <c:pt idx="13430">
                  <c:v>0</c:v>
                </c:pt>
                <c:pt idx="13431">
                  <c:v>0</c:v>
                </c:pt>
                <c:pt idx="13432">
                  <c:v>3.4214594542007873E-4</c:v>
                </c:pt>
                <c:pt idx="13433">
                  <c:v>0</c:v>
                </c:pt>
                <c:pt idx="13434">
                  <c:v>0</c:v>
                </c:pt>
                <c:pt idx="13435">
                  <c:v>8.7051360847563991E-5</c:v>
                </c:pt>
                <c:pt idx="13436">
                  <c:v>1.8909635810383246E-5</c:v>
                </c:pt>
                <c:pt idx="13437">
                  <c:v>3.8964167081949994E-6</c:v>
                </c:pt>
                <c:pt idx="13438">
                  <c:v>1.0172423067188407E-5</c:v>
                </c:pt>
                <c:pt idx="13439">
                  <c:v>5.994590498018391E-6</c:v>
                </c:pt>
                <c:pt idx="13440">
                  <c:v>1.8195349975228713E-5</c:v>
                </c:pt>
                <c:pt idx="13441">
                  <c:v>6.1254323142160814E-6</c:v>
                </c:pt>
                <c:pt idx="13442">
                  <c:v>8.3366654219373243E-5</c:v>
                </c:pt>
                <c:pt idx="13443">
                  <c:v>4.9678926582444324E-5</c:v>
                </c:pt>
                <c:pt idx="13444">
                  <c:v>1.3978785695254958E-5</c:v>
                </c:pt>
                <c:pt idx="13445">
                  <c:v>3.5770085383569462E-5</c:v>
                </c:pt>
                <c:pt idx="13446">
                  <c:v>2.6049535864726203E-5</c:v>
                </c:pt>
                <c:pt idx="13447">
                  <c:v>2.834666025433806E-4</c:v>
                </c:pt>
                <c:pt idx="13448">
                  <c:v>1.0471553493117511E-6</c:v>
                </c:pt>
                <c:pt idx="13449">
                  <c:v>3.1583326988454189E-5</c:v>
                </c:pt>
                <c:pt idx="13450">
                  <c:v>3.7306061848703446E-4</c:v>
                </c:pt>
                <c:pt idx="13451">
                  <c:v>4.6746564938435087E-7</c:v>
                </c:pt>
                <c:pt idx="13452">
                  <c:v>1.479897117757932E-5</c:v>
                </c:pt>
                <c:pt idx="13453">
                  <c:v>3.8853736806670657E-5</c:v>
                </c:pt>
                <c:pt idx="13454">
                  <c:v>8.5223305838564566E-7</c:v>
                </c:pt>
                <c:pt idx="13455">
                  <c:v>3.1199122500077264E-6</c:v>
                </c:pt>
                <c:pt idx="13456">
                  <c:v>6.7185802654012402E-5</c:v>
                </c:pt>
                <c:pt idx="13457">
                  <c:v>3.8498935970372065E-6</c:v>
                </c:pt>
                <c:pt idx="13458">
                  <c:v>1.2140804053695336E-5</c:v>
                </c:pt>
                <c:pt idx="13459">
                  <c:v>3.7928703757320071E-6</c:v>
                </c:pt>
                <c:pt idx="13460">
                  <c:v>6.6957111078734823E-5</c:v>
                </c:pt>
                <c:pt idx="13461">
                  <c:v>1.0906181319133976E-6</c:v>
                </c:pt>
                <c:pt idx="13462">
                  <c:v>1.7993944731751759E-3</c:v>
                </c:pt>
                <c:pt idx="13463">
                  <c:v>1.8662884882133413E-5</c:v>
                </c:pt>
                <c:pt idx="13464">
                  <c:v>2.7165877311359016E-4</c:v>
                </c:pt>
                <c:pt idx="13465">
                  <c:v>5.1303817920984041E-5</c:v>
                </c:pt>
                <c:pt idx="13466">
                  <c:v>8.7049956532878767E-7</c:v>
                </c:pt>
                <c:pt idx="13467">
                  <c:v>6.8219740900309589E-6</c:v>
                </c:pt>
                <c:pt idx="13468">
                  <c:v>1.0967254677245541E-4</c:v>
                </c:pt>
                <c:pt idx="13469">
                  <c:v>5.0070063211460182E-5</c:v>
                </c:pt>
                <c:pt idx="13470">
                  <c:v>1.0540108936536689E-5</c:v>
                </c:pt>
                <c:pt idx="13471">
                  <c:v>7.4113195244659433E-6</c:v>
                </c:pt>
                <c:pt idx="13472">
                  <c:v>0</c:v>
                </c:pt>
                <c:pt idx="13473">
                  <c:v>2.7743254729187445E-4</c:v>
                </c:pt>
                <c:pt idx="13474">
                  <c:v>0</c:v>
                </c:pt>
                <c:pt idx="13475">
                  <c:v>1.0889594937981104E-6</c:v>
                </c:pt>
                <c:pt idx="13476">
                  <c:v>2.9569992986594993E-5</c:v>
                </c:pt>
                <c:pt idx="13477">
                  <c:v>2.4147130366726445E-5</c:v>
                </c:pt>
                <c:pt idx="13478">
                  <c:v>2.9078736077915008E-5</c:v>
                </c:pt>
                <c:pt idx="13479">
                  <c:v>3.0015604705984789E-6</c:v>
                </c:pt>
                <c:pt idx="13480">
                  <c:v>6.5979439861192428E-6</c:v>
                </c:pt>
                <c:pt idx="13481">
                  <c:v>0</c:v>
                </c:pt>
                <c:pt idx="13482">
                  <c:v>1.1307692054046469E-5</c:v>
                </c:pt>
                <c:pt idx="13483">
                  <c:v>1.6578221886282507E-5</c:v>
                </c:pt>
                <c:pt idx="13484">
                  <c:v>1.7093117915879748E-5</c:v>
                </c:pt>
                <c:pt idx="13485">
                  <c:v>1.4434192584324259E-5</c:v>
                </c:pt>
                <c:pt idx="13486">
                  <c:v>1.6629082870984717E-4</c:v>
                </c:pt>
                <c:pt idx="13487">
                  <c:v>3.8928769596302278E-5</c:v>
                </c:pt>
                <c:pt idx="13488">
                  <c:v>5.7459644667015612E-6</c:v>
                </c:pt>
                <c:pt idx="13489">
                  <c:v>1.3909544074771869E-5</c:v>
                </c:pt>
                <c:pt idx="13490">
                  <c:v>1.6591623556524822E-5</c:v>
                </c:pt>
                <c:pt idx="13491">
                  <c:v>9.2818614119272604E-6</c:v>
                </c:pt>
                <c:pt idx="13492">
                  <c:v>1.0822760438562531E-4</c:v>
                </c:pt>
                <c:pt idx="13493">
                  <c:v>1.1049446234957281E-4</c:v>
                </c:pt>
                <c:pt idx="13494">
                  <c:v>5.0305788895203676E-6</c:v>
                </c:pt>
                <c:pt idx="13495">
                  <c:v>1.0820478554963352E-5</c:v>
                </c:pt>
                <c:pt idx="13496">
                  <c:v>1.090080811311581E-7</c:v>
                </c:pt>
                <c:pt idx="13497">
                  <c:v>0</c:v>
                </c:pt>
                <c:pt idx="13498">
                  <c:v>1.395892671349797E-5</c:v>
                </c:pt>
                <c:pt idx="13499">
                  <c:v>7.25692474178019E-6</c:v>
                </c:pt>
                <c:pt idx="13500">
                  <c:v>3.4690644822158707E-6</c:v>
                </c:pt>
                <c:pt idx="13501">
                  <c:v>2.6662050529772583E-5</c:v>
                </c:pt>
                <c:pt idx="13502">
                  <c:v>2.5614826668842485E-7</c:v>
                </c:pt>
                <c:pt idx="13503">
                  <c:v>9.8561805616760807E-8</c:v>
                </c:pt>
                <c:pt idx="13504">
                  <c:v>5.0204172408654865E-6</c:v>
                </c:pt>
                <c:pt idx="13505">
                  <c:v>3.2296839295430551E-6</c:v>
                </c:pt>
                <c:pt idx="13506">
                  <c:v>0</c:v>
                </c:pt>
                <c:pt idx="13507">
                  <c:v>7.1287824485773293E-7</c:v>
                </c:pt>
                <c:pt idx="13508">
                  <c:v>3.8023519905298986E-5</c:v>
                </c:pt>
                <c:pt idx="13509">
                  <c:v>2.8560704110097591E-6</c:v>
                </c:pt>
                <c:pt idx="13510">
                  <c:v>1.2864342424862203E-4</c:v>
                </c:pt>
                <c:pt idx="13511">
                  <c:v>1.3386473674083332E-5</c:v>
                </c:pt>
                <c:pt idx="13512">
                  <c:v>1.8880433658530793E-5</c:v>
                </c:pt>
                <c:pt idx="13513">
                  <c:v>7.4203025507348054E-6</c:v>
                </c:pt>
                <c:pt idx="13514">
                  <c:v>9.8804924737282016E-6</c:v>
                </c:pt>
                <c:pt idx="13515">
                  <c:v>6.7698126278461276E-6</c:v>
                </c:pt>
                <c:pt idx="13516">
                  <c:v>4.623763141519713E-5</c:v>
                </c:pt>
                <c:pt idx="13517">
                  <c:v>5.0659815671700685E-5</c:v>
                </c:pt>
                <c:pt idx="13518">
                  <c:v>1.8992014645647553E-5</c:v>
                </c:pt>
                <c:pt idx="13519">
                  <c:v>5.689146913386749E-5</c:v>
                </c:pt>
                <c:pt idx="13520">
                  <c:v>2.8037130508739997E-5</c:v>
                </c:pt>
                <c:pt idx="13521">
                  <c:v>5.5921950815396327E-6</c:v>
                </c:pt>
                <c:pt idx="13522">
                  <c:v>3.6640944753177235E-6</c:v>
                </c:pt>
                <c:pt idx="13523">
                  <c:v>0</c:v>
                </c:pt>
                <c:pt idx="13524">
                  <c:v>3.6414591426516675E-5</c:v>
                </c:pt>
                <c:pt idx="13525">
                  <c:v>1.6424714761522149E-5</c:v>
                </c:pt>
              </c:numCache>
            </c:numRef>
          </c:xVal>
          <c:yVal>
            <c:numRef>
              <c:f>Sheet1!$E$2:$E$13530</c:f>
              <c:numCache>
                <c:formatCode>General</c:formatCode>
                <c:ptCount val="13529"/>
                <c:pt idx="0">
                  <c:v>1.7291622072083621E-5</c:v>
                </c:pt>
                <c:pt idx="1">
                  <c:v>3.0158420927411646E-6</c:v>
                </c:pt>
                <c:pt idx="2">
                  <c:v>2.2354210397655242E-6</c:v>
                </c:pt>
                <c:pt idx="3">
                  <c:v>9.4891723474677522E-6</c:v>
                </c:pt>
                <c:pt idx="4">
                  <c:v>2.148161181463364E-6</c:v>
                </c:pt>
                <c:pt idx="5">
                  <c:v>2.4078951027652844E-5</c:v>
                </c:pt>
                <c:pt idx="6">
                  <c:v>6.3388121063511914E-5</c:v>
                </c:pt>
                <c:pt idx="7">
                  <c:v>4.9143904684537916E-5</c:v>
                </c:pt>
                <c:pt idx="8">
                  <c:v>3.8800349177917942E-6</c:v>
                </c:pt>
                <c:pt idx="9">
                  <c:v>3.8388732952676066E-7</c:v>
                </c:pt>
                <c:pt idx="10">
                  <c:v>1.5788133232849997E-7</c:v>
                </c:pt>
                <c:pt idx="11">
                  <c:v>1.5546104498964691E-5</c:v>
                </c:pt>
                <c:pt idx="12">
                  <c:v>2.850014149034192E-6</c:v>
                </c:pt>
                <c:pt idx="13">
                  <c:v>8.1226767638358553E-7</c:v>
                </c:pt>
                <c:pt idx="14">
                  <c:v>8.1072671554636657E-6</c:v>
                </c:pt>
                <c:pt idx="15">
                  <c:v>1.126453315275339E-5</c:v>
                </c:pt>
                <c:pt idx="16">
                  <c:v>5.3046436285642582E-5</c:v>
                </c:pt>
                <c:pt idx="17">
                  <c:v>0</c:v>
                </c:pt>
                <c:pt idx="18">
                  <c:v>1.2887654027584884E-4</c:v>
                </c:pt>
                <c:pt idx="19">
                  <c:v>2.8880139098244027E-7</c:v>
                </c:pt>
                <c:pt idx="20">
                  <c:v>5.9054768162339104E-5</c:v>
                </c:pt>
                <c:pt idx="21">
                  <c:v>8.3709667138387361E-6</c:v>
                </c:pt>
                <c:pt idx="22">
                  <c:v>2.3795607566863059E-6</c:v>
                </c:pt>
                <c:pt idx="23">
                  <c:v>2.3250097109341978E-6</c:v>
                </c:pt>
                <c:pt idx="24">
                  <c:v>2.1200621988873387E-5</c:v>
                </c:pt>
                <c:pt idx="25">
                  <c:v>1.5146611662074911E-5</c:v>
                </c:pt>
                <c:pt idx="26">
                  <c:v>8.0093834072780847E-5</c:v>
                </c:pt>
                <c:pt idx="27">
                  <c:v>5.5023472651371419E-6</c:v>
                </c:pt>
                <c:pt idx="28">
                  <c:v>0</c:v>
                </c:pt>
                <c:pt idx="29">
                  <c:v>1.2270142619994827E-5</c:v>
                </c:pt>
                <c:pt idx="30">
                  <c:v>1.3982831290639036E-5</c:v>
                </c:pt>
                <c:pt idx="31">
                  <c:v>8.3628541285220878E-4</c:v>
                </c:pt>
                <c:pt idx="32">
                  <c:v>1.2646956209588315E-5</c:v>
                </c:pt>
                <c:pt idx="33">
                  <c:v>3.5485135579795148E-6</c:v>
                </c:pt>
                <c:pt idx="34">
                  <c:v>4.1947106546891813E-6</c:v>
                </c:pt>
                <c:pt idx="35">
                  <c:v>7.2097872459603185E-7</c:v>
                </c:pt>
                <c:pt idx="36">
                  <c:v>6.4447814450710221E-6</c:v>
                </c:pt>
                <c:pt idx="37">
                  <c:v>1.5582594815048752E-5</c:v>
                </c:pt>
                <c:pt idx="38">
                  <c:v>1.4442405931878455E-6</c:v>
                </c:pt>
                <c:pt idx="39">
                  <c:v>3.7341379049361093E-5</c:v>
                </c:pt>
                <c:pt idx="40">
                  <c:v>2.4602401318385802E-6</c:v>
                </c:pt>
                <c:pt idx="41">
                  <c:v>1.3864007288015304E-5</c:v>
                </c:pt>
                <c:pt idx="42">
                  <c:v>7.5482749644495018E-7</c:v>
                </c:pt>
                <c:pt idx="43">
                  <c:v>1.7278847929455128E-7</c:v>
                </c:pt>
                <c:pt idx="44">
                  <c:v>0</c:v>
                </c:pt>
                <c:pt idx="45">
                  <c:v>1.0899657803638911E-5</c:v>
                </c:pt>
                <c:pt idx="46">
                  <c:v>1.5398053273643381E-5</c:v>
                </c:pt>
                <c:pt idx="47">
                  <c:v>3.0683633426553462E-5</c:v>
                </c:pt>
                <c:pt idx="48">
                  <c:v>4.9735237056091506E-3</c:v>
                </c:pt>
                <c:pt idx="49">
                  <c:v>2.3379557392567436E-5</c:v>
                </c:pt>
                <c:pt idx="50">
                  <c:v>2.2490523658776267E-7</c:v>
                </c:pt>
                <c:pt idx="51">
                  <c:v>5.5384729482297E-5</c:v>
                </c:pt>
                <c:pt idx="52">
                  <c:v>1.8064965426389831E-5</c:v>
                </c:pt>
                <c:pt idx="53">
                  <c:v>1.0126942577446151E-4</c:v>
                </c:pt>
                <c:pt idx="54">
                  <c:v>7.0857903789833517E-5</c:v>
                </c:pt>
                <c:pt idx="55">
                  <c:v>1.7728578789313986E-5</c:v>
                </c:pt>
                <c:pt idx="56">
                  <c:v>1.07183608713571E-5</c:v>
                </c:pt>
                <c:pt idx="57">
                  <c:v>0</c:v>
                </c:pt>
                <c:pt idx="58">
                  <c:v>3.6176351876088082E-5</c:v>
                </c:pt>
                <c:pt idx="59">
                  <c:v>2.3155683179631683E-5</c:v>
                </c:pt>
                <c:pt idx="60">
                  <c:v>3.0500970831066833E-5</c:v>
                </c:pt>
                <c:pt idx="61">
                  <c:v>1.8620975198492473E-5</c:v>
                </c:pt>
                <c:pt idx="62">
                  <c:v>1.2904779749791757E-5</c:v>
                </c:pt>
                <c:pt idx="63">
                  <c:v>3.2047169193593794E-5</c:v>
                </c:pt>
                <c:pt idx="64">
                  <c:v>0</c:v>
                </c:pt>
                <c:pt idx="65">
                  <c:v>5.7432669892415074E-5</c:v>
                </c:pt>
                <c:pt idx="66">
                  <c:v>1.6972929358897367E-6</c:v>
                </c:pt>
                <c:pt idx="67">
                  <c:v>4.6160878066865293E-7</c:v>
                </c:pt>
                <c:pt idx="68">
                  <c:v>0</c:v>
                </c:pt>
                <c:pt idx="69">
                  <c:v>2.0745419639322644E-6</c:v>
                </c:pt>
                <c:pt idx="70">
                  <c:v>1.1283903601621321E-4</c:v>
                </c:pt>
                <c:pt idx="71">
                  <c:v>3.6741682216607953E-5</c:v>
                </c:pt>
                <c:pt idx="72">
                  <c:v>1.2245961064614664E-5</c:v>
                </c:pt>
                <c:pt idx="73">
                  <c:v>0</c:v>
                </c:pt>
                <c:pt idx="74">
                  <c:v>0</c:v>
                </c:pt>
                <c:pt idx="75">
                  <c:v>3.5614286000877571E-5</c:v>
                </c:pt>
                <c:pt idx="76">
                  <c:v>0</c:v>
                </c:pt>
                <c:pt idx="77">
                  <c:v>1.7580068979882703E-5</c:v>
                </c:pt>
                <c:pt idx="78">
                  <c:v>2.422855009192587E-4</c:v>
                </c:pt>
                <c:pt idx="79">
                  <c:v>2.6178049300333292E-5</c:v>
                </c:pt>
                <c:pt idx="80">
                  <c:v>4.2837573458959907E-6</c:v>
                </c:pt>
                <c:pt idx="81">
                  <c:v>3.1132015944449096E-5</c:v>
                </c:pt>
                <c:pt idx="82">
                  <c:v>4.9851404811619837E-6</c:v>
                </c:pt>
                <c:pt idx="83">
                  <c:v>1.7856374551445421E-5</c:v>
                </c:pt>
                <c:pt idx="84">
                  <c:v>0</c:v>
                </c:pt>
                <c:pt idx="85">
                  <c:v>5.6416145317402734E-5</c:v>
                </c:pt>
                <c:pt idx="86">
                  <c:v>7.7155959811286313E-6</c:v>
                </c:pt>
                <c:pt idx="87">
                  <c:v>5.5776238184120826E-5</c:v>
                </c:pt>
                <c:pt idx="88">
                  <c:v>4.0524444846068341E-5</c:v>
                </c:pt>
                <c:pt idx="89">
                  <c:v>2.2016408740681376E-4</c:v>
                </c:pt>
                <c:pt idx="90">
                  <c:v>6.0344458334181247E-5</c:v>
                </c:pt>
                <c:pt idx="91">
                  <c:v>1.8147106563448374E-5</c:v>
                </c:pt>
                <c:pt idx="92">
                  <c:v>3.5641166054866212E-6</c:v>
                </c:pt>
                <c:pt idx="93">
                  <c:v>0</c:v>
                </c:pt>
                <c:pt idx="94">
                  <c:v>2.1829046886985668E-5</c:v>
                </c:pt>
                <c:pt idx="95">
                  <c:v>3.7529038972772471E-5</c:v>
                </c:pt>
                <c:pt idx="96">
                  <c:v>1.3855814339211773E-5</c:v>
                </c:pt>
                <c:pt idx="97">
                  <c:v>2.49535440188671E-6</c:v>
                </c:pt>
                <c:pt idx="98">
                  <c:v>2.0063813204929492E-4</c:v>
                </c:pt>
                <c:pt idx="99">
                  <c:v>5.8850965441713835E-6</c:v>
                </c:pt>
                <c:pt idx="100">
                  <c:v>1.0842233251834602E-5</c:v>
                </c:pt>
                <c:pt idx="101">
                  <c:v>5.8512747408650024E-6</c:v>
                </c:pt>
                <c:pt idx="102">
                  <c:v>2.8420352269168528E-6</c:v>
                </c:pt>
                <c:pt idx="103">
                  <c:v>4.5473844934650933E-6</c:v>
                </c:pt>
                <c:pt idx="104">
                  <c:v>0</c:v>
                </c:pt>
                <c:pt idx="105">
                  <c:v>1.3502825443303753E-5</c:v>
                </c:pt>
                <c:pt idx="106">
                  <c:v>3.7846956479553804E-7</c:v>
                </c:pt>
                <c:pt idx="107">
                  <c:v>1.3142892873744485E-6</c:v>
                </c:pt>
                <c:pt idx="108">
                  <c:v>1.9667465860665924E-5</c:v>
                </c:pt>
                <c:pt idx="109">
                  <c:v>0</c:v>
                </c:pt>
                <c:pt idx="110">
                  <c:v>5.5481390067285844E-6</c:v>
                </c:pt>
                <c:pt idx="111">
                  <c:v>1.3056021698692088E-5</c:v>
                </c:pt>
                <c:pt idx="112">
                  <c:v>8.6328969756863886E-5</c:v>
                </c:pt>
                <c:pt idx="113">
                  <c:v>2.1871896342898071E-6</c:v>
                </c:pt>
                <c:pt idx="114">
                  <c:v>3.8428156308370642E-6</c:v>
                </c:pt>
                <c:pt idx="115">
                  <c:v>1.3745473428884532E-4</c:v>
                </c:pt>
                <c:pt idx="116">
                  <c:v>5.1227657850608483E-7</c:v>
                </c:pt>
                <c:pt idx="117">
                  <c:v>2.9603858659875497E-6</c:v>
                </c:pt>
                <c:pt idx="118">
                  <c:v>4.4651059065235033E-5</c:v>
                </c:pt>
                <c:pt idx="119">
                  <c:v>0</c:v>
                </c:pt>
                <c:pt idx="120">
                  <c:v>1.8139796663852414E-5</c:v>
                </c:pt>
                <c:pt idx="121">
                  <c:v>2.2488179532022224E-4</c:v>
                </c:pt>
                <c:pt idx="122">
                  <c:v>1.8487818718563056E-5</c:v>
                </c:pt>
                <c:pt idx="123">
                  <c:v>2.2561321366024259E-5</c:v>
                </c:pt>
                <c:pt idx="124">
                  <c:v>5.1972906137096309E-5</c:v>
                </c:pt>
                <c:pt idx="125">
                  <c:v>1.2977147798975307E-4</c:v>
                </c:pt>
                <c:pt idx="126">
                  <c:v>0</c:v>
                </c:pt>
                <c:pt idx="127">
                  <c:v>0</c:v>
                </c:pt>
                <c:pt idx="128">
                  <c:v>1.126472930182934E-5</c:v>
                </c:pt>
                <c:pt idx="129">
                  <c:v>5.3159135043144131E-5</c:v>
                </c:pt>
                <c:pt idx="130">
                  <c:v>8.7039293220127555E-6</c:v>
                </c:pt>
                <c:pt idx="131">
                  <c:v>0</c:v>
                </c:pt>
                <c:pt idx="132">
                  <c:v>1.5236487127488567E-5</c:v>
                </c:pt>
                <c:pt idx="133">
                  <c:v>2.4021571032139982E-5</c:v>
                </c:pt>
                <c:pt idx="134">
                  <c:v>0</c:v>
                </c:pt>
                <c:pt idx="135">
                  <c:v>5.3765128858118778E-6</c:v>
                </c:pt>
                <c:pt idx="136">
                  <c:v>9.2725217170015268E-6</c:v>
                </c:pt>
                <c:pt idx="137">
                  <c:v>1.1117143223097322E-6</c:v>
                </c:pt>
                <c:pt idx="138">
                  <c:v>2.3583516868182E-5</c:v>
                </c:pt>
                <c:pt idx="139">
                  <c:v>2.846658558565478E-5</c:v>
                </c:pt>
                <c:pt idx="140">
                  <c:v>5.4168923823319737E-5</c:v>
                </c:pt>
                <c:pt idx="141">
                  <c:v>6.3241180507027474E-7</c:v>
                </c:pt>
                <c:pt idx="142">
                  <c:v>3.3728363310057352E-5</c:v>
                </c:pt>
                <c:pt idx="143">
                  <c:v>5.5519535724098128E-7</c:v>
                </c:pt>
                <c:pt idx="144">
                  <c:v>7.4583067803387824E-5</c:v>
                </c:pt>
                <c:pt idx="145">
                  <c:v>6.3822680559880001E-6</c:v>
                </c:pt>
                <c:pt idx="146">
                  <c:v>1.2620215356241003E-5</c:v>
                </c:pt>
                <c:pt idx="147">
                  <c:v>3.9450991638957856E-4</c:v>
                </c:pt>
                <c:pt idx="148">
                  <c:v>2.5120510674317404E-6</c:v>
                </c:pt>
                <c:pt idx="149">
                  <c:v>1.4635469794365005E-5</c:v>
                </c:pt>
                <c:pt idx="150">
                  <c:v>1.6758980277699381E-5</c:v>
                </c:pt>
                <c:pt idx="151">
                  <c:v>9.2820346069778282E-6</c:v>
                </c:pt>
                <c:pt idx="152">
                  <c:v>4.2249329159957401E-7</c:v>
                </c:pt>
                <c:pt idx="153">
                  <c:v>1.0223376713732933E-5</c:v>
                </c:pt>
                <c:pt idx="154">
                  <c:v>3.442438539318539E-5</c:v>
                </c:pt>
                <c:pt idx="155">
                  <c:v>0</c:v>
                </c:pt>
                <c:pt idx="156">
                  <c:v>1.6124393619674619E-5</c:v>
                </c:pt>
                <c:pt idx="157">
                  <c:v>3.0227618178590206E-5</c:v>
                </c:pt>
                <c:pt idx="158">
                  <c:v>6.9401544980315523E-5</c:v>
                </c:pt>
                <c:pt idx="159">
                  <c:v>6.3699182584018584E-5</c:v>
                </c:pt>
                <c:pt idx="160">
                  <c:v>1.6257483858731941E-5</c:v>
                </c:pt>
                <c:pt idx="161">
                  <c:v>8.2175665527718746E-6</c:v>
                </c:pt>
                <c:pt idx="162">
                  <c:v>3.5229822802476256E-5</c:v>
                </c:pt>
                <c:pt idx="163">
                  <c:v>9.4159746192622775E-6</c:v>
                </c:pt>
                <c:pt idx="164">
                  <c:v>6.5457603428758986E-6</c:v>
                </c:pt>
                <c:pt idx="165">
                  <c:v>4.3288823445681834E-6</c:v>
                </c:pt>
                <c:pt idx="166">
                  <c:v>5.7084065449712845E-6</c:v>
                </c:pt>
                <c:pt idx="167">
                  <c:v>1.9211664199934337E-5</c:v>
                </c:pt>
                <c:pt idx="168">
                  <c:v>5.5714791679038907E-4</c:v>
                </c:pt>
                <c:pt idx="169">
                  <c:v>2.4741999971488472E-5</c:v>
                </c:pt>
                <c:pt idx="170">
                  <c:v>1.2402107537031125E-5</c:v>
                </c:pt>
                <c:pt idx="171">
                  <c:v>1.9007912432271485E-5</c:v>
                </c:pt>
                <c:pt idx="172">
                  <c:v>2.2149734367871158E-5</c:v>
                </c:pt>
                <c:pt idx="173">
                  <c:v>3.3843861034618179E-5</c:v>
                </c:pt>
                <c:pt idx="174">
                  <c:v>1.3077211767028721E-5</c:v>
                </c:pt>
                <c:pt idx="175">
                  <c:v>1.1422901338837736E-5</c:v>
                </c:pt>
                <c:pt idx="176">
                  <c:v>1.1796646018955763E-4</c:v>
                </c:pt>
                <c:pt idx="177">
                  <c:v>1.331353930060899E-6</c:v>
                </c:pt>
                <c:pt idx="178">
                  <c:v>1.2494308543629842E-4</c:v>
                </c:pt>
                <c:pt idx="179">
                  <c:v>1.2628208356912659E-5</c:v>
                </c:pt>
                <c:pt idx="180">
                  <c:v>1.4126905775179693E-5</c:v>
                </c:pt>
                <c:pt idx="181">
                  <c:v>2.0359101266794651E-4</c:v>
                </c:pt>
                <c:pt idx="182">
                  <c:v>2.0886076819347652E-5</c:v>
                </c:pt>
                <c:pt idx="183">
                  <c:v>3.5491509808366275E-6</c:v>
                </c:pt>
                <c:pt idx="184">
                  <c:v>2.1252692068251949E-5</c:v>
                </c:pt>
                <c:pt idx="185">
                  <c:v>2.2984904720199469E-5</c:v>
                </c:pt>
                <c:pt idx="186">
                  <c:v>3.9038180224603787E-6</c:v>
                </c:pt>
                <c:pt idx="187">
                  <c:v>6.3306405461368216E-6</c:v>
                </c:pt>
                <c:pt idx="188">
                  <c:v>6.6152683613733144E-6</c:v>
                </c:pt>
                <c:pt idx="189">
                  <c:v>1.7414979354528552E-6</c:v>
                </c:pt>
                <c:pt idx="190">
                  <c:v>3.7730994738291322E-6</c:v>
                </c:pt>
                <c:pt idx="191">
                  <c:v>1.7746540855936497E-6</c:v>
                </c:pt>
                <c:pt idx="192">
                  <c:v>1.0805130536708558E-4</c:v>
                </c:pt>
                <c:pt idx="193">
                  <c:v>3.1325048189824034E-5</c:v>
                </c:pt>
                <c:pt idx="194">
                  <c:v>1.6595013673180869E-6</c:v>
                </c:pt>
                <c:pt idx="195">
                  <c:v>1.9142403988726722E-6</c:v>
                </c:pt>
                <c:pt idx="196">
                  <c:v>0</c:v>
                </c:pt>
                <c:pt idx="197">
                  <c:v>1.0132054107012479E-5</c:v>
                </c:pt>
                <c:pt idx="198">
                  <c:v>3.2333601794462811E-5</c:v>
                </c:pt>
                <c:pt idx="199">
                  <c:v>3.8921847824936964E-6</c:v>
                </c:pt>
                <c:pt idx="200">
                  <c:v>2.0652225286405794E-6</c:v>
                </c:pt>
                <c:pt idx="201">
                  <c:v>2.1043368971459758E-5</c:v>
                </c:pt>
                <c:pt idx="202">
                  <c:v>1.8665807863532298E-5</c:v>
                </c:pt>
                <c:pt idx="203">
                  <c:v>9.0648590422198115E-6</c:v>
                </c:pt>
                <c:pt idx="204">
                  <c:v>7.7774012932533897E-6</c:v>
                </c:pt>
                <c:pt idx="205">
                  <c:v>3.3884639736206063E-7</c:v>
                </c:pt>
                <c:pt idx="206">
                  <c:v>2.7341866900280819E-6</c:v>
                </c:pt>
                <c:pt idx="207">
                  <c:v>1.9762250889494657E-5</c:v>
                </c:pt>
                <c:pt idx="208">
                  <c:v>7.8241014299675422E-6</c:v>
                </c:pt>
                <c:pt idx="209">
                  <c:v>1.3740740775329514E-6</c:v>
                </c:pt>
                <c:pt idx="210">
                  <c:v>9.1266682981898305E-6</c:v>
                </c:pt>
                <c:pt idx="211">
                  <c:v>6.7275399748631773E-6</c:v>
                </c:pt>
                <c:pt idx="212">
                  <c:v>5.8313872665738927E-6</c:v>
                </c:pt>
                <c:pt idx="213">
                  <c:v>2.6188595100492642E-6</c:v>
                </c:pt>
                <c:pt idx="214">
                  <c:v>4.8455718127802493E-5</c:v>
                </c:pt>
                <c:pt idx="215">
                  <c:v>3.3114489251666877E-6</c:v>
                </c:pt>
                <c:pt idx="216">
                  <c:v>1.6143491057414334E-4</c:v>
                </c:pt>
                <c:pt idx="217">
                  <c:v>5.58667355999866E-6</c:v>
                </c:pt>
                <c:pt idx="218">
                  <c:v>5.9026829981891111E-7</c:v>
                </c:pt>
                <c:pt idx="219">
                  <c:v>2.5489037100512908E-5</c:v>
                </c:pt>
                <c:pt idx="220">
                  <c:v>5.0884015425669837E-6</c:v>
                </c:pt>
                <c:pt idx="221">
                  <c:v>1.2160058567681709E-6</c:v>
                </c:pt>
                <c:pt idx="222">
                  <c:v>2.1307854202434072E-5</c:v>
                </c:pt>
                <c:pt idx="223">
                  <c:v>1.5441081924690481E-4</c:v>
                </c:pt>
                <c:pt idx="224">
                  <c:v>3.0863340306615508E-5</c:v>
                </c:pt>
                <c:pt idx="225">
                  <c:v>3.6268266259965952E-5</c:v>
                </c:pt>
                <c:pt idx="226">
                  <c:v>1.7198975785891003E-5</c:v>
                </c:pt>
                <c:pt idx="227">
                  <c:v>0</c:v>
                </c:pt>
                <c:pt idx="228">
                  <c:v>1.9560372369649181E-3</c:v>
                </c:pt>
                <c:pt idx="229">
                  <c:v>0</c:v>
                </c:pt>
                <c:pt idx="230">
                  <c:v>1.6486042523506237E-6</c:v>
                </c:pt>
                <c:pt idx="231">
                  <c:v>6.3039944838462576E-6</c:v>
                </c:pt>
                <c:pt idx="232">
                  <c:v>3.1192243682171284E-6</c:v>
                </c:pt>
                <c:pt idx="233">
                  <c:v>2.7848275852642258E-5</c:v>
                </c:pt>
                <c:pt idx="234">
                  <c:v>0</c:v>
                </c:pt>
                <c:pt idx="235">
                  <c:v>3.2794783993581938E-3</c:v>
                </c:pt>
                <c:pt idx="236">
                  <c:v>1.6094347459146539E-4</c:v>
                </c:pt>
                <c:pt idx="237">
                  <c:v>2.1658914628133008E-5</c:v>
                </c:pt>
                <c:pt idx="238">
                  <c:v>8.132505405002213E-6</c:v>
                </c:pt>
                <c:pt idx="239">
                  <c:v>1.1719515743529913E-6</c:v>
                </c:pt>
                <c:pt idx="240">
                  <c:v>4.2992755247888166E-5</c:v>
                </c:pt>
                <c:pt idx="241">
                  <c:v>7.5658501465325752E-5</c:v>
                </c:pt>
                <c:pt idx="242">
                  <c:v>2.0294757514771209E-5</c:v>
                </c:pt>
                <c:pt idx="243">
                  <c:v>0</c:v>
                </c:pt>
                <c:pt idx="244">
                  <c:v>9.9802130234186148E-6</c:v>
                </c:pt>
                <c:pt idx="245">
                  <c:v>2.2950281876284542E-3</c:v>
                </c:pt>
                <c:pt idx="246">
                  <c:v>1.5360284707149981E-5</c:v>
                </c:pt>
                <c:pt idx="247">
                  <c:v>3.9670047356354782E-6</c:v>
                </c:pt>
                <c:pt idx="248">
                  <c:v>7.1855074284763818E-6</c:v>
                </c:pt>
                <c:pt idx="249">
                  <c:v>2.0981559549092381E-5</c:v>
                </c:pt>
                <c:pt idx="250">
                  <c:v>2.6929406644253436E-5</c:v>
                </c:pt>
                <c:pt idx="251">
                  <c:v>1.5356484031648363E-6</c:v>
                </c:pt>
                <c:pt idx="252">
                  <c:v>1.9287601185993959E-5</c:v>
                </c:pt>
                <c:pt idx="253">
                  <c:v>1.2850888866195678E-5</c:v>
                </c:pt>
                <c:pt idx="254">
                  <c:v>2.8104093827339985E-5</c:v>
                </c:pt>
                <c:pt idx="255">
                  <c:v>1.0922246964796776E-5</c:v>
                </c:pt>
                <c:pt idx="256">
                  <c:v>4.1916186186919524E-6</c:v>
                </c:pt>
                <c:pt idx="257">
                  <c:v>1.0661396149108673E-5</c:v>
                </c:pt>
                <c:pt idx="258">
                  <c:v>1.1777201351689466E-5</c:v>
                </c:pt>
                <c:pt idx="259">
                  <c:v>1.8970022768326325E-6</c:v>
                </c:pt>
                <c:pt idx="260">
                  <c:v>1.8492797218055896E-6</c:v>
                </c:pt>
                <c:pt idx="261">
                  <c:v>1.3920892114290564E-4</c:v>
                </c:pt>
                <c:pt idx="262">
                  <c:v>1.1586114791829122E-5</c:v>
                </c:pt>
                <c:pt idx="263">
                  <c:v>6.0357259138009501E-6</c:v>
                </c:pt>
                <c:pt idx="264">
                  <c:v>2.1871537676506475E-5</c:v>
                </c:pt>
                <c:pt idx="265">
                  <c:v>2.9226294377886691E-6</c:v>
                </c:pt>
                <c:pt idx="266">
                  <c:v>2.5769959876093879E-5</c:v>
                </c:pt>
                <c:pt idx="267">
                  <c:v>3.4401139318324205E-6</c:v>
                </c:pt>
                <c:pt idx="268">
                  <c:v>1.6856030588644701E-5</c:v>
                </c:pt>
                <c:pt idx="269">
                  <c:v>0</c:v>
                </c:pt>
                <c:pt idx="270">
                  <c:v>4.2731580042047547E-6</c:v>
                </c:pt>
                <c:pt idx="271">
                  <c:v>7.1477638870394738E-6</c:v>
                </c:pt>
                <c:pt idx="272">
                  <c:v>1.6394119172291985E-5</c:v>
                </c:pt>
                <c:pt idx="273">
                  <c:v>2.4264706652261737E-6</c:v>
                </c:pt>
                <c:pt idx="274">
                  <c:v>1.5317437779580723E-5</c:v>
                </c:pt>
                <c:pt idx="275">
                  <c:v>2.2140256837424656E-4</c:v>
                </c:pt>
                <c:pt idx="276">
                  <c:v>8.3241697213444955E-6</c:v>
                </c:pt>
                <c:pt idx="277">
                  <c:v>2.7433042384214471E-6</c:v>
                </c:pt>
                <c:pt idx="278">
                  <c:v>2.4207729679992751E-4</c:v>
                </c:pt>
                <c:pt idx="279">
                  <c:v>2.4127679023403669E-6</c:v>
                </c:pt>
                <c:pt idx="280">
                  <c:v>4.4405850015052322E-5</c:v>
                </c:pt>
                <c:pt idx="281">
                  <c:v>4.9702072378851691E-6</c:v>
                </c:pt>
                <c:pt idx="282">
                  <c:v>1.3722130773585251E-5</c:v>
                </c:pt>
                <c:pt idx="283">
                  <c:v>2.5632245407144053E-5</c:v>
                </c:pt>
                <c:pt idx="284">
                  <c:v>9.3683562969231187E-5</c:v>
                </c:pt>
                <c:pt idx="285">
                  <c:v>3.8681156872136488E-5</c:v>
                </c:pt>
                <c:pt idx="286">
                  <c:v>4.8695492303219512E-5</c:v>
                </c:pt>
                <c:pt idx="287">
                  <c:v>1.1690338822497635E-4</c:v>
                </c:pt>
                <c:pt idx="288">
                  <c:v>1.4877284856271172E-4</c:v>
                </c:pt>
                <c:pt idx="289">
                  <c:v>2.0210027594635891E-5</c:v>
                </c:pt>
                <c:pt idx="290">
                  <c:v>8.5253577149323438E-6</c:v>
                </c:pt>
                <c:pt idx="291">
                  <c:v>1.5010818918529447E-4</c:v>
                </c:pt>
                <c:pt idx="292">
                  <c:v>1.4277225020096302E-5</c:v>
                </c:pt>
                <c:pt idx="293">
                  <c:v>3.68122753281803E-6</c:v>
                </c:pt>
                <c:pt idx="294">
                  <c:v>3.5452187604653274E-5</c:v>
                </c:pt>
                <c:pt idx="295">
                  <c:v>2.8974772488215951E-6</c:v>
                </c:pt>
                <c:pt idx="296">
                  <c:v>6.3297501684908586E-6</c:v>
                </c:pt>
                <c:pt idx="297">
                  <c:v>3.7332186497577653E-6</c:v>
                </c:pt>
                <c:pt idx="298">
                  <c:v>3.0292793989761999E-6</c:v>
                </c:pt>
                <c:pt idx="299">
                  <c:v>8.4626664671740226E-7</c:v>
                </c:pt>
                <c:pt idx="300">
                  <c:v>1.1094616083840773E-6</c:v>
                </c:pt>
                <c:pt idx="301">
                  <c:v>4.6776445457854516E-5</c:v>
                </c:pt>
                <c:pt idx="302">
                  <c:v>0</c:v>
                </c:pt>
                <c:pt idx="303">
                  <c:v>6.2373098479415993E-6</c:v>
                </c:pt>
                <c:pt idx="304">
                  <c:v>5.7760317135928379E-7</c:v>
                </c:pt>
                <c:pt idx="305">
                  <c:v>1.7991534370526382E-5</c:v>
                </c:pt>
                <c:pt idx="306">
                  <c:v>7.8204063019423551E-6</c:v>
                </c:pt>
                <c:pt idx="307">
                  <c:v>5.6433539683181893E-4</c:v>
                </c:pt>
                <c:pt idx="308">
                  <c:v>5.3122715458395947E-6</c:v>
                </c:pt>
                <c:pt idx="309">
                  <c:v>4.5955252850976786E-5</c:v>
                </c:pt>
                <c:pt idx="310">
                  <c:v>1.4681216929963063E-5</c:v>
                </c:pt>
                <c:pt idx="311">
                  <c:v>2.8134924000399514E-6</c:v>
                </c:pt>
                <c:pt idx="312">
                  <c:v>9.607692962976214E-6</c:v>
                </c:pt>
                <c:pt idx="313">
                  <c:v>2.4591268193487742E-5</c:v>
                </c:pt>
                <c:pt idx="314">
                  <c:v>4.1302267388289731E-5</c:v>
                </c:pt>
                <c:pt idx="315">
                  <c:v>8.2750467853967538E-6</c:v>
                </c:pt>
                <c:pt idx="316">
                  <c:v>2.5161251149325026E-6</c:v>
                </c:pt>
                <c:pt idx="317">
                  <c:v>7.5570400832043164E-4</c:v>
                </c:pt>
                <c:pt idx="318">
                  <c:v>1.7337892647886631E-5</c:v>
                </c:pt>
                <c:pt idx="319">
                  <c:v>2.576601511716023E-5</c:v>
                </c:pt>
                <c:pt idx="320">
                  <c:v>3.9710910436562767E-6</c:v>
                </c:pt>
                <c:pt idx="321">
                  <c:v>1.3276393547936221E-5</c:v>
                </c:pt>
                <c:pt idx="322">
                  <c:v>3.1375041304253244E-6</c:v>
                </c:pt>
                <c:pt idx="323">
                  <c:v>0</c:v>
                </c:pt>
                <c:pt idx="324">
                  <c:v>1.299830084107184E-5</c:v>
                </c:pt>
                <c:pt idx="325">
                  <c:v>7.1204064581981642E-6</c:v>
                </c:pt>
                <c:pt idx="326">
                  <c:v>1.4592875862852306E-5</c:v>
                </c:pt>
                <c:pt idx="327">
                  <c:v>3.2933944148960947E-6</c:v>
                </c:pt>
                <c:pt idx="328">
                  <c:v>8.0697301887281127E-6</c:v>
                </c:pt>
                <c:pt idx="329">
                  <c:v>1.4924815078497959E-5</c:v>
                </c:pt>
                <c:pt idx="330">
                  <c:v>4.3693776964227374E-7</c:v>
                </c:pt>
                <c:pt idx="331">
                  <c:v>3.6395713396319257E-6</c:v>
                </c:pt>
                <c:pt idx="332">
                  <c:v>4.5035584835438356E-6</c:v>
                </c:pt>
                <c:pt idx="333">
                  <c:v>4.4929858978788987E-5</c:v>
                </c:pt>
                <c:pt idx="334">
                  <c:v>0</c:v>
                </c:pt>
                <c:pt idx="335">
                  <c:v>6.3212563161502201E-7</c:v>
                </c:pt>
                <c:pt idx="336">
                  <c:v>2.7718886104085276E-4</c:v>
                </c:pt>
                <c:pt idx="337">
                  <c:v>8.9430754106251767E-6</c:v>
                </c:pt>
                <c:pt idx="338">
                  <c:v>5.7434058366815197E-6</c:v>
                </c:pt>
                <c:pt idx="339">
                  <c:v>2.4064972311422855E-5</c:v>
                </c:pt>
                <c:pt idx="340">
                  <c:v>2.1143571593240395E-5</c:v>
                </c:pt>
                <c:pt idx="341">
                  <c:v>9.5850915406271332E-5</c:v>
                </c:pt>
                <c:pt idx="342">
                  <c:v>6.8716296247607457E-5</c:v>
                </c:pt>
                <c:pt idx="343">
                  <c:v>7.0099859373287437E-5</c:v>
                </c:pt>
                <c:pt idx="344">
                  <c:v>1.3317805361163404E-3</c:v>
                </c:pt>
                <c:pt idx="345">
                  <c:v>3.1883123827633171E-5</c:v>
                </c:pt>
                <c:pt idx="346">
                  <c:v>1.582661997060389E-4</c:v>
                </c:pt>
                <c:pt idx="347">
                  <c:v>0</c:v>
                </c:pt>
                <c:pt idx="348">
                  <c:v>2.8957163048928385E-4</c:v>
                </c:pt>
                <c:pt idx="349">
                  <c:v>0</c:v>
                </c:pt>
                <c:pt idx="350">
                  <c:v>1.7058692800192067E-5</c:v>
                </c:pt>
                <c:pt idx="351">
                  <c:v>0</c:v>
                </c:pt>
                <c:pt idx="352">
                  <c:v>2.81628760982527E-5</c:v>
                </c:pt>
                <c:pt idx="353">
                  <c:v>0</c:v>
                </c:pt>
                <c:pt idx="354">
                  <c:v>5.7803604839962247E-6</c:v>
                </c:pt>
                <c:pt idx="355">
                  <c:v>7.9082068145581123E-5</c:v>
                </c:pt>
                <c:pt idx="356">
                  <c:v>0</c:v>
                </c:pt>
                <c:pt idx="357">
                  <c:v>1.2789713254824759E-6</c:v>
                </c:pt>
                <c:pt idx="358">
                  <c:v>2.0625595960352331E-6</c:v>
                </c:pt>
                <c:pt idx="359">
                  <c:v>5.4965656808229136E-5</c:v>
                </c:pt>
                <c:pt idx="360">
                  <c:v>3.1883418656676112E-6</c:v>
                </c:pt>
                <c:pt idx="361">
                  <c:v>8.354560888777777E-6</c:v>
                </c:pt>
                <c:pt idx="362">
                  <c:v>7.2041320026291624E-8</c:v>
                </c:pt>
                <c:pt idx="363">
                  <c:v>2.9569678258712406E-6</c:v>
                </c:pt>
                <c:pt idx="364">
                  <c:v>4.3981407002572796E-6</c:v>
                </c:pt>
                <c:pt idx="365">
                  <c:v>4.2903077814919173E-6</c:v>
                </c:pt>
                <c:pt idx="366">
                  <c:v>8.7434121994870806E-5</c:v>
                </c:pt>
                <c:pt idx="367">
                  <c:v>7.8524427168000014E-6</c:v>
                </c:pt>
                <c:pt idx="368">
                  <c:v>3.0578038593583452E-6</c:v>
                </c:pt>
                <c:pt idx="369">
                  <c:v>5.5365986546214569E-5</c:v>
                </c:pt>
                <c:pt idx="370">
                  <c:v>3.1086133330918897E-6</c:v>
                </c:pt>
                <c:pt idx="371">
                  <c:v>3.5019715188752518E-5</c:v>
                </c:pt>
                <c:pt idx="372">
                  <c:v>9.4909147775001558E-6</c:v>
                </c:pt>
                <c:pt idx="373">
                  <c:v>0</c:v>
                </c:pt>
                <c:pt idx="374">
                  <c:v>6.8302566720956944E-5</c:v>
                </c:pt>
                <c:pt idx="375">
                  <c:v>5.0285835031321812E-4</c:v>
                </c:pt>
                <c:pt idx="376">
                  <c:v>1.0552320747808448E-4</c:v>
                </c:pt>
                <c:pt idx="377">
                  <c:v>3.2678540603848092E-5</c:v>
                </c:pt>
                <c:pt idx="378">
                  <c:v>1.742031300141905E-5</c:v>
                </c:pt>
                <c:pt idx="379">
                  <c:v>3.4121391791509877E-6</c:v>
                </c:pt>
                <c:pt idx="380">
                  <c:v>1.4322588850310279E-6</c:v>
                </c:pt>
                <c:pt idx="381">
                  <c:v>7.4657733605940849E-6</c:v>
                </c:pt>
                <c:pt idx="382">
                  <c:v>2.0708430862278776E-4</c:v>
                </c:pt>
                <c:pt idx="383">
                  <c:v>1.5203122812583381E-5</c:v>
                </c:pt>
                <c:pt idx="384">
                  <c:v>0</c:v>
                </c:pt>
                <c:pt idx="385">
                  <c:v>1.0499878234944323E-5</c:v>
                </c:pt>
                <c:pt idx="386">
                  <c:v>2.1180918726394826E-6</c:v>
                </c:pt>
                <c:pt idx="387">
                  <c:v>1.1364248879285761E-5</c:v>
                </c:pt>
                <c:pt idx="388">
                  <c:v>2.3897205631162277E-5</c:v>
                </c:pt>
                <c:pt idx="389">
                  <c:v>1.7618228673173363E-5</c:v>
                </c:pt>
                <c:pt idx="390">
                  <c:v>5.9978804547861349E-6</c:v>
                </c:pt>
                <c:pt idx="391">
                  <c:v>4.0126683204747586E-5</c:v>
                </c:pt>
                <c:pt idx="392">
                  <c:v>4.8203412521012974E-5</c:v>
                </c:pt>
                <c:pt idx="393">
                  <c:v>3.2291059130698437E-6</c:v>
                </c:pt>
                <c:pt idx="394">
                  <c:v>1.0340493562562695E-5</c:v>
                </c:pt>
                <c:pt idx="395">
                  <c:v>9.9741447779987764E-6</c:v>
                </c:pt>
                <c:pt idx="396">
                  <c:v>9.6616448501594057E-5</c:v>
                </c:pt>
                <c:pt idx="397">
                  <c:v>0</c:v>
                </c:pt>
                <c:pt idx="398">
                  <c:v>1.0763231259298485E-4</c:v>
                </c:pt>
                <c:pt idx="399">
                  <c:v>1.329947837044958E-4</c:v>
                </c:pt>
                <c:pt idx="400">
                  <c:v>3.1821722010950981E-6</c:v>
                </c:pt>
                <c:pt idx="401">
                  <c:v>0</c:v>
                </c:pt>
                <c:pt idx="402">
                  <c:v>4.6647203048839309E-6</c:v>
                </c:pt>
                <c:pt idx="403">
                  <c:v>9.4850876538420733E-5</c:v>
                </c:pt>
                <c:pt idx="404">
                  <c:v>2.4703506913357211E-5</c:v>
                </c:pt>
                <c:pt idx="405">
                  <c:v>3.946722033125245E-5</c:v>
                </c:pt>
                <c:pt idx="406">
                  <c:v>5.82102710351908E-6</c:v>
                </c:pt>
                <c:pt idx="407">
                  <c:v>1.5227584500074718E-6</c:v>
                </c:pt>
                <c:pt idx="408">
                  <c:v>5.3401944330682823E-5</c:v>
                </c:pt>
                <c:pt idx="409">
                  <c:v>2.0540847231181972E-6</c:v>
                </c:pt>
                <c:pt idx="410">
                  <c:v>3.8491969467359453E-5</c:v>
                </c:pt>
                <c:pt idx="411">
                  <c:v>5.8400424462798513E-4</c:v>
                </c:pt>
                <c:pt idx="412">
                  <c:v>2.519460246383067E-6</c:v>
                </c:pt>
                <c:pt idx="413">
                  <c:v>2.6424616638685036E-6</c:v>
                </c:pt>
                <c:pt idx="414">
                  <c:v>6.6965998935217553E-6</c:v>
                </c:pt>
                <c:pt idx="415">
                  <c:v>5.7378867026653766E-5</c:v>
                </c:pt>
                <c:pt idx="416">
                  <c:v>4.5670422883950393E-5</c:v>
                </c:pt>
                <c:pt idx="417">
                  <c:v>1.8193093248392966E-4</c:v>
                </c:pt>
                <c:pt idx="418">
                  <c:v>1.4064772538277081E-4</c:v>
                </c:pt>
                <c:pt idx="419">
                  <c:v>1.453941023767543E-5</c:v>
                </c:pt>
                <c:pt idx="420">
                  <c:v>3.8092824364633714E-6</c:v>
                </c:pt>
                <c:pt idx="421">
                  <c:v>1.9312239252263553E-5</c:v>
                </c:pt>
                <c:pt idx="422">
                  <c:v>1.3652429391897247E-6</c:v>
                </c:pt>
                <c:pt idx="423">
                  <c:v>1.061299715888686E-5</c:v>
                </c:pt>
                <c:pt idx="424">
                  <c:v>8.8290133754932821E-7</c:v>
                </c:pt>
                <c:pt idx="425">
                  <c:v>1.1066926073250281E-5</c:v>
                </c:pt>
                <c:pt idx="426">
                  <c:v>1.8543383523229781E-5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1.6675953553894183E-4</c:v>
                </c:pt>
                <c:pt idx="432">
                  <c:v>1.9989938941471118E-5</c:v>
                </c:pt>
                <c:pt idx="433">
                  <c:v>4.6179804216134322E-7</c:v>
                </c:pt>
                <c:pt idx="434">
                  <c:v>5.0322321310713452E-5</c:v>
                </c:pt>
                <c:pt idx="435">
                  <c:v>5.4899792858077969E-5</c:v>
                </c:pt>
                <c:pt idx="436">
                  <c:v>1.6946431773526332E-6</c:v>
                </c:pt>
                <c:pt idx="437">
                  <c:v>1.1415217206893821E-6</c:v>
                </c:pt>
                <c:pt idx="438">
                  <c:v>6.3987144145736846E-4</c:v>
                </c:pt>
                <c:pt idx="439">
                  <c:v>0</c:v>
                </c:pt>
                <c:pt idx="440">
                  <c:v>0</c:v>
                </c:pt>
                <c:pt idx="441">
                  <c:v>1.8723501524297179E-5</c:v>
                </c:pt>
                <c:pt idx="442">
                  <c:v>5.5938554602314345E-6</c:v>
                </c:pt>
                <c:pt idx="443">
                  <c:v>6.0067666813642164E-5</c:v>
                </c:pt>
                <c:pt idx="444">
                  <c:v>5.5198121096871872E-5</c:v>
                </c:pt>
                <c:pt idx="445">
                  <c:v>9.9520780442649247E-7</c:v>
                </c:pt>
                <c:pt idx="446">
                  <c:v>1.9444005539816355E-6</c:v>
                </c:pt>
                <c:pt idx="447">
                  <c:v>4.3014251882269306E-6</c:v>
                </c:pt>
                <c:pt idx="448">
                  <c:v>1.200574997710034E-5</c:v>
                </c:pt>
                <c:pt idx="449">
                  <c:v>0</c:v>
                </c:pt>
                <c:pt idx="450">
                  <c:v>1.4861675159243214E-5</c:v>
                </c:pt>
                <c:pt idx="451">
                  <c:v>7.4884555857315047E-7</c:v>
                </c:pt>
                <c:pt idx="452">
                  <c:v>8.7872546887125946E-5</c:v>
                </c:pt>
                <c:pt idx="453">
                  <c:v>2.0251074714583477E-6</c:v>
                </c:pt>
                <c:pt idx="454">
                  <c:v>1.3542626543410326E-5</c:v>
                </c:pt>
                <c:pt idx="455">
                  <c:v>1.9393394139977793E-4</c:v>
                </c:pt>
                <c:pt idx="456">
                  <c:v>1.7567074155931434E-4</c:v>
                </c:pt>
                <c:pt idx="457">
                  <c:v>5.3112802006878378E-5</c:v>
                </c:pt>
                <c:pt idx="458">
                  <c:v>1.1293251694138023E-5</c:v>
                </c:pt>
                <c:pt idx="459">
                  <c:v>8.048279776015831E-6</c:v>
                </c:pt>
                <c:pt idx="460">
                  <c:v>6.6184388745403319E-7</c:v>
                </c:pt>
                <c:pt idx="461">
                  <c:v>0</c:v>
                </c:pt>
                <c:pt idx="462">
                  <c:v>4.0794615163389032E-6</c:v>
                </c:pt>
                <c:pt idx="463">
                  <c:v>6.5114778340648379E-6</c:v>
                </c:pt>
                <c:pt idx="464">
                  <c:v>3.6324772216697534E-6</c:v>
                </c:pt>
                <c:pt idx="465">
                  <c:v>6.5303419256592762E-5</c:v>
                </c:pt>
                <c:pt idx="466">
                  <c:v>1.6134155920806743E-7</c:v>
                </c:pt>
                <c:pt idx="467">
                  <c:v>9.1201384011086747E-5</c:v>
                </c:pt>
                <c:pt idx="468">
                  <c:v>2.0166091936716229E-5</c:v>
                </c:pt>
                <c:pt idx="469">
                  <c:v>6.9159213074778897E-5</c:v>
                </c:pt>
                <c:pt idx="470">
                  <c:v>5.3116249078458824E-5</c:v>
                </c:pt>
                <c:pt idx="471">
                  <c:v>2.0578106167193735E-5</c:v>
                </c:pt>
                <c:pt idx="472">
                  <c:v>1.3753928570753562E-4</c:v>
                </c:pt>
                <c:pt idx="473">
                  <c:v>2.9245257078475992E-5</c:v>
                </c:pt>
                <c:pt idx="474">
                  <c:v>5.1038004402934013E-5</c:v>
                </c:pt>
                <c:pt idx="475">
                  <c:v>7.1251287859012315E-6</c:v>
                </c:pt>
                <c:pt idx="476">
                  <c:v>3.1698774602520642E-5</c:v>
                </c:pt>
                <c:pt idx="477">
                  <c:v>6.676542056135847E-4</c:v>
                </c:pt>
                <c:pt idx="478">
                  <c:v>1.1232075730442424E-4</c:v>
                </c:pt>
                <c:pt idx="479">
                  <c:v>0</c:v>
                </c:pt>
                <c:pt idx="480">
                  <c:v>1.4704761778367547E-3</c:v>
                </c:pt>
                <c:pt idx="481">
                  <c:v>2.2904289082725253E-5</c:v>
                </c:pt>
                <c:pt idx="482">
                  <c:v>1.4633550849554402E-5</c:v>
                </c:pt>
                <c:pt idx="483">
                  <c:v>2.7295037220070503E-5</c:v>
                </c:pt>
                <c:pt idx="484">
                  <c:v>1.4631733926860623E-5</c:v>
                </c:pt>
                <c:pt idx="485">
                  <c:v>6.961271412239579E-5</c:v>
                </c:pt>
                <c:pt idx="486">
                  <c:v>5.7435067719112578E-6</c:v>
                </c:pt>
                <c:pt idx="487">
                  <c:v>1.6784930348526154E-5</c:v>
                </c:pt>
                <c:pt idx="488">
                  <c:v>7.7554923851991463E-6</c:v>
                </c:pt>
                <c:pt idx="489">
                  <c:v>2.5143054633256336E-3</c:v>
                </c:pt>
                <c:pt idx="490">
                  <c:v>1.3283251025745063E-6</c:v>
                </c:pt>
                <c:pt idx="491">
                  <c:v>4.2188792601592093E-6</c:v>
                </c:pt>
                <c:pt idx="492">
                  <c:v>8.9434193800436554E-7</c:v>
                </c:pt>
                <c:pt idx="493">
                  <c:v>2.8071220769024639E-5</c:v>
                </c:pt>
                <c:pt idx="494">
                  <c:v>6.2057510343153932E-5</c:v>
                </c:pt>
                <c:pt idx="495">
                  <c:v>1.8665696835083683E-5</c:v>
                </c:pt>
                <c:pt idx="496">
                  <c:v>1.6855738600528273E-4</c:v>
                </c:pt>
                <c:pt idx="497">
                  <c:v>1.9925696610314239E-5</c:v>
                </c:pt>
                <c:pt idx="498">
                  <c:v>0</c:v>
                </c:pt>
                <c:pt idx="499">
                  <c:v>1.1523873453382742E-4</c:v>
                </c:pt>
                <c:pt idx="500">
                  <c:v>1.0476667130646118E-5</c:v>
                </c:pt>
                <c:pt idx="501">
                  <c:v>1.531221230578826E-5</c:v>
                </c:pt>
                <c:pt idx="502">
                  <c:v>6.6081674207846647E-6</c:v>
                </c:pt>
                <c:pt idx="503">
                  <c:v>6.6092507100243947E-5</c:v>
                </c:pt>
                <c:pt idx="504">
                  <c:v>9.8323781510176506E-5</c:v>
                </c:pt>
                <c:pt idx="505">
                  <c:v>7.3557472817725972E-5</c:v>
                </c:pt>
                <c:pt idx="506">
                  <c:v>7.0217492015410627E-5</c:v>
                </c:pt>
                <c:pt idx="507">
                  <c:v>4.3928515382697953E-6</c:v>
                </c:pt>
                <c:pt idx="508">
                  <c:v>1.3435671373525801E-4</c:v>
                </c:pt>
                <c:pt idx="509">
                  <c:v>7.1314302728528501E-6</c:v>
                </c:pt>
                <c:pt idx="510">
                  <c:v>3.9041903783868946E-5</c:v>
                </c:pt>
                <c:pt idx="511">
                  <c:v>0</c:v>
                </c:pt>
                <c:pt idx="512">
                  <c:v>2.4569268773529303E-5</c:v>
                </c:pt>
                <c:pt idx="513">
                  <c:v>4.1161787027715237E-5</c:v>
                </c:pt>
                <c:pt idx="514">
                  <c:v>9.6430846487983491E-6</c:v>
                </c:pt>
                <c:pt idx="515">
                  <c:v>3.089032639271795E-6</c:v>
                </c:pt>
                <c:pt idx="516">
                  <c:v>1.631138349846752E-5</c:v>
                </c:pt>
                <c:pt idx="517">
                  <c:v>0</c:v>
                </c:pt>
                <c:pt idx="518">
                  <c:v>2.1858121749315006E-4</c:v>
                </c:pt>
                <c:pt idx="519">
                  <c:v>9.7935257366113728E-6</c:v>
                </c:pt>
                <c:pt idx="520">
                  <c:v>1.2542227877050245E-5</c:v>
                </c:pt>
                <c:pt idx="521">
                  <c:v>2.6239942172509643E-6</c:v>
                </c:pt>
                <c:pt idx="522">
                  <c:v>9.8152845068797151E-6</c:v>
                </c:pt>
                <c:pt idx="523">
                  <c:v>1.5782796660527551E-5</c:v>
                </c:pt>
                <c:pt idx="524">
                  <c:v>4.570409783511064E-6</c:v>
                </c:pt>
                <c:pt idx="525">
                  <c:v>1.241955131532415E-5</c:v>
                </c:pt>
                <c:pt idx="526">
                  <c:v>1.298943498805535E-5</c:v>
                </c:pt>
                <c:pt idx="527">
                  <c:v>5.1136839322507137E-7</c:v>
                </c:pt>
                <c:pt idx="528">
                  <c:v>0</c:v>
                </c:pt>
                <c:pt idx="529">
                  <c:v>6.0152624002001389E-7</c:v>
                </c:pt>
                <c:pt idx="530">
                  <c:v>8.160561475149013E-6</c:v>
                </c:pt>
                <c:pt idx="531">
                  <c:v>1.8054648187244781E-6</c:v>
                </c:pt>
                <c:pt idx="532">
                  <c:v>8.3742602373948775E-6</c:v>
                </c:pt>
                <c:pt idx="533">
                  <c:v>3.4983479083342745E-6</c:v>
                </c:pt>
                <c:pt idx="534">
                  <c:v>8.9154520295936472E-6</c:v>
                </c:pt>
                <c:pt idx="535">
                  <c:v>3.9121165413016929E-5</c:v>
                </c:pt>
                <c:pt idx="536">
                  <c:v>2.8234740081441882E-6</c:v>
                </c:pt>
                <c:pt idx="537">
                  <c:v>2.6318360054036032E-6</c:v>
                </c:pt>
                <c:pt idx="538">
                  <c:v>1.5721252702269985E-5</c:v>
                </c:pt>
                <c:pt idx="539">
                  <c:v>1.0793135475342976E-7</c:v>
                </c:pt>
                <c:pt idx="540">
                  <c:v>5.4728322298356508E-6</c:v>
                </c:pt>
                <c:pt idx="541">
                  <c:v>2.1105809004849113E-5</c:v>
                </c:pt>
                <c:pt idx="542">
                  <c:v>3.9700892554531223E-5</c:v>
                </c:pt>
                <c:pt idx="543">
                  <c:v>1.7912300013223906E-7</c:v>
                </c:pt>
                <c:pt idx="544">
                  <c:v>8.2727652263904207E-5</c:v>
                </c:pt>
                <c:pt idx="545">
                  <c:v>8.8789510203205524E-7</c:v>
                </c:pt>
                <c:pt idx="546">
                  <c:v>4.8318275397642957E-6</c:v>
                </c:pt>
                <c:pt idx="547">
                  <c:v>1.0839571902100083E-5</c:v>
                </c:pt>
                <c:pt idx="548">
                  <c:v>1.4301920960259445E-5</c:v>
                </c:pt>
                <c:pt idx="549">
                  <c:v>8.8474184506398868E-6</c:v>
                </c:pt>
                <c:pt idx="550">
                  <c:v>2.7021568230407451E-5</c:v>
                </c:pt>
                <c:pt idx="551">
                  <c:v>1.9258083060751861E-4</c:v>
                </c:pt>
                <c:pt idx="552">
                  <c:v>1.3162783439973462E-5</c:v>
                </c:pt>
                <c:pt idx="553">
                  <c:v>0</c:v>
                </c:pt>
                <c:pt idx="554">
                  <c:v>0</c:v>
                </c:pt>
                <c:pt idx="555">
                  <c:v>5.2879127926362243E-7</c:v>
                </c:pt>
                <c:pt idx="556">
                  <c:v>0</c:v>
                </c:pt>
                <c:pt idx="557">
                  <c:v>8.9778470734422044E-5</c:v>
                </c:pt>
                <c:pt idx="558">
                  <c:v>0</c:v>
                </c:pt>
                <c:pt idx="559">
                  <c:v>2.2734571207868002E-5</c:v>
                </c:pt>
                <c:pt idx="560">
                  <c:v>1.6844333724816834E-5</c:v>
                </c:pt>
                <c:pt idx="561">
                  <c:v>1.8250773297566128E-5</c:v>
                </c:pt>
                <c:pt idx="562">
                  <c:v>2.1401302145395628E-5</c:v>
                </c:pt>
                <c:pt idx="563">
                  <c:v>4.8515688014803318E-5</c:v>
                </c:pt>
                <c:pt idx="564">
                  <c:v>5.6551218527131902E-7</c:v>
                </c:pt>
                <c:pt idx="565">
                  <c:v>0</c:v>
                </c:pt>
                <c:pt idx="566">
                  <c:v>0</c:v>
                </c:pt>
                <c:pt idx="567">
                  <c:v>1.5780406614094772E-5</c:v>
                </c:pt>
                <c:pt idx="568">
                  <c:v>2.4152796815543613E-6</c:v>
                </c:pt>
                <c:pt idx="569">
                  <c:v>1.9081240031159729E-7</c:v>
                </c:pt>
                <c:pt idx="570">
                  <c:v>1.8982366672848069E-5</c:v>
                </c:pt>
                <c:pt idx="571">
                  <c:v>9.6620236883371008E-6</c:v>
                </c:pt>
                <c:pt idx="572">
                  <c:v>8.4815421618481773E-6</c:v>
                </c:pt>
                <c:pt idx="573">
                  <c:v>1.9470973082653844E-5</c:v>
                </c:pt>
                <c:pt idx="574">
                  <c:v>1.0496986705694598E-5</c:v>
                </c:pt>
                <c:pt idx="575">
                  <c:v>0</c:v>
                </c:pt>
                <c:pt idx="576">
                  <c:v>0</c:v>
                </c:pt>
                <c:pt idx="577">
                  <c:v>2.9186450820203052E-5</c:v>
                </c:pt>
                <c:pt idx="578">
                  <c:v>0</c:v>
                </c:pt>
                <c:pt idx="579">
                  <c:v>5.4333112814066612E-7</c:v>
                </c:pt>
                <c:pt idx="580">
                  <c:v>2.6789932648265872E-4</c:v>
                </c:pt>
                <c:pt idx="581">
                  <c:v>1.5899502355401019E-5</c:v>
                </c:pt>
                <c:pt idx="582">
                  <c:v>1.8987879670416045E-5</c:v>
                </c:pt>
                <c:pt idx="583">
                  <c:v>2.3218111829801559E-4</c:v>
                </c:pt>
                <c:pt idx="584">
                  <c:v>2.8454702403601882E-6</c:v>
                </c:pt>
                <c:pt idx="585">
                  <c:v>0</c:v>
                </c:pt>
                <c:pt idx="586">
                  <c:v>4.7020893873530201E-5</c:v>
                </c:pt>
                <c:pt idx="587">
                  <c:v>3.204993262401797E-6</c:v>
                </c:pt>
                <c:pt idx="588">
                  <c:v>4.2670819236630929E-6</c:v>
                </c:pt>
                <c:pt idx="589">
                  <c:v>1.5186029216703909E-5</c:v>
                </c:pt>
                <c:pt idx="590">
                  <c:v>3.5176465854136981E-5</c:v>
                </c:pt>
                <c:pt idx="591">
                  <c:v>1.8548027570843001E-5</c:v>
                </c:pt>
                <c:pt idx="592">
                  <c:v>6.932904540392826E-6</c:v>
                </c:pt>
                <c:pt idx="593">
                  <c:v>1.0254430265830803E-4</c:v>
                </c:pt>
                <c:pt idx="594">
                  <c:v>2.5606317232848793E-3</c:v>
                </c:pt>
                <c:pt idx="595">
                  <c:v>8.462150572504046E-5</c:v>
                </c:pt>
                <c:pt idx="596">
                  <c:v>4.1894851283965495E-4</c:v>
                </c:pt>
                <c:pt idx="597">
                  <c:v>3.0737558560681412E-5</c:v>
                </c:pt>
                <c:pt idx="598">
                  <c:v>1.539100481796675E-4</c:v>
                </c:pt>
                <c:pt idx="599">
                  <c:v>9.9873644452714346E-7</c:v>
                </c:pt>
                <c:pt idx="600">
                  <c:v>0</c:v>
                </c:pt>
                <c:pt idx="601">
                  <c:v>3.0674737706695661E-7</c:v>
                </c:pt>
                <c:pt idx="602">
                  <c:v>2.4746296689383608E-5</c:v>
                </c:pt>
                <c:pt idx="603">
                  <c:v>4.9500481206212912E-6</c:v>
                </c:pt>
                <c:pt idx="604">
                  <c:v>4.6212505024498814E-5</c:v>
                </c:pt>
                <c:pt idx="605">
                  <c:v>1.5388921947472368E-5</c:v>
                </c:pt>
                <c:pt idx="606">
                  <c:v>6.5844714926583973E-5</c:v>
                </c:pt>
                <c:pt idx="607">
                  <c:v>0</c:v>
                </c:pt>
                <c:pt idx="608">
                  <c:v>1.2074324011861621E-4</c:v>
                </c:pt>
                <c:pt idx="609">
                  <c:v>0</c:v>
                </c:pt>
                <c:pt idx="610">
                  <c:v>0</c:v>
                </c:pt>
                <c:pt idx="611">
                  <c:v>1.7464887179890466E-5</c:v>
                </c:pt>
                <c:pt idx="612">
                  <c:v>3.5828936723239892E-5</c:v>
                </c:pt>
                <c:pt idx="613">
                  <c:v>1.3049566952800841E-7</c:v>
                </c:pt>
                <c:pt idx="614">
                  <c:v>4.7239850982423884E-5</c:v>
                </c:pt>
                <c:pt idx="615">
                  <c:v>3.2008006498374361E-6</c:v>
                </c:pt>
                <c:pt idx="616">
                  <c:v>3.5901537878713968E-5</c:v>
                </c:pt>
                <c:pt idx="617">
                  <c:v>1.115394558161535E-7</c:v>
                </c:pt>
                <c:pt idx="618">
                  <c:v>2.3417837309169641E-5</c:v>
                </c:pt>
                <c:pt idx="619">
                  <c:v>1.6128856020894243E-5</c:v>
                </c:pt>
                <c:pt idx="620">
                  <c:v>2.3596949360440598E-4</c:v>
                </c:pt>
                <c:pt idx="621">
                  <c:v>3.1564943045984456E-6</c:v>
                </c:pt>
                <c:pt idx="622">
                  <c:v>9.9621291477978988E-5</c:v>
                </c:pt>
                <c:pt idx="623">
                  <c:v>0</c:v>
                </c:pt>
                <c:pt idx="624">
                  <c:v>0</c:v>
                </c:pt>
                <c:pt idx="625">
                  <c:v>8.3676367271278453E-6</c:v>
                </c:pt>
                <c:pt idx="626">
                  <c:v>0</c:v>
                </c:pt>
                <c:pt idx="627">
                  <c:v>9.7214347042250957E-8</c:v>
                </c:pt>
                <c:pt idx="628">
                  <c:v>1.2924565733838875E-5</c:v>
                </c:pt>
                <c:pt idx="629">
                  <c:v>8.3549362842209995E-6</c:v>
                </c:pt>
                <c:pt idx="630">
                  <c:v>0</c:v>
                </c:pt>
                <c:pt idx="631">
                  <c:v>2.5071226428455539E-4</c:v>
                </c:pt>
                <c:pt idx="632">
                  <c:v>1.0302930967007358E-6</c:v>
                </c:pt>
                <c:pt idx="633">
                  <c:v>8.4212314663472534E-6</c:v>
                </c:pt>
                <c:pt idx="634">
                  <c:v>3.051682496424223E-5</c:v>
                </c:pt>
                <c:pt idx="635">
                  <c:v>3.8033529343201354E-7</c:v>
                </c:pt>
                <c:pt idx="636">
                  <c:v>2.7584791933133832E-5</c:v>
                </c:pt>
                <c:pt idx="637">
                  <c:v>1.0605948133844632E-5</c:v>
                </c:pt>
                <c:pt idx="638">
                  <c:v>6.0485149639468144E-4</c:v>
                </c:pt>
                <c:pt idx="639">
                  <c:v>6.1746384957347246E-6</c:v>
                </c:pt>
                <c:pt idx="640">
                  <c:v>3.0875148707004354E-7</c:v>
                </c:pt>
                <c:pt idx="641">
                  <c:v>3.4245583187561687E-5</c:v>
                </c:pt>
                <c:pt idx="642">
                  <c:v>0</c:v>
                </c:pt>
                <c:pt idx="643">
                  <c:v>1.910620481693516E-4</c:v>
                </c:pt>
                <c:pt idx="644">
                  <c:v>2.7190083350877225E-6</c:v>
                </c:pt>
                <c:pt idx="645">
                  <c:v>6.3420728594032599E-5</c:v>
                </c:pt>
                <c:pt idx="646">
                  <c:v>2.1949640049098803E-6</c:v>
                </c:pt>
                <c:pt idx="647">
                  <c:v>1.9514582126685489E-5</c:v>
                </c:pt>
                <c:pt idx="648">
                  <c:v>8.6159110580479895E-6</c:v>
                </c:pt>
                <c:pt idx="649">
                  <c:v>1.1368607762678245E-5</c:v>
                </c:pt>
                <c:pt idx="650">
                  <c:v>0</c:v>
                </c:pt>
                <c:pt idx="651">
                  <c:v>5.9680833475298372E-6</c:v>
                </c:pt>
                <c:pt idx="652">
                  <c:v>9.8085767080775086E-5</c:v>
                </c:pt>
                <c:pt idx="653">
                  <c:v>2.1002954514538881E-5</c:v>
                </c:pt>
                <c:pt idx="654">
                  <c:v>7.1475664137785537E-6</c:v>
                </c:pt>
                <c:pt idx="655">
                  <c:v>5.4304372304313171E-6</c:v>
                </c:pt>
                <c:pt idx="656">
                  <c:v>8.9920831246561268E-5</c:v>
                </c:pt>
                <c:pt idx="657">
                  <c:v>0</c:v>
                </c:pt>
                <c:pt idx="658">
                  <c:v>2.5648470272460095E-5</c:v>
                </c:pt>
                <c:pt idx="659">
                  <c:v>5.2418781910130859E-5</c:v>
                </c:pt>
                <c:pt idx="660">
                  <c:v>6.3004325311927039E-4</c:v>
                </c:pt>
                <c:pt idx="661">
                  <c:v>4.430695629360825E-4</c:v>
                </c:pt>
                <c:pt idx="662">
                  <c:v>3.174842498449615E-5</c:v>
                </c:pt>
                <c:pt idx="663">
                  <c:v>4.3106842642295584E-6</c:v>
                </c:pt>
                <c:pt idx="664">
                  <c:v>1.7183196496435725E-5</c:v>
                </c:pt>
                <c:pt idx="665">
                  <c:v>4.5508882763940382E-5</c:v>
                </c:pt>
                <c:pt idx="666">
                  <c:v>6.5544131972194423E-6</c:v>
                </c:pt>
                <c:pt idx="667">
                  <c:v>0</c:v>
                </c:pt>
                <c:pt idx="668">
                  <c:v>2.854061802236974E-6</c:v>
                </c:pt>
                <c:pt idx="669">
                  <c:v>0</c:v>
                </c:pt>
                <c:pt idx="670">
                  <c:v>9.5605881344599668E-5</c:v>
                </c:pt>
                <c:pt idx="671">
                  <c:v>2.7413581042389617E-6</c:v>
                </c:pt>
                <c:pt idx="672">
                  <c:v>7.4471363337467872E-6</c:v>
                </c:pt>
                <c:pt idx="673">
                  <c:v>4.3730561636697515E-6</c:v>
                </c:pt>
                <c:pt idx="674">
                  <c:v>0</c:v>
                </c:pt>
                <c:pt idx="675">
                  <c:v>3.5528766361777182E-5</c:v>
                </c:pt>
                <c:pt idx="676">
                  <c:v>0</c:v>
                </c:pt>
                <c:pt idx="677">
                  <c:v>0</c:v>
                </c:pt>
                <c:pt idx="678">
                  <c:v>2.6758381052532004E-4</c:v>
                </c:pt>
                <c:pt idx="679">
                  <c:v>6.8612734605897591E-6</c:v>
                </c:pt>
                <c:pt idx="680">
                  <c:v>0</c:v>
                </c:pt>
                <c:pt idx="681">
                  <c:v>1.2738772299860874E-5</c:v>
                </c:pt>
                <c:pt idx="682">
                  <c:v>1.7339308699593721E-4</c:v>
                </c:pt>
                <c:pt idx="683">
                  <c:v>5.0607252316447824E-5</c:v>
                </c:pt>
                <c:pt idx="684">
                  <c:v>8.8131879877270828E-7</c:v>
                </c:pt>
                <c:pt idx="685">
                  <c:v>1.4938492654846154E-3</c:v>
                </c:pt>
                <c:pt idx="686">
                  <c:v>5.3090965425364836E-6</c:v>
                </c:pt>
                <c:pt idx="687">
                  <c:v>3.0840987873152959E-5</c:v>
                </c:pt>
                <c:pt idx="688">
                  <c:v>1.3081265400729621E-5</c:v>
                </c:pt>
                <c:pt idx="689">
                  <c:v>1.8383491685772285E-6</c:v>
                </c:pt>
                <c:pt idx="690">
                  <c:v>0</c:v>
                </c:pt>
                <c:pt idx="691">
                  <c:v>3.2564107777085836E-6</c:v>
                </c:pt>
                <c:pt idx="692">
                  <c:v>1.3442195690925967E-6</c:v>
                </c:pt>
                <c:pt idx="693">
                  <c:v>0</c:v>
                </c:pt>
                <c:pt idx="694">
                  <c:v>6.202902951594615E-5</c:v>
                </c:pt>
                <c:pt idx="695">
                  <c:v>2.3904613105557192E-5</c:v>
                </c:pt>
                <c:pt idx="696">
                  <c:v>0</c:v>
                </c:pt>
                <c:pt idx="697">
                  <c:v>5.3196276655650037E-6</c:v>
                </c:pt>
                <c:pt idx="698">
                  <c:v>3.2364848701834858E-6</c:v>
                </c:pt>
                <c:pt idx="699">
                  <c:v>6.0316959160905733E-5</c:v>
                </c:pt>
                <c:pt idx="700">
                  <c:v>5.4531288721637137E-6</c:v>
                </c:pt>
                <c:pt idx="701">
                  <c:v>7.9639176784457232E-6</c:v>
                </c:pt>
                <c:pt idx="702">
                  <c:v>5.7439832865437617E-5</c:v>
                </c:pt>
                <c:pt idx="703">
                  <c:v>4.918274814687343E-6</c:v>
                </c:pt>
                <c:pt idx="704">
                  <c:v>2.2652388272142156E-5</c:v>
                </c:pt>
                <c:pt idx="705">
                  <c:v>0</c:v>
                </c:pt>
                <c:pt idx="706">
                  <c:v>5.6654617610201601E-6</c:v>
                </c:pt>
                <c:pt idx="707">
                  <c:v>1.2937346942700615E-7</c:v>
                </c:pt>
                <c:pt idx="708">
                  <c:v>2.47346770016243E-5</c:v>
                </c:pt>
                <c:pt idx="709">
                  <c:v>6.3605483151552895E-6</c:v>
                </c:pt>
                <c:pt idx="710">
                  <c:v>9.0544880931118572E-5</c:v>
                </c:pt>
                <c:pt idx="711">
                  <c:v>8.7360258832543842E-6</c:v>
                </c:pt>
                <c:pt idx="712">
                  <c:v>1.3647880916680623E-5</c:v>
                </c:pt>
                <c:pt idx="713">
                  <c:v>7.7976378525874158E-6</c:v>
                </c:pt>
                <c:pt idx="714">
                  <c:v>1.4161885754326058E-5</c:v>
                </c:pt>
                <c:pt idx="715">
                  <c:v>1.3458208139934474E-5</c:v>
                </c:pt>
                <c:pt idx="716">
                  <c:v>9.1222642897169933E-6</c:v>
                </c:pt>
                <c:pt idx="717">
                  <c:v>1.3303193075290601E-5</c:v>
                </c:pt>
                <c:pt idx="718">
                  <c:v>4.8017097527194577E-5</c:v>
                </c:pt>
                <c:pt idx="719">
                  <c:v>9.8800475862413882E-6</c:v>
                </c:pt>
                <c:pt idx="720">
                  <c:v>6.0107095849779035E-4</c:v>
                </c:pt>
                <c:pt idx="721">
                  <c:v>3.7246211138597551E-6</c:v>
                </c:pt>
                <c:pt idx="722">
                  <c:v>9.1831221424473546E-5</c:v>
                </c:pt>
                <c:pt idx="723">
                  <c:v>1.6723580938976332E-6</c:v>
                </c:pt>
                <c:pt idx="724">
                  <c:v>1.2592906705921022E-5</c:v>
                </c:pt>
                <c:pt idx="725">
                  <c:v>8.8641469929708652E-5</c:v>
                </c:pt>
                <c:pt idx="726">
                  <c:v>2.3640008425005232E-6</c:v>
                </c:pt>
                <c:pt idx="727">
                  <c:v>5.1201563428591881E-4</c:v>
                </c:pt>
                <c:pt idx="728">
                  <c:v>1.0907663943750384E-5</c:v>
                </c:pt>
                <c:pt idx="729">
                  <c:v>2.0135735668920428E-5</c:v>
                </c:pt>
                <c:pt idx="730">
                  <c:v>8.3120390237781952E-7</c:v>
                </c:pt>
                <c:pt idx="731">
                  <c:v>5.7545115726764467E-5</c:v>
                </c:pt>
                <c:pt idx="732">
                  <c:v>6.7932251633832369E-5</c:v>
                </c:pt>
                <c:pt idx="733">
                  <c:v>4.3041405984940804E-6</c:v>
                </c:pt>
                <c:pt idx="734">
                  <c:v>0</c:v>
                </c:pt>
                <c:pt idx="735">
                  <c:v>1.519933082689861E-3</c:v>
                </c:pt>
                <c:pt idx="736">
                  <c:v>0</c:v>
                </c:pt>
                <c:pt idx="737">
                  <c:v>1.3924810017001746E-6</c:v>
                </c:pt>
                <c:pt idx="738">
                  <c:v>4.3855305647790239E-5</c:v>
                </c:pt>
                <c:pt idx="739">
                  <c:v>5.9197407631437934E-7</c:v>
                </c:pt>
                <c:pt idx="740">
                  <c:v>0</c:v>
                </c:pt>
                <c:pt idx="741">
                  <c:v>3.1115092382718131E-4</c:v>
                </c:pt>
                <c:pt idx="742">
                  <c:v>5.0953375056098825E-6</c:v>
                </c:pt>
                <c:pt idx="743">
                  <c:v>1.4475437600450905E-4</c:v>
                </c:pt>
                <c:pt idx="744">
                  <c:v>6.859000471520675E-6</c:v>
                </c:pt>
                <c:pt idx="745">
                  <c:v>8.8663293734810561E-6</c:v>
                </c:pt>
                <c:pt idx="746">
                  <c:v>2.755342630874808E-5</c:v>
                </c:pt>
                <c:pt idx="747">
                  <c:v>8.6481045585080098E-6</c:v>
                </c:pt>
                <c:pt idx="748">
                  <c:v>1.2703562973639781E-5</c:v>
                </c:pt>
                <c:pt idx="749">
                  <c:v>2.9182848414929741E-5</c:v>
                </c:pt>
                <c:pt idx="750">
                  <c:v>0</c:v>
                </c:pt>
                <c:pt idx="751">
                  <c:v>2.2041410313386737E-5</c:v>
                </c:pt>
                <c:pt idx="752">
                  <c:v>5.2730591050164739E-7</c:v>
                </c:pt>
                <c:pt idx="753">
                  <c:v>2.1398490630593162E-7</c:v>
                </c:pt>
                <c:pt idx="754">
                  <c:v>9.5543216874195191E-6</c:v>
                </c:pt>
                <c:pt idx="755">
                  <c:v>1.945354405252248E-5</c:v>
                </c:pt>
                <c:pt idx="756">
                  <c:v>1.0749471250393513E-6</c:v>
                </c:pt>
                <c:pt idx="757">
                  <c:v>1.5194501893758023E-6</c:v>
                </c:pt>
                <c:pt idx="758">
                  <c:v>2.1479993226302957E-5</c:v>
                </c:pt>
                <c:pt idx="759">
                  <c:v>1.1190231032460802E-4</c:v>
                </c:pt>
                <c:pt idx="760">
                  <c:v>2.3957648707948992E-3</c:v>
                </c:pt>
                <c:pt idx="761">
                  <c:v>9.961843584408899E-6</c:v>
                </c:pt>
                <c:pt idx="762">
                  <c:v>1.4180694936234707E-5</c:v>
                </c:pt>
                <c:pt idx="763">
                  <c:v>4.3713150633606235E-5</c:v>
                </c:pt>
                <c:pt idx="764">
                  <c:v>3.5480613411701024E-4</c:v>
                </c:pt>
                <c:pt idx="765">
                  <c:v>9.1348371843594246E-8</c:v>
                </c:pt>
                <c:pt idx="766">
                  <c:v>2.9180267382498309E-5</c:v>
                </c:pt>
                <c:pt idx="767">
                  <c:v>3.2900766350885549E-6</c:v>
                </c:pt>
                <c:pt idx="768">
                  <c:v>5.1999410062893929E-6</c:v>
                </c:pt>
                <c:pt idx="769">
                  <c:v>3.0588875430058216E-4</c:v>
                </c:pt>
                <c:pt idx="770">
                  <c:v>1.2340476356604326E-5</c:v>
                </c:pt>
                <c:pt idx="771">
                  <c:v>0</c:v>
                </c:pt>
                <c:pt idx="772">
                  <c:v>6.2473518874218886E-6</c:v>
                </c:pt>
                <c:pt idx="773">
                  <c:v>1.7660013246356849E-5</c:v>
                </c:pt>
                <c:pt idx="774">
                  <c:v>2.1753842675969016E-5</c:v>
                </c:pt>
                <c:pt idx="775">
                  <c:v>4.2520524852809047E-6</c:v>
                </c:pt>
                <c:pt idx="776">
                  <c:v>3.4728422144898021E-5</c:v>
                </c:pt>
                <c:pt idx="777">
                  <c:v>2.9985884453950333E-5</c:v>
                </c:pt>
                <c:pt idx="778">
                  <c:v>2.2643869834219297E-5</c:v>
                </c:pt>
                <c:pt idx="779">
                  <c:v>1.0679483434135783E-6</c:v>
                </c:pt>
                <c:pt idx="780">
                  <c:v>1.5229812713584189E-5</c:v>
                </c:pt>
                <c:pt idx="781">
                  <c:v>3.7201605923163797E-6</c:v>
                </c:pt>
                <c:pt idx="782">
                  <c:v>1.8310514658533158E-7</c:v>
                </c:pt>
                <c:pt idx="783">
                  <c:v>1.4963365776168608E-5</c:v>
                </c:pt>
                <c:pt idx="784">
                  <c:v>1.2525654598671523E-4</c:v>
                </c:pt>
                <c:pt idx="785">
                  <c:v>1.1109714297187233E-5</c:v>
                </c:pt>
                <c:pt idx="786">
                  <c:v>1.3380291857847283E-5</c:v>
                </c:pt>
                <c:pt idx="787">
                  <c:v>4.4994270121475521E-6</c:v>
                </c:pt>
                <c:pt idx="788">
                  <c:v>8.3268553652667955E-6</c:v>
                </c:pt>
                <c:pt idx="789">
                  <c:v>1.2994345578789127E-5</c:v>
                </c:pt>
                <c:pt idx="790">
                  <c:v>2.9325519855243652E-5</c:v>
                </c:pt>
                <c:pt idx="791">
                  <c:v>2.5557144466337032E-5</c:v>
                </c:pt>
                <c:pt idx="792">
                  <c:v>8.6876471860877021E-6</c:v>
                </c:pt>
                <c:pt idx="793">
                  <c:v>7.8263941444309688E-7</c:v>
                </c:pt>
                <c:pt idx="794">
                  <c:v>1.5525644199826666E-5</c:v>
                </c:pt>
                <c:pt idx="795">
                  <c:v>8.258630090580905E-6</c:v>
                </c:pt>
                <c:pt idx="796">
                  <c:v>0</c:v>
                </c:pt>
                <c:pt idx="797">
                  <c:v>2.6452651289652611E-5</c:v>
                </c:pt>
                <c:pt idx="798">
                  <c:v>8.0249739239715889E-6</c:v>
                </c:pt>
                <c:pt idx="799">
                  <c:v>1.4894982610408977E-5</c:v>
                </c:pt>
                <c:pt idx="800">
                  <c:v>1.6822052195680486E-5</c:v>
                </c:pt>
                <c:pt idx="801">
                  <c:v>0</c:v>
                </c:pt>
                <c:pt idx="802">
                  <c:v>0</c:v>
                </c:pt>
                <c:pt idx="803">
                  <c:v>1.009326416194695E-5</c:v>
                </c:pt>
                <c:pt idx="804">
                  <c:v>2.2141308716693448E-4</c:v>
                </c:pt>
                <c:pt idx="805">
                  <c:v>4.7496762571067797E-6</c:v>
                </c:pt>
                <c:pt idx="806">
                  <c:v>5.0580003165805915E-6</c:v>
                </c:pt>
                <c:pt idx="807">
                  <c:v>7.4878909513576942E-6</c:v>
                </c:pt>
                <c:pt idx="808">
                  <c:v>6.359386057899423E-6</c:v>
                </c:pt>
                <c:pt idx="809">
                  <c:v>6.3587384767680892E-5</c:v>
                </c:pt>
                <c:pt idx="810">
                  <c:v>2.2740608386517525E-6</c:v>
                </c:pt>
                <c:pt idx="811">
                  <c:v>1.2365448123673021E-5</c:v>
                </c:pt>
                <c:pt idx="812">
                  <c:v>4.3817815904579112E-5</c:v>
                </c:pt>
                <c:pt idx="813">
                  <c:v>6.9548279808637099E-3</c:v>
                </c:pt>
                <c:pt idx="814">
                  <c:v>1.3127335953747308E-7</c:v>
                </c:pt>
                <c:pt idx="815">
                  <c:v>1.0030952481229648E-5</c:v>
                </c:pt>
                <c:pt idx="816">
                  <c:v>0</c:v>
                </c:pt>
                <c:pt idx="817">
                  <c:v>1.8111883087027826E-5</c:v>
                </c:pt>
                <c:pt idx="818">
                  <c:v>1.0498092801379938E-6</c:v>
                </c:pt>
                <c:pt idx="819">
                  <c:v>5.5592682090860321E-5</c:v>
                </c:pt>
                <c:pt idx="820">
                  <c:v>5.3819109632939443E-6</c:v>
                </c:pt>
                <c:pt idx="821">
                  <c:v>5.4775859758000514E-5</c:v>
                </c:pt>
                <c:pt idx="822">
                  <c:v>1.9858065714294346E-5</c:v>
                </c:pt>
                <c:pt idx="823">
                  <c:v>2.976867590020729E-5</c:v>
                </c:pt>
                <c:pt idx="824">
                  <c:v>1.7392543866458481E-4</c:v>
                </c:pt>
                <c:pt idx="825">
                  <c:v>7.0363868101128014E-6</c:v>
                </c:pt>
                <c:pt idx="826">
                  <c:v>5.1319716708105469E-5</c:v>
                </c:pt>
                <c:pt idx="827">
                  <c:v>4.9489738534471527E-5</c:v>
                </c:pt>
                <c:pt idx="828">
                  <c:v>1.4950825720888688E-6</c:v>
                </c:pt>
                <c:pt idx="829">
                  <c:v>5.9593937821773627E-7</c:v>
                </c:pt>
                <c:pt idx="830">
                  <c:v>7.7523716096820712E-5</c:v>
                </c:pt>
                <c:pt idx="831">
                  <c:v>2.5798717921881319E-5</c:v>
                </c:pt>
                <c:pt idx="832">
                  <c:v>2.0028000350603091E-6</c:v>
                </c:pt>
                <c:pt idx="833">
                  <c:v>2.0046799051028985E-5</c:v>
                </c:pt>
                <c:pt idx="834">
                  <c:v>5.9246352716626029E-4</c:v>
                </c:pt>
                <c:pt idx="835">
                  <c:v>3.5893098305657049E-7</c:v>
                </c:pt>
                <c:pt idx="836">
                  <c:v>1.111724678007635E-5</c:v>
                </c:pt>
                <c:pt idx="837">
                  <c:v>7.8932953811573937E-3</c:v>
                </c:pt>
                <c:pt idx="838">
                  <c:v>1.3185649700466022E-5</c:v>
                </c:pt>
                <c:pt idx="839">
                  <c:v>1.7728127980264177E-6</c:v>
                </c:pt>
                <c:pt idx="840">
                  <c:v>1.699824077307197E-5</c:v>
                </c:pt>
                <c:pt idx="841">
                  <c:v>0</c:v>
                </c:pt>
                <c:pt idx="842">
                  <c:v>1.1867978569303451E-5</c:v>
                </c:pt>
                <c:pt idx="843">
                  <c:v>2.0712424017573952E-5</c:v>
                </c:pt>
                <c:pt idx="844">
                  <c:v>2.0538628331506034E-6</c:v>
                </c:pt>
                <c:pt idx="845">
                  <c:v>1.5438364890347365E-5</c:v>
                </c:pt>
                <c:pt idx="846">
                  <c:v>1.9883993790983662E-6</c:v>
                </c:pt>
                <c:pt idx="847">
                  <c:v>0</c:v>
                </c:pt>
                <c:pt idx="848">
                  <c:v>2.5377024715055145E-5</c:v>
                </c:pt>
                <c:pt idx="849">
                  <c:v>1.2070391196802695E-5</c:v>
                </c:pt>
                <c:pt idx="850">
                  <c:v>2.3289389046506805E-6</c:v>
                </c:pt>
                <c:pt idx="851">
                  <c:v>1.0118775572343797E-5</c:v>
                </c:pt>
                <c:pt idx="852">
                  <c:v>3.1385860124850777E-5</c:v>
                </c:pt>
                <c:pt idx="853">
                  <c:v>2.1079459235327592E-6</c:v>
                </c:pt>
                <c:pt idx="854">
                  <c:v>2.3413735088283745E-5</c:v>
                </c:pt>
                <c:pt idx="855">
                  <c:v>2.6606285377310001E-6</c:v>
                </c:pt>
                <c:pt idx="856">
                  <c:v>6.030081348074365E-6</c:v>
                </c:pt>
                <c:pt idx="857">
                  <c:v>1.2806304800119283E-5</c:v>
                </c:pt>
                <c:pt idx="858">
                  <c:v>2.2923020943151351E-5</c:v>
                </c:pt>
                <c:pt idx="859">
                  <c:v>0</c:v>
                </c:pt>
                <c:pt idx="860">
                  <c:v>1.3959730984576803E-5</c:v>
                </c:pt>
                <c:pt idx="861">
                  <c:v>7.7010879684227849E-6</c:v>
                </c:pt>
                <c:pt idx="862">
                  <c:v>5.8494788251522366E-6</c:v>
                </c:pt>
                <c:pt idx="863">
                  <c:v>1.496753990809232E-5</c:v>
                </c:pt>
                <c:pt idx="864">
                  <c:v>7.3089488910711135E-6</c:v>
                </c:pt>
                <c:pt idx="865">
                  <c:v>1.7098467900055169E-5</c:v>
                </c:pt>
                <c:pt idx="866">
                  <c:v>0</c:v>
                </c:pt>
                <c:pt idx="867">
                  <c:v>8.6056329838252127E-7</c:v>
                </c:pt>
                <c:pt idx="868">
                  <c:v>0</c:v>
                </c:pt>
                <c:pt idx="869">
                  <c:v>0</c:v>
                </c:pt>
                <c:pt idx="870">
                  <c:v>1.7862890893100195E-4</c:v>
                </c:pt>
                <c:pt idx="871">
                  <c:v>8.5229730216796226E-6</c:v>
                </c:pt>
                <c:pt idx="872">
                  <c:v>2.8023549305370886E-6</c:v>
                </c:pt>
                <c:pt idx="873">
                  <c:v>3.2212733021686003E-5</c:v>
                </c:pt>
                <c:pt idx="874">
                  <c:v>2.1187460963723122E-7</c:v>
                </c:pt>
                <c:pt idx="875">
                  <c:v>2.8818432354198301E-6</c:v>
                </c:pt>
                <c:pt idx="876">
                  <c:v>2.0622737175814487E-6</c:v>
                </c:pt>
                <c:pt idx="877">
                  <c:v>2.3888018537602834E-6</c:v>
                </c:pt>
                <c:pt idx="878">
                  <c:v>8.1433139751858704E-6</c:v>
                </c:pt>
                <c:pt idx="879">
                  <c:v>9.5299009784986728E-6</c:v>
                </c:pt>
                <c:pt idx="880">
                  <c:v>7.5226592953223646E-5</c:v>
                </c:pt>
                <c:pt idx="881">
                  <c:v>1.331353930060899E-6</c:v>
                </c:pt>
                <c:pt idx="882">
                  <c:v>3.5469686620579623E-5</c:v>
                </c:pt>
                <c:pt idx="883">
                  <c:v>2.6316994839644742E-5</c:v>
                </c:pt>
                <c:pt idx="884">
                  <c:v>2.639726664132881E-5</c:v>
                </c:pt>
                <c:pt idx="885">
                  <c:v>3.5153326612084521E-6</c:v>
                </c:pt>
                <c:pt idx="886">
                  <c:v>2.3058644042713606E-7</c:v>
                </c:pt>
                <c:pt idx="887">
                  <c:v>8.5093333014868265E-5</c:v>
                </c:pt>
                <c:pt idx="888">
                  <c:v>1.8096987482109389E-5</c:v>
                </c:pt>
                <c:pt idx="889">
                  <c:v>4.0946731314162862E-6</c:v>
                </c:pt>
                <c:pt idx="890">
                  <c:v>0</c:v>
                </c:pt>
                <c:pt idx="891">
                  <c:v>1.4114353694630564E-6</c:v>
                </c:pt>
                <c:pt idx="892">
                  <c:v>1.2685572876394761E-5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3.8108224362656039E-5</c:v>
                </c:pt>
                <c:pt idx="897">
                  <c:v>1.6501594440926874E-6</c:v>
                </c:pt>
                <c:pt idx="898">
                  <c:v>1.0275777385608134E-5</c:v>
                </c:pt>
                <c:pt idx="899">
                  <c:v>9.2748826411096402E-5</c:v>
                </c:pt>
                <c:pt idx="900">
                  <c:v>3.3320503799249862E-5</c:v>
                </c:pt>
                <c:pt idx="901">
                  <c:v>2.7195220185115752E-5</c:v>
                </c:pt>
                <c:pt idx="902">
                  <c:v>3.7338654092341841E-5</c:v>
                </c:pt>
                <c:pt idx="903">
                  <c:v>7.6125305037584424E-6</c:v>
                </c:pt>
                <c:pt idx="904">
                  <c:v>6.9063011048942356E-6</c:v>
                </c:pt>
                <c:pt idx="905">
                  <c:v>1.0150109235548263E-7</c:v>
                </c:pt>
                <c:pt idx="906">
                  <c:v>0</c:v>
                </c:pt>
                <c:pt idx="907">
                  <c:v>3.061573740261741E-7</c:v>
                </c:pt>
                <c:pt idx="908">
                  <c:v>1.0632175269115923E-5</c:v>
                </c:pt>
                <c:pt idx="909">
                  <c:v>1.1706697154420063E-4</c:v>
                </c:pt>
                <c:pt idx="910">
                  <c:v>7.097747001271538E-6</c:v>
                </c:pt>
                <c:pt idx="911">
                  <c:v>4.9944780453436112E-5</c:v>
                </c:pt>
                <c:pt idx="912">
                  <c:v>1.0280982669624137E-5</c:v>
                </c:pt>
                <c:pt idx="913">
                  <c:v>1.0581787155500921E-6</c:v>
                </c:pt>
                <c:pt idx="914">
                  <c:v>0</c:v>
                </c:pt>
                <c:pt idx="915">
                  <c:v>1.0204175441647037E-5</c:v>
                </c:pt>
                <c:pt idx="916">
                  <c:v>1.9563970982955107E-5</c:v>
                </c:pt>
                <c:pt idx="917">
                  <c:v>4.9154333352485919E-5</c:v>
                </c:pt>
                <c:pt idx="918">
                  <c:v>2.7179263635024418E-4</c:v>
                </c:pt>
                <c:pt idx="919">
                  <c:v>1.34312911776975E-5</c:v>
                </c:pt>
                <c:pt idx="920">
                  <c:v>0</c:v>
                </c:pt>
                <c:pt idx="921">
                  <c:v>1.802046907593585E-3</c:v>
                </c:pt>
                <c:pt idx="922">
                  <c:v>1.0553394552268671E-5</c:v>
                </c:pt>
                <c:pt idx="923">
                  <c:v>4.5327120133411785E-5</c:v>
                </c:pt>
                <c:pt idx="924">
                  <c:v>2.1964477980877992E-3</c:v>
                </c:pt>
                <c:pt idx="925">
                  <c:v>2.5534121844567316E-5</c:v>
                </c:pt>
                <c:pt idx="926">
                  <c:v>3.0233533945372047E-5</c:v>
                </c:pt>
                <c:pt idx="927">
                  <c:v>8.3486126445888689E-6</c:v>
                </c:pt>
                <c:pt idx="928">
                  <c:v>3.9581004711276902E-6</c:v>
                </c:pt>
                <c:pt idx="929">
                  <c:v>0</c:v>
                </c:pt>
                <c:pt idx="930">
                  <c:v>4.077451787084669E-5</c:v>
                </c:pt>
                <c:pt idx="931">
                  <c:v>3.7601012659431257E-5</c:v>
                </c:pt>
                <c:pt idx="932">
                  <c:v>0</c:v>
                </c:pt>
                <c:pt idx="933">
                  <c:v>6.4869926686479599E-7</c:v>
                </c:pt>
                <c:pt idx="934">
                  <c:v>5.5294875079059619E-5</c:v>
                </c:pt>
                <c:pt idx="935">
                  <c:v>5.7155888357445617E-6</c:v>
                </c:pt>
                <c:pt idx="936">
                  <c:v>0</c:v>
                </c:pt>
                <c:pt idx="937">
                  <c:v>5.2170021182732618E-6</c:v>
                </c:pt>
                <c:pt idx="938">
                  <c:v>0</c:v>
                </c:pt>
                <c:pt idx="939">
                  <c:v>3.162406274627098E-6</c:v>
                </c:pt>
                <c:pt idx="940">
                  <c:v>0</c:v>
                </c:pt>
                <c:pt idx="941">
                  <c:v>9.1794472987196266E-5</c:v>
                </c:pt>
                <c:pt idx="942">
                  <c:v>1.9488668267985977E-6</c:v>
                </c:pt>
                <c:pt idx="943">
                  <c:v>0</c:v>
                </c:pt>
                <c:pt idx="944">
                  <c:v>1.0583119719808653E-5</c:v>
                </c:pt>
                <c:pt idx="945">
                  <c:v>5.4899475315723335E-5</c:v>
                </c:pt>
                <c:pt idx="946">
                  <c:v>3.154973178799756E-6</c:v>
                </c:pt>
                <c:pt idx="947">
                  <c:v>3.4120824737435977E-5</c:v>
                </c:pt>
                <c:pt idx="948">
                  <c:v>1.1532223838760858E-5</c:v>
                </c:pt>
                <c:pt idx="949">
                  <c:v>0</c:v>
                </c:pt>
                <c:pt idx="950">
                  <c:v>5.8725384067996866E-5</c:v>
                </c:pt>
                <c:pt idx="951">
                  <c:v>1.8506895165142795E-5</c:v>
                </c:pt>
                <c:pt idx="952">
                  <c:v>0</c:v>
                </c:pt>
                <c:pt idx="953">
                  <c:v>4.9706979542808089E-6</c:v>
                </c:pt>
                <c:pt idx="954">
                  <c:v>0</c:v>
                </c:pt>
                <c:pt idx="955">
                  <c:v>8.6381628125882482E-4</c:v>
                </c:pt>
                <c:pt idx="956">
                  <c:v>7.8371866925997066E-5</c:v>
                </c:pt>
                <c:pt idx="957">
                  <c:v>3.3460647203631979E-6</c:v>
                </c:pt>
                <c:pt idx="958">
                  <c:v>4.8922607397033513E-6</c:v>
                </c:pt>
                <c:pt idx="959">
                  <c:v>4.9015544306637103E-6</c:v>
                </c:pt>
                <c:pt idx="960">
                  <c:v>2.213689907294654E-7</c:v>
                </c:pt>
                <c:pt idx="961">
                  <c:v>1.9057730240408137E-7</c:v>
                </c:pt>
                <c:pt idx="962">
                  <c:v>2.0970314144352608E-5</c:v>
                </c:pt>
                <c:pt idx="963">
                  <c:v>8.8607304718146086E-7</c:v>
                </c:pt>
                <c:pt idx="964">
                  <c:v>2.7601496935867692E-7</c:v>
                </c:pt>
                <c:pt idx="965">
                  <c:v>2.3391072375248681E-5</c:v>
                </c:pt>
                <c:pt idx="966">
                  <c:v>3.6983461920222865E-5</c:v>
                </c:pt>
                <c:pt idx="967">
                  <c:v>1.1117031651682288E-4</c:v>
                </c:pt>
                <c:pt idx="968">
                  <c:v>3.6076972640317411E-7</c:v>
                </c:pt>
                <c:pt idx="969">
                  <c:v>2.0328802308619805E-5</c:v>
                </c:pt>
                <c:pt idx="970">
                  <c:v>2.2392016718799299E-6</c:v>
                </c:pt>
                <c:pt idx="971">
                  <c:v>7.4307657433233557E-7</c:v>
                </c:pt>
                <c:pt idx="972">
                  <c:v>2.2693033673693691E-6</c:v>
                </c:pt>
                <c:pt idx="973">
                  <c:v>7.7278575992921044E-5</c:v>
                </c:pt>
                <c:pt idx="974">
                  <c:v>0</c:v>
                </c:pt>
                <c:pt idx="975">
                  <c:v>3.2460397881102175E-5</c:v>
                </c:pt>
                <c:pt idx="976">
                  <c:v>1.0255652828283603E-6</c:v>
                </c:pt>
                <c:pt idx="977">
                  <c:v>1.506521282842248E-5</c:v>
                </c:pt>
                <c:pt idx="978">
                  <c:v>1.4146337752453901E-5</c:v>
                </c:pt>
                <c:pt idx="979">
                  <c:v>3.269980274253986E-5</c:v>
                </c:pt>
                <c:pt idx="980">
                  <c:v>3.1400097683282658E-6</c:v>
                </c:pt>
                <c:pt idx="981">
                  <c:v>0</c:v>
                </c:pt>
                <c:pt idx="982">
                  <c:v>3.3223122436646892E-4</c:v>
                </c:pt>
                <c:pt idx="983">
                  <c:v>2.8454709009489691E-5</c:v>
                </c:pt>
                <c:pt idx="984">
                  <c:v>0</c:v>
                </c:pt>
                <c:pt idx="985">
                  <c:v>1.8456942396419254E-5</c:v>
                </c:pt>
                <c:pt idx="986">
                  <c:v>1.1548220784257255E-6</c:v>
                </c:pt>
                <c:pt idx="987">
                  <c:v>1.4410270536383051E-5</c:v>
                </c:pt>
                <c:pt idx="988">
                  <c:v>8.8211052045499977E-7</c:v>
                </c:pt>
                <c:pt idx="989">
                  <c:v>2.0717934949803052E-6</c:v>
                </c:pt>
                <c:pt idx="990">
                  <c:v>0</c:v>
                </c:pt>
                <c:pt idx="991">
                  <c:v>1.7775849846979487E-5</c:v>
                </c:pt>
                <c:pt idx="992">
                  <c:v>3.4980077554878739E-5</c:v>
                </c:pt>
                <c:pt idx="993">
                  <c:v>2.3714340545984414E-6</c:v>
                </c:pt>
                <c:pt idx="994">
                  <c:v>0</c:v>
                </c:pt>
                <c:pt idx="995">
                  <c:v>5.0149645187798714E-6</c:v>
                </c:pt>
                <c:pt idx="996">
                  <c:v>1.8916405386980471E-5</c:v>
                </c:pt>
                <c:pt idx="997">
                  <c:v>1.6986621015291868E-7</c:v>
                </c:pt>
                <c:pt idx="998">
                  <c:v>1.7980929515190308E-7</c:v>
                </c:pt>
                <c:pt idx="999">
                  <c:v>1.0766207149756187E-5</c:v>
                </c:pt>
                <c:pt idx="1000">
                  <c:v>3.2558569209266251E-5</c:v>
                </c:pt>
                <c:pt idx="1001">
                  <c:v>0</c:v>
                </c:pt>
                <c:pt idx="1002">
                  <c:v>0</c:v>
                </c:pt>
                <c:pt idx="1003">
                  <c:v>5.5405868690526334E-6</c:v>
                </c:pt>
                <c:pt idx="1004">
                  <c:v>6.3124125875335189E-6</c:v>
                </c:pt>
                <c:pt idx="1005">
                  <c:v>1.8142785498356704E-5</c:v>
                </c:pt>
                <c:pt idx="1006">
                  <c:v>8.3347987961181845E-5</c:v>
                </c:pt>
                <c:pt idx="1007">
                  <c:v>0</c:v>
                </c:pt>
                <c:pt idx="1008">
                  <c:v>0</c:v>
                </c:pt>
                <c:pt idx="1009">
                  <c:v>1.331579893815329E-6</c:v>
                </c:pt>
                <c:pt idx="1010">
                  <c:v>0</c:v>
                </c:pt>
                <c:pt idx="1011">
                  <c:v>6.3340354260886992E-7</c:v>
                </c:pt>
                <c:pt idx="1012">
                  <c:v>7.9135767551461799E-7</c:v>
                </c:pt>
                <c:pt idx="1013">
                  <c:v>7.5301252845242922E-6</c:v>
                </c:pt>
                <c:pt idx="1014">
                  <c:v>1.3386421359025486E-5</c:v>
                </c:pt>
                <c:pt idx="1015">
                  <c:v>1.9818503288437238E-5</c:v>
                </c:pt>
                <c:pt idx="1016">
                  <c:v>2.9359226098785679E-3</c:v>
                </c:pt>
                <c:pt idx="1017">
                  <c:v>4.766683664626249E-5</c:v>
                </c:pt>
                <c:pt idx="1018">
                  <c:v>1.3330364046015264E-4</c:v>
                </c:pt>
                <c:pt idx="1019">
                  <c:v>8.8638849975377707E-6</c:v>
                </c:pt>
                <c:pt idx="1020">
                  <c:v>3.4894072074538991E-6</c:v>
                </c:pt>
                <c:pt idx="1021">
                  <c:v>0</c:v>
                </c:pt>
                <c:pt idx="1022">
                  <c:v>9.7551295336845079E-6</c:v>
                </c:pt>
                <c:pt idx="1023">
                  <c:v>9.1694707261773649E-5</c:v>
                </c:pt>
                <c:pt idx="1024">
                  <c:v>1.7515567794013396E-4</c:v>
                </c:pt>
                <c:pt idx="1025">
                  <c:v>1.2366330970921332E-7</c:v>
                </c:pt>
                <c:pt idx="1026">
                  <c:v>1.4191025501425354E-6</c:v>
                </c:pt>
                <c:pt idx="1027">
                  <c:v>0</c:v>
                </c:pt>
                <c:pt idx="1028">
                  <c:v>1.8007580974626821E-5</c:v>
                </c:pt>
                <c:pt idx="1029">
                  <c:v>0</c:v>
                </c:pt>
                <c:pt idx="1030">
                  <c:v>2.4372379960766412E-4</c:v>
                </c:pt>
                <c:pt idx="1031">
                  <c:v>9.7877409844972739E-7</c:v>
                </c:pt>
                <c:pt idx="1032">
                  <c:v>1.1525003345498589E-5</c:v>
                </c:pt>
                <c:pt idx="1033">
                  <c:v>4.3202144871232494E-5</c:v>
                </c:pt>
                <c:pt idx="1034">
                  <c:v>1.0148375514958996E-4</c:v>
                </c:pt>
                <c:pt idx="1035">
                  <c:v>2.5831040158622786E-5</c:v>
                </c:pt>
                <c:pt idx="1036">
                  <c:v>7.8993501770131163E-5</c:v>
                </c:pt>
                <c:pt idx="1037">
                  <c:v>6.2212981228687608E-6</c:v>
                </c:pt>
                <c:pt idx="1038">
                  <c:v>6.4524881145645605E-6</c:v>
                </c:pt>
                <c:pt idx="1039">
                  <c:v>6.3728476494952921E-6</c:v>
                </c:pt>
                <c:pt idx="1040">
                  <c:v>2.1327400307546911E-5</c:v>
                </c:pt>
                <c:pt idx="1041">
                  <c:v>4.2501516959281467E-6</c:v>
                </c:pt>
                <c:pt idx="1042">
                  <c:v>5.5931007251975046E-5</c:v>
                </c:pt>
                <c:pt idx="1043">
                  <c:v>7.4875079803035007E-5</c:v>
                </c:pt>
                <c:pt idx="1044">
                  <c:v>0</c:v>
                </c:pt>
                <c:pt idx="1045">
                  <c:v>7.4610459283968203E-5</c:v>
                </c:pt>
                <c:pt idx="1046">
                  <c:v>1.99678620637808E-5</c:v>
                </c:pt>
                <c:pt idx="1047">
                  <c:v>1.2311571822894461E-5</c:v>
                </c:pt>
                <c:pt idx="1048">
                  <c:v>7.2591160327919964E-5</c:v>
                </c:pt>
                <c:pt idx="1049">
                  <c:v>2.2896002145657813E-5</c:v>
                </c:pt>
                <c:pt idx="1050">
                  <c:v>3.6030114555405656E-6</c:v>
                </c:pt>
                <c:pt idx="1051">
                  <c:v>1.0119725290489845E-6</c:v>
                </c:pt>
                <c:pt idx="1052">
                  <c:v>6.9752110238219349E-6</c:v>
                </c:pt>
                <c:pt idx="1053">
                  <c:v>1.3502555423365973E-5</c:v>
                </c:pt>
                <c:pt idx="1054">
                  <c:v>5.2541714357882103E-5</c:v>
                </c:pt>
                <c:pt idx="1055">
                  <c:v>1.1601738414090769E-5</c:v>
                </c:pt>
                <c:pt idx="1056">
                  <c:v>1.5680712548339995E-5</c:v>
                </c:pt>
                <c:pt idx="1057">
                  <c:v>0</c:v>
                </c:pt>
                <c:pt idx="1058">
                  <c:v>2.1918396171807492E-6</c:v>
                </c:pt>
                <c:pt idx="1059">
                  <c:v>8.2904803279947425E-7</c:v>
                </c:pt>
                <c:pt idx="1060">
                  <c:v>1.0187332222569405E-5</c:v>
                </c:pt>
                <c:pt idx="1061">
                  <c:v>8.4966260716728842E-6</c:v>
                </c:pt>
                <c:pt idx="1062">
                  <c:v>8.7912720605393081E-4</c:v>
                </c:pt>
                <c:pt idx="1063">
                  <c:v>2.8558955920549565E-6</c:v>
                </c:pt>
                <c:pt idx="1064">
                  <c:v>8.6904055313621461E-6</c:v>
                </c:pt>
                <c:pt idx="1065">
                  <c:v>4.4982407694215021E-5</c:v>
                </c:pt>
                <c:pt idx="1066">
                  <c:v>1.2765563365654453E-5</c:v>
                </c:pt>
                <c:pt idx="1067">
                  <c:v>3.9356710938796119E-4</c:v>
                </c:pt>
                <c:pt idx="1068">
                  <c:v>1.3637159731891403E-6</c:v>
                </c:pt>
                <c:pt idx="1069">
                  <c:v>0</c:v>
                </c:pt>
                <c:pt idx="1070">
                  <c:v>3.0369923122547092E-5</c:v>
                </c:pt>
                <c:pt idx="1071">
                  <c:v>4.3793128293557322E-5</c:v>
                </c:pt>
                <c:pt idx="1072">
                  <c:v>4.3220469142641173E-7</c:v>
                </c:pt>
                <c:pt idx="1073">
                  <c:v>3.1126829895214315E-7</c:v>
                </c:pt>
                <c:pt idx="1074">
                  <c:v>1.5768670235205949E-6</c:v>
                </c:pt>
                <c:pt idx="1075">
                  <c:v>5.8705874145082722E-5</c:v>
                </c:pt>
                <c:pt idx="1076">
                  <c:v>4.5527063931840582E-5</c:v>
                </c:pt>
                <c:pt idx="1077">
                  <c:v>1.3528708245014766E-5</c:v>
                </c:pt>
                <c:pt idx="1078">
                  <c:v>0</c:v>
                </c:pt>
                <c:pt idx="1079">
                  <c:v>1.3963085991454098E-5</c:v>
                </c:pt>
                <c:pt idx="1080">
                  <c:v>1.8289882638749455E-6</c:v>
                </c:pt>
                <c:pt idx="1081">
                  <c:v>2.5418638272815636E-5</c:v>
                </c:pt>
                <c:pt idx="1082">
                  <c:v>8.1689324628528428E-6</c:v>
                </c:pt>
                <c:pt idx="1083">
                  <c:v>1.6515969699853074E-6</c:v>
                </c:pt>
                <c:pt idx="1084">
                  <c:v>0</c:v>
                </c:pt>
                <c:pt idx="1085">
                  <c:v>2.0917139081178373E-4</c:v>
                </c:pt>
                <c:pt idx="1086">
                  <c:v>1.3096807265482796E-5</c:v>
                </c:pt>
                <c:pt idx="1087">
                  <c:v>1.5052464024842441E-5</c:v>
                </c:pt>
                <c:pt idx="1088">
                  <c:v>4.0784977528799405E-6</c:v>
                </c:pt>
                <c:pt idx="1089">
                  <c:v>1.013263512157506E-5</c:v>
                </c:pt>
                <c:pt idx="1090">
                  <c:v>8.420056944041927E-6</c:v>
                </c:pt>
                <c:pt idx="1091">
                  <c:v>1.4642816235459184E-7</c:v>
                </c:pt>
                <c:pt idx="1092">
                  <c:v>4.0080500215241466E-7</c:v>
                </c:pt>
                <c:pt idx="1093">
                  <c:v>1.2722678293493893E-5</c:v>
                </c:pt>
                <c:pt idx="1094">
                  <c:v>1.0369231890773521E-5</c:v>
                </c:pt>
                <c:pt idx="1095">
                  <c:v>4.8659585105790903E-6</c:v>
                </c:pt>
                <c:pt idx="1096">
                  <c:v>7.351559008483353E-6</c:v>
                </c:pt>
                <c:pt idx="1097">
                  <c:v>1.5931256206199501E-3</c:v>
                </c:pt>
                <c:pt idx="1098">
                  <c:v>3.3012030013793956E-5</c:v>
                </c:pt>
                <c:pt idx="1099">
                  <c:v>3.9994227680763039E-4</c:v>
                </c:pt>
                <c:pt idx="1100">
                  <c:v>1.9587275593069166E-5</c:v>
                </c:pt>
                <c:pt idx="1101">
                  <c:v>1.4900886191267791E-5</c:v>
                </c:pt>
                <c:pt idx="1102">
                  <c:v>1.2350059482801731E-6</c:v>
                </c:pt>
                <c:pt idx="1103">
                  <c:v>0</c:v>
                </c:pt>
                <c:pt idx="1104">
                  <c:v>1.9170549469679166E-5</c:v>
                </c:pt>
                <c:pt idx="1105">
                  <c:v>1.5002699295395678E-5</c:v>
                </c:pt>
                <c:pt idx="1106">
                  <c:v>2.8557890379929424E-5</c:v>
                </c:pt>
                <c:pt idx="1107">
                  <c:v>7.8792630144990252E-5</c:v>
                </c:pt>
                <c:pt idx="1108">
                  <c:v>1.1961875350960761E-5</c:v>
                </c:pt>
                <c:pt idx="1109">
                  <c:v>0</c:v>
                </c:pt>
                <c:pt idx="1110">
                  <c:v>2.5181041567601505E-5</c:v>
                </c:pt>
                <c:pt idx="1111">
                  <c:v>2.2347726683165127E-7</c:v>
                </c:pt>
                <c:pt idx="1112">
                  <c:v>1.4604011149662952E-5</c:v>
                </c:pt>
                <c:pt idx="1113">
                  <c:v>0</c:v>
                </c:pt>
                <c:pt idx="1114">
                  <c:v>0</c:v>
                </c:pt>
                <c:pt idx="1115">
                  <c:v>1.511471550525022E-5</c:v>
                </c:pt>
                <c:pt idx="1116">
                  <c:v>1.6614762153076444E-6</c:v>
                </c:pt>
                <c:pt idx="1117">
                  <c:v>9.3081194557007781E-6</c:v>
                </c:pt>
                <c:pt idx="1118">
                  <c:v>4.0696486262234633E-6</c:v>
                </c:pt>
                <c:pt idx="1119">
                  <c:v>1.8616582838765023E-5</c:v>
                </c:pt>
                <c:pt idx="1120">
                  <c:v>2.4050923533211811E-5</c:v>
                </c:pt>
                <c:pt idx="1121">
                  <c:v>2.3558492331678883E-7</c:v>
                </c:pt>
                <c:pt idx="1122">
                  <c:v>3.393142903809824E-4</c:v>
                </c:pt>
                <c:pt idx="1123">
                  <c:v>3.8629565520550832E-7</c:v>
                </c:pt>
                <c:pt idx="1124">
                  <c:v>0</c:v>
                </c:pt>
                <c:pt idx="1125">
                  <c:v>1.2064325458778067E-7</c:v>
                </c:pt>
                <c:pt idx="1126">
                  <c:v>1.9474782585123373E-5</c:v>
                </c:pt>
                <c:pt idx="1127">
                  <c:v>4.7252918374464889E-5</c:v>
                </c:pt>
                <c:pt idx="1128">
                  <c:v>0</c:v>
                </c:pt>
                <c:pt idx="1129">
                  <c:v>0</c:v>
                </c:pt>
                <c:pt idx="1130">
                  <c:v>2.8501839547847434E-5</c:v>
                </c:pt>
                <c:pt idx="1131">
                  <c:v>0</c:v>
                </c:pt>
                <c:pt idx="1132">
                  <c:v>1.7215221202605055E-5</c:v>
                </c:pt>
                <c:pt idx="1133">
                  <c:v>0</c:v>
                </c:pt>
                <c:pt idx="1134">
                  <c:v>2.51279091843368E-5</c:v>
                </c:pt>
                <c:pt idx="1135">
                  <c:v>5.9827849696932432E-5</c:v>
                </c:pt>
                <c:pt idx="1136">
                  <c:v>1.620612122059742E-5</c:v>
                </c:pt>
                <c:pt idx="1137">
                  <c:v>2.6086057307966223E-6</c:v>
                </c:pt>
                <c:pt idx="1138">
                  <c:v>1.0618342858923218E-5</c:v>
                </c:pt>
                <c:pt idx="1139">
                  <c:v>9.2792013758780263E-5</c:v>
                </c:pt>
                <c:pt idx="1140">
                  <c:v>2.1366986035556135E-5</c:v>
                </c:pt>
                <c:pt idx="1141">
                  <c:v>4.6981355370760945E-6</c:v>
                </c:pt>
                <c:pt idx="1142">
                  <c:v>0</c:v>
                </c:pt>
                <c:pt idx="1143">
                  <c:v>0</c:v>
                </c:pt>
                <c:pt idx="1144">
                  <c:v>2.0931829470689867E-5</c:v>
                </c:pt>
                <c:pt idx="1145">
                  <c:v>1.2000471300364092E-5</c:v>
                </c:pt>
                <c:pt idx="1146">
                  <c:v>8.4460485323995518E-6</c:v>
                </c:pt>
                <c:pt idx="1147">
                  <c:v>5.741993078704665E-7</c:v>
                </c:pt>
                <c:pt idx="1148">
                  <c:v>0</c:v>
                </c:pt>
                <c:pt idx="1149">
                  <c:v>6.7665993378532153E-5</c:v>
                </c:pt>
                <c:pt idx="1150">
                  <c:v>0</c:v>
                </c:pt>
                <c:pt idx="1151">
                  <c:v>2.8121077020087108E-6</c:v>
                </c:pt>
                <c:pt idx="1152">
                  <c:v>1.4916016446436002E-5</c:v>
                </c:pt>
                <c:pt idx="1153">
                  <c:v>8.4294584418382423E-7</c:v>
                </c:pt>
                <c:pt idx="1154">
                  <c:v>1.458970808285435E-6</c:v>
                </c:pt>
                <c:pt idx="1155">
                  <c:v>1.1880672210605818E-5</c:v>
                </c:pt>
                <c:pt idx="1156">
                  <c:v>8.9782339271894235E-6</c:v>
                </c:pt>
                <c:pt idx="1157">
                  <c:v>5.3371407650231405E-4</c:v>
                </c:pt>
                <c:pt idx="1158">
                  <c:v>0</c:v>
                </c:pt>
                <c:pt idx="1159">
                  <c:v>3.7424512639517133E-5</c:v>
                </c:pt>
                <c:pt idx="1160">
                  <c:v>0</c:v>
                </c:pt>
                <c:pt idx="1161">
                  <c:v>4.599892625884148E-5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6.2997677223708808E-6</c:v>
                </c:pt>
                <c:pt idx="1167">
                  <c:v>0</c:v>
                </c:pt>
                <c:pt idx="1168">
                  <c:v>3.9096083616338838E-6</c:v>
                </c:pt>
                <c:pt idx="1169">
                  <c:v>5.494838748724941E-5</c:v>
                </c:pt>
                <c:pt idx="1170">
                  <c:v>3.7654583746946688E-6</c:v>
                </c:pt>
                <c:pt idx="1171">
                  <c:v>3.4007410170033673E-6</c:v>
                </c:pt>
                <c:pt idx="1172">
                  <c:v>2.673569751842426E-5</c:v>
                </c:pt>
                <c:pt idx="1173">
                  <c:v>8.916246845572393E-5</c:v>
                </c:pt>
                <c:pt idx="1174">
                  <c:v>4.0493249525987424E-5</c:v>
                </c:pt>
                <c:pt idx="1175">
                  <c:v>4.4855652123915474E-7</c:v>
                </c:pt>
                <c:pt idx="1176">
                  <c:v>1.6255437051076861E-5</c:v>
                </c:pt>
                <c:pt idx="1177">
                  <c:v>4.3568920629766154E-5</c:v>
                </c:pt>
                <c:pt idx="1178">
                  <c:v>1.1700854618872394E-5</c:v>
                </c:pt>
                <c:pt idx="1179">
                  <c:v>4.1980892731921732E-4</c:v>
                </c:pt>
                <c:pt idx="1180">
                  <c:v>0</c:v>
                </c:pt>
                <c:pt idx="1181">
                  <c:v>4.0960444120689878E-5</c:v>
                </c:pt>
                <c:pt idx="1182">
                  <c:v>4.7374806466193728E-6</c:v>
                </c:pt>
                <c:pt idx="1183">
                  <c:v>8.7052157649081526E-5</c:v>
                </c:pt>
                <c:pt idx="1184">
                  <c:v>4.3353924847539674E-5</c:v>
                </c:pt>
                <c:pt idx="1185">
                  <c:v>1.9764430089686448E-6</c:v>
                </c:pt>
                <c:pt idx="1186">
                  <c:v>4.1741051188650052E-5</c:v>
                </c:pt>
                <c:pt idx="1187">
                  <c:v>1.0599517192654282E-4</c:v>
                </c:pt>
                <c:pt idx="1188">
                  <c:v>3.0943474607221848E-5</c:v>
                </c:pt>
                <c:pt idx="1189">
                  <c:v>2.4857470862292491E-5</c:v>
                </c:pt>
                <c:pt idx="1190">
                  <c:v>5.6010602991791746E-5</c:v>
                </c:pt>
                <c:pt idx="1191">
                  <c:v>1.0049457083778287E-5</c:v>
                </c:pt>
                <c:pt idx="1192">
                  <c:v>1.0750870437424243E-4</c:v>
                </c:pt>
                <c:pt idx="1193">
                  <c:v>0</c:v>
                </c:pt>
                <c:pt idx="1194">
                  <c:v>2.6779016282252023E-7</c:v>
                </c:pt>
                <c:pt idx="1195">
                  <c:v>0</c:v>
                </c:pt>
                <c:pt idx="1196">
                  <c:v>4.4638117350515109E-6</c:v>
                </c:pt>
                <c:pt idx="1197">
                  <c:v>4.4242000682735372E-6</c:v>
                </c:pt>
                <c:pt idx="1198">
                  <c:v>0</c:v>
                </c:pt>
                <c:pt idx="1199">
                  <c:v>0</c:v>
                </c:pt>
                <c:pt idx="1200">
                  <c:v>6.4298555629608797E-5</c:v>
                </c:pt>
                <c:pt idx="1201">
                  <c:v>0</c:v>
                </c:pt>
                <c:pt idx="1202">
                  <c:v>1.1982845002043338E-5</c:v>
                </c:pt>
                <c:pt idx="1203">
                  <c:v>0</c:v>
                </c:pt>
                <c:pt idx="1204">
                  <c:v>1.2120691581789263E-5</c:v>
                </c:pt>
                <c:pt idx="1205">
                  <c:v>4.1964420184024497E-5</c:v>
                </c:pt>
                <c:pt idx="1206">
                  <c:v>2.2902447733139691E-7</c:v>
                </c:pt>
                <c:pt idx="1207">
                  <c:v>1.922318269053988E-5</c:v>
                </c:pt>
                <c:pt idx="1208">
                  <c:v>0</c:v>
                </c:pt>
                <c:pt idx="1209">
                  <c:v>1.6341034645010654E-5</c:v>
                </c:pt>
                <c:pt idx="1210">
                  <c:v>0</c:v>
                </c:pt>
                <c:pt idx="1211">
                  <c:v>3.1677824496204575E-5</c:v>
                </c:pt>
                <c:pt idx="1212">
                  <c:v>7.9354110406113711E-6</c:v>
                </c:pt>
                <c:pt idx="1213">
                  <c:v>0</c:v>
                </c:pt>
                <c:pt idx="1214">
                  <c:v>7.9348601216878023E-6</c:v>
                </c:pt>
                <c:pt idx="1215">
                  <c:v>0</c:v>
                </c:pt>
                <c:pt idx="1216">
                  <c:v>3.6395062593076644E-6</c:v>
                </c:pt>
                <c:pt idx="1217">
                  <c:v>8.215356855080394E-7</c:v>
                </c:pt>
                <c:pt idx="1218">
                  <c:v>2.792943870413189E-5</c:v>
                </c:pt>
                <c:pt idx="1219">
                  <c:v>2.8025504199149401E-5</c:v>
                </c:pt>
                <c:pt idx="1220">
                  <c:v>5.9257227608356918E-5</c:v>
                </c:pt>
                <c:pt idx="1221">
                  <c:v>1.9760095172482822E-6</c:v>
                </c:pt>
                <c:pt idx="1222">
                  <c:v>0</c:v>
                </c:pt>
                <c:pt idx="1223">
                  <c:v>5.6135330210802824E-5</c:v>
                </c:pt>
                <c:pt idx="1224">
                  <c:v>1.0759463958828773E-5</c:v>
                </c:pt>
                <c:pt idx="1225">
                  <c:v>4.3225659468143371E-4</c:v>
                </c:pt>
                <c:pt idx="1226">
                  <c:v>3.5424989281890292E-5</c:v>
                </c:pt>
                <c:pt idx="1227">
                  <c:v>5.9883462947974785E-6</c:v>
                </c:pt>
                <c:pt idx="1228">
                  <c:v>0</c:v>
                </c:pt>
                <c:pt idx="1229">
                  <c:v>1.3862102215111979E-5</c:v>
                </c:pt>
                <c:pt idx="1230">
                  <c:v>1.0316459249271723E-5</c:v>
                </c:pt>
                <c:pt idx="1231">
                  <c:v>2.9208873778823414E-5</c:v>
                </c:pt>
                <c:pt idx="1232">
                  <c:v>1.2285955240520166E-5</c:v>
                </c:pt>
                <c:pt idx="1233">
                  <c:v>0</c:v>
                </c:pt>
                <c:pt idx="1234">
                  <c:v>1.1854696010962586E-5</c:v>
                </c:pt>
                <c:pt idx="1235">
                  <c:v>0</c:v>
                </c:pt>
                <c:pt idx="1236">
                  <c:v>1.5463344908301402E-6</c:v>
                </c:pt>
                <c:pt idx="1237">
                  <c:v>5.2286849542783578E-6</c:v>
                </c:pt>
                <c:pt idx="1238">
                  <c:v>3.5737943869318201E-5</c:v>
                </c:pt>
                <c:pt idx="1239">
                  <c:v>1.2041109951160149E-7</c:v>
                </c:pt>
                <c:pt idx="1240">
                  <c:v>7.0127179617369211E-5</c:v>
                </c:pt>
                <c:pt idx="1241">
                  <c:v>1.5493544369326382E-5</c:v>
                </c:pt>
                <c:pt idx="1242">
                  <c:v>0</c:v>
                </c:pt>
                <c:pt idx="1243">
                  <c:v>2.4144850158919766E-5</c:v>
                </c:pt>
                <c:pt idx="1244">
                  <c:v>9.6857518348757889E-6</c:v>
                </c:pt>
                <c:pt idx="1245">
                  <c:v>6.0825618535147866E-5</c:v>
                </c:pt>
                <c:pt idx="1246">
                  <c:v>1.2790293105564069E-5</c:v>
                </c:pt>
                <c:pt idx="1247">
                  <c:v>7.7289994709767434E-5</c:v>
                </c:pt>
                <c:pt idx="1248">
                  <c:v>8.2921799500917023E-5</c:v>
                </c:pt>
                <c:pt idx="1249">
                  <c:v>0</c:v>
                </c:pt>
                <c:pt idx="1250">
                  <c:v>7.6789969427053572E-6</c:v>
                </c:pt>
                <c:pt idx="1251">
                  <c:v>6.2111038611855414E-5</c:v>
                </c:pt>
                <c:pt idx="1252">
                  <c:v>5.2852823748561497E-5</c:v>
                </c:pt>
                <c:pt idx="1253">
                  <c:v>8.8569956122377464E-5</c:v>
                </c:pt>
                <c:pt idx="1254">
                  <c:v>9.8851237366838745E-4</c:v>
                </c:pt>
                <c:pt idx="1255">
                  <c:v>2.2678241540916648E-4</c:v>
                </c:pt>
                <c:pt idx="1256">
                  <c:v>6.2434090086628447E-6</c:v>
                </c:pt>
                <c:pt idx="1257">
                  <c:v>1.0474418066287469E-5</c:v>
                </c:pt>
                <c:pt idx="1258">
                  <c:v>2.0944061177415399E-5</c:v>
                </c:pt>
                <c:pt idx="1259">
                  <c:v>1.3892208103426981E-5</c:v>
                </c:pt>
                <c:pt idx="1260">
                  <c:v>0</c:v>
                </c:pt>
                <c:pt idx="1261">
                  <c:v>1.7148534192791763E-5</c:v>
                </c:pt>
                <c:pt idx="1262">
                  <c:v>8.8711735033423787E-5</c:v>
                </c:pt>
                <c:pt idx="1263">
                  <c:v>1.1393989767126112E-5</c:v>
                </c:pt>
                <c:pt idx="1264">
                  <c:v>5.4985368029268534E-6</c:v>
                </c:pt>
                <c:pt idx="1265">
                  <c:v>2.2514697133579096E-5</c:v>
                </c:pt>
                <c:pt idx="1266">
                  <c:v>1.387201690615374E-5</c:v>
                </c:pt>
                <c:pt idx="1267">
                  <c:v>0</c:v>
                </c:pt>
                <c:pt idx="1268">
                  <c:v>0</c:v>
                </c:pt>
                <c:pt idx="1269">
                  <c:v>1.3770167612506489E-5</c:v>
                </c:pt>
                <c:pt idx="1270">
                  <c:v>6.7167818566079478E-5</c:v>
                </c:pt>
                <c:pt idx="1271">
                  <c:v>7.6818372531746677E-6</c:v>
                </c:pt>
                <c:pt idx="1272">
                  <c:v>8.5660963601808063E-6</c:v>
                </c:pt>
                <c:pt idx="1273">
                  <c:v>0</c:v>
                </c:pt>
                <c:pt idx="1274">
                  <c:v>2.5503386236715129E-6</c:v>
                </c:pt>
                <c:pt idx="1275">
                  <c:v>2.2441531043561742E-5</c:v>
                </c:pt>
                <c:pt idx="1276">
                  <c:v>9.3262245500441271E-6</c:v>
                </c:pt>
                <c:pt idx="1277">
                  <c:v>1.5126714028385872E-5</c:v>
                </c:pt>
                <c:pt idx="1278">
                  <c:v>9.9756660578965501E-7</c:v>
                </c:pt>
                <c:pt idx="1279">
                  <c:v>6.2523015439988488E-6</c:v>
                </c:pt>
                <c:pt idx="1280">
                  <c:v>6.7430544671613594E-5</c:v>
                </c:pt>
                <c:pt idx="1281">
                  <c:v>9.2908831144305898E-5</c:v>
                </c:pt>
                <c:pt idx="1282">
                  <c:v>4.745203263159486E-5</c:v>
                </c:pt>
                <c:pt idx="1283">
                  <c:v>1.5750001334245303E-6</c:v>
                </c:pt>
                <c:pt idx="1284">
                  <c:v>1.7821678220176191E-4</c:v>
                </c:pt>
                <c:pt idx="1285">
                  <c:v>1.5821138053715808E-5</c:v>
                </c:pt>
                <c:pt idx="1286">
                  <c:v>3.2652791757337375E-6</c:v>
                </c:pt>
                <c:pt idx="1287">
                  <c:v>5.5136379769439284E-7</c:v>
                </c:pt>
                <c:pt idx="1288">
                  <c:v>1.0955750100995381E-5</c:v>
                </c:pt>
                <c:pt idx="1289">
                  <c:v>2.205013965475634E-5</c:v>
                </c:pt>
                <c:pt idx="1290">
                  <c:v>1.9068173357787008E-4</c:v>
                </c:pt>
                <c:pt idx="1291">
                  <c:v>4.9992251435043098E-7</c:v>
                </c:pt>
                <c:pt idx="1292">
                  <c:v>1.9482175471455174E-5</c:v>
                </c:pt>
                <c:pt idx="1293">
                  <c:v>4.6615380077361233E-5</c:v>
                </c:pt>
                <c:pt idx="1294">
                  <c:v>1.1338449875158163E-5</c:v>
                </c:pt>
                <c:pt idx="1295">
                  <c:v>2.0298985333715791E-5</c:v>
                </c:pt>
                <c:pt idx="1296">
                  <c:v>2.2134888342903892E-5</c:v>
                </c:pt>
                <c:pt idx="1297">
                  <c:v>0</c:v>
                </c:pt>
                <c:pt idx="1298">
                  <c:v>0</c:v>
                </c:pt>
                <c:pt idx="1299">
                  <c:v>1.0668320253315978E-5</c:v>
                </c:pt>
                <c:pt idx="1300">
                  <c:v>1.4223750131951771E-5</c:v>
                </c:pt>
                <c:pt idx="1301">
                  <c:v>6.0814121504672125E-6</c:v>
                </c:pt>
                <c:pt idx="1302">
                  <c:v>4.0045023780769575E-6</c:v>
                </c:pt>
                <c:pt idx="1303">
                  <c:v>1.3539669258211013E-5</c:v>
                </c:pt>
                <c:pt idx="1304">
                  <c:v>9.1517164338586981E-6</c:v>
                </c:pt>
                <c:pt idx="1305">
                  <c:v>9.4701854461238762E-4</c:v>
                </c:pt>
                <c:pt idx="1306">
                  <c:v>1.5918827166851845E-5</c:v>
                </c:pt>
                <c:pt idx="1307">
                  <c:v>3.3832126572488051E-4</c:v>
                </c:pt>
                <c:pt idx="1308">
                  <c:v>1.58169128191501E-5</c:v>
                </c:pt>
                <c:pt idx="1309">
                  <c:v>2.0221565890626896E-6</c:v>
                </c:pt>
                <c:pt idx="1310">
                  <c:v>1.3451636584803702E-5</c:v>
                </c:pt>
                <c:pt idx="1311">
                  <c:v>1.7386922917585345E-5</c:v>
                </c:pt>
                <c:pt idx="1312">
                  <c:v>2.6105745145173461E-5</c:v>
                </c:pt>
                <c:pt idx="1313">
                  <c:v>1.2036734766713825E-5</c:v>
                </c:pt>
                <c:pt idx="1314">
                  <c:v>9.8394014366913041E-6</c:v>
                </c:pt>
                <c:pt idx="1315">
                  <c:v>7.0743566002267824E-5</c:v>
                </c:pt>
                <c:pt idx="1316">
                  <c:v>2.8957828099861281E-7</c:v>
                </c:pt>
                <c:pt idx="1317">
                  <c:v>8.649513974873219E-6</c:v>
                </c:pt>
                <c:pt idx="1318">
                  <c:v>1.9404013644949288E-4</c:v>
                </c:pt>
                <c:pt idx="1319">
                  <c:v>1.1364608933308603E-6</c:v>
                </c:pt>
                <c:pt idx="1320">
                  <c:v>1.2391786783728141E-5</c:v>
                </c:pt>
                <c:pt idx="1321">
                  <c:v>3.0734285026773126E-5</c:v>
                </c:pt>
                <c:pt idx="1322">
                  <c:v>6.0260313432881448E-6</c:v>
                </c:pt>
                <c:pt idx="1323">
                  <c:v>1.1328325930045901E-4</c:v>
                </c:pt>
                <c:pt idx="1324">
                  <c:v>9.9477896014007242E-6</c:v>
                </c:pt>
                <c:pt idx="1325">
                  <c:v>8.5674546807918545E-4</c:v>
                </c:pt>
                <c:pt idx="1326">
                  <c:v>4.4706125725614527E-6</c:v>
                </c:pt>
                <c:pt idx="1327">
                  <c:v>2.9624025018598617E-7</c:v>
                </c:pt>
                <c:pt idx="1328">
                  <c:v>5.9315236081216432E-6</c:v>
                </c:pt>
                <c:pt idx="1329">
                  <c:v>3.0267743740719771E-5</c:v>
                </c:pt>
                <c:pt idx="1330">
                  <c:v>8.6867609504204851E-8</c:v>
                </c:pt>
                <c:pt idx="1331">
                  <c:v>4.5941360909041524E-4</c:v>
                </c:pt>
                <c:pt idx="1332">
                  <c:v>1.3598814962310429E-5</c:v>
                </c:pt>
                <c:pt idx="1333">
                  <c:v>1.8404755148696095E-3</c:v>
                </c:pt>
                <c:pt idx="1334">
                  <c:v>1.7660472315538408E-6</c:v>
                </c:pt>
                <c:pt idx="1335">
                  <c:v>0</c:v>
                </c:pt>
                <c:pt idx="1336">
                  <c:v>3.9593354225758696E-5</c:v>
                </c:pt>
                <c:pt idx="1337">
                  <c:v>9.4131269935484163E-6</c:v>
                </c:pt>
                <c:pt idx="1338">
                  <c:v>1.3083385490630958E-5</c:v>
                </c:pt>
                <c:pt idx="1339">
                  <c:v>2.182801210913797E-7</c:v>
                </c:pt>
                <c:pt idx="1340">
                  <c:v>6.6332474960631323E-7</c:v>
                </c:pt>
                <c:pt idx="1341">
                  <c:v>1.3964128084839386E-5</c:v>
                </c:pt>
                <c:pt idx="1342">
                  <c:v>1.8165702676771881E-5</c:v>
                </c:pt>
                <c:pt idx="1343">
                  <c:v>8.5686488969785983E-6</c:v>
                </c:pt>
                <c:pt idx="1344">
                  <c:v>0</c:v>
                </c:pt>
                <c:pt idx="1345">
                  <c:v>3.8674942518621417E-6</c:v>
                </c:pt>
                <c:pt idx="1346">
                  <c:v>5.8870685818338423E-6</c:v>
                </c:pt>
                <c:pt idx="1347">
                  <c:v>9.1999446260840745E-6</c:v>
                </c:pt>
                <c:pt idx="1348">
                  <c:v>4.3497000928891858E-5</c:v>
                </c:pt>
                <c:pt idx="1349">
                  <c:v>6.6556122627720126E-7</c:v>
                </c:pt>
                <c:pt idx="1350">
                  <c:v>2.4784242168052398E-5</c:v>
                </c:pt>
                <c:pt idx="1351">
                  <c:v>8.9050545030158642E-5</c:v>
                </c:pt>
                <c:pt idx="1352">
                  <c:v>4.6828919973997013E-5</c:v>
                </c:pt>
                <c:pt idx="1353">
                  <c:v>7.1487584631316453E-4</c:v>
                </c:pt>
                <c:pt idx="1354">
                  <c:v>1.667016310413909E-5</c:v>
                </c:pt>
                <c:pt idx="1355">
                  <c:v>7.9983342197949104E-8</c:v>
                </c:pt>
                <c:pt idx="1356">
                  <c:v>1.8585311337270386E-5</c:v>
                </c:pt>
                <c:pt idx="1357">
                  <c:v>2.6303739006441364E-5</c:v>
                </c:pt>
                <c:pt idx="1358">
                  <c:v>4.7026964659476309E-6</c:v>
                </c:pt>
                <c:pt idx="1359">
                  <c:v>9.979182923231567E-6</c:v>
                </c:pt>
                <c:pt idx="1360">
                  <c:v>2.2861298582833341E-5</c:v>
                </c:pt>
                <c:pt idx="1361">
                  <c:v>0</c:v>
                </c:pt>
                <c:pt idx="1362">
                  <c:v>4.3705786132813539E-5</c:v>
                </c:pt>
                <c:pt idx="1363">
                  <c:v>1.0837884962352928E-5</c:v>
                </c:pt>
                <c:pt idx="1364">
                  <c:v>1.5952638213110671E-4</c:v>
                </c:pt>
                <c:pt idx="1365">
                  <c:v>2.5888708034547384E-5</c:v>
                </c:pt>
                <c:pt idx="1366">
                  <c:v>1.6225338606396048E-7</c:v>
                </c:pt>
                <c:pt idx="1367">
                  <c:v>5.3378970116570432E-5</c:v>
                </c:pt>
                <c:pt idx="1368">
                  <c:v>0</c:v>
                </c:pt>
                <c:pt idx="1369">
                  <c:v>6.578585635245059E-6</c:v>
                </c:pt>
                <c:pt idx="1370">
                  <c:v>0</c:v>
                </c:pt>
                <c:pt idx="1371">
                  <c:v>5.478282690449707E-6</c:v>
                </c:pt>
                <c:pt idx="1372">
                  <c:v>5.6636802284535333E-5</c:v>
                </c:pt>
                <c:pt idx="1373">
                  <c:v>1.1415924868797941E-5</c:v>
                </c:pt>
                <c:pt idx="1374">
                  <c:v>5.168693614379831E-5</c:v>
                </c:pt>
                <c:pt idx="1375">
                  <c:v>8.4625033880853469E-6</c:v>
                </c:pt>
                <c:pt idx="1376">
                  <c:v>4.6186012248597134E-6</c:v>
                </c:pt>
                <c:pt idx="1377">
                  <c:v>5.6599267579473149E-7</c:v>
                </c:pt>
                <c:pt idx="1378">
                  <c:v>4.1740203671333593E-5</c:v>
                </c:pt>
                <c:pt idx="1379">
                  <c:v>1.1211863084577369E-5</c:v>
                </c:pt>
                <c:pt idx="1380">
                  <c:v>1.1886933403990643E-4</c:v>
                </c:pt>
                <c:pt idx="1381">
                  <c:v>1.9360305395355852E-5</c:v>
                </c:pt>
                <c:pt idx="1382">
                  <c:v>1.1675503273115067E-5</c:v>
                </c:pt>
                <c:pt idx="1383">
                  <c:v>8.2202110095096571E-7</c:v>
                </c:pt>
                <c:pt idx="1384">
                  <c:v>4.1179621014122504E-5</c:v>
                </c:pt>
                <c:pt idx="1385">
                  <c:v>1.2316069307671305E-5</c:v>
                </c:pt>
                <c:pt idx="1386">
                  <c:v>3.2554213208692191E-5</c:v>
                </c:pt>
                <c:pt idx="1387">
                  <c:v>1.5037086352198021E-5</c:v>
                </c:pt>
                <c:pt idx="1388">
                  <c:v>2.9601911696804856E-5</c:v>
                </c:pt>
                <c:pt idx="1389">
                  <c:v>0</c:v>
                </c:pt>
                <c:pt idx="1390">
                  <c:v>5.1411877615128445E-6</c:v>
                </c:pt>
                <c:pt idx="1391">
                  <c:v>0</c:v>
                </c:pt>
                <c:pt idx="1392">
                  <c:v>5.0686208064042024E-5</c:v>
                </c:pt>
                <c:pt idx="1393">
                  <c:v>3.3947955599306437E-4</c:v>
                </c:pt>
                <c:pt idx="1394">
                  <c:v>3.2775069772966015E-6</c:v>
                </c:pt>
                <c:pt idx="1395">
                  <c:v>5.6629718244925379E-6</c:v>
                </c:pt>
                <c:pt idx="1396">
                  <c:v>3.2185188275302247E-5</c:v>
                </c:pt>
                <c:pt idx="1397">
                  <c:v>0</c:v>
                </c:pt>
                <c:pt idx="1398">
                  <c:v>4.9260413176347519E-6</c:v>
                </c:pt>
                <c:pt idx="1399">
                  <c:v>4.9623361500390334E-5</c:v>
                </c:pt>
                <c:pt idx="1400">
                  <c:v>0</c:v>
                </c:pt>
                <c:pt idx="1401">
                  <c:v>1.6626700928446222E-5</c:v>
                </c:pt>
                <c:pt idx="1402">
                  <c:v>4.2869277601796975E-6</c:v>
                </c:pt>
                <c:pt idx="1403">
                  <c:v>7.2413013615521321E-5</c:v>
                </c:pt>
                <c:pt idx="1404">
                  <c:v>1.9980218655866791E-5</c:v>
                </c:pt>
                <c:pt idx="1405">
                  <c:v>3.5918308457855298E-5</c:v>
                </c:pt>
                <c:pt idx="1406">
                  <c:v>5.6036166700012533E-6</c:v>
                </c:pt>
                <c:pt idx="1407">
                  <c:v>0</c:v>
                </c:pt>
                <c:pt idx="1408">
                  <c:v>8.4502631874007516E-7</c:v>
                </c:pt>
                <c:pt idx="1409">
                  <c:v>1.2587898924974083E-6</c:v>
                </c:pt>
                <c:pt idx="1410">
                  <c:v>1.9012395678120388E-4</c:v>
                </c:pt>
                <c:pt idx="1411">
                  <c:v>1.1247540821707197E-5</c:v>
                </c:pt>
                <c:pt idx="1412">
                  <c:v>2.4209862196813888E-5</c:v>
                </c:pt>
                <c:pt idx="1413">
                  <c:v>0</c:v>
                </c:pt>
                <c:pt idx="1414">
                  <c:v>4.8408405677447984E-6</c:v>
                </c:pt>
                <c:pt idx="1415">
                  <c:v>1.2309460413673202E-5</c:v>
                </c:pt>
                <c:pt idx="1416">
                  <c:v>4.3930389975714633E-4</c:v>
                </c:pt>
                <c:pt idx="1417">
                  <c:v>6.2284737223047581E-6</c:v>
                </c:pt>
                <c:pt idx="1418">
                  <c:v>0</c:v>
                </c:pt>
                <c:pt idx="1419">
                  <c:v>1.1908023588838689E-5</c:v>
                </c:pt>
                <c:pt idx="1420">
                  <c:v>1.1360420903051407E-4</c:v>
                </c:pt>
                <c:pt idx="1421">
                  <c:v>9.8721897176049997E-5</c:v>
                </c:pt>
                <c:pt idx="1422">
                  <c:v>3.0483441589308722E-5</c:v>
                </c:pt>
                <c:pt idx="1423">
                  <c:v>3.6099313808933739E-3</c:v>
                </c:pt>
                <c:pt idx="1424">
                  <c:v>7.4928978305324515E-6</c:v>
                </c:pt>
                <c:pt idx="1425">
                  <c:v>1.3743456206028899E-4</c:v>
                </c:pt>
                <c:pt idx="1426">
                  <c:v>8.9390906732660285E-6</c:v>
                </c:pt>
                <c:pt idx="1427">
                  <c:v>0</c:v>
                </c:pt>
                <c:pt idx="1428">
                  <c:v>2.7727786730954046E-7</c:v>
                </c:pt>
                <c:pt idx="1429">
                  <c:v>2.8637399660515491E-5</c:v>
                </c:pt>
                <c:pt idx="1430">
                  <c:v>1.6966950610998497E-7</c:v>
                </c:pt>
                <c:pt idx="1431">
                  <c:v>1.5744452276769957E-5</c:v>
                </c:pt>
                <c:pt idx="1432">
                  <c:v>1.2641138325830769E-7</c:v>
                </c:pt>
                <c:pt idx="1433">
                  <c:v>4.1359905246092363E-4</c:v>
                </c:pt>
                <c:pt idx="1434">
                  <c:v>2.5385259245333554E-6</c:v>
                </c:pt>
                <c:pt idx="1435">
                  <c:v>9.7366236058666317E-6</c:v>
                </c:pt>
                <c:pt idx="1436">
                  <c:v>8.6827047175320493E-7</c:v>
                </c:pt>
                <c:pt idx="1437">
                  <c:v>7.6444008896923683E-6</c:v>
                </c:pt>
                <c:pt idx="1438">
                  <c:v>1.7076181654243443E-5</c:v>
                </c:pt>
                <c:pt idx="1439">
                  <c:v>2.2893868325669324E-6</c:v>
                </c:pt>
                <c:pt idx="1440">
                  <c:v>0</c:v>
                </c:pt>
                <c:pt idx="1441">
                  <c:v>6.3327992243665694E-4</c:v>
                </c:pt>
                <c:pt idx="1442">
                  <c:v>4.4348712542209903E-5</c:v>
                </c:pt>
                <c:pt idx="1443">
                  <c:v>1.6868707409970322E-5</c:v>
                </c:pt>
                <c:pt idx="1444">
                  <c:v>2.8521064620982E-5</c:v>
                </c:pt>
                <c:pt idx="1445">
                  <c:v>2.7509738885147281E-5</c:v>
                </c:pt>
                <c:pt idx="1446">
                  <c:v>3.7950663426266411E-5</c:v>
                </c:pt>
                <c:pt idx="1447">
                  <c:v>7.7051638019597134E-5</c:v>
                </c:pt>
                <c:pt idx="1448">
                  <c:v>1.2258788832019763E-5</c:v>
                </c:pt>
                <c:pt idx="1449">
                  <c:v>8.9827560175903757E-5</c:v>
                </c:pt>
                <c:pt idx="1450">
                  <c:v>5.8366282643153873E-5</c:v>
                </c:pt>
                <c:pt idx="1451">
                  <c:v>3.0118490761556592E-5</c:v>
                </c:pt>
                <c:pt idx="1452">
                  <c:v>1.7799333165608681E-5</c:v>
                </c:pt>
                <c:pt idx="1453">
                  <c:v>9.1687276922951927E-5</c:v>
                </c:pt>
                <c:pt idx="1454">
                  <c:v>2.0416261993114682E-5</c:v>
                </c:pt>
                <c:pt idx="1455">
                  <c:v>2.0255603233827296E-4</c:v>
                </c:pt>
                <c:pt idx="1456">
                  <c:v>2.4316939199649231E-5</c:v>
                </c:pt>
                <c:pt idx="1457">
                  <c:v>1.6143641493881142E-5</c:v>
                </c:pt>
                <c:pt idx="1458">
                  <c:v>1.0916906753208541E-5</c:v>
                </c:pt>
                <c:pt idx="1459">
                  <c:v>5.4492707103926396E-5</c:v>
                </c:pt>
                <c:pt idx="1460">
                  <c:v>7.2797912135430857E-6</c:v>
                </c:pt>
                <c:pt idx="1461">
                  <c:v>3.7708976171990484E-6</c:v>
                </c:pt>
                <c:pt idx="1462">
                  <c:v>8.1139089038676558E-6</c:v>
                </c:pt>
                <c:pt idx="1463">
                  <c:v>4.3942822142210795E-6</c:v>
                </c:pt>
                <c:pt idx="1464">
                  <c:v>4.9881031651737528E-6</c:v>
                </c:pt>
                <c:pt idx="1465">
                  <c:v>2.0328037826413845E-5</c:v>
                </c:pt>
                <c:pt idx="1466">
                  <c:v>6.5067904380792551E-7</c:v>
                </c:pt>
                <c:pt idx="1467">
                  <c:v>1.5346022985021561E-4</c:v>
                </c:pt>
                <c:pt idx="1468">
                  <c:v>2.5166274318792541E-5</c:v>
                </c:pt>
                <c:pt idx="1469">
                  <c:v>3.1320854334847582E-5</c:v>
                </c:pt>
                <c:pt idx="1470">
                  <c:v>5.9977669310061508E-5</c:v>
                </c:pt>
                <c:pt idx="1471">
                  <c:v>1.9624944752058459E-5</c:v>
                </c:pt>
                <c:pt idx="1472">
                  <c:v>4.6756772500038673E-5</c:v>
                </c:pt>
                <c:pt idx="1473">
                  <c:v>2.3619352486378199E-5</c:v>
                </c:pt>
                <c:pt idx="1474">
                  <c:v>6.6449877571180674E-6</c:v>
                </c:pt>
                <c:pt idx="1475">
                  <c:v>1.3568629905186885E-6</c:v>
                </c:pt>
                <c:pt idx="1476">
                  <c:v>1.2513275468506352E-5</c:v>
                </c:pt>
                <c:pt idx="1477">
                  <c:v>0</c:v>
                </c:pt>
                <c:pt idx="1478">
                  <c:v>9.2294297322552745E-6</c:v>
                </c:pt>
                <c:pt idx="1479">
                  <c:v>1.5025262120914722E-5</c:v>
                </c:pt>
                <c:pt idx="1480">
                  <c:v>1.166891097052636E-5</c:v>
                </c:pt>
                <c:pt idx="1481">
                  <c:v>1.689450189680108E-4</c:v>
                </c:pt>
                <c:pt idx="1482">
                  <c:v>1.8352515481342439E-5</c:v>
                </c:pt>
                <c:pt idx="1483">
                  <c:v>7.5157286516626423E-5</c:v>
                </c:pt>
                <c:pt idx="1484">
                  <c:v>1.4515870309011618E-5</c:v>
                </c:pt>
                <c:pt idx="1485">
                  <c:v>0</c:v>
                </c:pt>
                <c:pt idx="1486">
                  <c:v>8.3161435663182707E-6</c:v>
                </c:pt>
                <c:pt idx="1487">
                  <c:v>2.5038198733415781E-5</c:v>
                </c:pt>
                <c:pt idx="1488">
                  <c:v>1.8390610220169512E-6</c:v>
                </c:pt>
                <c:pt idx="1489">
                  <c:v>1.2476147866851735E-4</c:v>
                </c:pt>
                <c:pt idx="1490">
                  <c:v>6.5076418748968225E-5</c:v>
                </c:pt>
                <c:pt idx="1491">
                  <c:v>5.8565609719414767E-5</c:v>
                </c:pt>
                <c:pt idx="1492">
                  <c:v>8.6042032053332225E-5</c:v>
                </c:pt>
                <c:pt idx="1493">
                  <c:v>0</c:v>
                </c:pt>
                <c:pt idx="1494">
                  <c:v>2.110465349011165E-5</c:v>
                </c:pt>
                <c:pt idx="1495">
                  <c:v>2.4925768640707472E-5</c:v>
                </c:pt>
                <c:pt idx="1496">
                  <c:v>3.3617756155497493E-6</c:v>
                </c:pt>
                <c:pt idx="1497">
                  <c:v>1.3934376816686547E-6</c:v>
                </c:pt>
                <c:pt idx="1498">
                  <c:v>8.3674504329319892E-6</c:v>
                </c:pt>
                <c:pt idx="1499">
                  <c:v>5.5639060134541187E-5</c:v>
                </c:pt>
                <c:pt idx="1500">
                  <c:v>4.2865023035400021E-5</c:v>
                </c:pt>
                <c:pt idx="1501">
                  <c:v>6.3731678543923695E-4</c:v>
                </c:pt>
                <c:pt idx="1502">
                  <c:v>1.2803309611220113E-5</c:v>
                </c:pt>
                <c:pt idx="1503">
                  <c:v>3.6915568413441256E-5</c:v>
                </c:pt>
                <c:pt idx="1504">
                  <c:v>1.4716795620620841E-6</c:v>
                </c:pt>
                <c:pt idx="1505">
                  <c:v>7.3719377056615914E-5</c:v>
                </c:pt>
                <c:pt idx="1506">
                  <c:v>2.1521860622823033E-4</c:v>
                </c:pt>
                <c:pt idx="1507">
                  <c:v>9.4341756829796865E-7</c:v>
                </c:pt>
                <c:pt idx="1508">
                  <c:v>4.2376746949761919E-6</c:v>
                </c:pt>
                <c:pt idx="1509">
                  <c:v>0</c:v>
                </c:pt>
                <c:pt idx="1510">
                  <c:v>2.864801077599318E-5</c:v>
                </c:pt>
                <c:pt idx="1511">
                  <c:v>7.6690820693169483E-5</c:v>
                </c:pt>
                <c:pt idx="1512">
                  <c:v>0</c:v>
                </c:pt>
                <c:pt idx="1513">
                  <c:v>3.4309520054255756E-5</c:v>
                </c:pt>
                <c:pt idx="1514">
                  <c:v>1.9726865093076615E-5</c:v>
                </c:pt>
                <c:pt idx="1515">
                  <c:v>3.1200414905477603E-6</c:v>
                </c:pt>
                <c:pt idx="1516">
                  <c:v>5.5413382058543364E-5</c:v>
                </c:pt>
                <c:pt idx="1517">
                  <c:v>1.9011070960820232E-5</c:v>
                </c:pt>
                <c:pt idx="1518">
                  <c:v>9.433148833255654E-7</c:v>
                </c:pt>
                <c:pt idx="1519">
                  <c:v>1.0800410681005084E-5</c:v>
                </c:pt>
                <c:pt idx="1520">
                  <c:v>2.6905684320657005E-6</c:v>
                </c:pt>
                <c:pt idx="1521">
                  <c:v>0</c:v>
                </c:pt>
                <c:pt idx="1522">
                  <c:v>7.7465303134224937E-6</c:v>
                </c:pt>
                <c:pt idx="1523">
                  <c:v>3.7803187059330039E-6</c:v>
                </c:pt>
                <c:pt idx="1524">
                  <c:v>8.7285726678868238E-6</c:v>
                </c:pt>
                <c:pt idx="1525">
                  <c:v>1.0135062779569219E-5</c:v>
                </c:pt>
                <c:pt idx="1526">
                  <c:v>5.0647787284388809E-6</c:v>
                </c:pt>
                <c:pt idx="1527">
                  <c:v>0</c:v>
                </c:pt>
                <c:pt idx="1528">
                  <c:v>1.9509100892000932E-6</c:v>
                </c:pt>
                <c:pt idx="1529">
                  <c:v>1.7379346834870253E-5</c:v>
                </c:pt>
                <c:pt idx="1530">
                  <c:v>4.7977793042999576E-6</c:v>
                </c:pt>
                <c:pt idx="1531">
                  <c:v>6.1407691124577793E-6</c:v>
                </c:pt>
                <c:pt idx="1532">
                  <c:v>1.3788250136436027E-4</c:v>
                </c:pt>
                <c:pt idx="1533">
                  <c:v>0</c:v>
                </c:pt>
                <c:pt idx="1534">
                  <c:v>1.2070262779795112E-5</c:v>
                </c:pt>
                <c:pt idx="1535">
                  <c:v>5.1947251302332791E-4</c:v>
                </c:pt>
                <c:pt idx="1536">
                  <c:v>1.1272514578854407E-5</c:v>
                </c:pt>
                <c:pt idx="1537">
                  <c:v>0</c:v>
                </c:pt>
                <c:pt idx="1538">
                  <c:v>2.4829528772244369E-6</c:v>
                </c:pt>
                <c:pt idx="1539">
                  <c:v>3.8971262942931958E-5</c:v>
                </c:pt>
                <c:pt idx="1540">
                  <c:v>6.1146874312243025E-7</c:v>
                </c:pt>
                <c:pt idx="1541">
                  <c:v>2.4182677719039447E-5</c:v>
                </c:pt>
                <c:pt idx="1542">
                  <c:v>1.4667538756807234E-4</c:v>
                </c:pt>
                <c:pt idx="1543">
                  <c:v>7.116341464610037E-6</c:v>
                </c:pt>
                <c:pt idx="1544">
                  <c:v>1.5705833555092754E-5</c:v>
                </c:pt>
                <c:pt idx="1545">
                  <c:v>1.1090607382260214E-4</c:v>
                </c:pt>
                <c:pt idx="1546">
                  <c:v>2.9379008434836689E-5</c:v>
                </c:pt>
                <c:pt idx="1547">
                  <c:v>1.3474787468219061E-5</c:v>
                </c:pt>
                <c:pt idx="1548">
                  <c:v>6.2468433721424111E-6</c:v>
                </c:pt>
                <c:pt idx="1549">
                  <c:v>3.4353926141198991E-5</c:v>
                </c:pt>
                <c:pt idx="1550">
                  <c:v>1.575685220953358E-5</c:v>
                </c:pt>
                <c:pt idx="1551">
                  <c:v>1.5973570087357452E-6</c:v>
                </c:pt>
                <c:pt idx="1552">
                  <c:v>1.6051865972631113E-5</c:v>
                </c:pt>
                <c:pt idx="1553">
                  <c:v>0</c:v>
                </c:pt>
                <c:pt idx="1554">
                  <c:v>9.9019953439136063E-7</c:v>
                </c:pt>
                <c:pt idx="1555">
                  <c:v>8.9158643398939153E-6</c:v>
                </c:pt>
                <c:pt idx="1556">
                  <c:v>0</c:v>
                </c:pt>
                <c:pt idx="1557">
                  <c:v>1.0893248395583289E-5</c:v>
                </c:pt>
                <c:pt idx="1558">
                  <c:v>1.0990733688751521E-3</c:v>
                </c:pt>
                <c:pt idx="1559">
                  <c:v>1.008821907265954E-5</c:v>
                </c:pt>
                <c:pt idx="1560">
                  <c:v>8.9606187022263506E-6</c:v>
                </c:pt>
                <c:pt idx="1561">
                  <c:v>9.9235430948721879E-6</c:v>
                </c:pt>
                <c:pt idx="1562">
                  <c:v>3.4016892083399014E-5</c:v>
                </c:pt>
                <c:pt idx="1563">
                  <c:v>8.5393061510580257E-6</c:v>
                </c:pt>
                <c:pt idx="1564">
                  <c:v>1.7738544746936621E-5</c:v>
                </c:pt>
                <c:pt idx="1565">
                  <c:v>7.653608466761267E-5</c:v>
                </c:pt>
                <c:pt idx="1566">
                  <c:v>1.2815016160221228E-5</c:v>
                </c:pt>
                <c:pt idx="1567">
                  <c:v>3.3914366899612371E-8</c:v>
                </c:pt>
                <c:pt idx="1568">
                  <c:v>2.5919711358444738E-5</c:v>
                </c:pt>
                <c:pt idx="1569">
                  <c:v>0</c:v>
                </c:pt>
                <c:pt idx="1570">
                  <c:v>8.7801225085296596E-7</c:v>
                </c:pt>
                <c:pt idx="1571">
                  <c:v>0</c:v>
                </c:pt>
                <c:pt idx="1572">
                  <c:v>1.8897101077282991E-4</c:v>
                </c:pt>
                <c:pt idx="1573">
                  <c:v>7.7173802162733598E-6</c:v>
                </c:pt>
                <c:pt idx="1574">
                  <c:v>5.7537270287664588E-6</c:v>
                </c:pt>
                <c:pt idx="1575">
                  <c:v>5.7012596239146784E-6</c:v>
                </c:pt>
                <c:pt idx="1576">
                  <c:v>0</c:v>
                </c:pt>
                <c:pt idx="1577">
                  <c:v>3.0057202843813323E-6</c:v>
                </c:pt>
                <c:pt idx="1578">
                  <c:v>1.3063184298264418E-5</c:v>
                </c:pt>
                <c:pt idx="1579">
                  <c:v>4.0849510876603033E-5</c:v>
                </c:pt>
                <c:pt idx="1580">
                  <c:v>5.4748484038362629E-4</c:v>
                </c:pt>
                <c:pt idx="1581">
                  <c:v>1.1852685197121048E-5</c:v>
                </c:pt>
                <c:pt idx="1582">
                  <c:v>7.8673398387388722E-5</c:v>
                </c:pt>
                <c:pt idx="1583">
                  <c:v>1.4353629202184305E-6</c:v>
                </c:pt>
                <c:pt idx="1584">
                  <c:v>7.2316469616401578E-6</c:v>
                </c:pt>
                <c:pt idx="1585">
                  <c:v>3.0496276204214937E-5</c:v>
                </c:pt>
                <c:pt idx="1586">
                  <c:v>7.1474750878686608E-5</c:v>
                </c:pt>
                <c:pt idx="1587">
                  <c:v>1.2528403236933733E-5</c:v>
                </c:pt>
                <c:pt idx="1588">
                  <c:v>4.7969755112275094E-6</c:v>
                </c:pt>
                <c:pt idx="1589">
                  <c:v>1.2893227743617632E-5</c:v>
                </c:pt>
                <c:pt idx="1590">
                  <c:v>6.80175843538937E-7</c:v>
                </c:pt>
                <c:pt idx="1591">
                  <c:v>2.2583489963225622E-5</c:v>
                </c:pt>
                <c:pt idx="1592">
                  <c:v>0</c:v>
                </c:pt>
                <c:pt idx="1593">
                  <c:v>2.0848083999690044E-5</c:v>
                </c:pt>
                <c:pt idx="1594">
                  <c:v>2.7595230871700818E-5</c:v>
                </c:pt>
                <c:pt idx="1595">
                  <c:v>4.2717733657205914E-6</c:v>
                </c:pt>
                <c:pt idx="1596">
                  <c:v>1.044205712487809E-4</c:v>
                </c:pt>
                <c:pt idx="1597">
                  <c:v>3.1376799235394398E-5</c:v>
                </c:pt>
                <c:pt idx="1598">
                  <c:v>7.8616147897764046E-7</c:v>
                </c:pt>
                <c:pt idx="1599">
                  <c:v>9.5138214642513581E-6</c:v>
                </c:pt>
                <c:pt idx="1600">
                  <c:v>0</c:v>
                </c:pt>
                <c:pt idx="1601">
                  <c:v>1.18568425023475E-5</c:v>
                </c:pt>
                <c:pt idx="1602">
                  <c:v>4.6750905036501205E-5</c:v>
                </c:pt>
                <c:pt idx="1603">
                  <c:v>4.7009403630245031E-6</c:v>
                </c:pt>
                <c:pt idx="1604">
                  <c:v>2.5905329963228748E-6</c:v>
                </c:pt>
                <c:pt idx="1605">
                  <c:v>2.0664300113560498E-6</c:v>
                </c:pt>
                <c:pt idx="1606">
                  <c:v>5.7034040215114982E-6</c:v>
                </c:pt>
                <c:pt idx="1607">
                  <c:v>1.2514802504049364E-5</c:v>
                </c:pt>
                <c:pt idx="1608">
                  <c:v>0</c:v>
                </c:pt>
                <c:pt idx="1609">
                  <c:v>4.8039661349727598E-5</c:v>
                </c:pt>
                <c:pt idx="1610">
                  <c:v>1.5017158588443107E-5</c:v>
                </c:pt>
                <c:pt idx="1611">
                  <c:v>5.032732014439306E-7</c:v>
                </c:pt>
                <c:pt idx="1612">
                  <c:v>1.0684172119441466E-7</c:v>
                </c:pt>
                <c:pt idx="1613">
                  <c:v>3.9522790612613262E-6</c:v>
                </c:pt>
                <c:pt idx="1614">
                  <c:v>1.3268122964762763E-6</c:v>
                </c:pt>
                <c:pt idx="1615">
                  <c:v>1.0345124453102365E-5</c:v>
                </c:pt>
                <c:pt idx="1616">
                  <c:v>5.4147629341031083E-6</c:v>
                </c:pt>
                <c:pt idx="1617">
                  <c:v>1.3445399302689259E-5</c:v>
                </c:pt>
                <c:pt idx="1618">
                  <c:v>4.7457727621432651E-6</c:v>
                </c:pt>
                <c:pt idx="1619">
                  <c:v>3.8349089098731312E-6</c:v>
                </c:pt>
                <c:pt idx="1620">
                  <c:v>4.5422881208894306E-5</c:v>
                </c:pt>
                <c:pt idx="1621">
                  <c:v>1.6474992561748712E-4</c:v>
                </c:pt>
                <c:pt idx="1622">
                  <c:v>1.0952267781656955E-5</c:v>
                </c:pt>
                <c:pt idx="1623">
                  <c:v>5.2430997650606934E-7</c:v>
                </c:pt>
                <c:pt idx="1624">
                  <c:v>9.1447836362468733E-6</c:v>
                </c:pt>
                <c:pt idx="1625">
                  <c:v>0</c:v>
                </c:pt>
                <c:pt idx="1626">
                  <c:v>1.8497668393601011E-5</c:v>
                </c:pt>
                <c:pt idx="1627">
                  <c:v>5.1856603353200713E-7</c:v>
                </c:pt>
                <c:pt idx="1628">
                  <c:v>7.3113698569225309E-5</c:v>
                </c:pt>
                <c:pt idx="1629">
                  <c:v>1.2783859432865189E-5</c:v>
                </c:pt>
                <c:pt idx="1630">
                  <c:v>1.1770260397141801E-5</c:v>
                </c:pt>
                <c:pt idx="1631">
                  <c:v>1.8837414554325512E-5</c:v>
                </c:pt>
                <c:pt idx="1632">
                  <c:v>3.2418270964300167E-6</c:v>
                </c:pt>
                <c:pt idx="1633">
                  <c:v>3.0989385700937856E-6</c:v>
                </c:pt>
                <c:pt idx="1634">
                  <c:v>1.1981890222560654E-5</c:v>
                </c:pt>
                <c:pt idx="1635">
                  <c:v>3.7172778200322408E-5</c:v>
                </c:pt>
                <c:pt idx="1636">
                  <c:v>0</c:v>
                </c:pt>
                <c:pt idx="1637">
                  <c:v>1.1662783977298323E-5</c:v>
                </c:pt>
                <c:pt idx="1638">
                  <c:v>1.0703988751778431E-3</c:v>
                </c:pt>
                <c:pt idx="1639">
                  <c:v>4.8875134848546963E-5</c:v>
                </c:pt>
                <c:pt idx="1640">
                  <c:v>3.8337756597070913E-5</c:v>
                </c:pt>
                <c:pt idx="1641">
                  <c:v>2.11776502959908E-5</c:v>
                </c:pt>
                <c:pt idx="1642">
                  <c:v>9.797559875034875E-5</c:v>
                </c:pt>
                <c:pt idx="1643">
                  <c:v>1.2728501349978997E-5</c:v>
                </c:pt>
                <c:pt idx="1644">
                  <c:v>1.7707735626339233E-5</c:v>
                </c:pt>
                <c:pt idx="1645">
                  <c:v>2.5058212332731872E-5</c:v>
                </c:pt>
                <c:pt idx="1646">
                  <c:v>6.3976883857549857E-8</c:v>
                </c:pt>
                <c:pt idx="1647">
                  <c:v>1.2210004714025685E-4</c:v>
                </c:pt>
                <c:pt idx="1648">
                  <c:v>5.9457095651876063E-6</c:v>
                </c:pt>
                <c:pt idx="1649">
                  <c:v>1.6280726723641273E-6</c:v>
                </c:pt>
                <c:pt idx="1650">
                  <c:v>3.7915130268331826E-5</c:v>
                </c:pt>
                <c:pt idx="1651">
                  <c:v>1.0711461131699761E-5</c:v>
                </c:pt>
                <c:pt idx="1652">
                  <c:v>1.1293222889296685E-5</c:v>
                </c:pt>
                <c:pt idx="1653">
                  <c:v>4.6498710653438427E-5</c:v>
                </c:pt>
                <c:pt idx="1654">
                  <c:v>1.1172769210784697E-3</c:v>
                </c:pt>
                <c:pt idx="1655">
                  <c:v>5.6192539390312106E-5</c:v>
                </c:pt>
                <c:pt idx="1656">
                  <c:v>1.3612828436445732E-7</c:v>
                </c:pt>
                <c:pt idx="1657">
                  <c:v>0</c:v>
                </c:pt>
                <c:pt idx="1658">
                  <c:v>0</c:v>
                </c:pt>
                <c:pt idx="1659">
                  <c:v>6.1423660900661891E-6</c:v>
                </c:pt>
                <c:pt idx="1660">
                  <c:v>2.1683914116881926E-4</c:v>
                </c:pt>
                <c:pt idx="1661">
                  <c:v>2.592209024592001E-5</c:v>
                </c:pt>
                <c:pt idx="1662">
                  <c:v>3.9815136024928761E-4</c:v>
                </c:pt>
                <c:pt idx="1663">
                  <c:v>1.0366426543185406E-4</c:v>
                </c:pt>
                <c:pt idx="1664">
                  <c:v>3.7078464825789953E-5</c:v>
                </c:pt>
                <c:pt idx="1665">
                  <c:v>8.977788013140789E-6</c:v>
                </c:pt>
                <c:pt idx="1666">
                  <c:v>2.5496324271555802E-5</c:v>
                </c:pt>
                <c:pt idx="1667">
                  <c:v>1.0944226926997681E-5</c:v>
                </c:pt>
                <c:pt idx="1668">
                  <c:v>1.6638837097256291E-5</c:v>
                </c:pt>
                <c:pt idx="1669">
                  <c:v>1.0056477007424241E-6</c:v>
                </c:pt>
                <c:pt idx="1670">
                  <c:v>2.7346068286399127E-5</c:v>
                </c:pt>
                <c:pt idx="1671">
                  <c:v>9.2321592332658135E-6</c:v>
                </c:pt>
                <c:pt idx="1672">
                  <c:v>1.9978112851980559E-5</c:v>
                </c:pt>
                <c:pt idx="1673">
                  <c:v>4.0652537194439149E-5</c:v>
                </c:pt>
                <c:pt idx="1674">
                  <c:v>8.0762926063605866E-4</c:v>
                </c:pt>
                <c:pt idx="1675">
                  <c:v>1.3979265372483304E-6</c:v>
                </c:pt>
                <c:pt idx="1676">
                  <c:v>9.9368724063875265E-5</c:v>
                </c:pt>
                <c:pt idx="1677">
                  <c:v>3.6227585413230157E-5</c:v>
                </c:pt>
                <c:pt idx="1678">
                  <c:v>7.7532666562112718E-5</c:v>
                </c:pt>
                <c:pt idx="1679">
                  <c:v>1.4163168886145781E-3</c:v>
                </c:pt>
                <c:pt idx="1680">
                  <c:v>2.3571934349245992E-5</c:v>
                </c:pt>
                <c:pt idx="1681">
                  <c:v>2.4193443863367682E-5</c:v>
                </c:pt>
                <c:pt idx="1682">
                  <c:v>4.9932728461934268E-6</c:v>
                </c:pt>
                <c:pt idx="1683">
                  <c:v>1.276902986460682E-6</c:v>
                </c:pt>
                <c:pt idx="1684">
                  <c:v>0</c:v>
                </c:pt>
                <c:pt idx="1685">
                  <c:v>0</c:v>
                </c:pt>
                <c:pt idx="1686">
                  <c:v>1.0465489468960525E-3</c:v>
                </c:pt>
                <c:pt idx="1687">
                  <c:v>0</c:v>
                </c:pt>
                <c:pt idx="1688">
                  <c:v>0</c:v>
                </c:pt>
                <c:pt idx="1689">
                  <c:v>1.2188943167768145E-5</c:v>
                </c:pt>
                <c:pt idx="1690">
                  <c:v>0</c:v>
                </c:pt>
                <c:pt idx="1691">
                  <c:v>2.8073605659204128E-5</c:v>
                </c:pt>
                <c:pt idx="1692">
                  <c:v>0</c:v>
                </c:pt>
                <c:pt idx="1693">
                  <c:v>0</c:v>
                </c:pt>
                <c:pt idx="1694">
                  <c:v>0</c:v>
                </c:pt>
                <c:pt idx="1695">
                  <c:v>1.7640706433345754E-5</c:v>
                </c:pt>
                <c:pt idx="1696">
                  <c:v>0</c:v>
                </c:pt>
                <c:pt idx="1697">
                  <c:v>0</c:v>
                </c:pt>
                <c:pt idx="1698">
                  <c:v>1.4156414463744959E-5</c:v>
                </c:pt>
                <c:pt idx="1699">
                  <c:v>0</c:v>
                </c:pt>
                <c:pt idx="1700">
                  <c:v>4.1693164739813834E-6</c:v>
                </c:pt>
                <c:pt idx="1701">
                  <c:v>0</c:v>
                </c:pt>
                <c:pt idx="1702">
                  <c:v>0</c:v>
                </c:pt>
                <c:pt idx="1703">
                  <c:v>0</c:v>
                </c:pt>
                <c:pt idx="1704">
                  <c:v>1.0062198998074847E-4</c:v>
                </c:pt>
                <c:pt idx="1705">
                  <c:v>9.3948236827480355E-6</c:v>
                </c:pt>
                <c:pt idx="1706">
                  <c:v>3.1733955011767058E-5</c:v>
                </c:pt>
                <c:pt idx="1707">
                  <c:v>7.4754776765614933E-5</c:v>
                </c:pt>
                <c:pt idx="1708">
                  <c:v>0</c:v>
                </c:pt>
                <c:pt idx="1709">
                  <c:v>0</c:v>
                </c:pt>
                <c:pt idx="1710">
                  <c:v>0</c:v>
                </c:pt>
                <c:pt idx="1711">
                  <c:v>8.654764339852255E-6</c:v>
                </c:pt>
                <c:pt idx="1712">
                  <c:v>3.4698873223398631E-7</c:v>
                </c:pt>
                <c:pt idx="1713">
                  <c:v>1.0920937708151421E-5</c:v>
                </c:pt>
                <c:pt idx="1714">
                  <c:v>0</c:v>
                </c:pt>
                <c:pt idx="1715">
                  <c:v>0</c:v>
                </c:pt>
                <c:pt idx="1716">
                  <c:v>6.6376463564380132E-6</c:v>
                </c:pt>
                <c:pt idx="1717">
                  <c:v>1.5721181441603377E-5</c:v>
                </c:pt>
                <c:pt idx="1718">
                  <c:v>0</c:v>
                </c:pt>
                <c:pt idx="1719">
                  <c:v>1.1304281756061349E-5</c:v>
                </c:pt>
                <c:pt idx="1720">
                  <c:v>2.0402102473821724E-5</c:v>
                </c:pt>
                <c:pt idx="1721">
                  <c:v>4.2408853909331087E-5</c:v>
                </c:pt>
                <c:pt idx="1722">
                  <c:v>0</c:v>
                </c:pt>
                <c:pt idx="1723">
                  <c:v>0</c:v>
                </c:pt>
                <c:pt idx="1724">
                  <c:v>0</c:v>
                </c:pt>
                <c:pt idx="1725">
                  <c:v>0</c:v>
                </c:pt>
                <c:pt idx="1726">
                  <c:v>8.4860774827501893E-6</c:v>
                </c:pt>
                <c:pt idx="1727">
                  <c:v>5.7047191703821794E-5</c:v>
                </c:pt>
                <c:pt idx="1728">
                  <c:v>6.8322706655031109E-6</c:v>
                </c:pt>
                <c:pt idx="1729">
                  <c:v>2.213689907294654E-7</c:v>
                </c:pt>
                <c:pt idx="1730">
                  <c:v>2.1865182734805259E-6</c:v>
                </c:pt>
                <c:pt idx="1731">
                  <c:v>2.5199652298759192E-4</c:v>
                </c:pt>
                <c:pt idx="1732">
                  <c:v>0</c:v>
                </c:pt>
                <c:pt idx="1733">
                  <c:v>0</c:v>
                </c:pt>
                <c:pt idx="1734">
                  <c:v>0</c:v>
                </c:pt>
                <c:pt idx="1735">
                  <c:v>7.4231664435887211E-5</c:v>
                </c:pt>
                <c:pt idx="1736">
                  <c:v>0</c:v>
                </c:pt>
                <c:pt idx="1737">
                  <c:v>0</c:v>
                </c:pt>
                <c:pt idx="1738">
                  <c:v>7.3487380331171911E-6</c:v>
                </c:pt>
                <c:pt idx="1739">
                  <c:v>8.7112216943719125E-7</c:v>
                </c:pt>
                <c:pt idx="1740">
                  <c:v>0</c:v>
                </c:pt>
                <c:pt idx="1741">
                  <c:v>0</c:v>
                </c:pt>
                <c:pt idx="1742">
                  <c:v>0</c:v>
                </c:pt>
                <c:pt idx="1743">
                  <c:v>3.8825419677060291E-7</c:v>
                </c:pt>
                <c:pt idx="1744">
                  <c:v>1.7047245483138785E-4</c:v>
                </c:pt>
                <c:pt idx="1745">
                  <c:v>7.3584076602697593E-5</c:v>
                </c:pt>
                <c:pt idx="1746">
                  <c:v>3.3557599402933145E-6</c:v>
                </c:pt>
                <c:pt idx="1747">
                  <c:v>2.7934479072178812E-5</c:v>
                </c:pt>
                <c:pt idx="1748">
                  <c:v>1.8146800659098709E-5</c:v>
                </c:pt>
                <c:pt idx="1749">
                  <c:v>4.7766133368597018E-7</c:v>
                </c:pt>
                <c:pt idx="1750">
                  <c:v>4.9021311146669834E-5</c:v>
                </c:pt>
                <c:pt idx="1751">
                  <c:v>0</c:v>
                </c:pt>
                <c:pt idx="1752">
                  <c:v>0</c:v>
                </c:pt>
                <c:pt idx="1753">
                  <c:v>0</c:v>
                </c:pt>
                <c:pt idx="1754">
                  <c:v>7.6610327111996615E-6</c:v>
                </c:pt>
                <c:pt idx="1755">
                  <c:v>1.6800197685649817E-5</c:v>
                </c:pt>
                <c:pt idx="1756">
                  <c:v>6.1018358247792924E-6</c:v>
                </c:pt>
                <c:pt idx="1757">
                  <c:v>0</c:v>
                </c:pt>
                <c:pt idx="1758">
                  <c:v>0</c:v>
                </c:pt>
                <c:pt idx="1759">
                  <c:v>2.7417080963492053E-5</c:v>
                </c:pt>
                <c:pt idx="1760">
                  <c:v>3.2756810402049676E-5</c:v>
                </c:pt>
                <c:pt idx="1761">
                  <c:v>2.5677910607169948E-5</c:v>
                </c:pt>
                <c:pt idx="1762">
                  <c:v>6.5262627501165666E-5</c:v>
                </c:pt>
                <c:pt idx="1763">
                  <c:v>5.2487763179082018E-5</c:v>
                </c:pt>
                <c:pt idx="1764">
                  <c:v>3.229747644490722E-6</c:v>
                </c:pt>
                <c:pt idx="1765">
                  <c:v>1.4865936607195166E-5</c:v>
                </c:pt>
                <c:pt idx="1766">
                  <c:v>2.0471731617284046E-5</c:v>
                </c:pt>
                <c:pt idx="1767">
                  <c:v>0</c:v>
                </c:pt>
                <c:pt idx="1768">
                  <c:v>0</c:v>
                </c:pt>
                <c:pt idx="1769">
                  <c:v>2.5562577678254817E-7</c:v>
                </c:pt>
                <c:pt idx="1770">
                  <c:v>0</c:v>
                </c:pt>
                <c:pt idx="1771">
                  <c:v>1.2675429158358329E-6</c:v>
                </c:pt>
                <c:pt idx="1772">
                  <c:v>0</c:v>
                </c:pt>
                <c:pt idx="1773">
                  <c:v>1.5234884922296481E-6</c:v>
                </c:pt>
                <c:pt idx="1774">
                  <c:v>1.6606624049126827E-5</c:v>
                </c:pt>
                <c:pt idx="1775">
                  <c:v>1.0618458152287056E-4</c:v>
                </c:pt>
                <c:pt idx="1776">
                  <c:v>5.6835759739759184E-6</c:v>
                </c:pt>
                <c:pt idx="1777">
                  <c:v>0</c:v>
                </c:pt>
                <c:pt idx="1778">
                  <c:v>1.2391849990845663E-5</c:v>
                </c:pt>
                <c:pt idx="1779">
                  <c:v>0</c:v>
                </c:pt>
                <c:pt idx="1780">
                  <c:v>0</c:v>
                </c:pt>
                <c:pt idx="1781">
                  <c:v>0</c:v>
                </c:pt>
                <c:pt idx="1782">
                  <c:v>0</c:v>
                </c:pt>
                <c:pt idx="1783">
                  <c:v>9.4059968914451078E-7</c:v>
                </c:pt>
                <c:pt idx="1784">
                  <c:v>0</c:v>
                </c:pt>
                <c:pt idx="1785">
                  <c:v>5.3642611909374085E-6</c:v>
                </c:pt>
                <c:pt idx="1786">
                  <c:v>1.7293788480013661E-3</c:v>
                </c:pt>
                <c:pt idx="1787">
                  <c:v>2.1995140204067036E-6</c:v>
                </c:pt>
                <c:pt idx="1788">
                  <c:v>0</c:v>
                </c:pt>
                <c:pt idx="1789">
                  <c:v>0</c:v>
                </c:pt>
                <c:pt idx="1790">
                  <c:v>0</c:v>
                </c:pt>
                <c:pt idx="1791">
                  <c:v>8.4991166603893797E-7</c:v>
                </c:pt>
                <c:pt idx="1792">
                  <c:v>0</c:v>
                </c:pt>
                <c:pt idx="1793">
                  <c:v>1.285759617387574E-5</c:v>
                </c:pt>
                <c:pt idx="1794">
                  <c:v>1.6728567483935507E-5</c:v>
                </c:pt>
                <c:pt idx="1795">
                  <c:v>0</c:v>
                </c:pt>
                <c:pt idx="1796">
                  <c:v>1.5017672331086896E-6</c:v>
                </c:pt>
                <c:pt idx="1797">
                  <c:v>1.1520374350378706E-4</c:v>
                </c:pt>
                <c:pt idx="1798">
                  <c:v>1.2319786315514541E-6</c:v>
                </c:pt>
                <c:pt idx="1799">
                  <c:v>6.93315156346014E-5</c:v>
                </c:pt>
                <c:pt idx="1800">
                  <c:v>4.3099714144892861E-6</c:v>
                </c:pt>
                <c:pt idx="1801">
                  <c:v>0</c:v>
                </c:pt>
                <c:pt idx="1802">
                  <c:v>7.3043153361317452E-7</c:v>
                </c:pt>
                <c:pt idx="1803">
                  <c:v>0</c:v>
                </c:pt>
                <c:pt idx="1804">
                  <c:v>4.4553680228597664E-6</c:v>
                </c:pt>
                <c:pt idx="1805">
                  <c:v>4.1510147697118823E-6</c:v>
                </c:pt>
                <c:pt idx="1806">
                  <c:v>1.4440139104815728E-7</c:v>
                </c:pt>
                <c:pt idx="1807">
                  <c:v>7.5329117321049384E-7</c:v>
                </c:pt>
                <c:pt idx="1808">
                  <c:v>0</c:v>
                </c:pt>
                <c:pt idx="1809">
                  <c:v>2.5093194928404884E-5</c:v>
                </c:pt>
                <c:pt idx="1810">
                  <c:v>0</c:v>
                </c:pt>
                <c:pt idx="1811">
                  <c:v>1.2500026739589627E-5</c:v>
                </c:pt>
                <c:pt idx="1812">
                  <c:v>0</c:v>
                </c:pt>
                <c:pt idx="1813">
                  <c:v>2.4863695912395498E-7</c:v>
                </c:pt>
                <c:pt idx="1814">
                  <c:v>0</c:v>
                </c:pt>
                <c:pt idx="1815">
                  <c:v>0</c:v>
                </c:pt>
                <c:pt idx="1816">
                  <c:v>0</c:v>
                </c:pt>
                <c:pt idx="1817">
                  <c:v>1.2133440677278601E-5</c:v>
                </c:pt>
                <c:pt idx="1818">
                  <c:v>0</c:v>
                </c:pt>
                <c:pt idx="1819">
                  <c:v>0</c:v>
                </c:pt>
                <c:pt idx="1820">
                  <c:v>0</c:v>
                </c:pt>
                <c:pt idx="1821">
                  <c:v>0</c:v>
                </c:pt>
                <c:pt idx="1822">
                  <c:v>1.125425062070513E-7</c:v>
                </c:pt>
                <c:pt idx="1823">
                  <c:v>0</c:v>
                </c:pt>
                <c:pt idx="1824">
                  <c:v>2.6234643038320262E-6</c:v>
                </c:pt>
                <c:pt idx="1825">
                  <c:v>1.9874359027838068E-6</c:v>
                </c:pt>
                <c:pt idx="1826">
                  <c:v>7.649498981413978E-5</c:v>
                </c:pt>
                <c:pt idx="1827">
                  <c:v>0</c:v>
                </c:pt>
                <c:pt idx="1828">
                  <c:v>1.5149089983001681E-5</c:v>
                </c:pt>
                <c:pt idx="1829">
                  <c:v>2.5701740930133606E-6</c:v>
                </c:pt>
                <c:pt idx="1830">
                  <c:v>4.9695656295042738E-6</c:v>
                </c:pt>
                <c:pt idx="1831">
                  <c:v>0</c:v>
                </c:pt>
                <c:pt idx="1832">
                  <c:v>3.6333078220371515E-6</c:v>
                </c:pt>
                <c:pt idx="1833">
                  <c:v>2.3432567784289542E-6</c:v>
                </c:pt>
                <c:pt idx="1834">
                  <c:v>0</c:v>
                </c:pt>
                <c:pt idx="1835">
                  <c:v>1.6612469392795295E-6</c:v>
                </c:pt>
                <c:pt idx="1836">
                  <c:v>1.2358812787293015E-5</c:v>
                </c:pt>
                <c:pt idx="1837">
                  <c:v>0</c:v>
                </c:pt>
                <c:pt idx="1838">
                  <c:v>1.9078905333322325E-7</c:v>
                </c:pt>
                <c:pt idx="1839">
                  <c:v>2.9061971284235639E-5</c:v>
                </c:pt>
                <c:pt idx="1840">
                  <c:v>7.2672819817527163E-6</c:v>
                </c:pt>
                <c:pt idx="1841">
                  <c:v>1.8266012987167261E-5</c:v>
                </c:pt>
                <c:pt idx="1842">
                  <c:v>1.0739100501477366E-5</c:v>
                </c:pt>
                <c:pt idx="1843">
                  <c:v>3.6277151047362083E-5</c:v>
                </c:pt>
                <c:pt idx="1844">
                  <c:v>2.5580409120518235E-3</c:v>
                </c:pt>
                <c:pt idx="1845">
                  <c:v>1.0848223942802401E-5</c:v>
                </c:pt>
                <c:pt idx="1846">
                  <c:v>1.1091574562049589E-5</c:v>
                </c:pt>
                <c:pt idx="1847">
                  <c:v>4.3479753662732105E-5</c:v>
                </c:pt>
                <c:pt idx="1848">
                  <c:v>5.0321187688522013E-5</c:v>
                </c:pt>
                <c:pt idx="1849">
                  <c:v>5.4848301063236895E-5</c:v>
                </c:pt>
                <c:pt idx="1850">
                  <c:v>1.817850904100064E-5</c:v>
                </c:pt>
                <c:pt idx="1851">
                  <c:v>1.5971198189253224E-5</c:v>
                </c:pt>
                <c:pt idx="1852">
                  <c:v>1.9938467862097498E-5</c:v>
                </c:pt>
                <c:pt idx="1853">
                  <c:v>1.9947091240812533E-7</c:v>
                </c:pt>
                <c:pt idx="1854">
                  <c:v>2.4863695912395498E-7</c:v>
                </c:pt>
                <c:pt idx="1855">
                  <c:v>9.7773578099227072E-6</c:v>
                </c:pt>
                <c:pt idx="1856">
                  <c:v>6.1263987555616677E-6</c:v>
                </c:pt>
                <c:pt idx="1857">
                  <c:v>1.2179878905682228E-5</c:v>
                </c:pt>
                <c:pt idx="1858">
                  <c:v>2.2468219876404223E-5</c:v>
                </c:pt>
                <c:pt idx="1859">
                  <c:v>0</c:v>
                </c:pt>
                <c:pt idx="1860">
                  <c:v>1.6097222514667413E-5</c:v>
                </c:pt>
                <c:pt idx="1861">
                  <c:v>7.8970615479194531E-5</c:v>
                </c:pt>
                <c:pt idx="1862">
                  <c:v>0</c:v>
                </c:pt>
                <c:pt idx="1863">
                  <c:v>3.2019714023863849E-6</c:v>
                </c:pt>
                <c:pt idx="1864">
                  <c:v>3.1715326700356624E-6</c:v>
                </c:pt>
                <c:pt idx="1865">
                  <c:v>4.3139212233100324E-5</c:v>
                </c:pt>
                <c:pt idx="1866">
                  <c:v>1.2181807618637513E-5</c:v>
                </c:pt>
                <c:pt idx="1867">
                  <c:v>1.4130278715877867E-5</c:v>
                </c:pt>
                <c:pt idx="1868">
                  <c:v>2.4075411298706841E-3</c:v>
                </c:pt>
                <c:pt idx="1869">
                  <c:v>3.9184821343889382E-5</c:v>
                </c:pt>
                <c:pt idx="1870">
                  <c:v>3.1205248946194371E-5</c:v>
                </c:pt>
                <c:pt idx="1871">
                  <c:v>0</c:v>
                </c:pt>
                <c:pt idx="1872">
                  <c:v>1.4723208167732292E-7</c:v>
                </c:pt>
                <c:pt idx="1873">
                  <c:v>0</c:v>
                </c:pt>
                <c:pt idx="1874">
                  <c:v>6.9104739333947076E-6</c:v>
                </c:pt>
                <c:pt idx="1875">
                  <c:v>7.954370874358786E-5</c:v>
                </c:pt>
                <c:pt idx="1876">
                  <c:v>9.8119703716459105E-6</c:v>
                </c:pt>
                <c:pt idx="1877">
                  <c:v>4.7316195517415455E-5</c:v>
                </c:pt>
                <c:pt idx="1878">
                  <c:v>2.6316014598808514E-6</c:v>
                </c:pt>
                <c:pt idx="1879">
                  <c:v>3.654898584086687E-5</c:v>
                </c:pt>
                <c:pt idx="1880">
                  <c:v>1.3608247080868101E-4</c:v>
                </c:pt>
                <c:pt idx="1881">
                  <c:v>2.5629647161773187E-5</c:v>
                </c:pt>
                <c:pt idx="1882">
                  <c:v>2.1752132576893047E-7</c:v>
                </c:pt>
                <c:pt idx="1883">
                  <c:v>4.7034049361724483E-5</c:v>
                </c:pt>
                <c:pt idx="1884">
                  <c:v>1.3134528512255282E-6</c:v>
                </c:pt>
                <c:pt idx="1885">
                  <c:v>1.0213929116412485E-6</c:v>
                </c:pt>
                <c:pt idx="1886">
                  <c:v>3.3847461879278955E-7</c:v>
                </c:pt>
                <c:pt idx="1887">
                  <c:v>2.0955035188361934E-7</c:v>
                </c:pt>
                <c:pt idx="1888">
                  <c:v>2.9004101007491896E-5</c:v>
                </c:pt>
                <c:pt idx="1889">
                  <c:v>1.5827628079803273E-6</c:v>
                </c:pt>
                <c:pt idx="1890">
                  <c:v>1.1716395789821561E-4</c:v>
                </c:pt>
                <c:pt idx="1891">
                  <c:v>3.073351199788201E-5</c:v>
                </c:pt>
                <c:pt idx="1892">
                  <c:v>1.1906203163370874E-6</c:v>
                </c:pt>
                <c:pt idx="1893">
                  <c:v>6.2692102952285886E-6</c:v>
                </c:pt>
                <c:pt idx="1894">
                  <c:v>1.1086141547244649E-5</c:v>
                </c:pt>
                <c:pt idx="1895">
                  <c:v>5.2834364040867629E-6</c:v>
                </c:pt>
                <c:pt idx="1896">
                  <c:v>2.180794408447616E-5</c:v>
                </c:pt>
                <c:pt idx="1897">
                  <c:v>0</c:v>
                </c:pt>
                <c:pt idx="1898">
                  <c:v>1.6783379990512111E-4</c:v>
                </c:pt>
                <c:pt idx="1899">
                  <c:v>1.4009022696909429E-6</c:v>
                </c:pt>
                <c:pt idx="1900">
                  <c:v>0</c:v>
                </c:pt>
                <c:pt idx="1901">
                  <c:v>0</c:v>
                </c:pt>
                <c:pt idx="1902">
                  <c:v>2.348078544769265E-5</c:v>
                </c:pt>
                <c:pt idx="1903">
                  <c:v>1.6064228270540747E-6</c:v>
                </c:pt>
                <c:pt idx="1904">
                  <c:v>2.5720741003164911E-7</c:v>
                </c:pt>
                <c:pt idx="1905">
                  <c:v>0</c:v>
                </c:pt>
                <c:pt idx="1906">
                  <c:v>3.858601855942256E-5</c:v>
                </c:pt>
                <c:pt idx="1907">
                  <c:v>5.7713677954889748E-6</c:v>
                </c:pt>
                <c:pt idx="1908">
                  <c:v>1.3606358051990909E-5</c:v>
                </c:pt>
                <c:pt idx="1909">
                  <c:v>6.8147988575864422E-5</c:v>
                </c:pt>
                <c:pt idx="1910">
                  <c:v>0</c:v>
                </c:pt>
                <c:pt idx="1911">
                  <c:v>0</c:v>
                </c:pt>
                <c:pt idx="1912">
                  <c:v>4.0307612652917051E-5</c:v>
                </c:pt>
                <c:pt idx="1913">
                  <c:v>3.8919637070958437E-5</c:v>
                </c:pt>
                <c:pt idx="1914">
                  <c:v>4.700054256631994E-5</c:v>
                </c:pt>
                <c:pt idx="1915">
                  <c:v>1.9088559831198062E-4</c:v>
                </c:pt>
                <c:pt idx="1916">
                  <c:v>5.6608595703589359E-5</c:v>
                </c:pt>
                <c:pt idx="1917">
                  <c:v>1.3171500106960545E-4</c:v>
                </c:pt>
                <c:pt idx="1918">
                  <c:v>0</c:v>
                </c:pt>
                <c:pt idx="1919">
                  <c:v>1.1018673986130321E-6</c:v>
                </c:pt>
                <c:pt idx="1920">
                  <c:v>0</c:v>
                </c:pt>
                <c:pt idx="1921">
                  <c:v>6.1621126133367394E-6</c:v>
                </c:pt>
                <c:pt idx="1922">
                  <c:v>0</c:v>
                </c:pt>
                <c:pt idx="1923">
                  <c:v>1.6017141991346971E-7</c:v>
                </c:pt>
                <c:pt idx="1924">
                  <c:v>1.5649351406026496E-5</c:v>
                </c:pt>
                <c:pt idx="1925">
                  <c:v>7.4817596634122743E-4</c:v>
                </c:pt>
                <c:pt idx="1926">
                  <c:v>0</c:v>
                </c:pt>
                <c:pt idx="1927">
                  <c:v>0</c:v>
                </c:pt>
                <c:pt idx="1928">
                  <c:v>0</c:v>
                </c:pt>
                <c:pt idx="1929">
                  <c:v>5.4737652853652975E-6</c:v>
                </c:pt>
                <c:pt idx="1930">
                  <c:v>4.9257573260179926E-6</c:v>
                </c:pt>
                <c:pt idx="1931">
                  <c:v>0</c:v>
                </c:pt>
                <c:pt idx="1932">
                  <c:v>0</c:v>
                </c:pt>
                <c:pt idx="1933">
                  <c:v>4.0283638953457515E-6</c:v>
                </c:pt>
                <c:pt idx="1934">
                  <c:v>1.9885464072873203E-6</c:v>
                </c:pt>
                <c:pt idx="1935">
                  <c:v>3.2034283982561545E-7</c:v>
                </c:pt>
                <c:pt idx="1936">
                  <c:v>6.4731318672369594E-5</c:v>
                </c:pt>
                <c:pt idx="1937">
                  <c:v>8.3808022728931125E-6</c:v>
                </c:pt>
                <c:pt idx="1938">
                  <c:v>1.8390717217464881E-5</c:v>
                </c:pt>
                <c:pt idx="1939">
                  <c:v>4.5440269442807113E-6</c:v>
                </c:pt>
                <c:pt idx="1940">
                  <c:v>0</c:v>
                </c:pt>
                <c:pt idx="1941">
                  <c:v>1.1027385192457002E-6</c:v>
                </c:pt>
                <c:pt idx="1942">
                  <c:v>1.3037368884953205E-5</c:v>
                </c:pt>
                <c:pt idx="1943">
                  <c:v>6.3199292059577565E-7</c:v>
                </c:pt>
                <c:pt idx="1944">
                  <c:v>1.5428398498472523E-4</c:v>
                </c:pt>
                <c:pt idx="1945">
                  <c:v>3.1096855500118211E-6</c:v>
                </c:pt>
                <c:pt idx="1946">
                  <c:v>3.0720201427731852E-5</c:v>
                </c:pt>
                <c:pt idx="1947">
                  <c:v>9.5231465597957057E-6</c:v>
                </c:pt>
                <c:pt idx="1948">
                  <c:v>0</c:v>
                </c:pt>
                <c:pt idx="1949">
                  <c:v>0</c:v>
                </c:pt>
                <c:pt idx="1950">
                  <c:v>2.1430273384466559E-7</c:v>
                </c:pt>
                <c:pt idx="1951">
                  <c:v>0</c:v>
                </c:pt>
                <c:pt idx="1952">
                  <c:v>0</c:v>
                </c:pt>
                <c:pt idx="1953">
                  <c:v>0</c:v>
                </c:pt>
                <c:pt idx="1954">
                  <c:v>0</c:v>
                </c:pt>
                <c:pt idx="1955">
                  <c:v>0</c:v>
                </c:pt>
                <c:pt idx="1956">
                  <c:v>9.6425756051611388E-6</c:v>
                </c:pt>
                <c:pt idx="1957">
                  <c:v>1.4312952601182661E-5</c:v>
                </c:pt>
                <c:pt idx="1958">
                  <c:v>2.1245297304344721E-5</c:v>
                </c:pt>
                <c:pt idx="1959">
                  <c:v>4.5355673961380843E-6</c:v>
                </c:pt>
                <c:pt idx="1960">
                  <c:v>0</c:v>
                </c:pt>
                <c:pt idx="1961">
                  <c:v>0</c:v>
                </c:pt>
                <c:pt idx="1962">
                  <c:v>2.3806079318667855E-6</c:v>
                </c:pt>
                <c:pt idx="1963">
                  <c:v>1.3723896610009776E-7</c:v>
                </c:pt>
                <c:pt idx="1964">
                  <c:v>0</c:v>
                </c:pt>
                <c:pt idx="1965">
                  <c:v>7.3720409098421716E-5</c:v>
                </c:pt>
                <c:pt idx="1966">
                  <c:v>1.5761767411398493E-5</c:v>
                </c:pt>
                <c:pt idx="1967">
                  <c:v>0</c:v>
                </c:pt>
                <c:pt idx="1968">
                  <c:v>4.6500723089338316E-5</c:v>
                </c:pt>
                <c:pt idx="1969">
                  <c:v>0</c:v>
                </c:pt>
                <c:pt idx="1970">
                  <c:v>5.0471231608375475E-6</c:v>
                </c:pt>
                <c:pt idx="1971">
                  <c:v>2.6071602992932643E-5</c:v>
                </c:pt>
                <c:pt idx="1972">
                  <c:v>2.7575033506062744E-5</c:v>
                </c:pt>
                <c:pt idx="1973">
                  <c:v>2.6818768051318064E-5</c:v>
                </c:pt>
                <c:pt idx="1974">
                  <c:v>6.0425424955287983E-7</c:v>
                </c:pt>
                <c:pt idx="1975">
                  <c:v>2.4125642330958911E-6</c:v>
                </c:pt>
                <c:pt idx="1976">
                  <c:v>9.1447204437596738E-6</c:v>
                </c:pt>
                <c:pt idx="1977">
                  <c:v>2.2418607963580208E-7</c:v>
                </c:pt>
                <c:pt idx="1978">
                  <c:v>1.7171665321980291E-5</c:v>
                </c:pt>
                <c:pt idx="1979">
                  <c:v>5.2075315407283104E-6</c:v>
                </c:pt>
                <c:pt idx="1980">
                  <c:v>0</c:v>
                </c:pt>
                <c:pt idx="1981">
                  <c:v>0</c:v>
                </c:pt>
                <c:pt idx="1982">
                  <c:v>9.7894271976584064E-6</c:v>
                </c:pt>
                <c:pt idx="1983">
                  <c:v>1.3563911159911571E-5</c:v>
                </c:pt>
                <c:pt idx="1984">
                  <c:v>6.5836509014649574E-6</c:v>
                </c:pt>
                <c:pt idx="1985">
                  <c:v>1.152818758875519E-5</c:v>
                </c:pt>
                <c:pt idx="1986">
                  <c:v>1.8834873324853084E-6</c:v>
                </c:pt>
                <c:pt idx="1987">
                  <c:v>3.1985438024885227E-6</c:v>
                </c:pt>
                <c:pt idx="1988">
                  <c:v>0</c:v>
                </c:pt>
                <c:pt idx="1989">
                  <c:v>1.4664815915143721E-6</c:v>
                </c:pt>
                <c:pt idx="1990">
                  <c:v>6.6311628309132406E-5</c:v>
                </c:pt>
                <c:pt idx="1991">
                  <c:v>1.8960934172779979E-5</c:v>
                </c:pt>
                <c:pt idx="1992">
                  <c:v>5.3507515407042066E-5</c:v>
                </c:pt>
                <c:pt idx="1993">
                  <c:v>1.164325158540047E-7</c:v>
                </c:pt>
                <c:pt idx="1994">
                  <c:v>9.8386218101226265E-7</c:v>
                </c:pt>
                <c:pt idx="1995">
                  <c:v>0</c:v>
                </c:pt>
                <c:pt idx="1996">
                  <c:v>5.2859580266549452E-6</c:v>
                </c:pt>
                <c:pt idx="1997">
                  <c:v>3.9756944220177621E-5</c:v>
                </c:pt>
                <c:pt idx="1998">
                  <c:v>2.1060875929258832E-5</c:v>
                </c:pt>
                <c:pt idx="1999">
                  <c:v>3.2495531054639716E-5</c:v>
                </c:pt>
                <c:pt idx="2000">
                  <c:v>0</c:v>
                </c:pt>
                <c:pt idx="2001">
                  <c:v>0</c:v>
                </c:pt>
                <c:pt idx="2002">
                  <c:v>0</c:v>
                </c:pt>
                <c:pt idx="2003">
                  <c:v>0</c:v>
                </c:pt>
                <c:pt idx="2004">
                  <c:v>3.0785362020608211E-5</c:v>
                </c:pt>
                <c:pt idx="2005">
                  <c:v>8.177926694238315E-6</c:v>
                </c:pt>
                <c:pt idx="2006">
                  <c:v>2.0197125592633261E-5</c:v>
                </c:pt>
                <c:pt idx="2007">
                  <c:v>4.8569444796529403E-7</c:v>
                </c:pt>
                <c:pt idx="2008">
                  <c:v>1.1645217378324207E-7</c:v>
                </c:pt>
                <c:pt idx="2009">
                  <c:v>3.2858348123610584E-6</c:v>
                </c:pt>
                <c:pt idx="2010">
                  <c:v>7.1380338919216505E-7</c:v>
                </c:pt>
                <c:pt idx="2011">
                  <c:v>0</c:v>
                </c:pt>
                <c:pt idx="2012">
                  <c:v>7.1154250804339133E-4</c:v>
                </c:pt>
                <c:pt idx="2013">
                  <c:v>0</c:v>
                </c:pt>
                <c:pt idx="2014">
                  <c:v>3.6548567059603451E-6</c:v>
                </c:pt>
                <c:pt idx="2015">
                  <c:v>1.482006093705388E-6</c:v>
                </c:pt>
                <c:pt idx="2016">
                  <c:v>6.2370355475883153E-6</c:v>
                </c:pt>
                <c:pt idx="2017">
                  <c:v>1.7994154807548166E-5</c:v>
                </c:pt>
                <c:pt idx="2018">
                  <c:v>2.1736592194362101E-6</c:v>
                </c:pt>
                <c:pt idx="2019">
                  <c:v>6.8198132971201042E-7</c:v>
                </c:pt>
                <c:pt idx="2020">
                  <c:v>0</c:v>
                </c:pt>
                <c:pt idx="2021">
                  <c:v>0</c:v>
                </c:pt>
                <c:pt idx="2022">
                  <c:v>1.2896856009521185E-5</c:v>
                </c:pt>
                <c:pt idx="2023">
                  <c:v>1.3639002683562351E-5</c:v>
                </c:pt>
                <c:pt idx="2024">
                  <c:v>7.2675003865637349E-6</c:v>
                </c:pt>
                <c:pt idx="2025">
                  <c:v>0</c:v>
                </c:pt>
                <c:pt idx="2026">
                  <c:v>0</c:v>
                </c:pt>
                <c:pt idx="2027">
                  <c:v>0</c:v>
                </c:pt>
                <c:pt idx="2028">
                  <c:v>0</c:v>
                </c:pt>
                <c:pt idx="2029">
                  <c:v>1.4336662937758599E-5</c:v>
                </c:pt>
                <c:pt idx="2030">
                  <c:v>1.9796021106601867E-6</c:v>
                </c:pt>
                <c:pt idx="2031">
                  <c:v>1.7854246067156615E-4</c:v>
                </c:pt>
                <c:pt idx="2032">
                  <c:v>9.528979905511974E-7</c:v>
                </c:pt>
                <c:pt idx="2033">
                  <c:v>0</c:v>
                </c:pt>
                <c:pt idx="2034">
                  <c:v>0</c:v>
                </c:pt>
                <c:pt idx="2035">
                  <c:v>3.013867726995639E-6</c:v>
                </c:pt>
                <c:pt idx="2036">
                  <c:v>1.5908551198132211E-7</c:v>
                </c:pt>
                <c:pt idx="2037">
                  <c:v>1.9155194299855794E-6</c:v>
                </c:pt>
                <c:pt idx="2038">
                  <c:v>0</c:v>
                </c:pt>
                <c:pt idx="2039">
                  <c:v>0</c:v>
                </c:pt>
                <c:pt idx="2040">
                  <c:v>9.9577121811073283E-8</c:v>
                </c:pt>
                <c:pt idx="2041">
                  <c:v>0</c:v>
                </c:pt>
                <c:pt idx="2042">
                  <c:v>3.4078382239846682E-5</c:v>
                </c:pt>
                <c:pt idx="2043">
                  <c:v>7.9207132547926884E-6</c:v>
                </c:pt>
                <c:pt idx="2044">
                  <c:v>0</c:v>
                </c:pt>
                <c:pt idx="2045">
                  <c:v>1.308557238598194E-4</c:v>
                </c:pt>
                <c:pt idx="2046">
                  <c:v>0</c:v>
                </c:pt>
                <c:pt idx="2047">
                  <c:v>4.8914177692609139E-6</c:v>
                </c:pt>
                <c:pt idx="2048">
                  <c:v>0</c:v>
                </c:pt>
                <c:pt idx="2049">
                  <c:v>1.5499158237690325E-6</c:v>
                </c:pt>
                <c:pt idx="2050">
                  <c:v>1.133299014140649E-6</c:v>
                </c:pt>
                <c:pt idx="2051">
                  <c:v>0</c:v>
                </c:pt>
                <c:pt idx="2052">
                  <c:v>6.5407980863198169E-7</c:v>
                </c:pt>
                <c:pt idx="2053">
                  <c:v>0</c:v>
                </c:pt>
                <c:pt idx="2054">
                  <c:v>0</c:v>
                </c:pt>
                <c:pt idx="2055">
                  <c:v>0</c:v>
                </c:pt>
                <c:pt idx="2056">
                  <c:v>0</c:v>
                </c:pt>
                <c:pt idx="2057">
                  <c:v>0</c:v>
                </c:pt>
                <c:pt idx="2058">
                  <c:v>0</c:v>
                </c:pt>
                <c:pt idx="2059">
                  <c:v>1.7349436611608376E-7</c:v>
                </c:pt>
                <c:pt idx="2060">
                  <c:v>0</c:v>
                </c:pt>
                <c:pt idx="2061">
                  <c:v>6.1130913328930542E-6</c:v>
                </c:pt>
                <c:pt idx="2062">
                  <c:v>1.1912545344762218E-3</c:v>
                </c:pt>
                <c:pt idx="2063">
                  <c:v>0</c:v>
                </c:pt>
                <c:pt idx="2064">
                  <c:v>2.6193614530965466E-6</c:v>
                </c:pt>
                <c:pt idx="2065">
                  <c:v>1.5356393607363865E-6</c:v>
                </c:pt>
                <c:pt idx="2066">
                  <c:v>4.6086872260412476E-3</c:v>
                </c:pt>
                <c:pt idx="2067">
                  <c:v>0</c:v>
                </c:pt>
                <c:pt idx="2068">
                  <c:v>1.4332863525685301E-6</c:v>
                </c:pt>
                <c:pt idx="2069">
                  <c:v>0</c:v>
                </c:pt>
                <c:pt idx="2070">
                  <c:v>2.9663848242020153E-6</c:v>
                </c:pt>
                <c:pt idx="2071">
                  <c:v>0</c:v>
                </c:pt>
                <c:pt idx="2072">
                  <c:v>1.3898227552368407E-5</c:v>
                </c:pt>
                <c:pt idx="2073">
                  <c:v>3.4444202594236019E-6</c:v>
                </c:pt>
                <c:pt idx="2074">
                  <c:v>0</c:v>
                </c:pt>
                <c:pt idx="2075">
                  <c:v>5.2182617485804136E-5</c:v>
                </c:pt>
                <c:pt idx="2076">
                  <c:v>0</c:v>
                </c:pt>
                <c:pt idx="2077">
                  <c:v>2.2315525914464465E-6</c:v>
                </c:pt>
                <c:pt idx="2078">
                  <c:v>7.4357642161218697E-5</c:v>
                </c:pt>
                <c:pt idx="2079">
                  <c:v>2.4765290783454602E-7</c:v>
                </c:pt>
                <c:pt idx="2080">
                  <c:v>7.4329769011013057E-8</c:v>
                </c:pt>
                <c:pt idx="2081">
                  <c:v>2.692498833995867E-5</c:v>
                </c:pt>
                <c:pt idx="2082">
                  <c:v>8.4783128268190952E-7</c:v>
                </c:pt>
                <c:pt idx="2083">
                  <c:v>7.6597931061217408E-6</c:v>
                </c:pt>
                <c:pt idx="2084">
                  <c:v>1.9665995863781951E-5</c:v>
                </c:pt>
                <c:pt idx="2085">
                  <c:v>2.1716691038650592E-7</c:v>
                </c:pt>
                <c:pt idx="2086">
                  <c:v>2.4077488036348897E-6</c:v>
                </c:pt>
                <c:pt idx="2087">
                  <c:v>0</c:v>
                </c:pt>
                <c:pt idx="2088">
                  <c:v>7.7220374806884425E-6</c:v>
                </c:pt>
                <c:pt idx="2089">
                  <c:v>5.427315105839017E-7</c:v>
                </c:pt>
                <c:pt idx="2090">
                  <c:v>1.7477493736600451E-7</c:v>
                </c:pt>
                <c:pt idx="2091">
                  <c:v>1.1907136155647508E-6</c:v>
                </c:pt>
                <c:pt idx="2092">
                  <c:v>2.8213809279398607E-5</c:v>
                </c:pt>
                <c:pt idx="2093">
                  <c:v>0</c:v>
                </c:pt>
                <c:pt idx="2094">
                  <c:v>3.9500439906494803E-6</c:v>
                </c:pt>
                <c:pt idx="2095">
                  <c:v>1.4865950827185825E-5</c:v>
                </c:pt>
                <c:pt idx="2096">
                  <c:v>3.9979756064738402E-5</c:v>
                </c:pt>
                <c:pt idx="2097">
                  <c:v>2.2103168177695675E-5</c:v>
                </c:pt>
                <c:pt idx="2098">
                  <c:v>1.3208898933659489E-4</c:v>
                </c:pt>
                <c:pt idx="2099">
                  <c:v>8.3866401248097251E-6</c:v>
                </c:pt>
                <c:pt idx="2100">
                  <c:v>1.4780175800287157E-3</c:v>
                </c:pt>
                <c:pt idx="2101">
                  <c:v>2.8847011877167825E-5</c:v>
                </c:pt>
                <c:pt idx="2102">
                  <c:v>1.8112732845828556E-5</c:v>
                </c:pt>
                <c:pt idx="2103">
                  <c:v>6.8634968335176523E-5</c:v>
                </c:pt>
                <c:pt idx="2104">
                  <c:v>1.2170213224486153E-5</c:v>
                </c:pt>
                <c:pt idx="2105">
                  <c:v>1.368555572749259E-5</c:v>
                </c:pt>
                <c:pt idx="2106">
                  <c:v>0</c:v>
                </c:pt>
                <c:pt idx="2107">
                  <c:v>2.4918106334889044E-6</c:v>
                </c:pt>
                <c:pt idx="2108">
                  <c:v>1.2884090497429814E-5</c:v>
                </c:pt>
                <c:pt idx="2109">
                  <c:v>1.945697787300579E-5</c:v>
                </c:pt>
                <c:pt idx="2110">
                  <c:v>0</c:v>
                </c:pt>
                <c:pt idx="2111">
                  <c:v>0</c:v>
                </c:pt>
                <c:pt idx="2112">
                  <c:v>3.9666058093661763E-7</c:v>
                </c:pt>
                <c:pt idx="2113">
                  <c:v>1.6683412325602053E-5</c:v>
                </c:pt>
                <c:pt idx="2114">
                  <c:v>8.3257813525616385E-5</c:v>
                </c:pt>
                <c:pt idx="2115">
                  <c:v>1.8102305124261016E-7</c:v>
                </c:pt>
                <c:pt idx="2116">
                  <c:v>2.888013909824402E-6</c:v>
                </c:pt>
                <c:pt idx="2117">
                  <c:v>3.2991125973406201E-6</c:v>
                </c:pt>
                <c:pt idx="2118">
                  <c:v>1.0495913700709898E-4</c:v>
                </c:pt>
                <c:pt idx="2119">
                  <c:v>3.4971032395505714E-6</c:v>
                </c:pt>
                <c:pt idx="2120">
                  <c:v>7.9405963302169114E-6</c:v>
                </c:pt>
                <c:pt idx="2121">
                  <c:v>0</c:v>
                </c:pt>
                <c:pt idx="2122">
                  <c:v>0</c:v>
                </c:pt>
                <c:pt idx="2123">
                  <c:v>0</c:v>
                </c:pt>
                <c:pt idx="2124">
                  <c:v>9.0845184927450254E-6</c:v>
                </c:pt>
                <c:pt idx="2125">
                  <c:v>1.0147075899383076E-6</c:v>
                </c:pt>
                <c:pt idx="2126">
                  <c:v>0</c:v>
                </c:pt>
                <c:pt idx="2127">
                  <c:v>0</c:v>
                </c:pt>
                <c:pt idx="2128">
                  <c:v>2.4896671636417296E-7</c:v>
                </c:pt>
                <c:pt idx="2129">
                  <c:v>1.6701148053032413E-7</c:v>
                </c:pt>
                <c:pt idx="2130">
                  <c:v>2.2905436634260654E-5</c:v>
                </c:pt>
                <c:pt idx="2131">
                  <c:v>5.3805449673286671E-6</c:v>
                </c:pt>
                <c:pt idx="2132">
                  <c:v>6.4993294076597144E-6</c:v>
                </c:pt>
                <c:pt idx="2133">
                  <c:v>1.1276445058972949E-5</c:v>
                </c:pt>
                <c:pt idx="2134">
                  <c:v>1.0955937095506702E-6</c:v>
                </c:pt>
                <c:pt idx="2135">
                  <c:v>5.3089668412679873E-5</c:v>
                </c:pt>
                <c:pt idx="2136">
                  <c:v>3.0407483546267E-6</c:v>
                </c:pt>
                <c:pt idx="2137">
                  <c:v>0</c:v>
                </c:pt>
                <c:pt idx="2138">
                  <c:v>8.0639826594543489E-5</c:v>
                </c:pt>
                <c:pt idx="2139">
                  <c:v>0</c:v>
                </c:pt>
                <c:pt idx="2140">
                  <c:v>0</c:v>
                </c:pt>
                <c:pt idx="2141">
                  <c:v>0</c:v>
                </c:pt>
                <c:pt idx="2142">
                  <c:v>2.8414784354681383E-5</c:v>
                </c:pt>
                <c:pt idx="2143">
                  <c:v>2.0293043581808446E-6</c:v>
                </c:pt>
                <c:pt idx="2144">
                  <c:v>5.9068884536495854E-7</c:v>
                </c:pt>
                <c:pt idx="2145">
                  <c:v>1.6749613998319064E-5</c:v>
                </c:pt>
                <c:pt idx="2146">
                  <c:v>0</c:v>
                </c:pt>
                <c:pt idx="2147">
                  <c:v>8.2431058740612378E-6</c:v>
                </c:pt>
                <c:pt idx="2148">
                  <c:v>0</c:v>
                </c:pt>
                <c:pt idx="2149">
                  <c:v>4.1485468433437932E-7</c:v>
                </c:pt>
                <c:pt idx="2150">
                  <c:v>0</c:v>
                </c:pt>
                <c:pt idx="2151">
                  <c:v>3.2759910125176987E-5</c:v>
                </c:pt>
                <c:pt idx="2152">
                  <c:v>0</c:v>
                </c:pt>
                <c:pt idx="2153">
                  <c:v>0</c:v>
                </c:pt>
                <c:pt idx="2154">
                  <c:v>3.2538021049616298E-6</c:v>
                </c:pt>
                <c:pt idx="2155">
                  <c:v>1.7505979502875764E-5</c:v>
                </c:pt>
                <c:pt idx="2156">
                  <c:v>3.4520443058556397E-5</c:v>
                </c:pt>
                <c:pt idx="2157">
                  <c:v>2.444328225992661E-6</c:v>
                </c:pt>
                <c:pt idx="2158">
                  <c:v>4.0359013604541726E-5</c:v>
                </c:pt>
                <c:pt idx="2159">
                  <c:v>6.0687821731522506E-6</c:v>
                </c:pt>
                <c:pt idx="2160">
                  <c:v>3.7319437100403126E-6</c:v>
                </c:pt>
                <c:pt idx="2161">
                  <c:v>0</c:v>
                </c:pt>
                <c:pt idx="2162">
                  <c:v>1.6457804387720388E-5</c:v>
                </c:pt>
                <c:pt idx="2163">
                  <c:v>1.7882477623357506E-5</c:v>
                </c:pt>
                <c:pt idx="2164">
                  <c:v>1.1646857422338086E-4</c:v>
                </c:pt>
                <c:pt idx="2165">
                  <c:v>1.2647274543672047E-6</c:v>
                </c:pt>
                <c:pt idx="2166">
                  <c:v>1.0336082527674358E-5</c:v>
                </c:pt>
                <c:pt idx="2167">
                  <c:v>0</c:v>
                </c:pt>
                <c:pt idx="2168">
                  <c:v>5.3925842081210674E-6</c:v>
                </c:pt>
                <c:pt idx="2169">
                  <c:v>1.211102607345719E-7</c:v>
                </c:pt>
                <c:pt idx="2170">
                  <c:v>2.1145718239234014E-6</c:v>
                </c:pt>
                <c:pt idx="2171">
                  <c:v>1.2862076816211234E-5</c:v>
                </c:pt>
                <c:pt idx="2172">
                  <c:v>0</c:v>
                </c:pt>
                <c:pt idx="2173">
                  <c:v>8.7400757811661184E-5</c:v>
                </c:pt>
                <c:pt idx="2174">
                  <c:v>1.5883369684627081E-5</c:v>
                </c:pt>
                <c:pt idx="2175">
                  <c:v>0</c:v>
                </c:pt>
                <c:pt idx="2176">
                  <c:v>5.5823873853799375E-7</c:v>
                </c:pt>
                <c:pt idx="2177">
                  <c:v>3.3675877932555899E-6</c:v>
                </c:pt>
                <c:pt idx="2178">
                  <c:v>0</c:v>
                </c:pt>
                <c:pt idx="2179">
                  <c:v>1.4005825059804391E-7</c:v>
                </c:pt>
                <c:pt idx="2180">
                  <c:v>0</c:v>
                </c:pt>
                <c:pt idx="2181">
                  <c:v>0</c:v>
                </c:pt>
                <c:pt idx="2182">
                  <c:v>1.0087250894603585E-5</c:v>
                </c:pt>
                <c:pt idx="2183">
                  <c:v>1.8669411930364585E-5</c:v>
                </c:pt>
                <c:pt idx="2184">
                  <c:v>4.0808892204040411E-6</c:v>
                </c:pt>
                <c:pt idx="2185">
                  <c:v>0</c:v>
                </c:pt>
                <c:pt idx="2186">
                  <c:v>5.1571676961149924E-6</c:v>
                </c:pt>
                <c:pt idx="2187">
                  <c:v>4.2418352773607511E-6</c:v>
                </c:pt>
                <c:pt idx="2188">
                  <c:v>1.9254221163096145E-4</c:v>
                </c:pt>
                <c:pt idx="2189">
                  <c:v>8.8948258645656433E-6</c:v>
                </c:pt>
                <c:pt idx="2190">
                  <c:v>2.5433324480247269E-5</c:v>
                </c:pt>
                <c:pt idx="2191">
                  <c:v>0</c:v>
                </c:pt>
                <c:pt idx="2192">
                  <c:v>1.6790778545490767E-6</c:v>
                </c:pt>
                <c:pt idx="2193">
                  <c:v>3.071916931764675E-6</c:v>
                </c:pt>
                <c:pt idx="2194">
                  <c:v>1.2542599385651666E-6</c:v>
                </c:pt>
                <c:pt idx="2195">
                  <c:v>0</c:v>
                </c:pt>
                <c:pt idx="2196">
                  <c:v>0</c:v>
                </c:pt>
                <c:pt idx="2197">
                  <c:v>7.5914077049991148E-7</c:v>
                </c:pt>
                <c:pt idx="2198">
                  <c:v>0</c:v>
                </c:pt>
                <c:pt idx="2199">
                  <c:v>0</c:v>
                </c:pt>
                <c:pt idx="2200">
                  <c:v>0</c:v>
                </c:pt>
                <c:pt idx="2201">
                  <c:v>0</c:v>
                </c:pt>
                <c:pt idx="2202">
                  <c:v>0</c:v>
                </c:pt>
                <c:pt idx="2203">
                  <c:v>1.0496536242961111E-3</c:v>
                </c:pt>
                <c:pt idx="2204">
                  <c:v>0</c:v>
                </c:pt>
                <c:pt idx="2205">
                  <c:v>0</c:v>
                </c:pt>
                <c:pt idx="2206">
                  <c:v>0</c:v>
                </c:pt>
                <c:pt idx="2207">
                  <c:v>2.5164918412530869E-7</c:v>
                </c:pt>
                <c:pt idx="2208">
                  <c:v>3.6588055068993286E-6</c:v>
                </c:pt>
                <c:pt idx="2209">
                  <c:v>1.1732556508661652E-6</c:v>
                </c:pt>
                <c:pt idx="2210">
                  <c:v>1.2469007249324908E-7</c:v>
                </c:pt>
                <c:pt idx="2211">
                  <c:v>2.1773795585041629E-5</c:v>
                </c:pt>
                <c:pt idx="2212">
                  <c:v>7.4771993060254787E-6</c:v>
                </c:pt>
                <c:pt idx="2213">
                  <c:v>2.8620549667485007E-5</c:v>
                </c:pt>
                <c:pt idx="2214">
                  <c:v>5.1431112487172841E-7</c:v>
                </c:pt>
                <c:pt idx="2215">
                  <c:v>4.3749320929536373E-6</c:v>
                </c:pt>
                <c:pt idx="2216">
                  <c:v>0</c:v>
                </c:pt>
                <c:pt idx="2217">
                  <c:v>7.8668946308083932E-6</c:v>
                </c:pt>
                <c:pt idx="2218">
                  <c:v>6.1246624515036496E-8</c:v>
                </c:pt>
                <c:pt idx="2219">
                  <c:v>2.4984996120403305E-5</c:v>
                </c:pt>
                <c:pt idx="2220">
                  <c:v>1.2361677600847654E-6</c:v>
                </c:pt>
                <c:pt idx="2221">
                  <c:v>2.9665605409585379E-4</c:v>
                </c:pt>
                <c:pt idx="2222">
                  <c:v>0</c:v>
                </c:pt>
                <c:pt idx="2223">
                  <c:v>1.7228963017501763E-5</c:v>
                </c:pt>
                <c:pt idx="2224">
                  <c:v>1.9833646763613113E-6</c:v>
                </c:pt>
                <c:pt idx="2225">
                  <c:v>2.2731137191276796E-7</c:v>
                </c:pt>
                <c:pt idx="2226">
                  <c:v>8.0718761299065138E-5</c:v>
                </c:pt>
                <c:pt idx="2227">
                  <c:v>6.1093606936033949E-6</c:v>
                </c:pt>
                <c:pt idx="2228">
                  <c:v>0</c:v>
                </c:pt>
                <c:pt idx="2229">
                  <c:v>0</c:v>
                </c:pt>
                <c:pt idx="2230">
                  <c:v>3.1719774965888196E-6</c:v>
                </c:pt>
                <c:pt idx="2231">
                  <c:v>3.6369886854713199E-5</c:v>
                </c:pt>
                <c:pt idx="2232">
                  <c:v>1.6394838789396234E-7</c:v>
                </c:pt>
                <c:pt idx="2233">
                  <c:v>5.1856169472770153E-7</c:v>
                </c:pt>
                <c:pt idx="2234">
                  <c:v>5.3042389536435922E-5</c:v>
                </c:pt>
                <c:pt idx="2235">
                  <c:v>2.7689554205914062E-6</c:v>
                </c:pt>
                <c:pt idx="2236">
                  <c:v>0</c:v>
                </c:pt>
                <c:pt idx="2237">
                  <c:v>1.5131324357181173E-6</c:v>
                </c:pt>
                <c:pt idx="2238">
                  <c:v>1.7220107462065373E-6</c:v>
                </c:pt>
                <c:pt idx="2239">
                  <c:v>4.6763214554096336E-6</c:v>
                </c:pt>
                <c:pt idx="2240">
                  <c:v>4.2121178087145908E-4</c:v>
                </c:pt>
                <c:pt idx="2241">
                  <c:v>0</c:v>
                </c:pt>
                <c:pt idx="2242">
                  <c:v>0</c:v>
                </c:pt>
                <c:pt idx="2243">
                  <c:v>3.2391661189828042E-5</c:v>
                </c:pt>
                <c:pt idx="2244">
                  <c:v>0</c:v>
                </c:pt>
                <c:pt idx="2245">
                  <c:v>6.8756884159279149E-7</c:v>
                </c:pt>
                <c:pt idx="2246">
                  <c:v>1.9747508501009328E-5</c:v>
                </c:pt>
                <c:pt idx="2247">
                  <c:v>3.9595996503691063E-5</c:v>
                </c:pt>
                <c:pt idx="2248">
                  <c:v>0</c:v>
                </c:pt>
                <c:pt idx="2249">
                  <c:v>5.2014879258072023E-6</c:v>
                </c:pt>
                <c:pt idx="2250">
                  <c:v>3.3786961711221386E-5</c:v>
                </c:pt>
                <c:pt idx="2251">
                  <c:v>8.7735538831700087E-6</c:v>
                </c:pt>
                <c:pt idx="2252">
                  <c:v>1.5009598042929347E-6</c:v>
                </c:pt>
                <c:pt idx="2253">
                  <c:v>4.0125998081987671E-4</c:v>
                </c:pt>
                <c:pt idx="2254">
                  <c:v>1.0342743097326985E-5</c:v>
                </c:pt>
                <c:pt idx="2255">
                  <c:v>7.949043033611019E-4</c:v>
                </c:pt>
                <c:pt idx="2256">
                  <c:v>3.0622923459044965E-6</c:v>
                </c:pt>
                <c:pt idx="2257">
                  <c:v>0</c:v>
                </c:pt>
                <c:pt idx="2258">
                  <c:v>9.5794273848726523E-7</c:v>
                </c:pt>
                <c:pt idx="2259">
                  <c:v>2.5304073435689204E-5</c:v>
                </c:pt>
                <c:pt idx="2260">
                  <c:v>0</c:v>
                </c:pt>
                <c:pt idx="2261">
                  <c:v>8.6679921036911208E-7</c:v>
                </c:pt>
                <c:pt idx="2262">
                  <c:v>0</c:v>
                </c:pt>
                <c:pt idx="2263">
                  <c:v>0</c:v>
                </c:pt>
                <c:pt idx="2264">
                  <c:v>7.4472287948253431E-5</c:v>
                </c:pt>
                <c:pt idx="2265">
                  <c:v>1.6134155920806743E-7</c:v>
                </c:pt>
                <c:pt idx="2266">
                  <c:v>1.7804701625506035E-7</c:v>
                </c:pt>
                <c:pt idx="2267">
                  <c:v>1.0293940928201712E-5</c:v>
                </c:pt>
                <c:pt idx="2268">
                  <c:v>0</c:v>
                </c:pt>
                <c:pt idx="2269">
                  <c:v>2.0319829369785458E-5</c:v>
                </c:pt>
                <c:pt idx="2270">
                  <c:v>1.0184442664985049E-5</c:v>
                </c:pt>
                <c:pt idx="2271">
                  <c:v>3.1105600212074507E-6</c:v>
                </c:pt>
                <c:pt idx="2272">
                  <c:v>0</c:v>
                </c:pt>
                <c:pt idx="2273">
                  <c:v>9.6067171725130047E-5</c:v>
                </c:pt>
                <c:pt idx="2274">
                  <c:v>1.8966816083720217E-6</c:v>
                </c:pt>
                <c:pt idx="2275">
                  <c:v>4.1995727995209451E-7</c:v>
                </c:pt>
                <c:pt idx="2276">
                  <c:v>7.9095260904925418E-5</c:v>
                </c:pt>
                <c:pt idx="2277">
                  <c:v>4.325366454806131E-7</c:v>
                </c:pt>
                <c:pt idx="2278">
                  <c:v>6.8657678616993978E-7</c:v>
                </c:pt>
                <c:pt idx="2279">
                  <c:v>1.3305299171265368E-5</c:v>
                </c:pt>
                <c:pt idx="2280">
                  <c:v>3.9708788418270184E-4</c:v>
                </c:pt>
                <c:pt idx="2281">
                  <c:v>9.3736877282495223E-5</c:v>
                </c:pt>
                <c:pt idx="2282">
                  <c:v>1.4969750288003918E-5</c:v>
                </c:pt>
                <c:pt idx="2283">
                  <c:v>9.9814348398416769E-6</c:v>
                </c:pt>
                <c:pt idx="2284">
                  <c:v>6.4757145365512694E-5</c:v>
                </c:pt>
                <c:pt idx="2285">
                  <c:v>4.3224797299861134E-6</c:v>
                </c:pt>
                <c:pt idx="2286">
                  <c:v>9.2391438552870251E-5</c:v>
                </c:pt>
                <c:pt idx="2287">
                  <c:v>1.3633684451773347E-6</c:v>
                </c:pt>
                <c:pt idx="2288">
                  <c:v>0</c:v>
                </c:pt>
                <c:pt idx="2289">
                  <c:v>1.7298333657843301E-5</c:v>
                </c:pt>
                <c:pt idx="2290">
                  <c:v>8.5801377031665092E-6</c:v>
                </c:pt>
                <c:pt idx="2291">
                  <c:v>0</c:v>
                </c:pt>
                <c:pt idx="2292">
                  <c:v>8.7900405090234679E-7</c:v>
                </c:pt>
                <c:pt idx="2293">
                  <c:v>4.898987509926695E-5</c:v>
                </c:pt>
                <c:pt idx="2294">
                  <c:v>1.9203234758004064E-5</c:v>
                </c:pt>
                <c:pt idx="2295">
                  <c:v>0</c:v>
                </c:pt>
                <c:pt idx="2296">
                  <c:v>8.189166959065028E-6</c:v>
                </c:pt>
                <c:pt idx="2297">
                  <c:v>2.6363450454089412E-5</c:v>
                </c:pt>
                <c:pt idx="2298">
                  <c:v>6.9341997790153776E-5</c:v>
                </c:pt>
                <c:pt idx="2299">
                  <c:v>2.302753004182314E-3</c:v>
                </c:pt>
                <c:pt idx="2300">
                  <c:v>0</c:v>
                </c:pt>
                <c:pt idx="2301">
                  <c:v>1.0180532129704889E-5</c:v>
                </c:pt>
                <c:pt idx="2302">
                  <c:v>4.8659023625391834E-5</c:v>
                </c:pt>
                <c:pt idx="2303">
                  <c:v>1.6145551743542258E-5</c:v>
                </c:pt>
                <c:pt idx="2304">
                  <c:v>1.0576783566534648E-4</c:v>
                </c:pt>
                <c:pt idx="2305">
                  <c:v>0</c:v>
                </c:pt>
                <c:pt idx="2306">
                  <c:v>3.6020773273678357E-6</c:v>
                </c:pt>
                <c:pt idx="2307">
                  <c:v>7.3014207798931532E-6</c:v>
                </c:pt>
                <c:pt idx="2308">
                  <c:v>6.1095397969898889E-6</c:v>
                </c:pt>
                <c:pt idx="2309">
                  <c:v>1.0739802981733043E-5</c:v>
                </c:pt>
                <c:pt idx="2310">
                  <c:v>1.1377024493247676E-7</c:v>
                </c:pt>
                <c:pt idx="2311">
                  <c:v>3.4696588763581292E-6</c:v>
                </c:pt>
                <c:pt idx="2312">
                  <c:v>2.7541732783712555E-6</c:v>
                </c:pt>
                <c:pt idx="2313">
                  <c:v>3.0739621149967607E-5</c:v>
                </c:pt>
                <c:pt idx="2314">
                  <c:v>1.3148625652152565E-5</c:v>
                </c:pt>
                <c:pt idx="2315">
                  <c:v>0</c:v>
                </c:pt>
                <c:pt idx="2316">
                  <c:v>0</c:v>
                </c:pt>
                <c:pt idx="2317">
                  <c:v>9.1728284361370047E-7</c:v>
                </c:pt>
                <c:pt idx="2318">
                  <c:v>3.5342064030687482E-6</c:v>
                </c:pt>
                <c:pt idx="2319">
                  <c:v>1.1900892511071901E-4</c:v>
                </c:pt>
                <c:pt idx="2320">
                  <c:v>2.8279039905116925E-5</c:v>
                </c:pt>
                <c:pt idx="2321">
                  <c:v>1.207208386743319E-6</c:v>
                </c:pt>
                <c:pt idx="2322">
                  <c:v>0</c:v>
                </c:pt>
                <c:pt idx="2323">
                  <c:v>8.6976531560619847E-6</c:v>
                </c:pt>
                <c:pt idx="2324">
                  <c:v>2.1412792917521658E-6</c:v>
                </c:pt>
                <c:pt idx="2325">
                  <c:v>3.4672015280686547E-7</c:v>
                </c:pt>
                <c:pt idx="2326">
                  <c:v>9.7865984100420198E-5</c:v>
                </c:pt>
                <c:pt idx="2327">
                  <c:v>6.7990605934928274E-4</c:v>
                </c:pt>
                <c:pt idx="2328">
                  <c:v>1.398814486874716E-7</c:v>
                </c:pt>
                <c:pt idx="2329">
                  <c:v>1.4183500501059279E-6</c:v>
                </c:pt>
                <c:pt idx="2330">
                  <c:v>3.5823722710857447E-5</c:v>
                </c:pt>
                <c:pt idx="2331">
                  <c:v>0</c:v>
                </c:pt>
                <c:pt idx="2332">
                  <c:v>0</c:v>
                </c:pt>
                <c:pt idx="2333">
                  <c:v>3.0937406580399491E-4</c:v>
                </c:pt>
                <c:pt idx="2334">
                  <c:v>4.0052781553614705E-6</c:v>
                </c:pt>
                <c:pt idx="2335">
                  <c:v>4.7091485760234971E-6</c:v>
                </c:pt>
                <c:pt idx="2336">
                  <c:v>1.036461797856124E-5</c:v>
                </c:pt>
                <c:pt idx="2337">
                  <c:v>5.2213401311877247E-5</c:v>
                </c:pt>
                <c:pt idx="2338">
                  <c:v>4.2772198089302329E-6</c:v>
                </c:pt>
                <c:pt idx="2339">
                  <c:v>0</c:v>
                </c:pt>
                <c:pt idx="2340">
                  <c:v>1.9718544565464126E-6</c:v>
                </c:pt>
                <c:pt idx="2341">
                  <c:v>0</c:v>
                </c:pt>
                <c:pt idx="2342">
                  <c:v>3.3185404190055682E-6</c:v>
                </c:pt>
                <c:pt idx="2343">
                  <c:v>2.087483216923685E-5</c:v>
                </c:pt>
                <c:pt idx="2344">
                  <c:v>0</c:v>
                </c:pt>
                <c:pt idx="2345">
                  <c:v>0</c:v>
                </c:pt>
                <c:pt idx="2346">
                  <c:v>0</c:v>
                </c:pt>
                <c:pt idx="2347">
                  <c:v>0</c:v>
                </c:pt>
                <c:pt idx="2348">
                  <c:v>2.4665109493370681E-7</c:v>
                </c:pt>
                <c:pt idx="2349">
                  <c:v>3.1687440051411106E-5</c:v>
                </c:pt>
                <c:pt idx="2350">
                  <c:v>0</c:v>
                </c:pt>
                <c:pt idx="2351">
                  <c:v>4.4695453366329914E-6</c:v>
                </c:pt>
                <c:pt idx="2352">
                  <c:v>6.2280338890935387E-8</c:v>
                </c:pt>
                <c:pt idx="2353">
                  <c:v>9.6638729923433611E-6</c:v>
                </c:pt>
                <c:pt idx="2354">
                  <c:v>0</c:v>
                </c:pt>
                <c:pt idx="2355">
                  <c:v>0</c:v>
                </c:pt>
                <c:pt idx="2356">
                  <c:v>0</c:v>
                </c:pt>
                <c:pt idx="2357">
                  <c:v>2.0325819868189851E-5</c:v>
                </c:pt>
                <c:pt idx="2358">
                  <c:v>2.8271220502799198E-7</c:v>
                </c:pt>
                <c:pt idx="2359">
                  <c:v>1.1639061286262765E-5</c:v>
                </c:pt>
                <c:pt idx="2360">
                  <c:v>0</c:v>
                </c:pt>
                <c:pt idx="2361">
                  <c:v>0</c:v>
                </c:pt>
                <c:pt idx="2362">
                  <c:v>0</c:v>
                </c:pt>
                <c:pt idx="2363">
                  <c:v>0</c:v>
                </c:pt>
                <c:pt idx="2364">
                  <c:v>0</c:v>
                </c:pt>
                <c:pt idx="2365">
                  <c:v>6.3536444283447787E-7</c:v>
                </c:pt>
                <c:pt idx="2366">
                  <c:v>0</c:v>
                </c:pt>
                <c:pt idx="2367">
                  <c:v>1.4633585889452644E-5</c:v>
                </c:pt>
                <c:pt idx="2368">
                  <c:v>0</c:v>
                </c:pt>
                <c:pt idx="2369">
                  <c:v>7.50881728839756E-6</c:v>
                </c:pt>
                <c:pt idx="2370">
                  <c:v>3.7050178440692717E-6</c:v>
                </c:pt>
                <c:pt idx="2371">
                  <c:v>8.8274131038700292E-5</c:v>
                </c:pt>
                <c:pt idx="2372">
                  <c:v>0</c:v>
                </c:pt>
                <c:pt idx="2373">
                  <c:v>8.550975013022093E-5</c:v>
                </c:pt>
                <c:pt idx="2374">
                  <c:v>0</c:v>
                </c:pt>
                <c:pt idx="2375">
                  <c:v>0</c:v>
                </c:pt>
                <c:pt idx="2376">
                  <c:v>0</c:v>
                </c:pt>
                <c:pt idx="2377">
                  <c:v>4.2793519180528855E-7</c:v>
                </c:pt>
                <c:pt idx="2378">
                  <c:v>8.2406153062830487E-7</c:v>
                </c:pt>
                <c:pt idx="2379">
                  <c:v>1.0570766007685312E-5</c:v>
                </c:pt>
                <c:pt idx="2380">
                  <c:v>6.5764611019215099E-5</c:v>
                </c:pt>
                <c:pt idx="2381">
                  <c:v>1.5532470414245447E-4</c:v>
                </c:pt>
                <c:pt idx="2382">
                  <c:v>3.8154495949474882E-5</c:v>
                </c:pt>
                <c:pt idx="2383">
                  <c:v>1.7316999434404931E-5</c:v>
                </c:pt>
                <c:pt idx="2384">
                  <c:v>6.9605649132173376E-6</c:v>
                </c:pt>
                <c:pt idx="2385">
                  <c:v>2.1211401597565758E-6</c:v>
                </c:pt>
                <c:pt idx="2386">
                  <c:v>0</c:v>
                </c:pt>
                <c:pt idx="2387">
                  <c:v>3.6688795306134194E-6</c:v>
                </c:pt>
                <c:pt idx="2388">
                  <c:v>0</c:v>
                </c:pt>
                <c:pt idx="2389">
                  <c:v>0</c:v>
                </c:pt>
                <c:pt idx="2390">
                  <c:v>7.5062793556147666E-6</c:v>
                </c:pt>
                <c:pt idx="2391">
                  <c:v>2.3051242387612503E-6</c:v>
                </c:pt>
                <c:pt idx="2392">
                  <c:v>4.3522847484116732E-5</c:v>
                </c:pt>
                <c:pt idx="2393">
                  <c:v>0</c:v>
                </c:pt>
                <c:pt idx="2394">
                  <c:v>1.0985387189334521E-4</c:v>
                </c:pt>
                <c:pt idx="2395">
                  <c:v>7.8544311355057071E-7</c:v>
                </c:pt>
                <c:pt idx="2396">
                  <c:v>0</c:v>
                </c:pt>
                <c:pt idx="2397">
                  <c:v>0</c:v>
                </c:pt>
                <c:pt idx="2398">
                  <c:v>0</c:v>
                </c:pt>
                <c:pt idx="2399">
                  <c:v>0</c:v>
                </c:pt>
                <c:pt idx="2400">
                  <c:v>0</c:v>
                </c:pt>
                <c:pt idx="2401">
                  <c:v>3.6823404721238516E-6</c:v>
                </c:pt>
                <c:pt idx="2402">
                  <c:v>2.7806033602637042E-4</c:v>
                </c:pt>
                <c:pt idx="2403">
                  <c:v>0</c:v>
                </c:pt>
                <c:pt idx="2404">
                  <c:v>0</c:v>
                </c:pt>
                <c:pt idx="2405">
                  <c:v>0</c:v>
                </c:pt>
                <c:pt idx="2406">
                  <c:v>0</c:v>
                </c:pt>
                <c:pt idx="2407">
                  <c:v>0</c:v>
                </c:pt>
                <c:pt idx="2408">
                  <c:v>2.716184655532017E-7</c:v>
                </c:pt>
                <c:pt idx="2409">
                  <c:v>1.2196186698483723E-6</c:v>
                </c:pt>
                <c:pt idx="2410">
                  <c:v>9.0250434682012772E-7</c:v>
                </c:pt>
                <c:pt idx="2411">
                  <c:v>2.1918826958260251E-5</c:v>
                </c:pt>
                <c:pt idx="2412">
                  <c:v>3.6086271847392298E-6</c:v>
                </c:pt>
                <c:pt idx="2413">
                  <c:v>8.5676444421800851E-6</c:v>
                </c:pt>
                <c:pt idx="2414">
                  <c:v>5.1707057739501073E-7</c:v>
                </c:pt>
                <c:pt idx="2415">
                  <c:v>7.0149814700517929E-8</c:v>
                </c:pt>
                <c:pt idx="2416">
                  <c:v>1.0689037573812124E-5</c:v>
                </c:pt>
                <c:pt idx="2417">
                  <c:v>2.8497769898418819E-7</c:v>
                </c:pt>
                <c:pt idx="2418">
                  <c:v>0</c:v>
                </c:pt>
                <c:pt idx="2419">
                  <c:v>0</c:v>
                </c:pt>
                <c:pt idx="2420">
                  <c:v>7.0441783084969937E-7</c:v>
                </c:pt>
                <c:pt idx="2421">
                  <c:v>5.42837546546909E-7</c:v>
                </c:pt>
                <c:pt idx="2422">
                  <c:v>2.0667269231854496E-5</c:v>
                </c:pt>
                <c:pt idx="2423">
                  <c:v>0</c:v>
                </c:pt>
                <c:pt idx="2424">
                  <c:v>0</c:v>
                </c:pt>
                <c:pt idx="2425">
                  <c:v>1.2638939221862907E-4</c:v>
                </c:pt>
                <c:pt idx="2426">
                  <c:v>1.1819140169910846E-5</c:v>
                </c:pt>
                <c:pt idx="2427">
                  <c:v>0</c:v>
                </c:pt>
                <c:pt idx="2428">
                  <c:v>0</c:v>
                </c:pt>
                <c:pt idx="2429">
                  <c:v>5.3352100271560539E-5</c:v>
                </c:pt>
                <c:pt idx="2430">
                  <c:v>0</c:v>
                </c:pt>
                <c:pt idx="2431">
                  <c:v>0</c:v>
                </c:pt>
                <c:pt idx="2432">
                  <c:v>0</c:v>
                </c:pt>
                <c:pt idx="2433">
                  <c:v>3.9672191020198866E-6</c:v>
                </c:pt>
                <c:pt idx="2434">
                  <c:v>4.5909042128367948E-6</c:v>
                </c:pt>
                <c:pt idx="2435">
                  <c:v>7.0648735067226734E-6</c:v>
                </c:pt>
                <c:pt idx="2436">
                  <c:v>1.5178375358673511E-6</c:v>
                </c:pt>
                <c:pt idx="2437">
                  <c:v>1.8908024723079135E-6</c:v>
                </c:pt>
                <c:pt idx="2438">
                  <c:v>2.4957538808010692E-5</c:v>
                </c:pt>
                <c:pt idx="2439">
                  <c:v>0</c:v>
                </c:pt>
                <c:pt idx="2440">
                  <c:v>4.6030326672482926E-5</c:v>
                </c:pt>
                <c:pt idx="2441">
                  <c:v>8.1102839562309638E-6</c:v>
                </c:pt>
                <c:pt idx="2442">
                  <c:v>1.9792394925871647E-5</c:v>
                </c:pt>
                <c:pt idx="2443">
                  <c:v>2.8605317257377658E-5</c:v>
                </c:pt>
                <c:pt idx="2444">
                  <c:v>2.7424177698009489E-5</c:v>
                </c:pt>
                <c:pt idx="2445">
                  <c:v>3.0497167837524497E-5</c:v>
                </c:pt>
                <c:pt idx="2446">
                  <c:v>1.0134551502219119E-6</c:v>
                </c:pt>
                <c:pt idx="2447">
                  <c:v>0</c:v>
                </c:pt>
                <c:pt idx="2448">
                  <c:v>7.5486373364473545E-6</c:v>
                </c:pt>
                <c:pt idx="2449">
                  <c:v>2.9194541856700652E-7</c:v>
                </c:pt>
                <c:pt idx="2450">
                  <c:v>0</c:v>
                </c:pt>
                <c:pt idx="2451">
                  <c:v>0</c:v>
                </c:pt>
                <c:pt idx="2452">
                  <c:v>0</c:v>
                </c:pt>
                <c:pt idx="2453">
                  <c:v>2.2708173951106606E-6</c:v>
                </c:pt>
                <c:pt idx="2454">
                  <c:v>1.9204306347762611E-7</c:v>
                </c:pt>
                <c:pt idx="2455">
                  <c:v>4.0596182804799512E-5</c:v>
                </c:pt>
                <c:pt idx="2456">
                  <c:v>2.0261797804842078E-5</c:v>
                </c:pt>
                <c:pt idx="2457">
                  <c:v>6.4283114281179024E-7</c:v>
                </c:pt>
                <c:pt idx="2458">
                  <c:v>4.2390820032032952E-5</c:v>
                </c:pt>
                <c:pt idx="2459">
                  <c:v>2.3513456548193781E-5</c:v>
                </c:pt>
                <c:pt idx="2460">
                  <c:v>5.973873917563037E-6</c:v>
                </c:pt>
                <c:pt idx="2461">
                  <c:v>2.9470680213306045E-5</c:v>
                </c:pt>
                <c:pt idx="2462">
                  <c:v>9.7053484621969263E-8</c:v>
                </c:pt>
                <c:pt idx="2463">
                  <c:v>7.2451147821923879E-5</c:v>
                </c:pt>
                <c:pt idx="2464">
                  <c:v>1.0276553349305294E-5</c:v>
                </c:pt>
                <c:pt idx="2465">
                  <c:v>5.8341396998115435E-5</c:v>
                </c:pt>
                <c:pt idx="2466">
                  <c:v>4.7427160039059992E-5</c:v>
                </c:pt>
                <c:pt idx="2467">
                  <c:v>1.0039319571749058E-5</c:v>
                </c:pt>
                <c:pt idx="2468">
                  <c:v>1.6597781090944869E-7</c:v>
                </c:pt>
                <c:pt idx="2469">
                  <c:v>5.1141054457941188E-6</c:v>
                </c:pt>
                <c:pt idx="2470">
                  <c:v>0</c:v>
                </c:pt>
                <c:pt idx="2471">
                  <c:v>3.8529827525708016E-5</c:v>
                </c:pt>
                <c:pt idx="2472">
                  <c:v>5.705387446914173E-6</c:v>
                </c:pt>
                <c:pt idx="2473">
                  <c:v>1.2645598589265933E-5</c:v>
                </c:pt>
                <c:pt idx="2474">
                  <c:v>5.6669661620319465E-7</c:v>
                </c:pt>
                <c:pt idx="2475">
                  <c:v>1.3228937639396696E-6</c:v>
                </c:pt>
                <c:pt idx="2476">
                  <c:v>6.7733492732069756E-5</c:v>
                </c:pt>
                <c:pt idx="2477">
                  <c:v>7.7339254147808609E-6</c:v>
                </c:pt>
                <c:pt idx="2478">
                  <c:v>1.0726975062419122E-6</c:v>
                </c:pt>
                <c:pt idx="2479">
                  <c:v>0</c:v>
                </c:pt>
                <c:pt idx="2480">
                  <c:v>0</c:v>
                </c:pt>
                <c:pt idx="2481">
                  <c:v>2.7327355879633044E-6</c:v>
                </c:pt>
                <c:pt idx="2482">
                  <c:v>1.6848042911351141E-5</c:v>
                </c:pt>
                <c:pt idx="2483">
                  <c:v>6.1235442028082193E-6</c:v>
                </c:pt>
                <c:pt idx="2484">
                  <c:v>1.5499845393102177E-5</c:v>
                </c:pt>
                <c:pt idx="2485">
                  <c:v>2.3583028158113869E-7</c:v>
                </c:pt>
                <c:pt idx="2486">
                  <c:v>4.3245952671901555E-6</c:v>
                </c:pt>
                <c:pt idx="2487">
                  <c:v>0</c:v>
                </c:pt>
                <c:pt idx="2488">
                  <c:v>4.9235817493189404E-6</c:v>
                </c:pt>
                <c:pt idx="2489">
                  <c:v>7.9542755990926484E-7</c:v>
                </c:pt>
                <c:pt idx="2490">
                  <c:v>4.1218303996700933E-7</c:v>
                </c:pt>
                <c:pt idx="2491">
                  <c:v>1.3175887158325584E-5</c:v>
                </c:pt>
                <c:pt idx="2492">
                  <c:v>1.2598718398562851E-6</c:v>
                </c:pt>
                <c:pt idx="2493">
                  <c:v>0</c:v>
                </c:pt>
                <c:pt idx="2494">
                  <c:v>1.0883466444131476E-4</c:v>
                </c:pt>
                <c:pt idx="2495">
                  <c:v>7.3031999234767945E-6</c:v>
                </c:pt>
                <c:pt idx="2496">
                  <c:v>2.2872253899498924E-6</c:v>
                </c:pt>
                <c:pt idx="2497">
                  <c:v>0</c:v>
                </c:pt>
                <c:pt idx="2498">
                  <c:v>0</c:v>
                </c:pt>
                <c:pt idx="2499">
                  <c:v>2.4297394682117817E-5</c:v>
                </c:pt>
                <c:pt idx="2500">
                  <c:v>5.8016114212596888E-6</c:v>
                </c:pt>
                <c:pt idx="2501">
                  <c:v>1.4423420878757499E-6</c:v>
                </c:pt>
                <c:pt idx="2502">
                  <c:v>6.0728984196984922E-7</c:v>
                </c:pt>
                <c:pt idx="2503">
                  <c:v>0</c:v>
                </c:pt>
                <c:pt idx="2504">
                  <c:v>4.9156153222652931E-7</c:v>
                </c:pt>
                <c:pt idx="2505">
                  <c:v>2.061439354699622E-5</c:v>
                </c:pt>
                <c:pt idx="2506">
                  <c:v>1.2277507350114221E-5</c:v>
                </c:pt>
                <c:pt idx="2507">
                  <c:v>0</c:v>
                </c:pt>
                <c:pt idx="2508">
                  <c:v>0</c:v>
                </c:pt>
                <c:pt idx="2509">
                  <c:v>2.0857349023625067E-7</c:v>
                </c:pt>
                <c:pt idx="2510">
                  <c:v>1.6702287271212431E-6</c:v>
                </c:pt>
                <c:pt idx="2511">
                  <c:v>7.1685724107979173E-5</c:v>
                </c:pt>
                <c:pt idx="2512">
                  <c:v>0</c:v>
                </c:pt>
                <c:pt idx="2513">
                  <c:v>1.2619505487548609E-5</c:v>
                </c:pt>
                <c:pt idx="2514">
                  <c:v>3.8911162650559126E-7</c:v>
                </c:pt>
                <c:pt idx="2515">
                  <c:v>3.7134675421698789E-5</c:v>
                </c:pt>
                <c:pt idx="2516">
                  <c:v>0</c:v>
                </c:pt>
                <c:pt idx="2517">
                  <c:v>0</c:v>
                </c:pt>
                <c:pt idx="2518">
                  <c:v>0</c:v>
                </c:pt>
                <c:pt idx="2519">
                  <c:v>1.3735675912579499E-5</c:v>
                </c:pt>
                <c:pt idx="2520">
                  <c:v>0</c:v>
                </c:pt>
                <c:pt idx="2521">
                  <c:v>0</c:v>
                </c:pt>
                <c:pt idx="2522">
                  <c:v>6.2429174872902774E-5</c:v>
                </c:pt>
                <c:pt idx="2523">
                  <c:v>0</c:v>
                </c:pt>
                <c:pt idx="2524">
                  <c:v>0</c:v>
                </c:pt>
                <c:pt idx="2525">
                  <c:v>0</c:v>
                </c:pt>
                <c:pt idx="2526">
                  <c:v>0</c:v>
                </c:pt>
                <c:pt idx="2527">
                  <c:v>0</c:v>
                </c:pt>
                <c:pt idx="2528">
                  <c:v>0</c:v>
                </c:pt>
                <c:pt idx="2529">
                  <c:v>0</c:v>
                </c:pt>
                <c:pt idx="2530">
                  <c:v>0</c:v>
                </c:pt>
                <c:pt idx="2531">
                  <c:v>0</c:v>
                </c:pt>
                <c:pt idx="2532">
                  <c:v>8.5979043555534204E-5</c:v>
                </c:pt>
                <c:pt idx="2533">
                  <c:v>0</c:v>
                </c:pt>
                <c:pt idx="2534">
                  <c:v>4.2374921927446196E-7</c:v>
                </c:pt>
                <c:pt idx="2535">
                  <c:v>0</c:v>
                </c:pt>
                <c:pt idx="2536">
                  <c:v>4.1683765661608589E-6</c:v>
                </c:pt>
                <c:pt idx="2537">
                  <c:v>1.1903792839434943E-6</c:v>
                </c:pt>
                <c:pt idx="2538">
                  <c:v>4.4636675402317708E-6</c:v>
                </c:pt>
                <c:pt idx="2539">
                  <c:v>1.8903453121766249E-5</c:v>
                </c:pt>
                <c:pt idx="2540">
                  <c:v>1.2669641186621563E-6</c:v>
                </c:pt>
                <c:pt idx="2541">
                  <c:v>6.2680108313346119E-6</c:v>
                </c:pt>
                <c:pt idx="2542">
                  <c:v>0</c:v>
                </c:pt>
                <c:pt idx="2543">
                  <c:v>1.2973278631592689E-6</c:v>
                </c:pt>
                <c:pt idx="2544">
                  <c:v>3.5405113470897328E-5</c:v>
                </c:pt>
                <c:pt idx="2545">
                  <c:v>0</c:v>
                </c:pt>
                <c:pt idx="2546">
                  <c:v>0</c:v>
                </c:pt>
                <c:pt idx="2547">
                  <c:v>1.9437243223798461E-4</c:v>
                </c:pt>
                <c:pt idx="2548">
                  <c:v>1.6712213359652969E-5</c:v>
                </c:pt>
                <c:pt idx="2549">
                  <c:v>7.7784905029801027E-7</c:v>
                </c:pt>
                <c:pt idx="2550">
                  <c:v>1.215636610104513E-5</c:v>
                </c:pt>
                <c:pt idx="2551">
                  <c:v>1.4833478499514082E-5</c:v>
                </c:pt>
                <c:pt idx="2552">
                  <c:v>8.2535163382637081E-7</c:v>
                </c:pt>
                <c:pt idx="2553">
                  <c:v>6.6959385201183031E-6</c:v>
                </c:pt>
                <c:pt idx="2554">
                  <c:v>0</c:v>
                </c:pt>
                <c:pt idx="2555">
                  <c:v>3.3527712641784002E-6</c:v>
                </c:pt>
                <c:pt idx="2556">
                  <c:v>1.0527776124640621E-5</c:v>
                </c:pt>
                <c:pt idx="2557">
                  <c:v>1.5965294794567441E-6</c:v>
                </c:pt>
                <c:pt idx="2558">
                  <c:v>7.9242042354151458E-6</c:v>
                </c:pt>
                <c:pt idx="2559">
                  <c:v>4.1892880045620068E-5</c:v>
                </c:pt>
                <c:pt idx="2560">
                  <c:v>1.5443670931106961E-5</c:v>
                </c:pt>
                <c:pt idx="2561">
                  <c:v>2.0094738730573781E-4</c:v>
                </c:pt>
                <c:pt idx="2562">
                  <c:v>0</c:v>
                </c:pt>
                <c:pt idx="2563">
                  <c:v>2.5767528312115411E-6</c:v>
                </c:pt>
                <c:pt idx="2564">
                  <c:v>5.3603393249611329E-5</c:v>
                </c:pt>
                <c:pt idx="2565">
                  <c:v>0</c:v>
                </c:pt>
                <c:pt idx="2566">
                  <c:v>1.6881376271455663E-7</c:v>
                </c:pt>
                <c:pt idx="2567">
                  <c:v>0</c:v>
                </c:pt>
                <c:pt idx="2568">
                  <c:v>0</c:v>
                </c:pt>
                <c:pt idx="2569">
                  <c:v>7.626748228700914E-6</c:v>
                </c:pt>
                <c:pt idx="2570">
                  <c:v>2.150615466108921E-5</c:v>
                </c:pt>
                <c:pt idx="2571">
                  <c:v>8.8788625026466897E-6</c:v>
                </c:pt>
                <c:pt idx="2572">
                  <c:v>3.7153007923357867E-5</c:v>
                </c:pt>
                <c:pt idx="2573">
                  <c:v>1.4530779246734327E-5</c:v>
                </c:pt>
                <c:pt idx="2574">
                  <c:v>0</c:v>
                </c:pt>
                <c:pt idx="2575">
                  <c:v>5.3338344852246943E-6</c:v>
                </c:pt>
                <c:pt idx="2576">
                  <c:v>0</c:v>
                </c:pt>
                <c:pt idx="2577">
                  <c:v>2.350306545638685E-6</c:v>
                </c:pt>
                <c:pt idx="2578">
                  <c:v>4.8531505674106713E-7</c:v>
                </c:pt>
                <c:pt idx="2579">
                  <c:v>0</c:v>
                </c:pt>
                <c:pt idx="2580">
                  <c:v>2.4514872359210877E-7</c:v>
                </c:pt>
                <c:pt idx="2581">
                  <c:v>2.3388279038703795E-5</c:v>
                </c:pt>
                <c:pt idx="2582">
                  <c:v>2.596934266391059E-7</c:v>
                </c:pt>
                <c:pt idx="2583">
                  <c:v>5.4638552923890424E-5</c:v>
                </c:pt>
                <c:pt idx="2584">
                  <c:v>4.1715756475241392E-6</c:v>
                </c:pt>
                <c:pt idx="2585">
                  <c:v>1.8122429261950831E-7</c:v>
                </c:pt>
                <c:pt idx="2586">
                  <c:v>0</c:v>
                </c:pt>
                <c:pt idx="2587">
                  <c:v>6.6447388069758005E-5</c:v>
                </c:pt>
                <c:pt idx="2588">
                  <c:v>2.6340632011962412E-6</c:v>
                </c:pt>
                <c:pt idx="2589">
                  <c:v>1.1405157939926218E-5</c:v>
                </c:pt>
                <c:pt idx="2590">
                  <c:v>0</c:v>
                </c:pt>
                <c:pt idx="2591">
                  <c:v>3.1948918081722407E-5</c:v>
                </c:pt>
                <c:pt idx="2592">
                  <c:v>3.229806019489261E-5</c:v>
                </c:pt>
                <c:pt idx="2593">
                  <c:v>1.3844059836338538E-5</c:v>
                </c:pt>
                <c:pt idx="2594">
                  <c:v>0</c:v>
                </c:pt>
                <c:pt idx="2595">
                  <c:v>0</c:v>
                </c:pt>
                <c:pt idx="2596">
                  <c:v>9.9007495312720396E-7</c:v>
                </c:pt>
                <c:pt idx="2597">
                  <c:v>1.188672499711264E-5</c:v>
                </c:pt>
                <c:pt idx="2598">
                  <c:v>1.724923406479558E-7</c:v>
                </c:pt>
                <c:pt idx="2599">
                  <c:v>2.0927759516934747E-7</c:v>
                </c:pt>
                <c:pt idx="2600">
                  <c:v>7.9915242289734636E-8</c:v>
                </c:pt>
                <c:pt idx="2601">
                  <c:v>3.6603855160719068E-5</c:v>
                </c:pt>
                <c:pt idx="2602">
                  <c:v>7.5351950028502933E-5</c:v>
                </c:pt>
                <c:pt idx="2603">
                  <c:v>2.9904372079662646E-4</c:v>
                </c:pt>
                <c:pt idx="2604">
                  <c:v>3.4047440126091877E-5</c:v>
                </c:pt>
                <c:pt idx="2605">
                  <c:v>1.7256201309198503E-5</c:v>
                </c:pt>
                <c:pt idx="2606">
                  <c:v>2.7404511553024126E-7</c:v>
                </c:pt>
                <c:pt idx="2607">
                  <c:v>1.3413951020684605E-5</c:v>
                </c:pt>
                <c:pt idx="2608">
                  <c:v>0</c:v>
                </c:pt>
                <c:pt idx="2609">
                  <c:v>0</c:v>
                </c:pt>
                <c:pt idx="2610">
                  <c:v>8.7982164615387049E-5</c:v>
                </c:pt>
                <c:pt idx="2611">
                  <c:v>0</c:v>
                </c:pt>
                <c:pt idx="2612">
                  <c:v>4.7156589760568412E-5</c:v>
                </c:pt>
                <c:pt idx="2613">
                  <c:v>1.4290078767082568E-5</c:v>
                </c:pt>
                <c:pt idx="2614">
                  <c:v>9.7307961326386153E-5</c:v>
                </c:pt>
                <c:pt idx="2615">
                  <c:v>2.1352881649007242E-6</c:v>
                </c:pt>
                <c:pt idx="2616">
                  <c:v>0</c:v>
                </c:pt>
                <c:pt idx="2617">
                  <c:v>3.6356534048560325E-7</c:v>
                </c:pt>
                <c:pt idx="2618">
                  <c:v>0</c:v>
                </c:pt>
                <c:pt idx="2619">
                  <c:v>0</c:v>
                </c:pt>
                <c:pt idx="2620">
                  <c:v>1.0726907125140371E-4</c:v>
                </c:pt>
                <c:pt idx="2621">
                  <c:v>1.4138434203446341E-5</c:v>
                </c:pt>
                <c:pt idx="2622">
                  <c:v>4.2046655335179835E-6</c:v>
                </c:pt>
                <c:pt idx="2623">
                  <c:v>7.592484135559596E-6</c:v>
                </c:pt>
                <c:pt idx="2624">
                  <c:v>5.2289444698456634E-5</c:v>
                </c:pt>
                <c:pt idx="2625">
                  <c:v>2.1843767929164405E-5</c:v>
                </c:pt>
                <c:pt idx="2626">
                  <c:v>5.2987587668592011E-5</c:v>
                </c:pt>
                <c:pt idx="2627">
                  <c:v>0</c:v>
                </c:pt>
                <c:pt idx="2628">
                  <c:v>8.0972813833426268E-6</c:v>
                </c:pt>
                <c:pt idx="2629">
                  <c:v>1.5142539044374242E-4</c:v>
                </c:pt>
                <c:pt idx="2630">
                  <c:v>0</c:v>
                </c:pt>
                <c:pt idx="2631">
                  <c:v>5.0491189093365539E-8</c:v>
                </c:pt>
                <c:pt idx="2632">
                  <c:v>3.3351049739075473E-6</c:v>
                </c:pt>
                <c:pt idx="2633">
                  <c:v>3.6346521131408237E-5</c:v>
                </c:pt>
                <c:pt idx="2634">
                  <c:v>9.046790560895742E-7</c:v>
                </c:pt>
                <c:pt idx="2635">
                  <c:v>1.7254448725137083E-5</c:v>
                </c:pt>
                <c:pt idx="2636">
                  <c:v>2.8710422789671692E-5</c:v>
                </c:pt>
                <c:pt idx="2637">
                  <c:v>6.7271067986471584E-7</c:v>
                </c:pt>
                <c:pt idx="2638">
                  <c:v>6.6204789280042752E-6</c:v>
                </c:pt>
                <c:pt idx="2639">
                  <c:v>3.9208735283277854E-6</c:v>
                </c:pt>
                <c:pt idx="2640">
                  <c:v>1.1500825683866836E-5</c:v>
                </c:pt>
                <c:pt idx="2641">
                  <c:v>5.8065955326967572E-5</c:v>
                </c:pt>
                <c:pt idx="2642">
                  <c:v>1.1901683809228945E-5</c:v>
                </c:pt>
                <c:pt idx="2643">
                  <c:v>8.7639786701530226E-6</c:v>
                </c:pt>
                <c:pt idx="2644">
                  <c:v>1.5653559919622507E-4</c:v>
                </c:pt>
                <c:pt idx="2645">
                  <c:v>0</c:v>
                </c:pt>
                <c:pt idx="2646">
                  <c:v>3.7285443346738918E-5</c:v>
                </c:pt>
                <c:pt idx="2647">
                  <c:v>4.6937228632026476E-6</c:v>
                </c:pt>
                <c:pt idx="2648">
                  <c:v>8.6662179143804928E-6</c:v>
                </c:pt>
                <c:pt idx="2649">
                  <c:v>3.0300829326539061E-5</c:v>
                </c:pt>
                <c:pt idx="2650">
                  <c:v>3.7572718758689442E-6</c:v>
                </c:pt>
                <c:pt idx="2651">
                  <c:v>3.6409534887314725E-6</c:v>
                </c:pt>
                <c:pt idx="2652">
                  <c:v>0</c:v>
                </c:pt>
                <c:pt idx="2653">
                  <c:v>1.3613091881349361E-5</c:v>
                </c:pt>
                <c:pt idx="2654">
                  <c:v>1.5618650529071039E-5</c:v>
                </c:pt>
                <c:pt idx="2655">
                  <c:v>5.4352522020676019E-5</c:v>
                </c:pt>
                <c:pt idx="2656">
                  <c:v>2.1120859775562587E-6</c:v>
                </c:pt>
                <c:pt idx="2657">
                  <c:v>4.629319630911672E-5</c:v>
                </c:pt>
                <c:pt idx="2658">
                  <c:v>7.8585460625402019E-6</c:v>
                </c:pt>
                <c:pt idx="2659">
                  <c:v>5.5505659130991354E-7</c:v>
                </c:pt>
                <c:pt idx="2660">
                  <c:v>1.8752127731412408E-5</c:v>
                </c:pt>
                <c:pt idx="2661">
                  <c:v>4.9455914176545924E-7</c:v>
                </c:pt>
                <c:pt idx="2662">
                  <c:v>2.8540045019971666E-5</c:v>
                </c:pt>
                <c:pt idx="2663">
                  <c:v>1.5599355507184889E-5</c:v>
                </c:pt>
                <c:pt idx="2664">
                  <c:v>0</c:v>
                </c:pt>
                <c:pt idx="2665">
                  <c:v>0</c:v>
                </c:pt>
                <c:pt idx="2666">
                  <c:v>0</c:v>
                </c:pt>
                <c:pt idx="2667">
                  <c:v>1.6440871658352321E-5</c:v>
                </c:pt>
                <c:pt idx="2668">
                  <c:v>3.9777143829665992E-7</c:v>
                </c:pt>
                <c:pt idx="2669">
                  <c:v>1.3068846543252667E-4</c:v>
                </c:pt>
                <c:pt idx="2670">
                  <c:v>7.4321434670755943E-7</c:v>
                </c:pt>
                <c:pt idx="2671">
                  <c:v>1.5114326002239263E-5</c:v>
                </c:pt>
                <c:pt idx="2672">
                  <c:v>0</c:v>
                </c:pt>
                <c:pt idx="2673">
                  <c:v>3.7278431221687544E-6</c:v>
                </c:pt>
                <c:pt idx="2674">
                  <c:v>0</c:v>
                </c:pt>
                <c:pt idx="2675">
                  <c:v>4.2621768270141493E-8</c:v>
                </c:pt>
                <c:pt idx="2676">
                  <c:v>3.601646856654633E-7</c:v>
                </c:pt>
                <c:pt idx="2677">
                  <c:v>4.5663128979864591E-6</c:v>
                </c:pt>
                <c:pt idx="2678">
                  <c:v>2.7484684906238282E-6</c:v>
                </c:pt>
                <c:pt idx="2679">
                  <c:v>7.7207732982865235E-6</c:v>
                </c:pt>
                <c:pt idx="2680">
                  <c:v>7.2617885067021214E-7</c:v>
                </c:pt>
                <c:pt idx="2681">
                  <c:v>2.6036186426988261E-7</c:v>
                </c:pt>
                <c:pt idx="2682">
                  <c:v>1.2132231450924497E-5</c:v>
                </c:pt>
                <c:pt idx="2683">
                  <c:v>5.7494497093875245E-6</c:v>
                </c:pt>
                <c:pt idx="2684">
                  <c:v>1.3823336092679425E-7</c:v>
                </c:pt>
                <c:pt idx="2685">
                  <c:v>6.5702316448505263E-6</c:v>
                </c:pt>
                <c:pt idx="2686">
                  <c:v>2.4999296650044955E-6</c:v>
                </c:pt>
                <c:pt idx="2687">
                  <c:v>5.3230682404949272E-6</c:v>
                </c:pt>
                <c:pt idx="2688">
                  <c:v>2.0120332114009365E-6</c:v>
                </c:pt>
                <c:pt idx="2689">
                  <c:v>5.8930882598843196E-6</c:v>
                </c:pt>
                <c:pt idx="2690">
                  <c:v>1.4210113766090245E-5</c:v>
                </c:pt>
                <c:pt idx="2691">
                  <c:v>0</c:v>
                </c:pt>
                <c:pt idx="2692">
                  <c:v>0</c:v>
                </c:pt>
                <c:pt idx="2693">
                  <c:v>0</c:v>
                </c:pt>
                <c:pt idx="2694">
                  <c:v>0</c:v>
                </c:pt>
                <c:pt idx="2695">
                  <c:v>1.0465980170871076E-4</c:v>
                </c:pt>
                <c:pt idx="2696">
                  <c:v>0</c:v>
                </c:pt>
                <c:pt idx="2697">
                  <c:v>1.0730070336311312E-7</c:v>
                </c:pt>
                <c:pt idx="2698">
                  <c:v>4.0028674877629368E-7</c:v>
                </c:pt>
                <c:pt idx="2699">
                  <c:v>0</c:v>
                </c:pt>
                <c:pt idx="2700">
                  <c:v>0</c:v>
                </c:pt>
                <c:pt idx="2701">
                  <c:v>0</c:v>
                </c:pt>
                <c:pt idx="2702">
                  <c:v>1.5434452044036221E-5</c:v>
                </c:pt>
                <c:pt idx="2703">
                  <c:v>1.8923478179564442E-6</c:v>
                </c:pt>
                <c:pt idx="2704">
                  <c:v>0</c:v>
                </c:pt>
                <c:pt idx="2705">
                  <c:v>6.4439610458821159E-6</c:v>
                </c:pt>
                <c:pt idx="2706">
                  <c:v>9.154605769667355E-5</c:v>
                </c:pt>
                <c:pt idx="2707">
                  <c:v>2.6482122882157088E-5</c:v>
                </c:pt>
                <c:pt idx="2708">
                  <c:v>2.822307384494783E-6</c:v>
                </c:pt>
                <c:pt idx="2709">
                  <c:v>3.6880334801293932E-7</c:v>
                </c:pt>
                <c:pt idx="2710">
                  <c:v>1.0727016955818301E-5</c:v>
                </c:pt>
                <c:pt idx="2711">
                  <c:v>2.0130790723779619E-6</c:v>
                </c:pt>
                <c:pt idx="2712">
                  <c:v>0</c:v>
                </c:pt>
                <c:pt idx="2713">
                  <c:v>2.8861754431389515E-6</c:v>
                </c:pt>
                <c:pt idx="2714">
                  <c:v>5.775996908551751E-6</c:v>
                </c:pt>
                <c:pt idx="2715">
                  <c:v>0</c:v>
                </c:pt>
                <c:pt idx="2716">
                  <c:v>6.2353427177483842E-6</c:v>
                </c:pt>
                <c:pt idx="2717">
                  <c:v>8.834166094016575E-7</c:v>
                </c:pt>
                <c:pt idx="2718">
                  <c:v>0</c:v>
                </c:pt>
                <c:pt idx="2719">
                  <c:v>0</c:v>
                </c:pt>
                <c:pt idx="2720">
                  <c:v>0</c:v>
                </c:pt>
                <c:pt idx="2721">
                  <c:v>7.0250542630483187E-6</c:v>
                </c:pt>
                <c:pt idx="2722">
                  <c:v>0</c:v>
                </c:pt>
                <c:pt idx="2723">
                  <c:v>0</c:v>
                </c:pt>
                <c:pt idx="2724">
                  <c:v>8.9484425674429549E-7</c:v>
                </c:pt>
                <c:pt idx="2725">
                  <c:v>7.7996909165061114E-7</c:v>
                </c:pt>
                <c:pt idx="2726">
                  <c:v>3.2431499639178319E-5</c:v>
                </c:pt>
                <c:pt idx="2727">
                  <c:v>1.2402132304369464E-4</c:v>
                </c:pt>
                <c:pt idx="2728">
                  <c:v>1.2618346572856858E-5</c:v>
                </c:pt>
                <c:pt idx="2729">
                  <c:v>1.6676776613464446E-6</c:v>
                </c:pt>
                <c:pt idx="2730">
                  <c:v>1.3047118049782444E-5</c:v>
                </c:pt>
                <c:pt idx="2731">
                  <c:v>3.2635324661954075E-5</c:v>
                </c:pt>
                <c:pt idx="2732">
                  <c:v>2.3662298840998142E-6</c:v>
                </c:pt>
                <c:pt idx="2733">
                  <c:v>1.7186142579849958E-3</c:v>
                </c:pt>
                <c:pt idx="2734">
                  <c:v>2.2829057336565513E-5</c:v>
                </c:pt>
                <c:pt idx="2735">
                  <c:v>2.3995380986467841E-5</c:v>
                </c:pt>
                <c:pt idx="2736">
                  <c:v>6.0265625204231908E-6</c:v>
                </c:pt>
                <c:pt idx="2737">
                  <c:v>0</c:v>
                </c:pt>
                <c:pt idx="2738">
                  <c:v>2.8065089619046592E-5</c:v>
                </c:pt>
                <c:pt idx="2739">
                  <c:v>2.7335368372294204E-6</c:v>
                </c:pt>
                <c:pt idx="2740">
                  <c:v>0</c:v>
                </c:pt>
                <c:pt idx="2741">
                  <c:v>1.4355095732427014E-6</c:v>
                </c:pt>
                <c:pt idx="2742">
                  <c:v>2.5231444009197867E-5</c:v>
                </c:pt>
                <c:pt idx="2743">
                  <c:v>2.6907430485214311E-5</c:v>
                </c:pt>
                <c:pt idx="2744">
                  <c:v>2.4952785473970803E-4</c:v>
                </c:pt>
                <c:pt idx="2745">
                  <c:v>1.1009422585140001E-5</c:v>
                </c:pt>
                <c:pt idx="2746">
                  <c:v>1.3625321835209185E-6</c:v>
                </c:pt>
                <c:pt idx="2747">
                  <c:v>3.139982427053446E-6</c:v>
                </c:pt>
                <c:pt idx="2748">
                  <c:v>1.3678896945097903E-5</c:v>
                </c:pt>
                <c:pt idx="2749">
                  <c:v>7.131567202189933E-7</c:v>
                </c:pt>
                <c:pt idx="2750">
                  <c:v>2.4474543366293618E-6</c:v>
                </c:pt>
                <c:pt idx="2751">
                  <c:v>4.2866537968580779E-6</c:v>
                </c:pt>
                <c:pt idx="2752">
                  <c:v>5.8433766115369421E-5</c:v>
                </c:pt>
                <c:pt idx="2753">
                  <c:v>4.9790445320010421E-6</c:v>
                </c:pt>
                <c:pt idx="2754">
                  <c:v>0</c:v>
                </c:pt>
                <c:pt idx="2755">
                  <c:v>0</c:v>
                </c:pt>
                <c:pt idx="2756">
                  <c:v>1.4192386140374895E-6</c:v>
                </c:pt>
                <c:pt idx="2757">
                  <c:v>0</c:v>
                </c:pt>
                <c:pt idx="2758">
                  <c:v>2.2002549842752411E-5</c:v>
                </c:pt>
                <c:pt idx="2759">
                  <c:v>1.6059060089403956E-6</c:v>
                </c:pt>
                <c:pt idx="2760">
                  <c:v>1.0406690315658823E-5</c:v>
                </c:pt>
                <c:pt idx="2761">
                  <c:v>5.1856871585028491E-6</c:v>
                </c:pt>
                <c:pt idx="2762">
                  <c:v>0</c:v>
                </c:pt>
                <c:pt idx="2763">
                  <c:v>1.973931694412056E-7</c:v>
                </c:pt>
                <c:pt idx="2764">
                  <c:v>2.5508056828232591E-6</c:v>
                </c:pt>
                <c:pt idx="2765">
                  <c:v>1.0295667723661575E-5</c:v>
                </c:pt>
                <c:pt idx="2766">
                  <c:v>3.0622071718388802E-5</c:v>
                </c:pt>
                <c:pt idx="2767">
                  <c:v>0</c:v>
                </c:pt>
                <c:pt idx="2768">
                  <c:v>1.3313076910804661E-5</c:v>
                </c:pt>
                <c:pt idx="2769">
                  <c:v>0</c:v>
                </c:pt>
                <c:pt idx="2770">
                  <c:v>0</c:v>
                </c:pt>
                <c:pt idx="2771">
                  <c:v>0</c:v>
                </c:pt>
                <c:pt idx="2772">
                  <c:v>1.28335273530758E-5</c:v>
                </c:pt>
                <c:pt idx="2773">
                  <c:v>2.379010667145144E-6</c:v>
                </c:pt>
                <c:pt idx="2774">
                  <c:v>1.5846782554147541E-5</c:v>
                </c:pt>
                <c:pt idx="2775">
                  <c:v>3.2946959128068215E-7</c:v>
                </c:pt>
                <c:pt idx="2776">
                  <c:v>0</c:v>
                </c:pt>
                <c:pt idx="2777">
                  <c:v>0</c:v>
                </c:pt>
                <c:pt idx="2778">
                  <c:v>1.1115831964270953E-5</c:v>
                </c:pt>
                <c:pt idx="2779">
                  <c:v>6.1845391088086363E-7</c:v>
                </c:pt>
                <c:pt idx="2780">
                  <c:v>4.7874047890743098E-5</c:v>
                </c:pt>
                <c:pt idx="2781">
                  <c:v>1.3915559980621687E-7</c:v>
                </c:pt>
                <c:pt idx="2782">
                  <c:v>0</c:v>
                </c:pt>
                <c:pt idx="2783">
                  <c:v>0</c:v>
                </c:pt>
                <c:pt idx="2784">
                  <c:v>0</c:v>
                </c:pt>
                <c:pt idx="2785">
                  <c:v>0</c:v>
                </c:pt>
                <c:pt idx="2786">
                  <c:v>1.0758042893609315E-6</c:v>
                </c:pt>
                <c:pt idx="2787">
                  <c:v>3.068968763498606E-6</c:v>
                </c:pt>
                <c:pt idx="2788">
                  <c:v>1.2399050485129463E-5</c:v>
                </c:pt>
                <c:pt idx="2789">
                  <c:v>1.4468585531004289E-7</c:v>
                </c:pt>
                <c:pt idx="2790">
                  <c:v>2.7041169482696751E-6</c:v>
                </c:pt>
                <c:pt idx="2791">
                  <c:v>1.4090104869319677E-5</c:v>
                </c:pt>
                <c:pt idx="2792">
                  <c:v>5.8662782631320004E-6</c:v>
                </c:pt>
                <c:pt idx="2793">
                  <c:v>1.4964456481653283E-5</c:v>
                </c:pt>
                <c:pt idx="2794">
                  <c:v>2.7504894379279342E-6</c:v>
                </c:pt>
                <c:pt idx="2795">
                  <c:v>2.8101931757273305E-7</c:v>
                </c:pt>
                <c:pt idx="2796">
                  <c:v>1.1354301232414277E-4</c:v>
                </c:pt>
                <c:pt idx="2797">
                  <c:v>1.643216666866176E-5</c:v>
                </c:pt>
                <c:pt idx="2798">
                  <c:v>4.5125217341006254E-7</c:v>
                </c:pt>
                <c:pt idx="2799">
                  <c:v>4.2663841849678741E-7</c:v>
                </c:pt>
                <c:pt idx="2800">
                  <c:v>0</c:v>
                </c:pt>
                <c:pt idx="2801">
                  <c:v>0</c:v>
                </c:pt>
                <c:pt idx="2802">
                  <c:v>0</c:v>
                </c:pt>
                <c:pt idx="2803">
                  <c:v>0</c:v>
                </c:pt>
                <c:pt idx="2804">
                  <c:v>5.1748626609286453E-6</c:v>
                </c:pt>
                <c:pt idx="2805">
                  <c:v>0</c:v>
                </c:pt>
                <c:pt idx="2806">
                  <c:v>6.2755796226013109E-6</c:v>
                </c:pt>
                <c:pt idx="2807">
                  <c:v>2.2022790308894011E-5</c:v>
                </c:pt>
                <c:pt idx="2808">
                  <c:v>5.0665317939795353E-6</c:v>
                </c:pt>
                <c:pt idx="2809">
                  <c:v>8.7556357677786921E-6</c:v>
                </c:pt>
                <c:pt idx="2810">
                  <c:v>1.4737270217392884E-4</c:v>
                </c:pt>
                <c:pt idx="2811">
                  <c:v>1.752889368682992E-7</c:v>
                </c:pt>
                <c:pt idx="2812">
                  <c:v>2.3656863739459388E-7</c:v>
                </c:pt>
                <c:pt idx="2813">
                  <c:v>0</c:v>
                </c:pt>
                <c:pt idx="2814">
                  <c:v>2.8669782730973908E-5</c:v>
                </c:pt>
                <c:pt idx="2815">
                  <c:v>1.1016875598507151E-5</c:v>
                </c:pt>
                <c:pt idx="2816">
                  <c:v>2.1728380789518755E-5</c:v>
                </c:pt>
                <c:pt idx="2817">
                  <c:v>1.1455126168599361E-5</c:v>
                </c:pt>
                <c:pt idx="2818">
                  <c:v>4.154466774581116E-6</c:v>
                </c:pt>
                <c:pt idx="2819">
                  <c:v>0</c:v>
                </c:pt>
                <c:pt idx="2820">
                  <c:v>5.8319280039833338E-5</c:v>
                </c:pt>
                <c:pt idx="2821">
                  <c:v>9.3707853509085306E-6</c:v>
                </c:pt>
                <c:pt idx="2822">
                  <c:v>1.8563965603668304E-6</c:v>
                </c:pt>
                <c:pt idx="2823">
                  <c:v>1.0893540094440685E-5</c:v>
                </c:pt>
                <c:pt idx="2824">
                  <c:v>0</c:v>
                </c:pt>
                <c:pt idx="2825">
                  <c:v>3.165411557379606E-6</c:v>
                </c:pt>
                <c:pt idx="2826">
                  <c:v>0</c:v>
                </c:pt>
                <c:pt idx="2827">
                  <c:v>3.8993517200860811E-5</c:v>
                </c:pt>
                <c:pt idx="2828">
                  <c:v>3.236538891721921E-7</c:v>
                </c:pt>
                <c:pt idx="2829">
                  <c:v>0</c:v>
                </c:pt>
                <c:pt idx="2830">
                  <c:v>2.0471200015113155E-7</c:v>
                </c:pt>
                <c:pt idx="2831">
                  <c:v>7.8293747292108772E-5</c:v>
                </c:pt>
                <c:pt idx="2832">
                  <c:v>4.2080388973212095E-6</c:v>
                </c:pt>
                <c:pt idx="2833">
                  <c:v>6.5013941327702018E-7</c:v>
                </c:pt>
                <c:pt idx="2834">
                  <c:v>2.6039454922212217E-6</c:v>
                </c:pt>
                <c:pt idx="2835">
                  <c:v>6.1049714301042739E-6</c:v>
                </c:pt>
                <c:pt idx="2836">
                  <c:v>3.8204394865188428E-5</c:v>
                </c:pt>
                <c:pt idx="2837">
                  <c:v>7.5198437038002719E-5</c:v>
                </c:pt>
                <c:pt idx="2838">
                  <c:v>0</c:v>
                </c:pt>
                <c:pt idx="2839">
                  <c:v>4.6272974595253492E-6</c:v>
                </c:pt>
                <c:pt idx="2840">
                  <c:v>3.9520190344965391E-7</c:v>
                </c:pt>
                <c:pt idx="2841">
                  <c:v>0</c:v>
                </c:pt>
                <c:pt idx="2842">
                  <c:v>1.0952738910730958E-5</c:v>
                </c:pt>
                <c:pt idx="2843">
                  <c:v>2.2268744188525983E-5</c:v>
                </c:pt>
                <c:pt idx="2844">
                  <c:v>1.3282444155164603E-5</c:v>
                </c:pt>
                <c:pt idx="2845">
                  <c:v>6.4774889815034908E-6</c:v>
                </c:pt>
                <c:pt idx="2846">
                  <c:v>1.533684601549267E-7</c:v>
                </c:pt>
                <c:pt idx="2847">
                  <c:v>5.6601983798962165E-5</c:v>
                </c:pt>
                <c:pt idx="2848">
                  <c:v>0</c:v>
                </c:pt>
                <c:pt idx="2849">
                  <c:v>6.942922237217392E-6</c:v>
                </c:pt>
                <c:pt idx="2850">
                  <c:v>0</c:v>
                </c:pt>
                <c:pt idx="2851">
                  <c:v>0</c:v>
                </c:pt>
                <c:pt idx="2852">
                  <c:v>7.1019318773277515E-5</c:v>
                </c:pt>
                <c:pt idx="2853">
                  <c:v>2.6514776972259166E-5</c:v>
                </c:pt>
                <c:pt idx="2854">
                  <c:v>3.4165391251084759E-6</c:v>
                </c:pt>
                <c:pt idx="2855">
                  <c:v>2.6722379940554203E-5</c:v>
                </c:pt>
                <c:pt idx="2856">
                  <c:v>4.5982741336148184E-5</c:v>
                </c:pt>
                <c:pt idx="2857">
                  <c:v>1.7240330365533447E-5</c:v>
                </c:pt>
                <c:pt idx="2858">
                  <c:v>8.7114971235883764E-6</c:v>
                </c:pt>
                <c:pt idx="2859">
                  <c:v>1.0706515445166566E-6</c:v>
                </c:pt>
                <c:pt idx="2860">
                  <c:v>1.1036575755201488E-6</c:v>
                </c:pt>
                <c:pt idx="2861">
                  <c:v>1.9170676966528664E-3</c:v>
                </c:pt>
                <c:pt idx="2862">
                  <c:v>3.957036246690132E-4</c:v>
                </c:pt>
                <c:pt idx="2863">
                  <c:v>0</c:v>
                </c:pt>
                <c:pt idx="2864">
                  <c:v>1.1692490598301522E-5</c:v>
                </c:pt>
                <c:pt idx="2865">
                  <c:v>0</c:v>
                </c:pt>
                <c:pt idx="2866">
                  <c:v>3.2770471976808601E-5</c:v>
                </c:pt>
                <c:pt idx="2867">
                  <c:v>7.0761183563943845E-6</c:v>
                </c:pt>
                <c:pt idx="2868">
                  <c:v>3.0623312257518223E-7</c:v>
                </c:pt>
                <c:pt idx="2869">
                  <c:v>1.0682865945024116E-4</c:v>
                </c:pt>
                <c:pt idx="2870">
                  <c:v>0</c:v>
                </c:pt>
                <c:pt idx="2871">
                  <c:v>3.798113929757705E-6</c:v>
                </c:pt>
                <c:pt idx="2872">
                  <c:v>2.4223714439676065E-5</c:v>
                </c:pt>
                <c:pt idx="2873">
                  <c:v>2.4932513961191441E-5</c:v>
                </c:pt>
                <c:pt idx="2874">
                  <c:v>1.9155194290920587E-6</c:v>
                </c:pt>
                <c:pt idx="2875">
                  <c:v>4.4107211382879533E-6</c:v>
                </c:pt>
                <c:pt idx="2876">
                  <c:v>1.9219228262847816E-5</c:v>
                </c:pt>
                <c:pt idx="2877">
                  <c:v>1.4420401056373661E-5</c:v>
                </c:pt>
                <c:pt idx="2878">
                  <c:v>0</c:v>
                </c:pt>
                <c:pt idx="2879">
                  <c:v>3.2714655494313111E-5</c:v>
                </c:pt>
                <c:pt idx="2880">
                  <c:v>6.066868623964478E-6</c:v>
                </c:pt>
                <c:pt idx="2881">
                  <c:v>6.3217072897365514E-5</c:v>
                </c:pt>
                <c:pt idx="2882">
                  <c:v>3.2333785862562379E-6</c:v>
                </c:pt>
                <c:pt idx="2883">
                  <c:v>1.3302328639369454E-5</c:v>
                </c:pt>
                <c:pt idx="2884">
                  <c:v>5.6036090787637759E-7</c:v>
                </c:pt>
                <c:pt idx="2885">
                  <c:v>1.6954611679855171E-5</c:v>
                </c:pt>
                <c:pt idx="2886">
                  <c:v>1.8952543246520296E-5</c:v>
                </c:pt>
                <c:pt idx="2887">
                  <c:v>7.8673661257369611E-6</c:v>
                </c:pt>
                <c:pt idx="2888">
                  <c:v>0</c:v>
                </c:pt>
                <c:pt idx="2889">
                  <c:v>1.6562329621140666E-5</c:v>
                </c:pt>
                <c:pt idx="2890">
                  <c:v>7.3279963141454939E-6</c:v>
                </c:pt>
                <c:pt idx="2891">
                  <c:v>3.6198990273370372E-6</c:v>
                </c:pt>
                <c:pt idx="2892">
                  <c:v>2.1632398683985288E-3</c:v>
                </c:pt>
                <c:pt idx="2893">
                  <c:v>0</c:v>
                </c:pt>
                <c:pt idx="2894">
                  <c:v>3.5588116447718863E-7</c:v>
                </c:pt>
                <c:pt idx="2895">
                  <c:v>1.5735197329303152E-7</c:v>
                </c:pt>
                <c:pt idx="2896">
                  <c:v>3.6159662506214693E-6</c:v>
                </c:pt>
                <c:pt idx="2897">
                  <c:v>0</c:v>
                </c:pt>
                <c:pt idx="2898">
                  <c:v>0</c:v>
                </c:pt>
                <c:pt idx="2899">
                  <c:v>0</c:v>
                </c:pt>
                <c:pt idx="2900">
                  <c:v>0</c:v>
                </c:pt>
                <c:pt idx="2901">
                  <c:v>7.5163980624075513E-6</c:v>
                </c:pt>
                <c:pt idx="2902">
                  <c:v>1.6343809956213897E-6</c:v>
                </c:pt>
                <c:pt idx="2903">
                  <c:v>0</c:v>
                </c:pt>
                <c:pt idx="2904">
                  <c:v>0</c:v>
                </c:pt>
                <c:pt idx="2905">
                  <c:v>5.5929487685519853E-6</c:v>
                </c:pt>
                <c:pt idx="2906">
                  <c:v>1.2750720786368969E-5</c:v>
                </c:pt>
                <c:pt idx="2907">
                  <c:v>0</c:v>
                </c:pt>
                <c:pt idx="2908">
                  <c:v>3.3682359701239518E-5</c:v>
                </c:pt>
                <c:pt idx="2909">
                  <c:v>3.6239556783510818E-7</c:v>
                </c:pt>
                <c:pt idx="2910">
                  <c:v>3.8455673013061578E-5</c:v>
                </c:pt>
                <c:pt idx="2911">
                  <c:v>0</c:v>
                </c:pt>
                <c:pt idx="2912">
                  <c:v>0</c:v>
                </c:pt>
                <c:pt idx="2913">
                  <c:v>0</c:v>
                </c:pt>
                <c:pt idx="2914">
                  <c:v>0</c:v>
                </c:pt>
                <c:pt idx="2915">
                  <c:v>8.5793679395558106E-6</c:v>
                </c:pt>
                <c:pt idx="2916">
                  <c:v>6.8314736493888998E-5</c:v>
                </c:pt>
                <c:pt idx="2917">
                  <c:v>3.4248312686139216E-7</c:v>
                </c:pt>
                <c:pt idx="2918">
                  <c:v>3.8946245671905754E-6</c:v>
                </c:pt>
                <c:pt idx="2919">
                  <c:v>8.6026640300729592E-6</c:v>
                </c:pt>
                <c:pt idx="2920">
                  <c:v>4.2691908622665519E-5</c:v>
                </c:pt>
                <c:pt idx="2921">
                  <c:v>1.6713993254730258E-5</c:v>
                </c:pt>
                <c:pt idx="2922">
                  <c:v>0</c:v>
                </c:pt>
                <c:pt idx="2923">
                  <c:v>0</c:v>
                </c:pt>
                <c:pt idx="2924">
                  <c:v>0</c:v>
                </c:pt>
                <c:pt idx="2925">
                  <c:v>4.1657609216259624E-5</c:v>
                </c:pt>
                <c:pt idx="2926">
                  <c:v>4.7222215498789724E-6</c:v>
                </c:pt>
                <c:pt idx="2927">
                  <c:v>1.1480509039353496E-5</c:v>
                </c:pt>
                <c:pt idx="2928">
                  <c:v>2.2364558819822632E-5</c:v>
                </c:pt>
                <c:pt idx="2929">
                  <c:v>4.3150968331346994E-4</c:v>
                </c:pt>
                <c:pt idx="2930">
                  <c:v>1.1899070334431815E-5</c:v>
                </c:pt>
                <c:pt idx="2931">
                  <c:v>9.4448850585064192E-4</c:v>
                </c:pt>
                <c:pt idx="2932">
                  <c:v>0</c:v>
                </c:pt>
                <c:pt idx="2933">
                  <c:v>2.9240992250143888E-5</c:v>
                </c:pt>
                <c:pt idx="2934">
                  <c:v>0</c:v>
                </c:pt>
                <c:pt idx="2935">
                  <c:v>0</c:v>
                </c:pt>
                <c:pt idx="2936">
                  <c:v>1.05417069312103E-5</c:v>
                </c:pt>
                <c:pt idx="2937">
                  <c:v>2.0858317983942352E-5</c:v>
                </c:pt>
                <c:pt idx="2938">
                  <c:v>0</c:v>
                </c:pt>
                <c:pt idx="2939">
                  <c:v>4.8404493344659417E-6</c:v>
                </c:pt>
                <c:pt idx="2940">
                  <c:v>0</c:v>
                </c:pt>
                <c:pt idx="2941">
                  <c:v>1.826695399436623E-6</c:v>
                </c:pt>
                <c:pt idx="2942">
                  <c:v>3.1330130231076454E-6</c:v>
                </c:pt>
                <c:pt idx="2943">
                  <c:v>0</c:v>
                </c:pt>
                <c:pt idx="2944">
                  <c:v>1.0056477007424241E-6</c:v>
                </c:pt>
                <c:pt idx="2945">
                  <c:v>8.4062259688912873E-6</c:v>
                </c:pt>
                <c:pt idx="2946">
                  <c:v>1.7111575626873872E-7</c:v>
                </c:pt>
                <c:pt idx="2947">
                  <c:v>8.2818045943345708E-6</c:v>
                </c:pt>
                <c:pt idx="2948">
                  <c:v>0</c:v>
                </c:pt>
                <c:pt idx="2949">
                  <c:v>3.8125478387362051E-6</c:v>
                </c:pt>
                <c:pt idx="2950">
                  <c:v>0</c:v>
                </c:pt>
                <c:pt idx="2951">
                  <c:v>0</c:v>
                </c:pt>
                <c:pt idx="2952">
                  <c:v>0</c:v>
                </c:pt>
                <c:pt idx="2953">
                  <c:v>3.5229484852149208E-6</c:v>
                </c:pt>
                <c:pt idx="2954">
                  <c:v>5.2632029197734461E-6</c:v>
                </c:pt>
                <c:pt idx="2955">
                  <c:v>3.527075397483885E-6</c:v>
                </c:pt>
                <c:pt idx="2956">
                  <c:v>0</c:v>
                </c:pt>
                <c:pt idx="2957">
                  <c:v>0</c:v>
                </c:pt>
                <c:pt idx="2958">
                  <c:v>1.6701148055034418E-7</c:v>
                </c:pt>
                <c:pt idx="2959">
                  <c:v>0</c:v>
                </c:pt>
                <c:pt idx="2960">
                  <c:v>7.4938486155416073E-7</c:v>
                </c:pt>
                <c:pt idx="2961">
                  <c:v>0</c:v>
                </c:pt>
                <c:pt idx="2962">
                  <c:v>1.1028553392488948E-5</c:v>
                </c:pt>
                <c:pt idx="2963">
                  <c:v>0</c:v>
                </c:pt>
                <c:pt idx="2964">
                  <c:v>2.128354922206201E-7</c:v>
                </c:pt>
                <c:pt idx="2965">
                  <c:v>0</c:v>
                </c:pt>
                <c:pt idx="2966">
                  <c:v>0</c:v>
                </c:pt>
                <c:pt idx="2967">
                  <c:v>4.812768051140312E-6</c:v>
                </c:pt>
                <c:pt idx="2968">
                  <c:v>1.2449905492043885E-7</c:v>
                </c:pt>
                <c:pt idx="2969">
                  <c:v>1.058929444009516E-5</c:v>
                </c:pt>
                <c:pt idx="2970">
                  <c:v>2.2806339390321629E-6</c:v>
                </c:pt>
                <c:pt idx="2971">
                  <c:v>1.6466914421539761E-5</c:v>
                </c:pt>
                <c:pt idx="2972">
                  <c:v>3.5285884236576305E-7</c:v>
                </c:pt>
                <c:pt idx="2973">
                  <c:v>0</c:v>
                </c:pt>
                <c:pt idx="2974">
                  <c:v>1.4762725900358408E-5</c:v>
                </c:pt>
                <c:pt idx="2975">
                  <c:v>2.2289775016834008E-6</c:v>
                </c:pt>
                <c:pt idx="2976">
                  <c:v>5.0125742069622293E-6</c:v>
                </c:pt>
                <c:pt idx="2977">
                  <c:v>7.031307893308783E-6</c:v>
                </c:pt>
                <c:pt idx="2978">
                  <c:v>0</c:v>
                </c:pt>
                <c:pt idx="2979">
                  <c:v>0</c:v>
                </c:pt>
                <c:pt idx="2980">
                  <c:v>3.4353636878374126E-6</c:v>
                </c:pt>
                <c:pt idx="2981">
                  <c:v>0</c:v>
                </c:pt>
                <c:pt idx="2982">
                  <c:v>2.9251689875151305E-6</c:v>
                </c:pt>
                <c:pt idx="2983">
                  <c:v>0</c:v>
                </c:pt>
                <c:pt idx="2984">
                  <c:v>0</c:v>
                </c:pt>
                <c:pt idx="2985">
                  <c:v>0</c:v>
                </c:pt>
                <c:pt idx="2986">
                  <c:v>3.8848091860533391E-6</c:v>
                </c:pt>
                <c:pt idx="2987">
                  <c:v>0</c:v>
                </c:pt>
                <c:pt idx="2988">
                  <c:v>0</c:v>
                </c:pt>
                <c:pt idx="2989">
                  <c:v>0</c:v>
                </c:pt>
                <c:pt idx="2990">
                  <c:v>2.2868325518249985E-6</c:v>
                </c:pt>
                <c:pt idx="2991">
                  <c:v>9.5451307189111704E-6</c:v>
                </c:pt>
                <c:pt idx="2992">
                  <c:v>6.8384165842771917E-5</c:v>
                </c:pt>
                <c:pt idx="2993">
                  <c:v>0</c:v>
                </c:pt>
                <c:pt idx="2994">
                  <c:v>0</c:v>
                </c:pt>
                <c:pt idx="2995">
                  <c:v>2.1990118441652947E-5</c:v>
                </c:pt>
                <c:pt idx="2996">
                  <c:v>2.2125093498024506E-6</c:v>
                </c:pt>
                <c:pt idx="2997">
                  <c:v>0</c:v>
                </c:pt>
                <c:pt idx="2998">
                  <c:v>0</c:v>
                </c:pt>
                <c:pt idx="2999">
                  <c:v>0</c:v>
                </c:pt>
                <c:pt idx="3000">
                  <c:v>0</c:v>
                </c:pt>
                <c:pt idx="3001">
                  <c:v>3.6168995407994484E-6</c:v>
                </c:pt>
                <c:pt idx="3002">
                  <c:v>0</c:v>
                </c:pt>
                <c:pt idx="3003">
                  <c:v>1.2889523787619057E-5</c:v>
                </c:pt>
                <c:pt idx="3004">
                  <c:v>1.7133030496325585E-7</c:v>
                </c:pt>
                <c:pt idx="3005">
                  <c:v>8.8482934037703597E-7</c:v>
                </c:pt>
                <c:pt idx="3006">
                  <c:v>0</c:v>
                </c:pt>
                <c:pt idx="3007">
                  <c:v>6.6018771792078872E-5</c:v>
                </c:pt>
                <c:pt idx="3008">
                  <c:v>2.5284546366674309E-5</c:v>
                </c:pt>
                <c:pt idx="3009">
                  <c:v>5.0232296864224402E-5</c:v>
                </c:pt>
                <c:pt idx="3010">
                  <c:v>0</c:v>
                </c:pt>
                <c:pt idx="3011">
                  <c:v>1.5552043610514898E-5</c:v>
                </c:pt>
                <c:pt idx="3012">
                  <c:v>1.5795536916264054E-6</c:v>
                </c:pt>
                <c:pt idx="3013">
                  <c:v>2.6721968223633358E-4</c:v>
                </c:pt>
                <c:pt idx="3014">
                  <c:v>1.3496086667132724E-5</c:v>
                </c:pt>
                <c:pt idx="3015">
                  <c:v>6.8326387481562903E-6</c:v>
                </c:pt>
                <c:pt idx="3016">
                  <c:v>2.8630916433260948E-5</c:v>
                </c:pt>
                <c:pt idx="3017">
                  <c:v>5.6313452282832762E-5</c:v>
                </c:pt>
                <c:pt idx="3018">
                  <c:v>1.7910051794824305E-5</c:v>
                </c:pt>
                <c:pt idx="3019">
                  <c:v>0</c:v>
                </c:pt>
                <c:pt idx="3020">
                  <c:v>0</c:v>
                </c:pt>
                <c:pt idx="3021">
                  <c:v>0</c:v>
                </c:pt>
                <c:pt idx="3022">
                  <c:v>1.7731266350826801E-5</c:v>
                </c:pt>
                <c:pt idx="3023">
                  <c:v>8.4903871439954256E-7</c:v>
                </c:pt>
                <c:pt idx="3024">
                  <c:v>0</c:v>
                </c:pt>
                <c:pt idx="3025">
                  <c:v>0</c:v>
                </c:pt>
                <c:pt idx="3026">
                  <c:v>0</c:v>
                </c:pt>
                <c:pt idx="3027">
                  <c:v>0</c:v>
                </c:pt>
                <c:pt idx="3028">
                  <c:v>0</c:v>
                </c:pt>
                <c:pt idx="3029">
                  <c:v>1.2223874129535704E-5</c:v>
                </c:pt>
                <c:pt idx="3030">
                  <c:v>0</c:v>
                </c:pt>
                <c:pt idx="3031">
                  <c:v>0</c:v>
                </c:pt>
                <c:pt idx="3032">
                  <c:v>7.5902691142979144E-5</c:v>
                </c:pt>
                <c:pt idx="3033">
                  <c:v>3.5830635559118877E-5</c:v>
                </c:pt>
                <c:pt idx="3034">
                  <c:v>2.0218671010967016E-6</c:v>
                </c:pt>
                <c:pt idx="3035">
                  <c:v>1.5119345857022541E-5</c:v>
                </c:pt>
                <c:pt idx="3036">
                  <c:v>1.6963489480271453E-5</c:v>
                </c:pt>
                <c:pt idx="3037">
                  <c:v>4.0885175458742417E-5</c:v>
                </c:pt>
                <c:pt idx="3038">
                  <c:v>1.3837178216026724E-5</c:v>
                </c:pt>
                <c:pt idx="3039">
                  <c:v>6.3814465573960484E-5</c:v>
                </c:pt>
                <c:pt idx="3040">
                  <c:v>1.7354658411030652E-4</c:v>
                </c:pt>
                <c:pt idx="3041">
                  <c:v>7.0990543917233422E-6</c:v>
                </c:pt>
                <c:pt idx="3042">
                  <c:v>8.2370162971796559E-6</c:v>
                </c:pt>
                <c:pt idx="3043">
                  <c:v>1.6954925535099598E-5</c:v>
                </c:pt>
                <c:pt idx="3044">
                  <c:v>1.7742996610452427E-7</c:v>
                </c:pt>
                <c:pt idx="3045">
                  <c:v>5.3475749534560454E-6</c:v>
                </c:pt>
                <c:pt idx="3046">
                  <c:v>1.1474262665229001E-5</c:v>
                </c:pt>
                <c:pt idx="3047">
                  <c:v>6.7725914375796131E-6</c:v>
                </c:pt>
                <c:pt idx="3048">
                  <c:v>8.5100254003899956E-6</c:v>
                </c:pt>
                <c:pt idx="3049">
                  <c:v>0</c:v>
                </c:pt>
                <c:pt idx="3050">
                  <c:v>1.112213041819678E-5</c:v>
                </c:pt>
                <c:pt idx="3051">
                  <c:v>7.3328478179135376E-7</c:v>
                </c:pt>
                <c:pt idx="3052">
                  <c:v>0</c:v>
                </c:pt>
                <c:pt idx="3053">
                  <c:v>0</c:v>
                </c:pt>
                <c:pt idx="3054">
                  <c:v>0</c:v>
                </c:pt>
                <c:pt idx="3055">
                  <c:v>0</c:v>
                </c:pt>
                <c:pt idx="3056">
                  <c:v>2.2037542411062055E-6</c:v>
                </c:pt>
                <c:pt idx="3057">
                  <c:v>2.9796968910809085E-6</c:v>
                </c:pt>
                <c:pt idx="3058">
                  <c:v>7.0223945846958559E-6</c:v>
                </c:pt>
                <c:pt idx="3059">
                  <c:v>2.7081827924393367E-5</c:v>
                </c:pt>
                <c:pt idx="3060">
                  <c:v>0</c:v>
                </c:pt>
                <c:pt idx="3061">
                  <c:v>6.2936555461740575E-6</c:v>
                </c:pt>
                <c:pt idx="3062">
                  <c:v>2.565801825729565E-6</c:v>
                </c:pt>
                <c:pt idx="3063">
                  <c:v>2.2278154667890443E-5</c:v>
                </c:pt>
                <c:pt idx="3064">
                  <c:v>1.2951465450679393E-4</c:v>
                </c:pt>
                <c:pt idx="3065">
                  <c:v>2.5232236055422972E-5</c:v>
                </c:pt>
                <c:pt idx="3066">
                  <c:v>0</c:v>
                </c:pt>
                <c:pt idx="3067">
                  <c:v>4.075347099956458E-5</c:v>
                </c:pt>
                <c:pt idx="3068">
                  <c:v>1.8061076720554438E-5</c:v>
                </c:pt>
                <c:pt idx="3069">
                  <c:v>2.2171760331329146E-6</c:v>
                </c:pt>
                <c:pt idx="3070">
                  <c:v>2.7267624662731232E-3</c:v>
                </c:pt>
                <c:pt idx="3071">
                  <c:v>2.3459854407938471E-4</c:v>
                </c:pt>
                <c:pt idx="3072">
                  <c:v>6.436323900382335E-6</c:v>
                </c:pt>
                <c:pt idx="3073">
                  <c:v>0</c:v>
                </c:pt>
                <c:pt idx="3074">
                  <c:v>0</c:v>
                </c:pt>
                <c:pt idx="3075">
                  <c:v>1.9081210799784884E-5</c:v>
                </c:pt>
                <c:pt idx="3076">
                  <c:v>1.423079369928133E-6</c:v>
                </c:pt>
                <c:pt idx="3077">
                  <c:v>0</c:v>
                </c:pt>
                <c:pt idx="3078">
                  <c:v>0</c:v>
                </c:pt>
                <c:pt idx="3079">
                  <c:v>0</c:v>
                </c:pt>
                <c:pt idx="3080">
                  <c:v>4.7978628921498053E-6</c:v>
                </c:pt>
                <c:pt idx="3081">
                  <c:v>3.7240286158977414E-6</c:v>
                </c:pt>
                <c:pt idx="3082">
                  <c:v>1.3732000266945749E-5</c:v>
                </c:pt>
                <c:pt idx="3083">
                  <c:v>0</c:v>
                </c:pt>
                <c:pt idx="3084">
                  <c:v>0</c:v>
                </c:pt>
                <c:pt idx="3085">
                  <c:v>2.0981711336682352E-6</c:v>
                </c:pt>
                <c:pt idx="3086">
                  <c:v>3.6613402112970349E-7</c:v>
                </c:pt>
                <c:pt idx="3087">
                  <c:v>1.5041523140791158E-5</c:v>
                </c:pt>
                <c:pt idx="3088">
                  <c:v>7.28832175563563E-6</c:v>
                </c:pt>
                <c:pt idx="3089">
                  <c:v>5.3611847059717402E-6</c:v>
                </c:pt>
                <c:pt idx="3090">
                  <c:v>9.2500618532994678E-6</c:v>
                </c:pt>
                <c:pt idx="3091">
                  <c:v>4.1270416987973933E-6</c:v>
                </c:pt>
                <c:pt idx="3092">
                  <c:v>5.8786362967478677E-6</c:v>
                </c:pt>
                <c:pt idx="3093">
                  <c:v>1.5728103962094742E-6</c:v>
                </c:pt>
                <c:pt idx="3094">
                  <c:v>2.1362555293388328E-5</c:v>
                </c:pt>
                <c:pt idx="3095">
                  <c:v>1.5434811510392157E-5</c:v>
                </c:pt>
                <c:pt idx="3096">
                  <c:v>6.6804592220137428E-7</c:v>
                </c:pt>
                <c:pt idx="3097">
                  <c:v>3.9504767193974258E-6</c:v>
                </c:pt>
                <c:pt idx="3098">
                  <c:v>2.0845052247480096E-5</c:v>
                </c:pt>
                <c:pt idx="3099">
                  <c:v>4.4761810800457875E-5</c:v>
                </c:pt>
                <c:pt idx="3100">
                  <c:v>5.1636616296137616E-7</c:v>
                </c:pt>
                <c:pt idx="3101">
                  <c:v>2.23690232965108E-5</c:v>
                </c:pt>
                <c:pt idx="3102">
                  <c:v>3.7545762967243394E-6</c:v>
                </c:pt>
                <c:pt idx="3103">
                  <c:v>1.5908896534091839E-5</c:v>
                </c:pt>
                <c:pt idx="3104">
                  <c:v>0</c:v>
                </c:pt>
                <c:pt idx="3105">
                  <c:v>0</c:v>
                </c:pt>
                <c:pt idx="3106">
                  <c:v>4.9788024294354231E-6</c:v>
                </c:pt>
                <c:pt idx="3107">
                  <c:v>6.7321508503267933E-7</c:v>
                </c:pt>
                <c:pt idx="3108">
                  <c:v>4.3635975429969447E-5</c:v>
                </c:pt>
                <c:pt idx="3109">
                  <c:v>0</c:v>
                </c:pt>
                <c:pt idx="3110">
                  <c:v>0</c:v>
                </c:pt>
                <c:pt idx="3111">
                  <c:v>8.476164179450154E-6</c:v>
                </c:pt>
                <c:pt idx="3112">
                  <c:v>0</c:v>
                </c:pt>
                <c:pt idx="3113">
                  <c:v>4.7076534593943896E-5</c:v>
                </c:pt>
                <c:pt idx="3114">
                  <c:v>3.9657776429175446E-5</c:v>
                </c:pt>
                <c:pt idx="3115">
                  <c:v>6.3743051568269504E-6</c:v>
                </c:pt>
                <c:pt idx="3116">
                  <c:v>0</c:v>
                </c:pt>
                <c:pt idx="3117">
                  <c:v>0</c:v>
                </c:pt>
                <c:pt idx="3118">
                  <c:v>1.2410071510505864E-5</c:v>
                </c:pt>
                <c:pt idx="3119">
                  <c:v>5.3752672646130628E-6</c:v>
                </c:pt>
                <c:pt idx="3120">
                  <c:v>1.8736899504722441E-5</c:v>
                </c:pt>
                <c:pt idx="3121">
                  <c:v>1.9777470509171453E-5</c:v>
                </c:pt>
                <c:pt idx="3122">
                  <c:v>0</c:v>
                </c:pt>
                <c:pt idx="3123">
                  <c:v>0</c:v>
                </c:pt>
                <c:pt idx="3124">
                  <c:v>4.7443072070327675E-6</c:v>
                </c:pt>
                <c:pt idx="3125">
                  <c:v>6.389967078863623E-6</c:v>
                </c:pt>
                <c:pt idx="3126">
                  <c:v>8.269643354122774E-7</c:v>
                </c:pt>
                <c:pt idx="3127">
                  <c:v>3.4069129607728885E-7</c:v>
                </c:pt>
                <c:pt idx="3128">
                  <c:v>0</c:v>
                </c:pt>
                <c:pt idx="3129">
                  <c:v>0</c:v>
                </c:pt>
                <c:pt idx="3130">
                  <c:v>2.4508578002917169E-5</c:v>
                </c:pt>
                <c:pt idx="3131">
                  <c:v>0</c:v>
                </c:pt>
                <c:pt idx="3132">
                  <c:v>0</c:v>
                </c:pt>
                <c:pt idx="3133">
                  <c:v>5.7671552730748484E-7</c:v>
                </c:pt>
                <c:pt idx="3134">
                  <c:v>0</c:v>
                </c:pt>
                <c:pt idx="3135">
                  <c:v>0</c:v>
                </c:pt>
                <c:pt idx="3136">
                  <c:v>2.822543146994604E-6</c:v>
                </c:pt>
                <c:pt idx="3137">
                  <c:v>4.3663447678602392E-5</c:v>
                </c:pt>
                <c:pt idx="3138">
                  <c:v>0</c:v>
                </c:pt>
                <c:pt idx="3139">
                  <c:v>0</c:v>
                </c:pt>
                <c:pt idx="3140">
                  <c:v>2.2982609115343208E-4</c:v>
                </c:pt>
                <c:pt idx="3141">
                  <c:v>0</c:v>
                </c:pt>
                <c:pt idx="3142">
                  <c:v>1.0358549723814821E-6</c:v>
                </c:pt>
                <c:pt idx="3143">
                  <c:v>1.0699396075122702E-7</c:v>
                </c:pt>
                <c:pt idx="3144">
                  <c:v>3.0977046887555504E-7</c:v>
                </c:pt>
                <c:pt idx="3145">
                  <c:v>9.5389103540478171E-6</c:v>
                </c:pt>
                <c:pt idx="3146">
                  <c:v>2.386718265207952E-5</c:v>
                </c:pt>
                <c:pt idx="3147">
                  <c:v>3.3589579940658496E-7</c:v>
                </c:pt>
                <c:pt idx="3148">
                  <c:v>3.8986688294617911E-7</c:v>
                </c:pt>
                <c:pt idx="3149">
                  <c:v>0</c:v>
                </c:pt>
                <c:pt idx="3150">
                  <c:v>7.6871980493732534E-6</c:v>
                </c:pt>
                <c:pt idx="3151">
                  <c:v>4.5799193797559795E-6</c:v>
                </c:pt>
                <c:pt idx="3152">
                  <c:v>5.0756642586600679E-7</c:v>
                </c:pt>
                <c:pt idx="3153">
                  <c:v>1.0831997962509869E-7</c:v>
                </c:pt>
                <c:pt idx="3154">
                  <c:v>7.2972826178981218E-5</c:v>
                </c:pt>
                <c:pt idx="3155">
                  <c:v>0</c:v>
                </c:pt>
                <c:pt idx="3156">
                  <c:v>0</c:v>
                </c:pt>
                <c:pt idx="3157">
                  <c:v>1.2221100216590989E-5</c:v>
                </c:pt>
                <c:pt idx="3158">
                  <c:v>1.1693623700423901E-5</c:v>
                </c:pt>
                <c:pt idx="3159">
                  <c:v>1.3284420170222662E-5</c:v>
                </c:pt>
                <c:pt idx="3160">
                  <c:v>3.0775572450875449E-5</c:v>
                </c:pt>
                <c:pt idx="3161">
                  <c:v>1.333939605773476E-6</c:v>
                </c:pt>
                <c:pt idx="3162">
                  <c:v>9.8167729123623884E-6</c:v>
                </c:pt>
                <c:pt idx="3163">
                  <c:v>6.9307705389528695E-5</c:v>
                </c:pt>
                <c:pt idx="3164">
                  <c:v>1.5704597577489827E-4</c:v>
                </c:pt>
                <c:pt idx="3165">
                  <c:v>1.8292115768322523E-6</c:v>
                </c:pt>
                <c:pt idx="3166">
                  <c:v>1.2877188862956289E-5</c:v>
                </c:pt>
                <c:pt idx="3167">
                  <c:v>1.1252696994500203E-5</c:v>
                </c:pt>
                <c:pt idx="3168">
                  <c:v>9.1392845247607937E-8</c:v>
                </c:pt>
                <c:pt idx="3169">
                  <c:v>0</c:v>
                </c:pt>
                <c:pt idx="3170">
                  <c:v>0</c:v>
                </c:pt>
                <c:pt idx="3171">
                  <c:v>2.376581588721523E-4</c:v>
                </c:pt>
                <c:pt idx="3172">
                  <c:v>9.1749731193611747E-6</c:v>
                </c:pt>
                <c:pt idx="3173">
                  <c:v>1.5663060642495436E-5</c:v>
                </c:pt>
                <c:pt idx="3174">
                  <c:v>0</c:v>
                </c:pt>
                <c:pt idx="3175">
                  <c:v>1.2254165355371581E-6</c:v>
                </c:pt>
                <c:pt idx="3176">
                  <c:v>0</c:v>
                </c:pt>
                <c:pt idx="3177">
                  <c:v>1.8586228132533329E-6</c:v>
                </c:pt>
                <c:pt idx="3178">
                  <c:v>1.2300319496853012E-6</c:v>
                </c:pt>
                <c:pt idx="3179">
                  <c:v>1.0343928493082869E-5</c:v>
                </c:pt>
                <c:pt idx="3180">
                  <c:v>0</c:v>
                </c:pt>
                <c:pt idx="3181">
                  <c:v>1.7146097548026477E-6</c:v>
                </c:pt>
                <c:pt idx="3182">
                  <c:v>0</c:v>
                </c:pt>
                <c:pt idx="3183">
                  <c:v>1.9286677444523104E-5</c:v>
                </c:pt>
                <c:pt idx="3184">
                  <c:v>2.0801638860023055E-7</c:v>
                </c:pt>
                <c:pt idx="3185">
                  <c:v>1.3379966456805041E-7</c:v>
                </c:pt>
                <c:pt idx="3186">
                  <c:v>0</c:v>
                </c:pt>
                <c:pt idx="3187">
                  <c:v>5.5773660343715606E-3</c:v>
                </c:pt>
                <c:pt idx="3188">
                  <c:v>9.1386829206336071E-6</c:v>
                </c:pt>
                <c:pt idx="3189">
                  <c:v>1.8862260429609976E-5</c:v>
                </c:pt>
                <c:pt idx="3190">
                  <c:v>1.5980212441655406E-4</c:v>
                </c:pt>
                <c:pt idx="3191">
                  <c:v>1.2022190137424361E-5</c:v>
                </c:pt>
                <c:pt idx="3192">
                  <c:v>2.956234710843876E-7</c:v>
                </c:pt>
                <c:pt idx="3193">
                  <c:v>0</c:v>
                </c:pt>
                <c:pt idx="3194">
                  <c:v>1.3184096922621311E-5</c:v>
                </c:pt>
                <c:pt idx="3195">
                  <c:v>4.4107550065619833E-6</c:v>
                </c:pt>
                <c:pt idx="3196">
                  <c:v>8.1593038286825865E-6</c:v>
                </c:pt>
                <c:pt idx="3197">
                  <c:v>0</c:v>
                </c:pt>
                <c:pt idx="3198">
                  <c:v>0</c:v>
                </c:pt>
                <c:pt idx="3199">
                  <c:v>0</c:v>
                </c:pt>
                <c:pt idx="3200">
                  <c:v>3.4605547467187077E-4</c:v>
                </c:pt>
                <c:pt idx="3201">
                  <c:v>2.119942452157952E-7</c:v>
                </c:pt>
                <c:pt idx="3202">
                  <c:v>3.0104341705478987E-6</c:v>
                </c:pt>
                <c:pt idx="3203">
                  <c:v>1.2986876590872251E-5</c:v>
                </c:pt>
                <c:pt idx="3204">
                  <c:v>2.3406596526008277E-7</c:v>
                </c:pt>
                <c:pt idx="3205">
                  <c:v>2.0499506041633802E-6</c:v>
                </c:pt>
                <c:pt idx="3206">
                  <c:v>2.3192224754779442E-5</c:v>
                </c:pt>
                <c:pt idx="3207">
                  <c:v>7.0256362442238961E-6</c:v>
                </c:pt>
                <c:pt idx="3208">
                  <c:v>2.811605307319408E-5</c:v>
                </c:pt>
                <c:pt idx="3209">
                  <c:v>6.3803864377999893E-6</c:v>
                </c:pt>
                <c:pt idx="3210">
                  <c:v>0</c:v>
                </c:pt>
                <c:pt idx="3211">
                  <c:v>3.0977046887555484E-6</c:v>
                </c:pt>
                <c:pt idx="3212">
                  <c:v>0</c:v>
                </c:pt>
                <c:pt idx="3213">
                  <c:v>1.9945346064724787E-4</c:v>
                </c:pt>
                <c:pt idx="3214">
                  <c:v>2.6072988843401503E-5</c:v>
                </c:pt>
                <c:pt idx="3215">
                  <c:v>1.4996460075531227E-5</c:v>
                </c:pt>
                <c:pt idx="3216">
                  <c:v>7.7404026442079937E-5</c:v>
                </c:pt>
                <c:pt idx="3217">
                  <c:v>0</c:v>
                </c:pt>
                <c:pt idx="3218">
                  <c:v>6.9335045375808313E-6</c:v>
                </c:pt>
                <c:pt idx="3219">
                  <c:v>0</c:v>
                </c:pt>
                <c:pt idx="3220">
                  <c:v>1.0450534425588936E-4</c:v>
                </c:pt>
                <c:pt idx="3221">
                  <c:v>8.3156138632667074E-5</c:v>
                </c:pt>
                <c:pt idx="3222">
                  <c:v>1.3360918444027528E-7</c:v>
                </c:pt>
                <c:pt idx="3223">
                  <c:v>8.9403105770502272E-4</c:v>
                </c:pt>
                <c:pt idx="3224">
                  <c:v>0</c:v>
                </c:pt>
                <c:pt idx="3225">
                  <c:v>6.7516733398812618E-7</c:v>
                </c:pt>
                <c:pt idx="3226">
                  <c:v>0</c:v>
                </c:pt>
                <c:pt idx="3227">
                  <c:v>2.5130114510142676E-5</c:v>
                </c:pt>
                <c:pt idx="3228">
                  <c:v>4.5880479533938836E-6</c:v>
                </c:pt>
                <c:pt idx="3229">
                  <c:v>4.6026066629734734E-6</c:v>
                </c:pt>
                <c:pt idx="3230">
                  <c:v>3.9465665571573696E-6</c:v>
                </c:pt>
                <c:pt idx="3231">
                  <c:v>5.1578239587752727E-4</c:v>
                </c:pt>
                <c:pt idx="3232">
                  <c:v>5.223302632839442E-5</c:v>
                </c:pt>
                <c:pt idx="3233">
                  <c:v>0</c:v>
                </c:pt>
                <c:pt idx="3234">
                  <c:v>1.0979712241475927E-5</c:v>
                </c:pt>
                <c:pt idx="3235">
                  <c:v>1.7826722314515947E-5</c:v>
                </c:pt>
                <c:pt idx="3236">
                  <c:v>7.0342347580875328E-6</c:v>
                </c:pt>
                <c:pt idx="3237">
                  <c:v>7.2730107437831042E-6</c:v>
                </c:pt>
                <c:pt idx="3238">
                  <c:v>3.1114370271630154E-6</c:v>
                </c:pt>
                <c:pt idx="3239">
                  <c:v>6.7832358150100096E-5</c:v>
                </c:pt>
                <c:pt idx="3240">
                  <c:v>6.4199023930610125E-5</c:v>
                </c:pt>
                <c:pt idx="3241">
                  <c:v>0</c:v>
                </c:pt>
                <c:pt idx="3242">
                  <c:v>0</c:v>
                </c:pt>
                <c:pt idx="3243">
                  <c:v>2.0921331209751359E-5</c:v>
                </c:pt>
                <c:pt idx="3244">
                  <c:v>0</c:v>
                </c:pt>
                <c:pt idx="3245">
                  <c:v>1.3799083327540361E-5</c:v>
                </c:pt>
                <c:pt idx="3246">
                  <c:v>2.1967539587356846E-5</c:v>
                </c:pt>
                <c:pt idx="3247">
                  <c:v>5.0307712528725918E-6</c:v>
                </c:pt>
                <c:pt idx="3248">
                  <c:v>2.739311519179285E-3</c:v>
                </c:pt>
                <c:pt idx="3249">
                  <c:v>8.3906024407740762E-7</c:v>
                </c:pt>
                <c:pt idx="3250">
                  <c:v>0</c:v>
                </c:pt>
                <c:pt idx="3251">
                  <c:v>1.3443591793910344E-5</c:v>
                </c:pt>
                <c:pt idx="3252">
                  <c:v>0</c:v>
                </c:pt>
                <c:pt idx="3253">
                  <c:v>0</c:v>
                </c:pt>
                <c:pt idx="3254">
                  <c:v>0</c:v>
                </c:pt>
                <c:pt idx="3255">
                  <c:v>8.4671335850175259E-6</c:v>
                </c:pt>
                <c:pt idx="3256">
                  <c:v>0</c:v>
                </c:pt>
                <c:pt idx="3257">
                  <c:v>5.7301700035848249E-6</c:v>
                </c:pt>
                <c:pt idx="3258">
                  <c:v>0</c:v>
                </c:pt>
                <c:pt idx="3259">
                  <c:v>0</c:v>
                </c:pt>
                <c:pt idx="3260">
                  <c:v>3.4838497910380644E-5</c:v>
                </c:pt>
                <c:pt idx="3261">
                  <c:v>4.7334769298432087E-6</c:v>
                </c:pt>
                <c:pt idx="3262">
                  <c:v>2.4148350111182332E-3</c:v>
                </c:pt>
                <c:pt idx="3263">
                  <c:v>0</c:v>
                </c:pt>
                <c:pt idx="3264">
                  <c:v>0</c:v>
                </c:pt>
                <c:pt idx="3265">
                  <c:v>1.4167944055738208E-6</c:v>
                </c:pt>
                <c:pt idx="3266">
                  <c:v>3.2703990268046425E-7</c:v>
                </c:pt>
                <c:pt idx="3267">
                  <c:v>1.354927181428441E-4</c:v>
                </c:pt>
                <c:pt idx="3268">
                  <c:v>0</c:v>
                </c:pt>
                <c:pt idx="3269">
                  <c:v>0</c:v>
                </c:pt>
                <c:pt idx="3270">
                  <c:v>2.6864385171528612E-5</c:v>
                </c:pt>
                <c:pt idx="3271">
                  <c:v>4.7771879078276133E-7</c:v>
                </c:pt>
                <c:pt idx="3272">
                  <c:v>2.6756052575842737E-5</c:v>
                </c:pt>
                <c:pt idx="3273">
                  <c:v>1.2823537170204106E-4</c:v>
                </c:pt>
                <c:pt idx="3274">
                  <c:v>1.9057959810948998E-6</c:v>
                </c:pt>
                <c:pt idx="3275">
                  <c:v>1.0185214173334618E-4</c:v>
                </c:pt>
                <c:pt idx="3276">
                  <c:v>1.7184075345515946E-5</c:v>
                </c:pt>
                <c:pt idx="3277">
                  <c:v>1.3425725495498109E-5</c:v>
                </c:pt>
                <c:pt idx="3278">
                  <c:v>0</c:v>
                </c:pt>
                <c:pt idx="3279">
                  <c:v>3.2386684816832074E-6</c:v>
                </c:pt>
                <c:pt idx="3280">
                  <c:v>1.7963746175692726E-6</c:v>
                </c:pt>
                <c:pt idx="3281">
                  <c:v>5.0537303820026633E-5</c:v>
                </c:pt>
                <c:pt idx="3282">
                  <c:v>4.5581059259207771E-6</c:v>
                </c:pt>
                <c:pt idx="3283">
                  <c:v>1.7266833438450768E-5</c:v>
                </c:pt>
                <c:pt idx="3284">
                  <c:v>6.5719854721596593E-7</c:v>
                </c:pt>
                <c:pt idx="3285">
                  <c:v>2.0611705050146775E-5</c:v>
                </c:pt>
                <c:pt idx="3286">
                  <c:v>5.6638884616443766E-6</c:v>
                </c:pt>
                <c:pt idx="3287">
                  <c:v>6.2789075712203071E-6</c:v>
                </c:pt>
                <c:pt idx="3288">
                  <c:v>2.0354809224899083E-3</c:v>
                </c:pt>
                <c:pt idx="3289">
                  <c:v>1.2883940589287761E-4</c:v>
                </c:pt>
                <c:pt idx="3290">
                  <c:v>7.6013992184910067E-7</c:v>
                </c:pt>
                <c:pt idx="3291">
                  <c:v>2.8101931757231359E-6</c:v>
                </c:pt>
                <c:pt idx="3292">
                  <c:v>0</c:v>
                </c:pt>
                <c:pt idx="3293">
                  <c:v>1.207208386743319E-6</c:v>
                </c:pt>
                <c:pt idx="3294">
                  <c:v>0</c:v>
                </c:pt>
                <c:pt idx="3295">
                  <c:v>1.3145634344449231E-5</c:v>
                </c:pt>
                <c:pt idx="3296">
                  <c:v>2.047117440491456E-5</c:v>
                </c:pt>
                <c:pt idx="3297">
                  <c:v>1.9478136023949467E-6</c:v>
                </c:pt>
                <c:pt idx="3298">
                  <c:v>2.5891903259686678E-5</c:v>
                </c:pt>
                <c:pt idx="3299">
                  <c:v>2.0660956571576061E-5</c:v>
                </c:pt>
                <c:pt idx="3300">
                  <c:v>4.5058458336065723E-5</c:v>
                </c:pt>
                <c:pt idx="3301">
                  <c:v>5.0540687171328539E-7</c:v>
                </c:pt>
                <c:pt idx="3302">
                  <c:v>0</c:v>
                </c:pt>
                <c:pt idx="3303">
                  <c:v>0</c:v>
                </c:pt>
                <c:pt idx="3304">
                  <c:v>5.9838849285026825E-5</c:v>
                </c:pt>
                <c:pt idx="3305">
                  <c:v>6.2297200482697924E-5</c:v>
                </c:pt>
                <c:pt idx="3306">
                  <c:v>6.3920450841256934E-6</c:v>
                </c:pt>
                <c:pt idx="3307">
                  <c:v>3.4416433743752351E-5</c:v>
                </c:pt>
                <c:pt idx="3308">
                  <c:v>3.0389762353738395E-5</c:v>
                </c:pt>
                <c:pt idx="3309">
                  <c:v>1.0640398703258807E-4</c:v>
                </c:pt>
                <c:pt idx="3310">
                  <c:v>2.4825660409414648E-4</c:v>
                </c:pt>
                <c:pt idx="3311">
                  <c:v>3.7812872457120346E-5</c:v>
                </c:pt>
                <c:pt idx="3312">
                  <c:v>3.3315335144326916E-6</c:v>
                </c:pt>
                <c:pt idx="3313">
                  <c:v>5.4537209621367237E-5</c:v>
                </c:pt>
                <c:pt idx="3314">
                  <c:v>0</c:v>
                </c:pt>
                <c:pt idx="3315">
                  <c:v>0</c:v>
                </c:pt>
                <c:pt idx="3316">
                  <c:v>5.0941900716034023E-7</c:v>
                </c:pt>
                <c:pt idx="3317">
                  <c:v>4.2139891095826104E-6</c:v>
                </c:pt>
                <c:pt idx="3318">
                  <c:v>3.2376841412560621E-5</c:v>
                </c:pt>
                <c:pt idx="3319">
                  <c:v>5.8951872425715904E-5</c:v>
                </c:pt>
                <c:pt idx="3320">
                  <c:v>4.6580869513296743E-7</c:v>
                </c:pt>
                <c:pt idx="3321">
                  <c:v>8.8950509434179587E-7</c:v>
                </c:pt>
                <c:pt idx="3322">
                  <c:v>2.3903996964769464E-7</c:v>
                </c:pt>
                <c:pt idx="3323">
                  <c:v>0</c:v>
                </c:pt>
                <c:pt idx="3324">
                  <c:v>8.3464945842570003E-6</c:v>
                </c:pt>
                <c:pt idx="3325">
                  <c:v>0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7.1547459404518519E-6</c:v>
                </c:pt>
                <c:pt idx="3330">
                  <c:v>3.9372908095584958E-6</c:v>
                </c:pt>
                <c:pt idx="3331">
                  <c:v>0</c:v>
                </c:pt>
                <c:pt idx="3332">
                  <c:v>1.4037002495907502E-6</c:v>
                </c:pt>
                <c:pt idx="3333">
                  <c:v>1.5870180613226613E-5</c:v>
                </c:pt>
                <c:pt idx="3334">
                  <c:v>2.3415653901081362E-5</c:v>
                </c:pt>
                <c:pt idx="3335">
                  <c:v>6.4619932577826757E-7</c:v>
                </c:pt>
                <c:pt idx="3336">
                  <c:v>0</c:v>
                </c:pt>
                <c:pt idx="3337">
                  <c:v>0</c:v>
                </c:pt>
                <c:pt idx="3338">
                  <c:v>0</c:v>
                </c:pt>
                <c:pt idx="3339">
                  <c:v>4.9432737797732691E-7</c:v>
                </c:pt>
                <c:pt idx="3340">
                  <c:v>2.44853353223067E-6</c:v>
                </c:pt>
                <c:pt idx="3341">
                  <c:v>2.5663009044798651E-6</c:v>
                </c:pt>
                <c:pt idx="3342">
                  <c:v>8.7244651021657007E-6</c:v>
                </c:pt>
                <c:pt idx="3343">
                  <c:v>2.8595384664565242E-5</c:v>
                </c:pt>
                <c:pt idx="3344">
                  <c:v>1.2189669099908191E-6</c:v>
                </c:pt>
                <c:pt idx="3345">
                  <c:v>1.3787859099490891E-5</c:v>
                </c:pt>
                <c:pt idx="3346">
                  <c:v>1.5244651765051461E-4</c:v>
                </c:pt>
                <c:pt idx="3347">
                  <c:v>0</c:v>
                </c:pt>
                <c:pt idx="3348">
                  <c:v>0</c:v>
                </c:pt>
                <c:pt idx="3349">
                  <c:v>1.0510048030498925E-5</c:v>
                </c:pt>
                <c:pt idx="3350">
                  <c:v>7.9398708872988721E-6</c:v>
                </c:pt>
                <c:pt idx="3351">
                  <c:v>1.0204081864664781E-5</c:v>
                </c:pt>
                <c:pt idx="3352">
                  <c:v>1.8316941130159351E-5</c:v>
                </c:pt>
                <c:pt idx="3353">
                  <c:v>9.4083042078609894E-6</c:v>
                </c:pt>
                <c:pt idx="3354">
                  <c:v>1.0454177024231261E-5</c:v>
                </c:pt>
                <c:pt idx="3355">
                  <c:v>3.0659733783695236E-5</c:v>
                </c:pt>
                <c:pt idx="3356">
                  <c:v>2.0174193471430133E-7</c:v>
                </c:pt>
                <c:pt idx="3357">
                  <c:v>5.8143642874783306E-7</c:v>
                </c:pt>
                <c:pt idx="3358">
                  <c:v>3.4078729432581605E-5</c:v>
                </c:pt>
                <c:pt idx="3359">
                  <c:v>1.3478383144334942E-4</c:v>
                </c:pt>
                <c:pt idx="3360">
                  <c:v>2.2381564693531992E-6</c:v>
                </c:pt>
                <c:pt idx="3361">
                  <c:v>2.3719843898595554E-6</c:v>
                </c:pt>
                <c:pt idx="3362">
                  <c:v>1.6762364474299069E-5</c:v>
                </c:pt>
                <c:pt idx="3363">
                  <c:v>1.295398424402182E-5</c:v>
                </c:pt>
                <c:pt idx="3364">
                  <c:v>3.0153832095673642E-5</c:v>
                </c:pt>
                <c:pt idx="3365">
                  <c:v>2.9795469879328021E-5</c:v>
                </c:pt>
                <c:pt idx="3366">
                  <c:v>2.3802281198235151E-5</c:v>
                </c:pt>
                <c:pt idx="3367">
                  <c:v>3.7365380180404024E-7</c:v>
                </c:pt>
                <c:pt idx="3368">
                  <c:v>6.8095222276454055E-7</c:v>
                </c:pt>
                <c:pt idx="3369">
                  <c:v>3.6714001790757207E-5</c:v>
                </c:pt>
                <c:pt idx="3370">
                  <c:v>4.0503571662765589E-5</c:v>
                </c:pt>
                <c:pt idx="3371">
                  <c:v>1.614538016644332E-4</c:v>
                </c:pt>
                <c:pt idx="3372">
                  <c:v>1.0893255567281072E-6</c:v>
                </c:pt>
                <c:pt idx="3373">
                  <c:v>1.0758390235650122E-6</c:v>
                </c:pt>
                <c:pt idx="3374">
                  <c:v>1.5633450786449283E-6</c:v>
                </c:pt>
                <c:pt idx="3375">
                  <c:v>0</c:v>
                </c:pt>
                <c:pt idx="3376">
                  <c:v>0</c:v>
                </c:pt>
                <c:pt idx="3377">
                  <c:v>2.3223204635571677E-6</c:v>
                </c:pt>
                <c:pt idx="3378">
                  <c:v>0</c:v>
                </c:pt>
                <c:pt idx="3379">
                  <c:v>0</c:v>
                </c:pt>
                <c:pt idx="3380">
                  <c:v>0</c:v>
                </c:pt>
                <c:pt idx="3381">
                  <c:v>4.9970072086580132E-7</c:v>
                </c:pt>
                <c:pt idx="3382">
                  <c:v>8.603897607560271E-6</c:v>
                </c:pt>
                <c:pt idx="3383">
                  <c:v>2.323882111931704E-6</c:v>
                </c:pt>
                <c:pt idx="3384">
                  <c:v>0</c:v>
                </c:pt>
                <c:pt idx="3385">
                  <c:v>0</c:v>
                </c:pt>
                <c:pt idx="3386">
                  <c:v>0</c:v>
                </c:pt>
                <c:pt idx="3387">
                  <c:v>0</c:v>
                </c:pt>
                <c:pt idx="3388">
                  <c:v>8.7140947131977916E-7</c:v>
                </c:pt>
                <c:pt idx="3389">
                  <c:v>0</c:v>
                </c:pt>
                <c:pt idx="3390">
                  <c:v>0</c:v>
                </c:pt>
                <c:pt idx="3391">
                  <c:v>8.347642524901526E-6</c:v>
                </c:pt>
                <c:pt idx="3392">
                  <c:v>0</c:v>
                </c:pt>
                <c:pt idx="3393">
                  <c:v>1.4352548727697767E-4</c:v>
                </c:pt>
                <c:pt idx="3394">
                  <c:v>6.8769646575810781E-7</c:v>
                </c:pt>
                <c:pt idx="3395">
                  <c:v>6.7539367538521947E-5</c:v>
                </c:pt>
                <c:pt idx="3396">
                  <c:v>0</c:v>
                </c:pt>
                <c:pt idx="3397">
                  <c:v>1.8029927624100117E-6</c:v>
                </c:pt>
                <c:pt idx="3398">
                  <c:v>2.2277435690987991E-5</c:v>
                </c:pt>
                <c:pt idx="3399">
                  <c:v>1.537352699007472E-5</c:v>
                </c:pt>
                <c:pt idx="3400">
                  <c:v>2.696404122602175E-7</c:v>
                </c:pt>
                <c:pt idx="3401">
                  <c:v>4.473850654427182E-6</c:v>
                </c:pt>
                <c:pt idx="3402">
                  <c:v>2.6321014641643032E-5</c:v>
                </c:pt>
                <c:pt idx="3403">
                  <c:v>7.6346886952658448E-6</c:v>
                </c:pt>
                <c:pt idx="3404">
                  <c:v>0</c:v>
                </c:pt>
                <c:pt idx="3405">
                  <c:v>4.0145611088354824E-6</c:v>
                </c:pt>
                <c:pt idx="3406">
                  <c:v>1.0162781479870238E-4</c:v>
                </c:pt>
                <c:pt idx="3407">
                  <c:v>1.0204735244918432E-4</c:v>
                </c:pt>
                <c:pt idx="3408">
                  <c:v>4.886521381904616E-6</c:v>
                </c:pt>
                <c:pt idx="3409">
                  <c:v>0</c:v>
                </c:pt>
                <c:pt idx="3410">
                  <c:v>0</c:v>
                </c:pt>
                <c:pt idx="3411">
                  <c:v>1.2111602796601127E-5</c:v>
                </c:pt>
                <c:pt idx="3412">
                  <c:v>2.7631608120323124E-5</c:v>
                </c:pt>
                <c:pt idx="3413">
                  <c:v>0</c:v>
                </c:pt>
                <c:pt idx="3414">
                  <c:v>0</c:v>
                </c:pt>
                <c:pt idx="3415">
                  <c:v>0</c:v>
                </c:pt>
                <c:pt idx="3416">
                  <c:v>3.9888081440100792E-7</c:v>
                </c:pt>
                <c:pt idx="3417">
                  <c:v>2.6079620439779507E-6</c:v>
                </c:pt>
                <c:pt idx="3418">
                  <c:v>5.9480572801250591E-5</c:v>
                </c:pt>
                <c:pt idx="3419">
                  <c:v>1.1546455204735182E-5</c:v>
                </c:pt>
                <c:pt idx="3420">
                  <c:v>1.9895758826482792E-6</c:v>
                </c:pt>
                <c:pt idx="3421">
                  <c:v>1.0590373168597264E-5</c:v>
                </c:pt>
                <c:pt idx="3422">
                  <c:v>6.6152969747471689E-6</c:v>
                </c:pt>
                <c:pt idx="3423">
                  <c:v>1.7361249272941967E-5</c:v>
                </c:pt>
                <c:pt idx="3424">
                  <c:v>1.3412251995105797E-5</c:v>
                </c:pt>
                <c:pt idx="3425">
                  <c:v>1.3159624782727044E-5</c:v>
                </c:pt>
                <c:pt idx="3426">
                  <c:v>0</c:v>
                </c:pt>
                <c:pt idx="3427">
                  <c:v>7.6974870512323994E-5</c:v>
                </c:pt>
                <c:pt idx="3428">
                  <c:v>0</c:v>
                </c:pt>
                <c:pt idx="3429">
                  <c:v>1.5676676619773844E-5</c:v>
                </c:pt>
                <c:pt idx="3430">
                  <c:v>1.5760981597638568E-4</c:v>
                </c:pt>
                <c:pt idx="3431">
                  <c:v>1.4975223258414023E-6</c:v>
                </c:pt>
                <c:pt idx="3432">
                  <c:v>0</c:v>
                </c:pt>
                <c:pt idx="3433">
                  <c:v>1.016823565726892E-4</c:v>
                </c:pt>
                <c:pt idx="3434">
                  <c:v>7.5805160560362194E-6</c:v>
                </c:pt>
                <c:pt idx="3435">
                  <c:v>3.6415306330923398E-7</c:v>
                </c:pt>
                <c:pt idx="3436">
                  <c:v>5.219193718364879E-5</c:v>
                </c:pt>
                <c:pt idx="3437">
                  <c:v>0</c:v>
                </c:pt>
                <c:pt idx="3438">
                  <c:v>1.161639258283328E-6</c:v>
                </c:pt>
                <c:pt idx="3439">
                  <c:v>4.8257762942758113E-5</c:v>
                </c:pt>
                <c:pt idx="3440">
                  <c:v>8.3172855931043296E-6</c:v>
                </c:pt>
                <c:pt idx="3441">
                  <c:v>3.9778158866382802E-5</c:v>
                </c:pt>
                <c:pt idx="3442">
                  <c:v>5.5324574009698931E-5</c:v>
                </c:pt>
                <c:pt idx="3443">
                  <c:v>1.9426490371980127E-5</c:v>
                </c:pt>
                <c:pt idx="3444">
                  <c:v>1.6623139845283442E-4</c:v>
                </c:pt>
                <c:pt idx="3445">
                  <c:v>1.3098154290673198E-4</c:v>
                </c:pt>
                <c:pt idx="3446">
                  <c:v>4.5391044847306417E-5</c:v>
                </c:pt>
                <c:pt idx="3447">
                  <c:v>1.2831081299840789E-5</c:v>
                </c:pt>
                <c:pt idx="3448">
                  <c:v>8.4959539616703993E-6</c:v>
                </c:pt>
                <c:pt idx="3449">
                  <c:v>1.509957747085328E-7</c:v>
                </c:pt>
                <c:pt idx="3450">
                  <c:v>2.9652656517319498E-6</c:v>
                </c:pt>
                <c:pt idx="3451">
                  <c:v>1.4660570849820846E-5</c:v>
                </c:pt>
                <c:pt idx="3452">
                  <c:v>1.5669524552469676E-7</c:v>
                </c:pt>
                <c:pt idx="3453">
                  <c:v>3.7573326976161668E-6</c:v>
                </c:pt>
                <c:pt idx="3454">
                  <c:v>0</c:v>
                </c:pt>
                <c:pt idx="3455">
                  <c:v>0</c:v>
                </c:pt>
                <c:pt idx="3456">
                  <c:v>5.5823085569486403E-5</c:v>
                </c:pt>
                <c:pt idx="3457">
                  <c:v>4.5316303693704824E-8</c:v>
                </c:pt>
                <c:pt idx="3458">
                  <c:v>1.8473045529145406E-5</c:v>
                </c:pt>
                <c:pt idx="3459">
                  <c:v>4.8176674564735373E-6</c:v>
                </c:pt>
                <c:pt idx="3460">
                  <c:v>6.2311102369884793E-5</c:v>
                </c:pt>
                <c:pt idx="3461">
                  <c:v>7.7044713330874724E-8</c:v>
                </c:pt>
                <c:pt idx="3462">
                  <c:v>1.5674111050964264E-5</c:v>
                </c:pt>
                <c:pt idx="3463">
                  <c:v>2.251378003154847E-5</c:v>
                </c:pt>
                <c:pt idx="3464">
                  <c:v>5.2633921859386904E-5</c:v>
                </c:pt>
                <c:pt idx="3465">
                  <c:v>4.9029438375315914E-5</c:v>
                </c:pt>
                <c:pt idx="3466">
                  <c:v>0</c:v>
                </c:pt>
                <c:pt idx="3467">
                  <c:v>0</c:v>
                </c:pt>
                <c:pt idx="3468">
                  <c:v>5.1327099963621817E-5</c:v>
                </c:pt>
                <c:pt idx="3469">
                  <c:v>0</c:v>
                </c:pt>
                <c:pt idx="3470">
                  <c:v>0</c:v>
                </c:pt>
                <c:pt idx="3471">
                  <c:v>0</c:v>
                </c:pt>
                <c:pt idx="3472">
                  <c:v>0</c:v>
                </c:pt>
                <c:pt idx="3473">
                  <c:v>3.6370088413621753E-5</c:v>
                </c:pt>
                <c:pt idx="3474">
                  <c:v>2.7060086256751122E-6</c:v>
                </c:pt>
                <c:pt idx="3475">
                  <c:v>0</c:v>
                </c:pt>
                <c:pt idx="3476">
                  <c:v>0</c:v>
                </c:pt>
                <c:pt idx="3477">
                  <c:v>1.1659491308023622E-5</c:v>
                </c:pt>
                <c:pt idx="3478">
                  <c:v>3.3619622997546202E-5</c:v>
                </c:pt>
                <c:pt idx="3479">
                  <c:v>0</c:v>
                </c:pt>
                <c:pt idx="3480">
                  <c:v>0</c:v>
                </c:pt>
                <c:pt idx="3481">
                  <c:v>0</c:v>
                </c:pt>
                <c:pt idx="3482">
                  <c:v>8.4498688713643142E-7</c:v>
                </c:pt>
                <c:pt idx="3483">
                  <c:v>0</c:v>
                </c:pt>
                <c:pt idx="3484">
                  <c:v>7.137676963444348E-7</c:v>
                </c:pt>
                <c:pt idx="3485">
                  <c:v>5.5559508970757089E-4</c:v>
                </c:pt>
                <c:pt idx="3486">
                  <c:v>4.8582781074529772E-5</c:v>
                </c:pt>
                <c:pt idx="3487">
                  <c:v>4.7938191304019708E-6</c:v>
                </c:pt>
                <c:pt idx="3488">
                  <c:v>4.2343061083891616E-6</c:v>
                </c:pt>
                <c:pt idx="3489">
                  <c:v>0</c:v>
                </c:pt>
                <c:pt idx="3490">
                  <c:v>2.3109210962494092E-7</c:v>
                </c:pt>
                <c:pt idx="3491">
                  <c:v>0</c:v>
                </c:pt>
                <c:pt idx="3492">
                  <c:v>6.9979772551683774E-6</c:v>
                </c:pt>
                <c:pt idx="3493">
                  <c:v>2.9104016145517284E-7</c:v>
                </c:pt>
                <c:pt idx="3494">
                  <c:v>0</c:v>
                </c:pt>
                <c:pt idx="3495">
                  <c:v>9.3698541531231328E-4</c:v>
                </c:pt>
                <c:pt idx="3496">
                  <c:v>1.1446090443992367E-3</c:v>
                </c:pt>
                <c:pt idx="3497">
                  <c:v>0</c:v>
                </c:pt>
                <c:pt idx="3498">
                  <c:v>4.4628227880815631E-5</c:v>
                </c:pt>
                <c:pt idx="3499">
                  <c:v>0</c:v>
                </c:pt>
                <c:pt idx="3500">
                  <c:v>8.7519738171806768E-6</c:v>
                </c:pt>
                <c:pt idx="3501">
                  <c:v>5.4037608733758511E-6</c:v>
                </c:pt>
                <c:pt idx="3502">
                  <c:v>3.489372032479459E-5</c:v>
                </c:pt>
                <c:pt idx="3503">
                  <c:v>1.204606034373545E-5</c:v>
                </c:pt>
                <c:pt idx="3504">
                  <c:v>1.4021170455550081E-5</c:v>
                </c:pt>
                <c:pt idx="3505">
                  <c:v>1.7206662268977137E-4</c:v>
                </c:pt>
                <c:pt idx="3506">
                  <c:v>8.9532986602870674E-7</c:v>
                </c:pt>
                <c:pt idx="3507">
                  <c:v>3.6729586942331171E-5</c:v>
                </c:pt>
                <c:pt idx="3508">
                  <c:v>8.1828691153426561E-6</c:v>
                </c:pt>
                <c:pt idx="3509">
                  <c:v>4.9796006209654777E-6</c:v>
                </c:pt>
                <c:pt idx="3510">
                  <c:v>0</c:v>
                </c:pt>
                <c:pt idx="3511">
                  <c:v>5.7817735469462373E-6</c:v>
                </c:pt>
                <c:pt idx="3512">
                  <c:v>3.2280401070899335E-6</c:v>
                </c:pt>
                <c:pt idx="3513">
                  <c:v>1.6544082144030655E-4</c:v>
                </c:pt>
                <c:pt idx="3514">
                  <c:v>3.3108933404184892E-5</c:v>
                </c:pt>
                <c:pt idx="3515">
                  <c:v>4.0596838642754914E-5</c:v>
                </c:pt>
                <c:pt idx="3516">
                  <c:v>2.7811506397964813E-4</c:v>
                </c:pt>
                <c:pt idx="3517">
                  <c:v>2.44849062037856E-6</c:v>
                </c:pt>
                <c:pt idx="3518">
                  <c:v>2.6676000113423957E-4</c:v>
                </c:pt>
                <c:pt idx="3519">
                  <c:v>1.1613807150508783E-5</c:v>
                </c:pt>
                <c:pt idx="3520">
                  <c:v>1.3993161121065049E-5</c:v>
                </c:pt>
                <c:pt idx="3521">
                  <c:v>5.0553106050999432E-5</c:v>
                </c:pt>
                <c:pt idx="3522">
                  <c:v>1.2347772472573749E-4</c:v>
                </c:pt>
                <c:pt idx="3523">
                  <c:v>5.9538422930876676E-6</c:v>
                </c:pt>
                <c:pt idx="3524">
                  <c:v>9.1464568031854576E-5</c:v>
                </c:pt>
                <c:pt idx="3525">
                  <c:v>7.7006116649153974E-5</c:v>
                </c:pt>
                <c:pt idx="3526">
                  <c:v>4.0209319923174763E-6</c:v>
                </c:pt>
                <c:pt idx="3527">
                  <c:v>0</c:v>
                </c:pt>
                <c:pt idx="3528">
                  <c:v>2.3892269223682431E-5</c:v>
                </c:pt>
                <c:pt idx="3529">
                  <c:v>8.6199580639180707E-6</c:v>
                </c:pt>
                <c:pt idx="3530">
                  <c:v>4.6583187803084435E-5</c:v>
                </c:pt>
                <c:pt idx="3531">
                  <c:v>8.8369040564201338E-6</c:v>
                </c:pt>
                <c:pt idx="3532">
                  <c:v>2.8966106473804572E-6</c:v>
                </c:pt>
                <c:pt idx="3533">
                  <c:v>0</c:v>
                </c:pt>
                <c:pt idx="3534">
                  <c:v>0</c:v>
                </c:pt>
                <c:pt idx="3535">
                  <c:v>1.1343083343429593E-5</c:v>
                </c:pt>
                <c:pt idx="3536">
                  <c:v>2.9404381035837751E-5</c:v>
                </c:pt>
                <c:pt idx="3537">
                  <c:v>1.0820978982669819E-5</c:v>
                </c:pt>
                <c:pt idx="3538">
                  <c:v>2.4515089517338781E-5</c:v>
                </c:pt>
                <c:pt idx="3539">
                  <c:v>6.0069638582425972E-6</c:v>
                </c:pt>
                <c:pt idx="3540">
                  <c:v>0</c:v>
                </c:pt>
                <c:pt idx="3541">
                  <c:v>0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5.222317063576077E-6</c:v>
                </c:pt>
                <c:pt idx="3546">
                  <c:v>0</c:v>
                </c:pt>
                <c:pt idx="3547">
                  <c:v>2.2280033388540966E-5</c:v>
                </c:pt>
                <c:pt idx="3548">
                  <c:v>0</c:v>
                </c:pt>
                <c:pt idx="3549">
                  <c:v>1.283753649668151E-6</c:v>
                </c:pt>
                <c:pt idx="3550">
                  <c:v>3.2288377297785739E-6</c:v>
                </c:pt>
                <c:pt idx="3551">
                  <c:v>0</c:v>
                </c:pt>
                <c:pt idx="3552">
                  <c:v>5.2981324502013202E-6</c:v>
                </c:pt>
                <c:pt idx="3553">
                  <c:v>7.8856936622991498E-6</c:v>
                </c:pt>
                <c:pt idx="3554">
                  <c:v>0</c:v>
                </c:pt>
                <c:pt idx="3555">
                  <c:v>1.085221837474238E-5</c:v>
                </c:pt>
                <c:pt idx="3556">
                  <c:v>5.143038469550293E-7</c:v>
                </c:pt>
                <c:pt idx="3557">
                  <c:v>5.7884953480908614E-8</c:v>
                </c:pt>
                <c:pt idx="3558">
                  <c:v>0</c:v>
                </c:pt>
                <c:pt idx="3559">
                  <c:v>7.8841202914148055E-8</c:v>
                </c:pt>
                <c:pt idx="3560">
                  <c:v>0</c:v>
                </c:pt>
                <c:pt idx="3561">
                  <c:v>1.270440705385608E-7</c:v>
                </c:pt>
                <c:pt idx="3562">
                  <c:v>0</c:v>
                </c:pt>
                <c:pt idx="3563">
                  <c:v>2.9216483899033483E-5</c:v>
                </c:pt>
                <c:pt idx="3564">
                  <c:v>3.4857728212993763E-6</c:v>
                </c:pt>
                <c:pt idx="3565">
                  <c:v>7.4450216184336133E-5</c:v>
                </c:pt>
                <c:pt idx="3566">
                  <c:v>4.5071045411250371E-7</c:v>
                </c:pt>
                <c:pt idx="3567">
                  <c:v>8.3640340995159252E-6</c:v>
                </c:pt>
                <c:pt idx="3568">
                  <c:v>8.7317758033608815E-5</c:v>
                </c:pt>
                <c:pt idx="3569">
                  <c:v>1.605780466826983E-4</c:v>
                </c:pt>
                <c:pt idx="3570">
                  <c:v>4.3983994055183591E-6</c:v>
                </c:pt>
                <c:pt idx="3571">
                  <c:v>1.3864173264674392E-7</c:v>
                </c:pt>
                <c:pt idx="3572">
                  <c:v>2.0386069612662895E-5</c:v>
                </c:pt>
                <c:pt idx="3573">
                  <c:v>0</c:v>
                </c:pt>
                <c:pt idx="3574">
                  <c:v>5.5421091570184334E-5</c:v>
                </c:pt>
                <c:pt idx="3575">
                  <c:v>1.5159103416426376E-6</c:v>
                </c:pt>
                <c:pt idx="3576">
                  <c:v>4.0882940485555265E-6</c:v>
                </c:pt>
                <c:pt idx="3577">
                  <c:v>5.2690061072069133E-6</c:v>
                </c:pt>
                <c:pt idx="3578">
                  <c:v>0</c:v>
                </c:pt>
                <c:pt idx="3579">
                  <c:v>0</c:v>
                </c:pt>
                <c:pt idx="3580">
                  <c:v>3.2514676179915588E-5</c:v>
                </c:pt>
                <c:pt idx="3581">
                  <c:v>0</c:v>
                </c:pt>
                <c:pt idx="3582">
                  <c:v>0</c:v>
                </c:pt>
                <c:pt idx="3583">
                  <c:v>0</c:v>
                </c:pt>
                <c:pt idx="3584">
                  <c:v>2.2697956680037222E-5</c:v>
                </c:pt>
                <c:pt idx="3585">
                  <c:v>0</c:v>
                </c:pt>
                <c:pt idx="3586">
                  <c:v>0</c:v>
                </c:pt>
                <c:pt idx="3587">
                  <c:v>0</c:v>
                </c:pt>
                <c:pt idx="3588">
                  <c:v>1.8354811698223938E-6</c:v>
                </c:pt>
                <c:pt idx="3589">
                  <c:v>1.4083736696276055E-7</c:v>
                </c:pt>
                <c:pt idx="3590">
                  <c:v>0</c:v>
                </c:pt>
                <c:pt idx="3591">
                  <c:v>1.2253940794070586E-4</c:v>
                </c:pt>
                <c:pt idx="3592">
                  <c:v>3.0300299537731442E-5</c:v>
                </c:pt>
                <c:pt idx="3593">
                  <c:v>0</c:v>
                </c:pt>
                <c:pt idx="3594">
                  <c:v>3.0303067956649702E-7</c:v>
                </c:pt>
                <c:pt idx="3595">
                  <c:v>0</c:v>
                </c:pt>
                <c:pt idx="3596">
                  <c:v>3.7796155259729805E-6</c:v>
                </c:pt>
                <c:pt idx="3597">
                  <c:v>1.0675179988975232E-5</c:v>
                </c:pt>
                <c:pt idx="3598">
                  <c:v>0</c:v>
                </c:pt>
                <c:pt idx="3599">
                  <c:v>2.8996045411241615E-4</c:v>
                </c:pt>
                <c:pt idx="3600">
                  <c:v>5.5776847318524822E-5</c:v>
                </c:pt>
                <c:pt idx="3601">
                  <c:v>1.8522683924540931E-4</c:v>
                </c:pt>
                <c:pt idx="3602">
                  <c:v>1.4591723659536826E-4</c:v>
                </c:pt>
                <c:pt idx="3603">
                  <c:v>0</c:v>
                </c:pt>
                <c:pt idx="3604">
                  <c:v>2.7325132038782892E-5</c:v>
                </c:pt>
                <c:pt idx="3605">
                  <c:v>0</c:v>
                </c:pt>
                <c:pt idx="3606">
                  <c:v>0</c:v>
                </c:pt>
                <c:pt idx="3607">
                  <c:v>3.0604929942178255E-6</c:v>
                </c:pt>
                <c:pt idx="3608">
                  <c:v>3.0278998078858707E-5</c:v>
                </c:pt>
                <c:pt idx="3609">
                  <c:v>0</c:v>
                </c:pt>
                <c:pt idx="3610">
                  <c:v>4.7754294678388501E-6</c:v>
                </c:pt>
                <c:pt idx="3611">
                  <c:v>2.2045389720776477E-5</c:v>
                </c:pt>
                <c:pt idx="3612">
                  <c:v>4.9900536025475539E-5</c:v>
                </c:pt>
                <c:pt idx="3613">
                  <c:v>8.3861975000379616E-5</c:v>
                </c:pt>
                <c:pt idx="3614">
                  <c:v>0</c:v>
                </c:pt>
                <c:pt idx="3615">
                  <c:v>0</c:v>
                </c:pt>
                <c:pt idx="3616">
                  <c:v>0</c:v>
                </c:pt>
                <c:pt idx="3617">
                  <c:v>1.1038449749478182E-5</c:v>
                </c:pt>
                <c:pt idx="3618">
                  <c:v>0</c:v>
                </c:pt>
                <c:pt idx="3619">
                  <c:v>0</c:v>
                </c:pt>
                <c:pt idx="3620">
                  <c:v>0</c:v>
                </c:pt>
                <c:pt idx="3621">
                  <c:v>4.025638014705703E-6</c:v>
                </c:pt>
                <c:pt idx="3622">
                  <c:v>2.4681273496294435E-5</c:v>
                </c:pt>
                <c:pt idx="3623">
                  <c:v>0</c:v>
                </c:pt>
                <c:pt idx="3624">
                  <c:v>1.9526863777047244E-3</c:v>
                </c:pt>
                <c:pt idx="3625">
                  <c:v>2.1896622403288802E-6</c:v>
                </c:pt>
                <c:pt idx="3626">
                  <c:v>1.3889175646817444E-5</c:v>
                </c:pt>
                <c:pt idx="3627">
                  <c:v>0</c:v>
                </c:pt>
                <c:pt idx="3628">
                  <c:v>0</c:v>
                </c:pt>
                <c:pt idx="3629">
                  <c:v>3.2834783091936059E-6</c:v>
                </c:pt>
                <c:pt idx="3630">
                  <c:v>0</c:v>
                </c:pt>
                <c:pt idx="3631">
                  <c:v>2.28012023987435E-6</c:v>
                </c:pt>
                <c:pt idx="3632">
                  <c:v>2.8257227739163064E-4</c:v>
                </c:pt>
                <c:pt idx="3633">
                  <c:v>8.6029823058271005E-5</c:v>
                </c:pt>
                <c:pt idx="3634">
                  <c:v>0</c:v>
                </c:pt>
                <c:pt idx="3635">
                  <c:v>0</c:v>
                </c:pt>
                <c:pt idx="3636">
                  <c:v>0</c:v>
                </c:pt>
                <c:pt idx="3637">
                  <c:v>0</c:v>
                </c:pt>
                <c:pt idx="3638">
                  <c:v>0</c:v>
                </c:pt>
                <c:pt idx="3639">
                  <c:v>3.8065851957657222E-4</c:v>
                </c:pt>
                <c:pt idx="3640">
                  <c:v>0</c:v>
                </c:pt>
                <c:pt idx="3641">
                  <c:v>5.435878184256535E-5</c:v>
                </c:pt>
                <c:pt idx="3642">
                  <c:v>4.7610822553526983E-6</c:v>
                </c:pt>
                <c:pt idx="3643">
                  <c:v>2.9416904035342001E-6</c:v>
                </c:pt>
                <c:pt idx="3644">
                  <c:v>0</c:v>
                </c:pt>
                <c:pt idx="3645">
                  <c:v>1.499022816986787E-4</c:v>
                </c:pt>
                <c:pt idx="3646">
                  <c:v>2.2086761170320426E-6</c:v>
                </c:pt>
                <c:pt idx="3647">
                  <c:v>2.0689572020696706E-6</c:v>
                </c:pt>
                <c:pt idx="3648">
                  <c:v>0</c:v>
                </c:pt>
                <c:pt idx="3649">
                  <c:v>8.1941208585149567E-5</c:v>
                </c:pt>
                <c:pt idx="3650">
                  <c:v>4.8012323409060837E-5</c:v>
                </c:pt>
                <c:pt idx="3651">
                  <c:v>1.0453543247526563E-5</c:v>
                </c:pt>
                <c:pt idx="3652">
                  <c:v>0</c:v>
                </c:pt>
                <c:pt idx="3653">
                  <c:v>0</c:v>
                </c:pt>
                <c:pt idx="3654">
                  <c:v>0</c:v>
                </c:pt>
                <c:pt idx="3655">
                  <c:v>0</c:v>
                </c:pt>
                <c:pt idx="3656">
                  <c:v>1.472434476156765E-6</c:v>
                </c:pt>
                <c:pt idx="3657">
                  <c:v>1.4302472715522816E-5</c:v>
                </c:pt>
                <c:pt idx="3658">
                  <c:v>2.6640704067679399E-4</c:v>
                </c:pt>
                <c:pt idx="3659">
                  <c:v>0</c:v>
                </c:pt>
                <c:pt idx="3660">
                  <c:v>0</c:v>
                </c:pt>
                <c:pt idx="3661">
                  <c:v>8.4701717192421568E-6</c:v>
                </c:pt>
                <c:pt idx="3662">
                  <c:v>1.0188925046366945E-7</c:v>
                </c:pt>
                <c:pt idx="3663">
                  <c:v>2.8778420959159352E-3</c:v>
                </c:pt>
                <c:pt idx="3664">
                  <c:v>3.0939756595819077E-6</c:v>
                </c:pt>
                <c:pt idx="3665">
                  <c:v>0</c:v>
                </c:pt>
                <c:pt idx="3666">
                  <c:v>1.4068102524956586E-5</c:v>
                </c:pt>
                <c:pt idx="3667">
                  <c:v>1.4544318998695741E-5</c:v>
                </c:pt>
                <c:pt idx="3668">
                  <c:v>6.1314889498909907E-6</c:v>
                </c:pt>
                <c:pt idx="3669">
                  <c:v>8.6358832617184694E-6</c:v>
                </c:pt>
                <c:pt idx="3670">
                  <c:v>6.9886562266972961E-6</c:v>
                </c:pt>
                <c:pt idx="3671">
                  <c:v>2.3246446024008092E-6</c:v>
                </c:pt>
                <c:pt idx="3672">
                  <c:v>1.1506023434267457E-5</c:v>
                </c:pt>
                <c:pt idx="3673">
                  <c:v>8.1446427857047073E-6</c:v>
                </c:pt>
                <c:pt idx="3674">
                  <c:v>4.5260330330464964E-5</c:v>
                </c:pt>
                <c:pt idx="3675">
                  <c:v>1.06156843252691E-5</c:v>
                </c:pt>
                <c:pt idx="3676">
                  <c:v>1.0971414619438159E-7</c:v>
                </c:pt>
                <c:pt idx="3677">
                  <c:v>3.5288845254201106E-7</c:v>
                </c:pt>
                <c:pt idx="3678">
                  <c:v>1.0523946973429558E-6</c:v>
                </c:pt>
                <c:pt idx="3679">
                  <c:v>0</c:v>
                </c:pt>
                <c:pt idx="3680">
                  <c:v>9.3704278272173355E-7</c:v>
                </c:pt>
                <c:pt idx="3681">
                  <c:v>0</c:v>
                </c:pt>
                <c:pt idx="3682">
                  <c:v>0</c:v>
                </c:pt>
                <c:pt idx="3683">
                  <c:v>5.9553014463449717E-7</c:v>
                </c:pt>
                <c:pt idx="3684">
                  <c:v>6.4508901765837218E-7</c:v>
                </c:pt>
                <c:pt idx="3685">
                  <c:v>1.7112206393672419E-7</c:v>
                </c:pt>
                <c:pt idx="3686">
                  <c:v>1.176267601566514E-5</c:v>
                </c:pt>
                <c:pt idx="3687">
                  <c:v>0</c:v>
                </c:pt>
                <c:pt idx="3688">
                  <c:v>6.2942492434319829E-4</c:v>
                </c:pt>
                <c:pt idx="3689">
                  <c:v>1.1096347215588718E-7</c:v>
                </c:pt>
                <c:pt idx="3690">
                  <c:v>2.2081846338271357E-7</c:v>
                </c:pt>
                <c:pt idx="3691">
                  <c:v>0</c:v>
                </c:pt>
                <c:pt idx="3692">
                  <c:v>1.1447396107817256E-4</c:v>
                </c:pt>
                <c:pt idx="3693">
                  <c:v>5.3123420284354414E-6</c:v>
                </c:pt>
                <c:pt idx="3694">
                  <c:v>0</c:v>
                </c:pt>
                <c:pt idx="3695">
                  <c:v>5.6352693201674128E-5</c:v>
                </c:pt>
                <c:pt idx="3696">
                  <c:v>0</c:v>
                </c:pt>
                <c:pt idx="3697">
                  <c:v>8.0174747536253352E-5</c:v>
                </c:pt>
                <c:pt idx="3698">
                  <c:v>0</c:v>
                </c:pt>
                <c:pt idx="3699">
                  <c:v>3.1196226585444448E-6</c:v>
                </c:pt>
                <c:pt idx="3700">
                  <c:v>3.9940617901826949E-6</c:v>
                </c:pt>
                <c:pt idx="3701">
                  <c:v>2.0073789516625221E-6</c:v>
                </c:pt>
                <c:pt idx="3702">
                  <c:v>0</c:v>
                </c:pt>
                <c:pt idx="3703">
                  <c:v>1.7398522822600641E-4</c:v>
                </c:pt>
                <c:pt idx="3704">
                  <c:v>7.3330115401215194E-6</c:v>
                </c:pt>
                <c:pt idx="3705">
                  <c:v>0</c:v>
                </c:pt>
                <c:pt idx="3706">
                  <c:v>1.5065883157189925E-7</c:v>
                </c:pt>
                <c:pt idx="3707">
                  <c:v>0</c:v>
                </c:pt>
                <c:pt idx="3708">
                  <c:v>0</c:v>
                </c:pt>
                <c:pt idx="3709">
                  <c:v>7.9228679784213687E-7</c:v>
                </c:pt>
                <c:pt idx="3710">
                  <c:v>0</c:v>
                </c:pt>
                <c:pt idx="3711">
                  <c:v>4.6155939435703586E-7</c:v>
                </c:pt>
                <c:pt idx="3712">
                  <c:v>8.3761583346825817E-6</c:v>
                </c:pt>
                <c:pt idx="3713">
                  <c:v>8.0661464401758767E-6</c:v>
                </c:pt>
                <c:pt idx="3714">
                  <c:v>8.8685239633887056E-6</c:v>
                </c:pt>
                <c:pt idx="3715">
                  <c:v>1.1914678225902065E-4</c:v>
                </c:pt>
                <c:pt idx="3716">
                  <c:v>4.2729331998413977E-6</c:v>
                </c:pt>
                <c:pt idx="3717">
                  <c:v>1.7544009732578187E-6</c:v>
                </c:pt>
                <c:pt idx="3718">
                  <c:v>2.9224470947543949E-5</c:v>
                </c:pt>
                <c:pt idx="3719">
                  <c:v>0</c:v>
                </c:pt>
                <c:pt idx="3720">
                  <c:v>0</c:v>
                </c:pt>
                <c:pt idx="3721">
                  <c:v>2.998736487836833E-7</c:v>
                </c:pt>
                <c:pt idx="3722">
                  <c:v>1.5976247160730721E-6</c:v>
                </c:pt>
                <c:pt idx="3723">
                  <c:v>3.9644902309727155E-7</c:v>
                </c:pt>
                <c:pt idx="3724">
                  <c:v>0</c:v>
                </c:pt>
                <c:pt idx="3725">
                  <c:v>0</c:v>
                </c:pt>
                <c:pt idx="3726">
                  <c:v>4.4708715006972046E-5</c:v>
                </c:pt>
                <c:pt idx="3727">
                  <c:v>9.9644856382614179E-5</c:v>
                </c:pt>
                <c:pt idx="3728">
                  <c:v>2.5027649624364507E-5</c:v>
                </c:pt>
                <c:pt idx="3729">
                  <c:v>3.2525548596496546E-6</c:v>
                </c:pt>
                <c:pt idx="3730">
                  <c:v>9.9204405849991369E-7</c:v>
                </c:pt>
                <c:pt idx="3731">
                  <c:v>3.4132964607441043E-6</c:v>
                </c:pt>
                <c:pt idx="3732">
                  <c:v>3.2432992778327683E-5</c:v>
                </c:pt>
                <c:pt idx="3733">
                  <c:v>8.0259144917676768E-5</c:v>
                </c:pt>
                <c:pt idx="3734">
                  <c:v>1.1139659545952541E-4</c:v>
                </c:pt>
                <c:pt idx="3735">
                  <c:v>0</c:v>
                </c:pt>
                <c:pt idx="3736">
                  <c:v>9.6992027080142652E-6</c:v>
                </c:pt>
                <c:pt idx="3737">
                  <c:v>0</c:v>
                </c:pt>
                <c:pt idx="3738">
                  <c:v>1.7954667270199905E-6</c:v>
                </c:pt>
                <c:pt idx="3739">
                  <c:v>2.7832392236245665E-6</c:v>
                </c:pt>
                <c:pt idx="3740">
                  <c:v>2.7814296103364489E-5</c:v>
                </c:pt>
                <c:pt idx="3741">
                  <c:v>2.0310918424490031E-5</c:v>
                </c:pt>
                <c:pt idx="3742">
                  <c:v>1.020942201602E-4</c:v>
                </c:pt>
                <c:pt idx="3743">
                  <c:v>3.2778775151787166E-6</c:v>
                </c:pt>
                <c:pt idx="3744">
                  <c:v>9.8800688218407919E-7</c:v>
                </c:pt>
                <c:pt idx="3745">
                  <c:v>1.2080249468881441E-5</c:v>
                </c:pt>
                <c:pt idx="3746">
                  <c:v>1.7053549084184649E-5</c:v>
                </c:pt>
                <c:pt idx="3747">
                  <c:v>4.3837468102998321E-6</c:v>
                </c:pt>
                <c:pt idx="3748">
                  <c:v>1.3986790315602366E-5</c:v>
                </c:pt>
                <c:pt idx="3749">
                  <c:v>8.9658413102534898E-6</c:v>
                </c:pt>
                <c:pt idx="3750">
                  <c:v>1.7442127450376918E-4</c:v>
                </c:pt>
                <c:pt idx="3751">
                  <c:v>3.0762501782356341E-3</c:v>
                </c:pt>
                <c:pt idx="3752">
                  <c:v>9.323977748800005E-6</c:v>
                </c:pt>
                <c:pt idx="3753">
                  <c:v>4.7424880148179584E-5</c:v>
                </c:pt>
                <c:pt idx="3754">
                  <c:v>1.3694670272455683E-5</c:v>
                </c:pt>
                <c:pt idx="3755">
                  <c:v>2.3232785165666465E-7</c:v>
                </c:pt>
                <c:pt idx="3756">
                  <c:v>4.5233952804402475E-6</c:v>
                </c:pt>
                <c:pt idx="3757">
                  <c:v>1.5345437878691957E-5</c:v>
                </c:pt>
                <c:pt idx="3758">
                  <c:v>0</c:v>
                </c:pt>
                <c:pt idx="3759">
                  <c:v>0</c:v>
                </c:pt>
                <c:pt idx="3760">
                  <c:v>3.8822230326091663E-5</c:v>
                </c:pt>
                <c:pt idx="3761">
                  <c:v>0</c:v>
                </c:pt>
                <c:pt idx="3762">
                  <c:v>0</c:v>
                </c:pt>
                <c:pt idx="3763">
                  <c:v>0</c:v>
                </c:pt>
                <c:pt idx="3764">
                  <c:v>0</c:v>
                </c:pt>
                <c:pt idx="3765">
                  <c:v>0</c:v>
                </c:pt>
                <c:pt idx="3766">
                  <c:v>8.1094048381115896E-6</c:v>
                </c:pt>
                <c:pt idx="3767">
                  <c:v>0</c:v>
                </c:pt>
                <c:pt idx="3768">
                  <c:v>9.3812158657983198E-7</c:v>
                </c:pt>
                <c:pt idx="3769">
                  <c:v>0</c:v>
                </c:pt>
                <c:pt idx="3770">
                  <c:v>3.9416872341757265E-7</c:v>
                </c:pt>
                <c:pt idx="3771">
                  <c:v>0</c:v>
                </c:pt>
                <c:pt idx="3772">
                  <c:v>0</c:v>
                </c:pt>
                <c:pt idx="3773">
                  <c:v>0</c:v>
                </c:pt>
                <c:pt idx="3774">
                  <c:v>0</c:v>
                </c:pt>
                <c:pt idx="3775">
                  <c:v>3.6695634093012532E-4</c:v>
                </c:pt>
                <c:pt idx="3776">
                  <c:v>0</c:v>
                </c:pt>
                <c:pt idx="3777">
                  <c:v>1.1268967352953721E-5</c:v>
                </c:pt>
                <c:pt idx="3778">
                  <c:v>0</c:v>
                </c:pt>
                <c:pt idx="3779">
                  <c:v>0</c:v>
                </c:pt>
                <c:pt idx="3780">
                  <c:v>0</c:v>
                </c:pt>
                <c:pt idx="3781">
                  <c:v>0</c:v>
                </c:pt>
                <c:pt idx="3782">
                  <c:v>0</c:v>
                </c:pt>
                <c:pt idx="3783">
                  <c:v>0</c:v>
                </c:pt>
                <c:pt idx="3784">
                  <c:v>3.7228443761772144E-5</c:v>
                </c:pt>
                <c:pt idx="3785">
                  <c:v>0</c:v>
                </c:pt>
                <c:pt idx="3786">
                  <c:v>2.9596677480447406E-7</c:v>
                </c:pt>
                <c:pt idx="3787">
                  <c:v>0</c:v>
                </c:pt>
                <c:pt idx="3788">
                  <c:v>1.8196344913943682E-5</c:v>
                </c:pt>
                <c:pt idx="3789">
                  <c:v>0</c:v>
                </c:pt>
                <c:pt idx="3790">
                  <c:v>1.8648626608413175E-5</c:v>
                </c:pt>
                <c:pt idx="3791">
                  <c:v>4.0876893925810348E-5</c:v>
                </c:pt>
                <c:pt idx="3792">
                  <c:v>0</c:v>
                </c:pt>
                <c:pt idx="3793">
                  <c:v>6.0826645943227024E-5</c:v>
                </c:pt>
                <c:pt idx="3794">
                  <c:v>5.9638486000582018E-6</c:v>
                </c:pt>
                <c:pt idx="3795">
                  <c:v>5.0577615296509124E-6</c:v>
                </c:pt>
                <c:pt idx="3796">
                  <c:v>2.2673752952105325E-6</c:v>
                </c:pt>
                <c:pt idx="3797">
                  <c:v>8.6928337849910255E-7</c:v>
                </c:pt>
                <c:pt idx="3798">
                  <c:v>1.9970710270385753E-5</c:v>
                </c:pt>
                <c:pt idx="3799">
                  <c:v>0</c:v>
                </c:pt>
                <c:pt idx="3800">
                  <c:v>0</c:v>
                </c:pt>
                <c:pt idx="3801">
                  <c:v>1.3156129925573923E-5</c:v>
                </c:pt>
                <c:pt idx="3802">
                  <c:v>1.4384531204603625E-5</c:v>
                </c:pt>
                <c:pt idx="3803">
                  <c:v>3.8720217262364636E-5</c:v>
                </c:pt>
                <c:pt idx="3804">
                  <c:v>0</c:v>
                </c:pt>
                <c:pt idx="3805">
                  <c:v>1.6119615003001915E-4</c:v>
                </c:pt>
                <c:pt idx="3806">
                  <c:v>7.89730937954435E-6</c:v>
                </c:pt>
                <c:pt idx="3807">
                  <c:v>5.4582942573028425E-5</c:v>
                </c:pt>
                <c:pt idx="3808">
                  <c:v>4.7349104516783939E-6</c:v>
                </c:pt>
                <c:pt idx="3809">
                  <c:v>1.6408571475743151E-5</c:v>
                </c:pt>
                <c:pt idx="3810">
                  <c:v>5.0226328866511312E-6</c:v>
                </c:pt>
                <c:pt idx="3811">
                  <c:v>6.048845192209988E-6</c:v>
                </c:pt>
                <c:pt idx="3812">
                  <c:v>2.4411040850271303E-7</c:v>
                </c:pt>
                <c:pt idx="3813">
                  <c:v>1.4072053997753156E-7</c:v>
                </c:pt>
                <c:pt idx="3814">
                  <c:v>1.5713324817033557E-5</c:v>
                </c:pt>
                <c:pt idx="3815">
                  <c:v>3.5371695997270517E-6</c:v>
                </c:pt>
                <c:pt idx="3816">
                  <c:v>0</c:v>
                </c:pt>
                <c:pt idx="3817">
                  <c:v>2.432069549959195E-5</c:v>
                </c:pt>
                <c:pt idx="3818">
                  <c:v>3.0131703780601784E-6</c:v>
                </c:pt>
                <c:pt idx="3819">
                  <c:v>0</c:v>
                </c:pt>
                <c:pt idx="3820">
                  <c:v>0</c:v>
                </c:pt>
                <c:pt idx="3821">
                  <c:v>5.523195099189159E-7</c:v>
                </c:pt>
                <c:pt idx="3822">
                  <c:v>0</c:v>
                </c:pt>
                <c:pt idx="3823">
                  <c:v>0</c:v>
                </c:pt>
                <c:pt idx="3824">
                  <c:v>5.7576563024079824E-7</c:v>
                </c:pt>
                <c:pt idx="3825">
                  <c:v>2.9564466820955812E-6</c:v>
                </c:pt>
                <c:pt idx="3826">
                  <c:v>2.9258647379571596E-6</c:v>
                </c:pt>
                <c:pt idx="3827">
                  <c:v>0</c:v>
                </c:pt>
                <c:pt idx="3828">
                  <c:v>8.410929015920891E-6</c:v>
                </c:pt>
                <c:pt idx="3829">
                  <c:v>6.8563968589830922E-6</c:v>
                </c:pt>
                <c:pt idx="3830">
                  <c:v>0</c:v>
                </c:pt>
                <c:pt idx="3831">
                  <c:v>1.4700149110304356E-7</c:v>
                </c:pt>
                <c:pt idx="3832">
                  <c:v>0</c:v>
                </c:pt>
                <c:pt idx="3833">
                  <c:v>0</c:v>
                </c:pt>
                <c:pt idx="3834">
                  <c:v>0</c:v>
                </c:pt>
                <c:pt idx="3835">
                  <c:v>2.965575104874965E-7</c:v>
                </c:pt>
                <c:pt idx="3836">
                  <c:v>0</c:v>
                </c:pt>
                <c:pt idx="3837">
                  <c:v>0</c:v>
                </c:pt>
                <c:pt idx="3838">
                  <c:v>0</c:v>
                </c:pt>
                <c:pt idx="3839">
                  <c:v>0</c:v>
                </c:pt>
                <c:pt idx="3840">
                  <c:v>0</c:v>
                </c:pt>
                <c:pt idx="3841">
                  <c:v>9.4581914463196889E-6</c:v>
                </c:pt>
                <c:pt idx="3842">
                  <c:v>0</c:v>
                </c:pt>
                <c:pt idx="3843">
                  <c:v>1.7929447355514172E-6</c:v>
                </c:pt>
                <c:pt idx="3844">
                  <c:v>1.1557866918344263E-5</c:v>
                </c:pt>
                <c:pt idx="3845">
                  <c:v>0</c:v>
                </c:pt>
                <c:pt idx="3846">
                  <c:v>3.3166237480315503E-7</c:v>
                </c:pt>
                <c:pt idx="3847">
                  <c:v>3.7448567732238932E-7</c:v>
                </c:pt>
                <c:pt idx="3848">
                  <c:v>0</c:v>
                </c:pt>
                <c:pt idx="3849">
                  <c:v>0</c:v>
                </c:pt>
                <c:pt idx="3850">
                  <c:v>0</c:v>
                </c:pt>
                <c:pt idx="3851">
                  <c:v>0</c:v>
                </c:pt>
                <c:pt idx="3852">
                  <c:v>0</c:v>
                </c:pt>
                <c:pt idx="3853">
                  <c:v>1.3637552062374605E-7</c:v>
                </c:pt>
                <c:pt idx="3854">
                  <c:v>0</c:v>
                </c:pt>
                <c:pt idx="3855">
                  <c:v>5.0919020654216705E-5</c:v>
                </c:pt>
                <c:pt idx="3856">
                  <c:v>1.698693692413756E-6</c:v>
                </c:pt>
                <c:pt idx="3857">
                  <c:v>1.5263577542029828E-5</c:v>
                </c:pt>
                <c:pt idx="3858">
                  <c:v>0</c:v>
                </c:pt>
                <c:pt idx="3859">
                  <c:v>4.8012937159355944E-5</c:v>
                </c:pt>
                <c:pt idx="3860">
                  <c:v>7.3413118694271625E-5</c:v>
                </c:pt>
                <c:pt idx="3861">
                  <c:v>2.9976048193671763E-5</c:v>
                </c:pt>
                <c:pt idx="3862">
                  <c:v>8.1229343804923756E-8</c:v>
                </c:pt>
                <c:pt idx="3863">
                  <c:v>0</c:v>
                </c:pt>
                <c:pt idx="3864">
                  <c:v>0</c:v>
                </c:pt>
                <c:pt idx="3865">
                  <c:v>1.0240961331498581E-4</c:v>
                </c:pt>
                <c:pt idx="3866">
                  <c:v>3.8069498162946855E-6</c:v>
                </c:pt>
                <c:pt idx="3867">
                  <c:v>0</c:v>
                </c:pt>
                <c:pt idx="3868">
                  <c:v>1.0010612307495953E-5</c:v>
                </c:pt>
                <c:pt idx="3869">
                  <c:v>5.3549505374967958E-7</c:v>
                </c:pt>
                <c:pt idx="3870">
                  <c:v>3.1483736115200916E-5</c:v>
                </c:pt>
                <c:pt idx="3871">
                  <c:v>1.8264850389295015E-6</c:v>
                </c:pt>
                <c:pt idx="3872">
                  <c:v>2.5791474463373444E-5</c:v>
                </c:pt>
                <c:pt idx="3873">
                  <c:v>5.034520726858832E-6</c:v>
                </c:pt>
                <c:pt idx="3874">
                  <c:v>9.808856993555327E-6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7.8874329469994101E-7</c:v>
                </c:pt>
                <c:pt idx="3881">
                  <c:v>2.028432972304918E-6</c:v>
                </c:pt>
                <c:pt idx="3882">
                  <c:v>0</c:v>
                </c:pt>
                <c:pt idx="3883">
                  <c:v>2.9331391271590216E-6</c:v>
                </c:pt>
                <c:pt idx="3884">
                  <c:v>3.8358189430996716E-6</c:v>
                </c:pt>
                <c:pt idx="3885">
                  <c:v>2.1071471305776826E-7</c:v>
                </c:pt>
                <c:pt idx="3886">
                  <c:v>0</c:v>
                </c:pt>
                <c:pt idx="3887">
                  <c:v>0</c:v>
                </c:pt>
                <c:pt idx="3888">
                  <c:v>2.7320399498596239E-6</c:v>
                </c:pt>
                <c:pt idx="3889">
                  <c:v>1.02743260096516E-5</c:v>
                </c:pt>
                <c:pt idx="3890">
                  <c:v>0</c:v>
                </c:pt>
                <c:pt idx="3891">
                  <c:v>1.9059463903116816E-5</c:v>
                </c:pt>
                <c:pt idx="3892">
                  <c:v>3.0566633407353862E-5</c:v>
                </c:pt>
                <c:pt idx="3893">
                  <c:v>7.722270648520492E-7</c:v>
                </c:pt>
                <c:pt idx="3894">
                  <c:v>2.3923120574353244E-5</c:v>
                </c:pt>
                <c:pt idx="3895">
                  <c:v>5.8515722454244931E-5</c:v>
                </c:pt>
                <c:pt idx="3896">
                  <c:v>0</c:v>
                </c:pt>
                <c:pt idx="3897">
                  <c:v>4.7839447622606452E-6</c:v>
                </c:pt>
                <c:pt idx="3898">
                  <c:v>1.6562187400372288E-5</c:v>
                </c:pt>
                <c:pt idx="3899">
                  <c:v>1.0614633344716111E-5</c:v>
                </c:pt>
                <c:pt idx="3900">
                  <c:v>0</c:v>
                </c:pt>
                <c:pt idx="3901">
                  <c:v>1.4308506075516491E-5</c:v>
                </c:pt>
                <c:pt idx="3902">
                  <c:v>5.7663954754665688E-6</c:v>
                </c:pt>
                <c:pt idx="3903">
                  <c:v>4.7924795057206391E-7</c:v>
                </c:pt>
                <c:pt idx="3904">
                  <c:v>3.250894195164309E-6</c:v>
                </c:pt>
                <c:pt idx="3905">
                  <c:v>2.4400356438569223E-3</c:v>
                </c:pt>
                <c:pt idx="3906">
                  <c:v>5.6885122466237978E-6</c:v>
                </c:pt>
                <c:pt idx="3907">
                  <c:v>6.6804592220137428E-7</c:v>
                </c:pt>
                <c:pt idx="3908">
                  <c:v>1.8351698261853313E-3</c:v>
                </c:pt>
                <c:pt idx="3909">
                  <c:v>0</c:v>
                </c:pt>
                <c:pt idx="3910">
                  <c:v>6.950628357001948E-7</c:v>
                </c:pt>
                <c:pt idx="3911">
                  <c:v>5.575724479110394E-6</c:v>
                </c:pt>
                <c:pt idx="3912">
                  <c:v>0</c:v>
                </c:pt>
                <c:pt idx="3913">
                  <c:v>1.3486843104951714E-5</c:v>
                </c:pt>
                <c:pt idx="3914">
                  <c:v>0</c:v>
                </c:pt>
                <c:pt idx="3915">
                  <c:v>4.6465570331333153E-7</c:v>
                </c:pt>
                <c:pt idx="3916">
                  <c:v>0</c:v>
                </c:pt>
                <c:pt idx="3917">
                  <c:v>0</c:v>
                </c:pt>
                <c:pt idx="3918">
                  <c:v>0</c:v>
                </c:pt>
                <c:pt idx="3919">
                  <c:v>0</c:v>
                </c:pt>
                <c:pt idx="3920">
                  <c:v>5.1773955241008134E-5</c:v>
                </c:pt>
                <c:pt idx="3921">
                  <c:v>6.4631723441122449E-5</c:v>
                </c:pt>
                <c:pt idx="3922">
                  <c:v>0</c:v>
                </c:pt>
                <c:pt idx="3923">
                  <c:v>8.8268715537721294E-5</c:v>
                </c:pt>
                <c:pt idx="3924">
                  <c:v>2.1446324150602979E-6</c:v>
                </c:pt>
                <c:pt idx="3925">
                  <c:v>8.693397488262477E-8</c:v>
                </c:pt>
                <c:pt idx="3926">
                  <c:v>8.1205870571847266E-7</c:v>
                </c:pt>
                <c:pt idx="3927">
                  <c:v>0</c:v>
                </c:pt>
                <c:pt idx="3928">
                  <c:v>3.2217546476874034E-6</c:v>
                </c:pt>
                <c:pt idx="3929">
                  <c:v>4.9859469890726855E-7</c:v>
                </c:pt>
                <c:pt idx="3930">
                  <c:v>9.7094358158510442E-7</c:v>
                </c:pt>
                <c:pt idx="3931">
                  <c:v>0</c:v>
                </c:pt>
                <c:pt idx="3932">
                  <c:v>0</c:v>
                </c:pt>
                <c:pt idx="3933">
                  <c:v>0</c:v>
                </c:pt>
                <c:pt idx="3934">
                  <c:v>5.1200369108760637E-5</c:v>
                </c:pt>
                <c:pt idx="3935">
                  <c:v>1.5465674343385495E-5</c:v>
                </c:pt>
                <c:pt idx="3936">
                  <c:v>1.6183017185328472E-5</c:v>
                </c:pt>
                <c:pt idx="3937">
                  <c:v>2.9130699792292382E-5</c:v>
                </c:pt>
                <c:pt idx="3938">
                  <c:v>5.5508864158506896E-5</c:v>
                </c:pt>
                <c:pt idx="3939">
                  <c:v>0</c:v>
                </c:pt>
                <c:pt idx="3940">
                  <c:v>1.1309459418431826E-7</c:v>
                </c:pt>
                <c:pt idx="3941">
                  <c:v>1.110802391653679E-5</c:v>
                </c:pt>
                <c:pt idx="3942">
                  <c:v>2.8437093241292851E-6</c:v>
                </c:pt>
                <c:pt idx="3943">
                  <c:v>2.7638608474893025E-5</c:v>
                </c:pt>
                <c:pt idx="3944">
                  <c:v>4.9095721820834739E-6</c:v>
                </c:pt>
                <c:pt idx="3945">
                  <c:v>2.2032969969317699E-7</c:v>
                </c:pt>
                <c:pt idx="3946">
                  <c:v>1.1042154847457631E-5</c:v>
                </c:pt>
                <c:pt idx="3947">
                  <c:v>1.5514124308974109E-6</c:v>
                </c:pt>
                <c:pt idx="3948">
                  <c:v>0</c:v>
                </c:pt>
                <c:pt idx="3949">
                  <c:v>0</c:v>
                </c:pt>
                <c:pt idx="3950">
                  <c:v>0</c:v>
                </c:pt>
                <c:pt idx="3951">
                  <c:v>1.4275797696220791E-6</c:v>
                </c:pt>
                <c:pt idx="3952">
                  <c:v>0</c:v>
                </c:pt>
                <c:pt idx="3953">
                  <c:v>8.3822416098570775E-6</c:v>
                </c:pt>
                <c:pt idx="3954">
                  <c:v>1.9152926532784676E-6</c:v>
                </c:pt>
                <c:pt idx="3955">
                  <c:v>0</c:v>
                </c:pt>
                <c:pt idx="3956">
                  <c:v>4.282800547676044E-5</c:v>
                </c:pt>
                <c:pt idx="3957">
                  <c:v>4.1083478521673728E-5</c:v>
                </c:pt>
                <c:pt idx="3958">
                  <c:v>4.1884680663750584E-6</c:v>
                </c:pt>
                <c:pt idx="3959">
                  <c:v>8.4179777640621467E-7</c:v>
                </c:pt>
                <c:pt idx="3960">
                  <c:v>0</c:v>
                </c:pt>
                <c:pt idx="3961">
                  <c:v>2.5739523687323502E-5</c:v>
                </c:pt>
                <c:pt idx="3962">
                  <c:v>0</c:v>
                </c:pt>
                <c:pt idx="3963">
                  <c:v>4.2184472840131963E-7</c:v>
                </c:pt>
                <c:pt idx="3964">
                  <c:v>5.6673609299833756E-5</c:v>
                </c:pt>
                <c:pt idx="3965">
                  <c:v>3.2919695604202895E-5</c:v>
                </c:pt>
                <c:pt idx="3966">
                  <c:v>6.1161621641507367E-6</c:v>
                </c:pt>
                <c:pt idx="3967">
                  <c:v>0</c:v>
                </c:pt>
                <c:pt idx="3968">
                  <c:v>2.5753598826412623E-6</c:v>
                </c:pt>
                <c:pt idx="3969">
                  <c:v>5.6477948649939208E-8</c:v>
                </c:pt>
                <c:pt idx="3970">
                  <c:v>0</c:v>
                </c:pt>
                <c:pt idx="3971">
                  <c:v>4.3015853166343733E-5</c:v>
                </c:pt>
                <c:pt idx="3972">
                  <c:v>6.0105759125460461E-6</c:v>
                </c:pt>
                <c:pt idx="3973">
                  <c:v>3.3518577312639886E-5</c:v>
                </c:pt>
                <c:pt idx="3974">
                  <c:v>3.715950771124208E-6</c:v>
                </c:pt>
                <c:pt idx="3975">
                  <c:v>8.4476027309930171E-6</c:v>
                </c:pt>
                <c:pt idx="3976">
                  <c:v>9.5252764851910528E-5</c:v>
                </c:pt>
                <c:pt idx="3977">
                  <c:v>1.0484385091480835E-5</c:v>
                </c:pt>
                <c:pt idx="3978">
                  <c:v>7.8560533555541505E-6</c:v>
                </c:pt>
                <c:pt idx="3979">
                  <c:v>6.8066776807017642E-6</c:v>
                </c:pt>
                <c:pt idx="3980">
                  <c:v>5.9980694234161659E-6</c:v>
                </c:pt>
                <c:pt idx="3981">
                  <c:v>0</c:v>
                </c:pt>
                <c:pt idx="3982">
                  <c:v>1.6012663120707767E-4</c:v>
                </c:pt>
                <c:pt idx="3983">
                  <c:v>2.1045780634391051E-5</c:v>
                </c:pt>
                <c:pt idx="3984">
                  <c:v>1.3611935787075537E-5</c:v>
                </c:pt>
                <c:pt idx="3985">
                  <c:v>4.4113863701653521E-5</c:v>
                </c:pt>
                <c:pt idx="3986">
                  <c:v>0</c:v>
                </c:pt>
                <c:pt idx="3987">
                  <c:v>5.4047257112779097E-6</c:v>
                </c:pt>
                <c:pt idx="3988">
                  <c:v>0</c:v>
                </c:pt>
                <c:pt idx="3989">
                  <c:v>0</c:v>
                </c:pt>
                <c:pt idx="3990">
                  <c:v>4.3274945413179307E-7</c:v>
                </c:pt>
                <c:pt idx="3991">
                  <c:v>1.6845193607699617E-5</c:v>
                </c:pt>
                <c:pt idx="3992">
                  <c:v>3.3921251872593614E-3</c:v>
                </c:pt>
                <c:pt idx="3993">
                  <c:v>3.5179911224653489E-5</c:v>
                </c:pt>
                <c:pt idx="3994">
                  <c:v>1.8420896760831147E-5</c:v>
                </c:pt>
                <c:pt idx="3995">
                  <c:v>1.3066420241664978E-6</c:v>
                </c:pt>
                <c:pt idx="3996">
                  <c:v>3.1520025660275116E-5</c:v>
                </c:pt>
                <c:pt idx="3997">
                  <c:v>1.1680813494566689E-5</c:v>
                </c:pt>
                <c:pt idx="3998">
                  <c:v>4.7070593731156444E-7</c:v>
                </c:pt>
                <c:pt idx="3999">
                  <c:v>8.0691412187325189E-6</c:v>
                </c:pt>
                <c:pt idx="4000">
                  <c:v>4.1378571032821406E-5</c:v>
                </c:pt>
                <c:pt idx="4001">
                  <c:v>3.5140603460586737E-5</c:v>
                </c:pt>
                <c:pt idx="4002">
                  <c:v>0</c:v>
                </c:pt>
                <c:pt idx="4003">
                  <c:v>0</c:v>
                </c:pt>
                <c:pt idx="4004">
                  <c:v>1.0664604701271325E-5</c:v>
                </c:pt>
                <c:pt idx="4005">
                  <c:v>1.3833522781030714E-7</c:v>
                </c:pt>
                <c:pt idx="4006">
                  <c:v>1.0137881935446183E-5</c:v>
                </c:pt>
                <c:pt idx="4007">
                  <c:v>9.1346135105753472E-7</c:v>
                </c:pt>
                <c:pt idx="4008">
                  <c:v>4.6490557578168224E-5</c:v>
                </c:pt>
                <c:pt idx="4009">
                  <c:v>4.9282364583814134E-6</c:v>
                </c:pt>
                <c:pt idx="4010">
                  <c:v>2.2298627578031495E-4</c:v>
                </c:pt>
                <c:pt idx="4011">
                  <c:v>6.1047448500353033E-7</c:v>
                </c:pt>
                <c:pt idx="4012">
                  <c:v>0</c:v>
                </c:pt>
                <c:pt idx="4013">
                  <c:v>7.6779426570690406E-6</c:v>
                </c:pt>
                <c:pt idx="4014">
                  <c:v>6.3849640716514662E-6</c:v>
                </c:pt>
                <c:pt idx="4015">
                  <c:v>9.9495579395369761E-6</c:v>
                </c:pt>
                <c:pt idx="4016">
                  <c:v>1.7438743675033534E-6</c:v>
                </c:pt>
                <c:pt idx="4017">
                  <c:v>1.2973650740798358E-6</c:v>
                </c:pt>
                <c:pt idx="4018">
                  <c:v>4.6795008750653593E-6</c:v>
                </c:pt>
                <c:pt idx="4019">
                  <c:v>1.1688024368676213E-5</c:v>
                </c:pt>
                <c:pt idx="4020">
                  <c:v>4.8641286354322514E-6</c:v>
                </c:pt>
                <c:pt idx="4021">
                  <c:v>0</c:v>
                </c:pt>
                <c:pt idx="4022">
                  <c:v>0</c:v>
                </c:pt>
                <c:pt idx="4023">
                  <c:v>3.1352084736950001E-6</c:v>
                </c:pt>
                <c:pt idx="4024">
                  <c:v>2.9575711784877282E-5</c:v>
                </c:pt>
                <c:pt idx="4025">
                  <c:v>0</c:v>
                </c:pt>
                <c:pt idx="4026">
                  <c:v>4.8185654222828221E-5</c:v>
                </c:pt>
                <c:pt idx="4027">
                  <c:v>1.3859117380741961E-5</c:v>
                </c:pt>
                <c:pt idx="4028">
                  <c:v>9.1825758304904555E-6</c:v>
                </c:pt>
                <c:pt idx="4029">
                  <c:v>2.3115907946915095E-5</c:v>
                </c:pt>
                <c:pt idx="4030">
                  <c:v>1.0938866680527823E-4</c:v>
                </c:pt>
                <c:pt idx="4031">
                  <c:v>6.6111874131517028E-7</c:v>
                </c:pt>
                <c:pt idx="4032">
                  <c:v>0</c:v>
                </c:pt>
                <c:pt idx="4033">
                  <c:v>7.8450453331269351E-8</c:v>
                </c:pt>
                <c:pt idx="4034">
                  <c:v>7.06899074473782E-5</c:v>
                </c:pt>
                <c:pt idx="4035">
                  <c:v>4.0352475764778539E-7</c:v>
                </c:pt>
                <c:pt idx="4036">
                  <c:v>0</c:v>
                </c:pt>
                <c:pt idx="4037">
                  <c:v>5.9783727432671058E-7</c:v>
                </c:pt>
                <c:pt idx="4038">
                  <c:v>2.2181574828775257E-5</c:v>
                </c:pt>
                <c:pt idx="4039">
                  <c:v>3.0180209668582839E-7</c:v>
                </c:pt>
                <c:pt idx="4040">
                  <c:v>1.1366212867725943E-5</c:v>
                </c:pt>
                <c:pt idx="4041">
                  <c:v>1.5933427521145463E-5</c:v>
                </c:pt>
                <c:pt idx="4042">
                  <c:v>4.4016024779075141E-5</c:v>
                </c:pt>
                <c:pt idx="4043">
                  <c:v>5.8903277630808929E-5</c:v>
                </c:pt>
                <c:pt idx="4044">
                  <c:v>1.1043140819571849E-4</c:v>
                </c:pt>
                <c:pt idx="4045">
                  <c:v>1.6328076268313484E-6</c:v>
                </c:pt>
                <c:pt idx="4046">
                  <c:v>5.1457647205648048E-6</c:v>
                </c:pt>
                <c:pt idx="4047">
                  <c:v>2.4662086051069802E-6</c:v>
                </c:pt>
                <c:pt idx="4048">
                  <c:v>1.5917698562832072E-5</c:v>
                </c:pt>
                <c:pt idx="4049">
                  <c:v>7.6957419414579359E-6</c:v>
                </c:pt>
                <c:pt idx="4050">
                  <c:v>8.173360875979525E-6</c:v>
                </c:pt>
                <c:pt idx="4051">
                  <c:v>6.7519512751375982E-6</c:v>
                </c:pt>
                <c:pt idx="4052">
                  <c:v>1.7724052264365184E-5</c:v>
                </c:pt>
                <c:pt idx="4053">
                  <c:v>1.0333260780695851E-6</c:v>
                </c:pt>
                <c:pt idx="4054">
                  <c:v>2.5625449309850132E-5</c:v>
                </c:pt>
                <c:pt idx="4055">
                  <c:v>5.5203925174582639E-6</c:v>
                </c:pt>
                <c:pt idx="4056">
                  <c:v>5.4763816542994663E-6</c:v>
                </c:pt>
                <c:pt idx="4057">
                  <c:v>1.2137882108951866E-4</c:v>
                </c:pt>
                <c:pt idx="4058">
                  <c:v>5.8453600588548164E-8</c:v>
                </c:pt>
                <c:pt idx="4059">
                  <c:v>1.269756595367678E-5</c:v>
                </c:pt>
                <c:pt idx="4060">
                  <c:v>9.7131636949445504E-6</c:v>
                </c:pt>
                <c:pt idx="4061">
                  <c:v>0</c:v>
                </c:pt>
                <c:pt idx="4062">
                  <c:v>4.7197385297524162E-6</c:v>
                </c:pt>
                <c:pt idx="4063">
                  <c:v>6.1086104758951423E-4</c:v>
                </c:pt>
                <c:pt idx="4064">
                  <c:v>3.6792573275277322E-5</c:v>
                </c:pt>
                <c:pt idx="4065">
                  <c:v>2.0394639894969191E-5</c:v>
                </c:pt>
                <c:pt idx="4066">
                  <c:v>9.0362357666602254E-5</c:v>
                </c:pt>
                <c:pt idx="4067">
                  <c:v>2.1331574926683431E-4</c:v>
                </c:pt>
                <c:pt idx="4068">
                  <c:v>4.3088195288122184E-7</c:v>
                </c:pt>
                <c:pt idx="4069">
                  <c:v>2.3187089936140387E-5</c:v>
                </c:pt>
                <c:pt idx="4070">
                  <c:v>1.5177831044449843E-4</c:v>
                </c:pt>
                <c:pt idx="4071">
                  <c:v>0</c:v>
                </c:pt>
                <c:pt idx="4072">
                  <c:v>1.2151142021256246E-5</c:v>
                </c:pt>
                <c:pt idx="4073">
                  <c:v>5.8314684187071349E-6</c:v>
                </c:pt>
                <c:pt idx="4074">
                  <c:v>2.5374969159296189E-5</c:v>
                </c:pt>
                <c:pt idx="4075">
                  <c:v>2.6591446977054119E-6</c:v>
                </c:pt>
                <c:pt idx="4076">
                  <c:v>5.674012361714789E-4</c:v>
                </c:pt>
                <c:pt idx="4077">
                  <c:v>5.6665573306030444E-6</c:v>
                </c:pt>
                <c:pt idx="4078">
                  <c:v>3.8050490627848681E-5</c:v>
                </c:pt>
                <c:pt idx="4079">
                  <c:v>1.7105750742924966E-6</c:v>
                </c:pt>
                <c:pt idx="4080">
                  <c:v>3.2144617217760828E-6</c:v>
                </c:pt>
                <c:pt idx="4081">
                  <c:v>2.6554941871030606E-6</c:v>
                </c:pt>
                <c:pt idx="4082">
                  <c:v>2.2842494131186359E-5</c:v>
                </c:pt>
                <c:pt idx="4083">
                  <c:v>1.3119496213967933E-5</c:v>
                </c:pt>
                <c:pt idx="4084">
                  <c:v>3.7510817042921985E-5</c:v>
                </c:pt>
                <c:pt idx="4085">
                  <c:v>4.2810066946726481E-5</c:v>
                </c:pt>
                <c:pt idx="4086">
                  <c:v>2.2782329935789091E-6</c:v>
                </c:pt>
                <c:pt idx="4087">
                  <c:v>1.9183449292812087E-5</c:v>
                </c:pt>
                <c:pt idx="4088">
                  <c:v>4.0112233010571231E-5</c:v>
                </c:pt>
                <c:pt idx="4089">
                  <c:v>8.1907333965774035E-6</c:v>
                </c:pt>
                <c:pt idx="4090">
                  <c:v>2.343035620272678E-5</c:v>
                </c:pt>
                <c:pt idx="4091">
                  <c:v>7.4055680766432872E-4</c:v>
                </c:pt>
                <c:pt idx="4092">
                  <c:v>9.7828072870742395E-6</c:v>
                </c:pt>
                <c:pt idx="4093">
                  <c:v>4.1836375552003426E-5</c:v>
                </c:pt>
                <c:pt idx="4094">
                  <c:v>1.3215033995569028E-5</c:v>
                </c:pt>
                <c:pt idx="4095">
                  <c:v>3.8427573317780986E-4</c:v>
                </c:pt>
                <c:pt idx="4096">
                  <c:v>2.468968548112574E-4</c:v>
                </c:pt>
                <c:pt idx="4097">
                  <c:v>1.4578994439651922E-4</c:v>
                </c:pt>
                <c:pt idx="4098">
                  <c:v>2.093590352441996E-5</c:v>
                </c:pt>
                <c:pt idx="4099">
                  <c:v>9.7731904494057807E-6</c:v>
                </c:pt>
                <c:pt idx="4100">
                  <c:v>2.4159704522340422E-7</c:v>
                </c:pt>
                <c:pt idx="4101">
                  <c:v>5.9434847680990408E-6</c:v>
                </c:pt>
                <c:pt idx="4102">
                  <c:v>3.1541753295028286E-3</c:v>
                </c:pt>
                <c:pt idx="4103">
                  <c:v>9.8109492709686007E-4</c:v>
                </c:pt>
                <c:pt idx="4104">
                  <c:v>1.4775356521770205E-7</c:v>
                </c:pt>
                <c:pt idx="4105">
                  <c:v>1.0300706650881803E-5</c:v>
                </c:pt>
                <c:pt idx="4106">
                  <c:v>1.5081530954663321E-5</c:v>
                </c:pt>
                <c:pt idx="4107">
                  <c:v>3.4507311189604624E-6</c:v>
                </c:pt>
                <c:pt idx="4108">
                  <c:v>1.5915976220132391E-6</c:v>
                </c:pt>
                <c:pt idx="4109">
                  <c:v>5.5157265956885198E-5</c:v>
                </c:pt>
                <c:pt idx="4110">
                  <c:v>0</c:v>
                </c:pt>
                <c:pt idx="4111">
                  <c:v>1.9097270277817986E-5</c:v>
                </c:pt>
                <c:pt idx="4112">
                  <c:v>2.6761212825906489E-5</c:v>
                </c:pt>
                <c:pt idx="4113">
                  <c:v>5.7621228720974632E-6</c:v>
                </c:pt>
                <c:pt idx="4114">
                  <c:v>1.3647002986067189E-5</c:v>
                </c:pt>
                <c:pt idx="4115">
                  <c:v>3.8530575174119913E-5</c:v>
                </c:pt>
                <c:pt idx="4116">
                  <c:v>0</c:v>
                </c:pt>
                <c:pt idx="4117">
                  <c:v>7.9318691889543925E-7</c:v>
                </c:pt>
                <c:pt idx="4118">
                  <c:v>9.4523862345147268E-6</c:v>
                </c:pt>
                <c:pt idx="4119">
                  <c:v>0</c:v>
                </c:pt>
                <c:pt idx="4120">
                  <c:v>3.2643848676647553E-7</c:v>
                </c:pt>
                <c:pt idx="4121">
                  <c:v>1.6731945880130367E-6</c:v>
                </c:pt>
                <c:pt idx="4122">
                  <c:v>2.7075130404572608E-6</c:v>
                </c:pt>
                <c:pt idx="4123">
                  <c:v>1.7625505882185627E-4</c:v>
                </c:pt>
                <c:pt idx="4124">
                  <c:v>2.8787051475652812E-5</c:v>
                </c:pt>
                <c:pt idx="4125">
                  <c:v>0</c:v>
                </c:pt>
                <c:pt idx="4126">
                  <c:v>6.6798662704743978E-6</c:v>
                </c:pt>
                <c:pt idx="4127">
                  <c:v>1.1943685192381356E-4</c:v>
                </c:pt>
                <c:pt idx="4128">
                  <c:v>6.2316782241240141E-4</c:v>
                </c:pt>
                <c:pt idx="4129">
                  <c:v>5.7439769627976804E-4</c:v>
                </c:pt>
                <c:pt idx="4130">
                  <c:v>1.6347528565089153E-5</c:v>
                </c:pt>
                <c:pt idx="4131">
                  <c:v>2.7432663686202703E-5</c:v>
                </c:pt>
                <c:pt idx="4132">
                  <c:v>1.5865039606326053E-5</c:v>
                </c:pt>
                <c:pt idx="4133">
                  <c:v>1.4282995662544701E-6</c:v>
                </c:pt>
                <c:pt idx="4134">
                  <c:v>1.2602890158711284E-4</c:v>
                </c:pt>
                <c:pt idx="4135">
                  <c:v>1.1186983082501021E-5</c:v>
                </c:pt>
                <c:pt idx="4136">
                  <c:v>8.4507683789052869E-5</c:v>
                </c:pt>
                <c:pt idx="4137">
                  <c:v>7.0760652349599016E-6</c:v>
                </c:pt>
                <c:pt idx="4138">
                  <c:v>3.6568333677162838E-5</c:v>
                </c:pt>
                <c:pt idx="4139">
                  <c:v>2.4638454763359606E-5</c:v>
                </c:pt>
                <c:pt idx="4140">
                  <c:v>8.6457966384503537E-5</c:v>
                </c:pt>
                <c:pt idx="4141">
                  <c:v>7.5406123312505371E-7</c:v>
                </c:pt>
                <c:pt idx="4142">
                  <c:v>3.7066552814788087E-5</c:v>
                </c:pt>
                <c:pt idx="4143">
                  <c:v>4.257260597281984E-5</c:v>
                </c:pt>
                <c:pt idx="4144">
                  <c:v>3.5691704463880816E-4</c:v>
                </c:pt>
                <c:pt idx="4145">
                  <c:v>3.5175545098966346E-5</c:v>
                </c:pt>
                <c:pt idx="4146">
                  <c:v>4.0201953263033773E-5</c:v>
                </c:pt>
                <c:pt idx="4147">
                  <c:v>7.2525280550279873E-7</c:v>
                </c:pt>
                <c:pt idx="4148">
                  <c:v>4.3723816986169129E-6</c:v>
                </c:pt>
                <c:pt idx="4149">
                  <c:v>3.8073212880626642E-3</c:v>
                </c:pt>
                <c:pt idx="4150">
                  <c:v>0</c:v>
                </c:pt>
                <c:pt idx="4151">
                  <c:v>0</c:v>
                </c:pt>
                <c:pt idx="4152">
                  <c:v>4.2184413393832302E-7</c:v>
                </c:pt>
                <c:pt idx="4153">
                  <c:v>6.2107348083787441E-5</c:v>
                </c:pt>
                <c:pt idx="4154">
                  <c:v>3.7094519967691518E-6</c:v>
                </c:pt>
                <c:pt idx="4155">
                  <c:v>1.7177148534648785E-5</c:v>
                </c:pt>
                <c:pt idx="4156">
                  <c:v>3.0190858547578012E-5</c:v>
                </c:pt>
                <c:pt idx="4157">
                  <c:v>1.6581920818844208E-5</c:v>
                </c:pt>
                <c:pt idx="4158">
                  <c:v>1.0047181043332233E-6</c:v>
                </c:pt>
                <c:pt idx="4159">
                  <c:v>2.8991783525759392E-6</c:v>
                </c:pt>
                <c:pt idx="4160">
                  <c:v>1.2932692895385747E-5</c:v>
                </c:pt>
                <c:pt idx="4161">
                  <c:v>9.2746081857895824E-5</c:v>
                </c:pt>
                <c:pt idx="4162">
                  <c:v>0</c:v>
                </c:pt>
                <c:pt idx="4163">
                  <c:v>7.4708146147626312E-7</c:v>
                </c:pt>
                <c:pt idx="4164">
                  <c:v>8.8269105442231611E-5</c:v>
                </c:pt>
                <c:pt idx="4165">
                  <c:v>0</c:v>
                </c:pt>
                <c:pt idx="4166">
                  <c:v>5.0226328866478932E-7</c:v>
                </c:pt>
                <c:pt idx="4167">
                  <c:v>1.3030402949284444E-5</c:v>
                </c:pt>
                <c:pt idx="4168">
                  <c:v>1.9672630616126611E-4</c:v>
                </c:pt>
                <c:pt idx="4169">
                  <c:v>6.8731789998307067E-6</c:v>
                </c:pt>
                <c:pt idx="4170">
                  <c:v>0</c:v>
                </c:pt>
                <c:pt idx="4171">
                  <c:v>0</c:v>
                </c:pt>
                <c:pt idx="4172">
                  <c:v>2.4604680740374654E-4</c:v>
                </c:pt>
                <c:pt idx="4173">
                  <c:v>6.9266188058364351E-6</c:v>
                </c:pt>
                <c:pt idx="4174">
                  <c:v>0</c:v>
                </c:pt>
                <c:pt idx="4175">
                  <c:v>1.9780917190578154E-7</c:v>
                </c:pt>
                <c:pt idx="4176">
                  <c:v>5.8679108543713678E-4</c:v>
                </c:pt>
                <c:pt idx="4177">
                  <c:v>6.0311937072638386E-7</c:v>
                </c:pt>
                <c:pt idx="4178">
                  <c:v>4.8481622830908376E-6</c:v>
                </c:pt>
                <c:pt idx="4179">
                  <c:v>1.2703548650499124E-5</c:v>
                </c:pt>
                <c:pt idx="4180">
                  <c:v>4.0974583349947208E-6</c:v>
                </c:pt>
                <c:pt idx="4181">
                  <c:v>0</c:v>
                </c:pt>
                <c:pt idx="4182">
                  <c:v>0</c:v>
                </c:pt>
                <c:pt idx="4183">
                  <c:v>4.5532739908122199E-6</c:v>
                </c:pt>
                <c:pt idx="4184">
                  <c:v>1.1784353160748212E-5</c:v>
                </c:pt>
                <c:pt idx="4185">
                  <c:v>4.8781404090833319E-3</c:v>
                </c:pt>
                <c:pt idx="4186">
                  <c:v>0</c:v>
                </c:pt>
                <c:pt idx="4187">
                  <c:v>0</c:v>
                </c:pt>
                <c:pt idx="4188">
                  <c:v>3.2874021970010586E-5</c:v>
                </c:pt>
                <c:pt idx="4189">
                  <c:v>1.2232392566820719E-6</c:v>
                </c:pt>
                <c:pt idx="4190">
                  <c:v>0</c:v>
                </c:pt>
                <c:pt idx="4191">
                  <c:v>1.1218380725413545E-6</c:v>
                </c:pt>
                <c:pt idx="4192">
                  <c:v>1.371469138397201E-6</c:v>
                </c:pt>
                <c:pt idx="4193">
                  <c:v>3.2390282447979196E-5</c:v>
                </c:pt>
                <c:pt idx="4194">
                  <c:v>3.8103731698954048E-5</c:v>
                </c:pt>
                <c:pt idx="4195">
                  <c:v>3.3112788054844385E-6</c:v>
                </c:pt>
                <c:pt idx="4196">
                  <c:v>1.2304956458225225E-5</c:v>
                </c:pt>
                <c:pt idx="4197">
                  <c:v>5.1599239652079516E-6</c:v>
                </c:pt>
                <c:pt idx="4198">
                  <c:v>1.4099433800882321E-6</c:v>
                </c:pt>
                <c:pt idx="4199">
                  <c:v>0</c:v>
                </c:pt>
                <c:pt idx="4200">
                  <c:v>5.5161508178181834E-6</c:v>
                </c:pt>
                <c:pt idx="4201">
                  <c:v>1.0258362170899178E-6</c:v>
                </c:pt>
                <c:pt idx="4202">
                  <c:v>5.9630800908640686E-6</c:v>
                </c:pt>
                <c:pt idx="4203">
                  <c:v>0</c:v>
                </c:pt>
                <c:pt idx="4204">
                  <c:v>2.5198933021052013E-6</c:v>
                </c:pt>
                <c:pt idx="4205">
                  <c:v>8.035819793686986E-7</c:v>
                </c:pt>
                <c:pt idx="4206">
                  <c:v>4.0115639289642948E-4</c:v>
                </c:pt>
                <c:pt idx="4207">
                  <c:v>3.7148978256024747E-4</c:v>
                </c:pt>
                <c:pt idx="4208">
                  <c:v>0</c:v>
                </c:pt>
                <c:pt idx="4209">
                  <c:v>0</c:v>
                </c:pt>
                <c:pt idx="4210">
                  <c:v>1.2531102132272941E-6</c:v>
                </c:pt>
                <c:pt idx="4211">
                  <c:v>8.2698847294570041E-7</c:v>
                </c:pt>
                <c:pt idx="4212">
                  <c:v>1.3144725661979448E-5</c:v>
                </c:pt>
                <c:pt idx="4213">
                  <c:v>7.7529942775644793E-6</c:v>
                </c:pt>
                <c:pt idx="4214">
                  <c:v>0</c:v>
                </c:pt>
                <c:pt idx="4215">
                  <c:v>6.8085479756944124E-7</c:v>
                </c:pt>
                <c:pt idx="4216">
                  <c:v>1.4302545077225622E-6</c:v>
                </c:pt>
                <c:pt idx="4217">
                  <c:v>7.6658404025508138E-6</c:v>
                </c:pt>
                <c:pt idx="4218">
                  <c:v>1.3677439074859411E-6</c:v>
                </c:pt>
                <c:pt idx="4219">
                  <c:v>8.5389963708075003E-5</c:v>
                </c:pt>
                <c:pt idx="4220">
                  <c:v>3.905679380811768E-7</c:v>
                </c:pt>
                <c:pt idx="4221">
                  <c:v>1.2364461854772382E-5</c:v>
                </c:pt>
                <c:pt idx="4222">
                  <c:v>0</c:v>
                </c:pt>
                <c:pt idx="4223">
                  <c:v>4.2182930865728639E-4</c:v>
                </c:pt>
                <c:pt idx="4224">
                  <c:v>5.5898187291621415E-6</c:v>
                </c:pt>
                <c:pt idx="4225">
                  <c:v>2.2274997957487976E-5</c:v>
                </c:pt>
                <c:pt idx="4226">
                  <c:v>2.5506773625505064E-5</c:v>
                </c:pt>
                <c:pt idx="4227">
                  <c:v>1.3262585759901824E-5</c:v>
                </c:pt>
                <c:pt idx="4228">
                  <c:v>0</c:v>
                </c:pt>
                <c:pt idx="4229">
                  <c:v>1.1518075525296781E-4</c:v>
                </c:pt>
                <c:pt idx="4230">
                  <c:v>1.6137879900618494E-5</c:v>
                </c:pt>
                <c:pt idx="4231">
                  <c:v>3.0809995989920376E-6</c:v>
                </c:pt>
                <c:pt idx="4232">
                  <c:v>3.9308946517837824E-4</c:v>
                </c:pt>
                <c:pt idx="4233">
                  <c:v>1.0493070311336424E-5</c:v>
                </c:pt>
                <c:pt idx="4234">
                  <c:v>2.5539142500224922E-6</c:v>
                </c:pt>
                <c:pt idx="4235">
                  <c:v>0</c:v>
                </c:pt>
                <c:pt idx="4236">
                  <c:v>2.0063481586013216E-5</c:v>
                </c:pt>
                <c:pt idx="4237">
                  <c:v>5.8455702842866327E-5</c:v>
                </c:pt>
                <c:pt idx="4238">
                  <c:v>4.8423792211416475E-4</c:v>
                </c:pt>
                <c:pt idx="4239">
                  <c:v>1.5726316854534555E-5</c:v>
                </c:pt>
                <c:pt idx="4240">
                  <c:v>1.117063330236768E-5</c:v>
                </c:pt>
                <c:pt idx="4241">
                  <c:v>7.7518689552652092E-3</c:v>
                </c:pt>
                <c:pt idx="4242">
                  <c:v>8.3804347024520057E-6</c:v>
                </c:pt>
                <c:pt idx="4243">
                  <c:v>2.351209457387977E-6</c:v>
                </c:pt>
                <c:pt idx="4244">
                  <c:v>1.2706313867307815E-5</c:v>
                </c:pt>
                <c:pt idx="4245">
                  <c:v>4.7157251926604594E-5</c:v>
                </c:pt>
                <c:pt idx="4246">
                  <c:v>0</c:v>
                </c:pt>
                <c:pt idx="4247">
                  <c:v>0</c:v>
                </c:pt>
                <c:pt idx="4248">
                  <c:v>0</c:v>
                </c:pt>
                <c:pt idx="4249">
                  <c:v>2.4170127828043E-6</c:v>
                </c:pt>
                <c:pt idx="4250">
                  <c:v>1.0449294835723177E-5</c:v>
                </c:pt>
                <c:pt idx="4251">
                  <c:v>0</c:v>
                </c:pt>
                <c:pt idx="4252">
                  <c:v>2.1307707620725041E-7</c:v>
                </c:pt>
                <c:pt idx="4253">
                  <c:v>1.2466701648630104E-5</c:v>
                </c:pt>
                <c:pt idx="4254">
                  <c:v>0</c:v>
                </c:pt>
                <c:pt idx="4255">
                  <c:v>2.5965993200833612E-5</c:v>
                </c:pt>
                <c:pt idx="4256">
                  <c:v>1.6642904705697697E-6</c:v>
                </c:pt>
                <c:pt idx="4257">
                  <c:v>1.7331895455213021E-5</c:v>
                </c:pt>
                <c:pt idx="4258">
                  <c:v>3.6858461865015095E-6</c:v>
                </c:pt>
                <c:pt idx="4259">
                  <c:v>3.6372028149684682E-4</c:v>
                </c:pt>
                <c:pt idx="4260">
                  <c:v>3.9520105017361795E-6</c:v>
                </c:pt>
                <c:pt idx="4261">
                  <c:v>2.8318345192493481E-5</c:v>
                </c:pt>
                <c:pt idx="4262">
                  <c:v>4.5269914519473377E-5</c:v>
                </c:pt>
                <c:pt idx="4263">
                  <c:v>8.7707350193027692E-6</c:v>
                </c:pt>
                <c:pt idx="4264">
                  <c:v>2.7522980275326067E-6</c:v>
                </c:pt>
                <c:pt idx="4265">
                  <c:v>8.9108024139198698E-5</c:v>
                </c:pt>
                <c:pt idx="4266">
                  <c:v>1.5924226460031027E-5</c:v>
                </c:pt>
                <c:pt idx="4267">
                  <c:v>4.3437307878354493E-6</c:v>
                </c:pt>
                <c:pt idx="4268">
                  <c:v>4.8989938422337113E-5</c:v>
                </c:pt>
                <c:pt idx="4269">
                  <c:v>2.117340380712046E-4</c:v>
                </c:pt>
                <c:pt idx="4270">
                  <c:v>2.0202913504199273E-6</c:v>
                </c:pt>
                <c:pt idx="4271">
                  <c:v>1.4884342154615845E-4</c:v>
                </c:pt>
                <c:pt idx="4272">
                  <c:v>1.639330143542355E-4</c:v>
                </c:pt>
                <c:pt idx="4273">
                  <c:v>1.2063840071794828E-5</c:v>
                </c:pt>
                <c:pt idx="4274">
                  <c:v>7.5164173599462134E-6</c:v>
                </c:pt>
                <c:pt idx="4275">
                  <c:v>0</c:v>
                </c:pt>
                <c:pt idx="4276">
                  <c:v>0</c:v>
                </c:pt>
                <c:pt idx="4277">
                  <c:v>2.4222992428857886E-6</c:v>
                </c:pt>
                <c:pt idx="4278">
                  <c:v>4.1257341568919875E-6</c:v>
                </c:pt>
                <c:pt idx="4279">
                  <c:v>2.199509924751748E-5</c:v>
                </c:pt>
                <c:pt idx="4280">
                  <c:v>4.0014893344902617E-5</c:v>
                </c:pt>
                <c:pt idx="4281">
                  <c:v>8.1997314462663338E-6</c:v>
                </c:pt>
                <c:pt idx="4282">
                  <c:v>0</c:v>
                </c:pt>
                <c:pt idx="4283">
                  <c:v>0</c:v>
                </c:pt>
                <c:pt idx="4284">
                  <c:v>0</c:v>
                </c:pt>
                <c:pt idx="4285">
                  <c:v>0</c:v>
                </c:pt>
                <c:pt idx="4286">
                  <c:v>0</c:v>
                </c:pt>
                <c:pt idx="4287">
                  <c:v>0</c:v>
                </c:pt>
                <c:pt idx="4288">
                  <c:v>5.8175013364200818E-4</c:v>
                </c:pt>
                <c:pt idx="4289">
                  <c:v>6.2961972711838425E-6</c:v>
                </c:pt>
                <c:pt idx="4290">
                  <c:v>1.4212217423123039E-5</c:v>
                </c:pt>
                <c:pt idx="4291">
                  <c:v>1.0000100454813558E-5</c:v>
                </c:pt>
                <c:pt idx="4292">
                  <c:v>2.69644839797944E-5</c:v>
                </c:pt>
                <c:pt idx="4293">
                  <c:v>6.5294063971283491E-6</c:v>
                </c:pt>
                <c:pt idx="4294">
                  <c:v>1.0428939118776975E-6</c:v>
                </c:pt>
                <c:pt idx="4295">
                  <c:v>5.2069332306310499E-5</c:v>
                </c:pt>
                <c:pt idx="4296">
                  <c:v>1.7703047491058273E-5</c:v>
                </c:pt>
                <c:pt idx="4297">
                  <c:v>1.5641260743956921E-5</c:v>
                </c:pt>
                <c:pt idx="4298">
                  <c:v>1.9074019662168102E-4</c:v>
                </c:pt>
                <c:pt idx="4299">
                  <c:v>4.0651764520992684E-5</c:v>
                </c:pt>
                <c:pt idx="4300">
                  <c:v>0</c:v>
                </c:pt>
                <c:pt idx="4301">
                  <c:v>0</c:v>
                </c:pt>
                <c:pt idx="4302">
                  <c:v>3.7376696400921619E-5</c:v>
                </c:pt>
                <c:pt idx="4303">
                  <c:v>1.1129259333790372E-5</c:v>
                </c:pt>
                <c:pt idx="4304">
                  <c:v>2.7391449194602558E-5</c:v>
                </c:pt>
                <c:pt idx="4305">
                  <c:v>9.6856926353898604E-6</c:v>
                </c:pt>
                <c:pt idx="4306">
                  <c:v>0</c:v>
                </c:pt>
                <c:pt idx="4307">
                  <c:v>0</c:v>
                </c:pt>
                <c:pt idx="4308">
                  <c:v>2.9996684886424672E-5</c:v>
                </c:pt>
                <c:pt idx="4309">
                  <c:v>9.042427732542704E-7</c:v>
                </c:pt>
                <c:pt idx="4310">
                  <c:v>0</c:v>
                </c:pt>
                <c:pt idx="4311">
                  <c:v>0</c:v>
                </c:pt>
                <c:pt idx="4312">
                  <c:v>1.1811760193542404E-5</c:v>
                </c:pt>
                <c:pt idx="4313">
                  <c:v>0</c:v>
                </c:pt>
                <c:pt idx="4314">
                  <c:v>2.222305764233123E-5</c:v>
                </c:pt>
                <c:pt idx="4315">
                  <c:v>2.8618065847148449E-5</c:v>
                </c:pt>
                <c:pt idx="4316">
                  <c:v>3.793981234814872E-5</c:v>
                </c:pt>
                <c:pt idx="4317">
                  <c:v>9.9844468301954942E-5</c:v>
                </c:pt>
                <c:pt idx="4318">
                  <c:v>8.6172185565998007E-5</c:v>
                </c:pt>
                <c:pt idx="4319">
                  <c:v>1.8774993873461049E-5</c:v>
                </c:pt>
                <c:pt idx="4320">
                  <c:v>0</c:v>
                </c:pt>
                <c:pt idx="4321">
                  <c:v>1.7101956252884501E-6</c:v>
                </c:pt>
                <c:pt idx="4322">
                  <c:v>2.7934506697934052E-5</c:v>
                </c:pt>
                <c:pt idx="4323">
                  <c:v>7.0159991601402845E-6</c:v>
                </c:pt>
                <c:pt idx="4324">
                  <c:v>1.9421032689439396E-4</c:v>
                </c:pt>
                <c:pt idx="4325">
                  <c:v>5.9314217391599874E-6</c:v>
                </c:pt>
                <c:pt idx="4326">
                  <c:v>7.7229947272394838E-6</c:v>
                </c:pt>
                <c:pt idx="4327">
                  <c:v>8.0421353327885804E-6</c:v>
                </c:pt>
                <c:pt idx="4328">
                  <c:v>1.3723791579872305E-6</c:v>
                </c:pt>
                <c:pt idx="4329">
                  <c:v>1.8019756297550182E-5</c:v>
                </c:pt>
                <c:pt idx="4330">
                  <c:v>0</c:v>
                </c:pt>
                <c:pt idx="4331">
                  <c:v>7.5356449625402882E-6</c:v>
                </c:pt>
                <c:pt idx="4332">
                  <c:v>9.6572248920918477E-6</c:v>
                </c:pt>
                <c:pt idx="4333">
                  <c:v>4.7789064987401432E-5</c:v>
                </c:pt>
                <c:pt idx="4334">
                  <c:v>6.2591099558784134E-5</c:v>
                </c:pt>
                <c:pt idx="4335">
                  <c:v>1.3601413872467731E-5</c:v>
                </c:pt>
                <c:pt idx="4336">
                  <c:v>0</c:v>
                </c:pt>
                <c:pt idx="4337">
                  <c:v>0</c:v>
                </c:pt>
                <c:pt idx="4338">
                  <c:v>1.9321655892810831E-5</c:v>
                </c:pt>
                <c:pt idx="4339">
                  <c:v>1.2715664161281227E-5</c:v>
                </c:pt>
                <c:pt idx="4340">
                  <c:v>5.558641244738454E-6</c:v>
                </c:pt>
                <c:pt idx="4341">
                  <c:v>3.8960942368385671E-5</c:v>
                </c:pt>
                <c:pt idx="4342">
                  <c:v>3.7199911732742947E-5</c:v>
                </c:pt>
                <c:pt idx="4343">
                  <c:v>2.2496225078352863E-6</c:v>
                </c:pt>
                <c:pt idx="4344">
                  <c:v>2.9417696432883096E-5</c:v>
                </c:pt>
                <c:pt idx="4345">
                  <c:v>0</c:v>
                </c:pt>
                <c:pt idx="4346">
                  <c:v>4.3930941475205902E-5</c:v>
                </c:pt>
                <c:pt idx="4347">
                  <c:v>7.7357515441725337E-7</c:v>
                </c:pt>
                <c:pt idx="4348">
                  <c:v>5.410632070408012E-5</c:v>
                </c:pt>
                <c:pt idx="4349">
                  <c:v>1.744111439064232E-6</c:v>
                </c:pt>
                <c:pt idx="4350">
                  <c:v>3.0910552600542494E-5</c:v>
                </c:pt>
                <c:pt idx="4351">
                  <c:v>1.1086953827146363E-7</c:v>
                </c:pt>
                <c:pt idx="4352">
                  <c:v>5.5070217709817486E-5</c:v>
                </c:pt>
                <c:pt idx="4353">
                  <c:v>1.2674845203386088E-5</c:v>
                </c:pt>
                <c:pt idx="4354">
                  <c:v>2.3261032546431252E-6</c:v>
                </c:pt>
                <c:pt idx="4355">
                  <c:v>2.0756577756287298E-6</c:v>
                </c:pt>
                <c:pt idx="4356">
                  <c:v>0</c:v>
                </c:pt>
                <c:pt idx="4357">
                  <c:v>5.8453249098191521E-5</c:v>
                </c:pt>
                <c:pt idx="4358">
                  <c:v>0</c:v>
                </c:pt>
                <c:pt idx="4359">
                  <c:v>0</c:v>
                </c:pt>
                <c:pt idx="4360">
                  <c:v>0</c:v>
                </c:pt>
                <c:pt idx="4361">
                  <c:v>9.3071605599095696E-6</c:v>
                </c:pt>
                <c:pt idx="4362">
                  <c:v>6.8848382202357113E-6</c:v>
                </c:pt>
                <c:pt idx="4363">
                  <c:v>2.4591447508432213E-5</c:v>
                </c:pt>
                <c:pt idx="4364">
                  <c:v>9.6267130327480406E-7</c:v>
                </c:pt>
                <c:pt idx="4365">
                  <c:v>2.5648748902845452E-4</c:v>
                </c:pt>
                <c:pt idx="4366">
                  <c:v>0</c:v>
                </c:pt>
                <c:pt idx="4367">
                  <c:v>4.2081945701819021E-7</c:v>
                </c:pt>
                <c:pt idx="4368">
                  <c:v>2.5172723476180234E-6</c:v>
                </c:pt>
                <c:pt idx="4369">
                  <c:v>2.6670856463383995E-4</c:v>
                </c:pt>
                <c:pt idx="4370">
                  <c:v>2.1314329094286401E-8</c:v>
                </c:pt>
                <c:pt idx="4371">
                  <c:v>0</c:v>
                </c:pt>
                <c:pt idx="4372">
                  <c:v>9.6087143268864044E-6</c:v>
                </c:pt>
                <c:pt idx="4373">
                  <c:v>0</c:v>
                </c:pt>
                <c:pt idx="4374">
                  <c:v>3.4486375029596226E-5</c:v>
                </c:pt>
                <c:pt idx="4375">
                  <c:v>1.9994317430118986E-6</c:v>
                </c:pt>
                <c:pt idx="4376">
                  <c:v>1.0651084358307105E-5</c:v>
                </c:pt>
                <c:pt idx="4377">
                  <c:v>2.287512708162713E-5</c:v>
                </c:pt>
                <c:pt idx="4378">
                  <c:v>2.5744577332766286E-5</c:v>
                </c:pt>
                <c:pt idx="4379">
                  <c:v>9.8580391198748703E-6</c:v>
                </c:pt>
                <c:pt idx="4380">
                  <c:v>2.7251520860260783E-5</c:v>
                </c:pt>
                <c:pt idx="4381">
                  <c:v>3.8032109160011414E-6</c:v>
                </c:pt>
                <c:pt idx="4382">
                  <c:v>1.6171498775285852E-5</c:v>
                </c:pt>
                <c:pt idx="4383">
                  <c:v>0</c:v>
                </c:pt>
                <c:pt idx="4384">
                  <c:v>1.6055669013315586E-5</c:v>
                </c:pt>
                <c:pt idx="4385">
                  <c:v>1.5719317246208034E-6</c:v>
                </c:pt>
                <c:pt idx="4386">
                  <c:v>0</c:v>
                </c:pt>
                <c:pt idx="4387">
                  <c:v>0</c:v>
                </c:pt>
                <c:pt idx="4388">
                  <c:v>0</c:v>
                </c:pt>
                <c:pt idx="4389">
                  <c:v>0</c:v>
                </c:pt>
                <c:pt idx="4390">
                  <c:v>2.5102063042223763E-5</c:v>
                </c:pt>
                <c:pt idx="4391">
                  <c:v>4.8639662202856714E-6</c:v>
                </c:pt>
                <c:pt idx="4392">
                  <c:v>7.9813065669552325E-6</c:v>
                </c:pt>
                <c:pt idx="4393">
                  <c:v>1.0459181816243016E-5</c:v>
                </c:pt>
                <c:pt idx="4394">
                  <c:v>1.2484476210847485E-5</c:v>
                </c:pt>
                <c:pt idx="4395">
                  <c:v>1.1919755522439565E-5</c:v>
                </c:pt>
                <c:pt idx="4396">
                  <c:v>2.7350456129432355E-6</c:v>
                </c:pt>
                <c:pt idx="4397">
                  <c:v>5.4545587049210845E-5</c:v>
                </c:pt>
                <c:pt idx="4398">
                  <c:v>2.9544289683006444E-5</c:v>
                </c:pt>
                <c:pt idx="4399">
                  <c:v>2.2554398956550602E-7</c:v>
                </c:pt>
                <c:pt idx="4400">
                  <c:v>2.4429130857304469E-7</c:v>
                </c:pt>
                <c:pt idx="4401">
                  <c:v>5.1294299156800058E-7</c:v>
                </c:pt>
                <c:pt idx="4402">
                  <c:v>0</c:v>
                </c:pt>
                <c:pt idx="4403">
                  <c:v>0</c:v>
                </c:pt>
                <c:pt idx="4404">
                  <c:v>0</c:v>
                </c:pt>
                <c:pt idx="4405">
                  <c:v>0</c:v>
                </c:pt>
                <c:pt idx="4406">
                  <c:v>3.0606669152288202E-6</c:v>
                </c:pt>
                <c:pt idx="4407">
                  <c:v>3.5842733455593644E-5</c:v>
                </c:pt>
                <c:pt idx="4408">
                  <c:v>3.5088019465156388E-6</c:v>
                </c:pt>
                <c:pt idx="4409">
                  <c:v>0</c:v>
                </c:pt>
                <c:pt idx="4410">
                  <c:v>7.2452360400169711E-6</c:v>
                </c:pt>
                <c:pt idx="4411">
                  <c:v>8.1361448633449226E-4</c:v>
                </c:pt>
                <c:pt idx="4412">
                  <c:v>0</c:v>
                </c:pt>
                <c:pt idx="4413">
                  <c:v>1.5897597788607125E-6</c:v>
                </c:pt>
                <c:pt idx="4414">
                  <c:v>2.6254671907494436E-6</c:v>
                </c:pt>
                <c:pt idx="4415">
                  <c:v>0</c:v>
                </c:pt>
                <c:pt idx="4416">
                  <c:v>4.1166864994169418E-7</c:v>
                </c:pt>
                <c:pt idx="4417">
                  <c:v>0</c:v>
                </c:pt>
                <c:pt idx="4418">
                  <c:v>1.5236811700444703E-5</c:v>
                </c:pt>
                <c:pt idx="4419">
                  <c:v>4.7878225143090123E-6</c:v>
                </c:pt>
                <c:pt idx="4420">
                  <c:v>0</c:v>
                </c:pt>
                <c:pt idx="4421">
                  <c:v>3.9361671526478607E-5</c:v>
                </c:pt>
                <c:pt idx="4422">
                  <c:v>2.0472417908620303E-5</c:v>
                </c:pt>
                <c:pt idx="4423">
                  <c:v>4.0161114478305332E-5</c:v>
                </c:pt>
                <c:pt idx="4424">
                  <c:v>3.8428025412197763E-7</c:v>
                </c:pt>
                <c:pt idx="4425">
                  <c:v>1.8322679290581174E-5</c:v>
                </c:pt>
                <c:pt idx="4426">
                  <c:v>4.1221938675103475E-6</c:v>
                </c:pt>
                <c:pt idx="4427">
                  <c:v>3.5626944016720005E-6</c:v>
                </c:pt>
                <c:pt idx="4428">
                  <c:v>1.136686289275012E-5</c:v>
                </c:pt>
                <c:pt idx="4429">
                  <c:v>8.3095772455712513E-6</c:v>
                </c:pt>
                <c:pt idx="4430">
                  <c:v>0</c:v>
                </c:pt>
                <c:pt idx="4431">
                  <c:v>1.2867570821035743E-4</c:v>
                </c:pt>
                <c:pt idx="4432">
                  <c:v>2.0742641341280213E-7</c:v>
                </c:pt>
                <c:pt idx="4433">
                  <c:v>0</c:v>
                </c:pt>
                <c:pt idx="4434">
                  <c:v>1.8182696723239685E-4</c:v>
                </c:pt>
                <c:pt idx="4435">
                  <c:v>7.0115402910328939E-6</c:v>
                </c:pt>
                <c:pt idx="4436">
                  <c:v>4.7494038109934715E-4</c:v>
                </c:pt>
                <c:pt idx="4437">
                  <c:v>6.2717013621682845E-5</c:v>
                </c:pt>
                <c:pt idx="4438">
                  <c:v>6.4818067648426876E-6</c:v>
                </c:pt>
                <c:pt idx="4439">
                  <c:v>7.4836685997962008E-5</c:v>
                </c:pt>
                <c:pt idx="4440">
                  <c:v>0</c:v>
                </c:pt>
                <c:pt idx="4441">
                  <c:v>6.7058238072677902E-6</c:v>
                </c:pt>
                <c:pt idx="4442">
                  <c:v>1.4810037682190625E-5</c:v>
                </c:pt>
                <c:pt idx="4443">
                  <c:v>3.4980993749618472E-7</c:v>
                </c:pt>
                <c:pt idx="4444">
                  <c:v>2.0068686949514381E-5</c:v>
                </c:pt>
                <c:pt idx="4445">
                  <c:v>0</c:v>
                </c:pt>
                <c:pt idx="4446">
                  <c:v>6.1620436971726567E-5</c:v>
                </c:pt>
                <c:pt idx="4447">
                  <c:v>7.4991388948579874E-6</c:v>
                </c:pt>
                <c:pt idx="4448">
                  <c:v>2.2549057554184593E-6</c:v>
                </c:pt>
                <c:pt idx="4449">
                  <c:v>6.7696732870007131E-6</c:v>
                </c:pt>
                <c:pt idx="4450">
                  <c:v>2.4241508741462469E-6</c:v>
                </c:pt>
                <c:pt idx="4451">
                  <c:v>3.8462414349817805E-6</c:v>
                </c:pt>
                <c:pt idx="4452">
                  <c:v>9.6485464619004866E-6</c:v>
                </c:pt>
                <c:pt idx="4453">
                  <c:v>7.9163061255592408E-7</c:v>
                </c:pt>
                <c:pt idx="4454">
                  <c:v>1.5152025932501709E-6</c:v>
                </c:pt>
                <c:pt idx="4455">
                  <c:v>9.4003762974895195E-6</c:v>
                </c:pt>
                <c:pt idx="4456">
                  <c:v>8.2964181474227505E-5</c:v>
                </c:pt>
                <c:pt idx="4457">
                  <c:v>4.5428362554754271E-5</c:v>
                </c:pt>
                <c:pt idx="4458">
                  <c:v>2.0884863569011513E-4</c:v>
                </c:pt>
                <c:pt idx="4459">
                  <c:v>2.1867143711366211E-5</c:v>
                </c:pt>
                <c:pt idx="4460">
                  <c:v>5.0735379496915161E-6</c:v>
                </c:pt>
                <c:pt idx="4461">
                  <c:v>8.2355261764417318E-5</c:v>
                </c:pt>
                <c:pt idx="4462">
                  <c:v>2.6347267560391766E-3</c:v>
                </c:pt>
                <c:pt idx="4463">
                  <c:v>8.3080379238767421E-6</c:v>
                </c:pt>
                <c:pt idx="4464">
                  <c:v>0</c:v>
                </c:pt>
                <c:pt idx="4465">
                  <c:v>6.540795803981931E-7</c:v>
                </c:pt>
                <c:pt idx="4466">
                  <c:v>1.7571816167631123E-4</c:v>
                </c:pt>
                <c:pt idx="4467">
                  <c:v>2.0958594916966518E-6</c:v>
                </c:pt>
                <c:pt idx="4468">
                  <c:v>0</c:v>
                </c:pt>
                <c:pt idx="4469">
                  <c:v>0</c:v>
                </c:pt>
                <c:pt idx="4470">
                  <c:v>9.6187219540391731E-5</c:v>
                </c:pt>
                <c:pt idx="4471">
                  <c:v>4.2755931670849139E-5</c:v>
                </c:pt>
                <c:pt idx="4472">
                  <c:v>1.4676227515099267E-5</c:v>
                </c:pt>
                <c:pt idx="4473">
                  <c:v>9.1523680438687035E-6</c:v>
                </c:pt>
                <c:pt idx="4474">
                  <c:v>1.1932343869516886E-5</c:v>
                </c:pt>
                <c:pt idx="4475">
                  <c:v>8.5047781697718681E-5</c:v>
                </c:pt>
                <c:pt idx="4476">
                  <c:v>8.7341488293845343E-5</c:v>
                </c:pt>
                <c:pt idx="4477">
                  <c:v>0</c:v>
                </c:pt>
                <c:pt idx="4478">
                  <c:v>0</c:v>
                </c:pt>
                <c:pt idx="4479">
                  <c:v>0</c:v>
                </c:pt>
                <c:pt idx="4480">
                  <c:v>6.8262146959485948E-7</c:v>
                </c:pt>
                <c:pt idx="4481">
                  <c:v>2.9110498316053217E-6</c:v>
                </c:pt>
                <c:pt idx="4482">
                  <c:v>2.380677822009441E-5</c:v>
                </c:pt>
                <c:pt idx="4483">
                  <c:v>1.0254714464713501E-4</c:v>
                </c:pt>
                <c:pt idx="4484">
                  <c:v>4.50278085632345E-6</c:v>
                </c:pt>
                <c:pt idx="4485">
                  <c:v>1.2879741371348782E-5</c:v>
                </c:pt>
                <c:pt idx="4486">
                  <c:v>8.0681127190193865E-5</c:v>
                </c:pt>
                <c:pt idx="4487">
                  <c:v>5.0654616440078759E-6</c:v>
                </c:pt>
                <c:pt idx="4488">
                  <c:v>4.0446066313882734E-6</c:v>
                </c:pt>
                <c:pt idx="4489">
                  <c:v>3.5832524003024502E-5</c:v>
                </c:pt>
                <c:pt idx="4490">
                  <c:v>3.8681991985883367E-6</c:v>
                </c:pt>
                <c:pt idx="4491">
                  <c:v>4.9013290897803413E-7</c:v>
                </c:pt>
                <c:pt idx="4492">
                  <c:v>4.266373142299868E-6</c:v>
                </c:pt>
                <c:pt idx="4493">
                  <c:v>1.8813235654350444E-4</c:v>
                </c:pt>
                <c:pt idx="4494">
                  <c:v>3.2336576505108053E-4</c:v>
                </c:pt>
                <c:pt idx="4495">
                  <c:v>7.8844210924740936E-5</c:v>
                </c:pt>
                <c:pt idx="4496">
                  <c:v>4.2518891084617472E-7</c:v>
                </c:pt>
                <c:pt idx="4497">
                  <c:v>7.1209245721889981E-6</c:v>
                </c:pt>
                <c:pt idx="4498">
                  <c:v>1.3093316409463221E-4</c:v>
                </c:pt>
                <c:pt idx="4499">
                  <c:v>1.1343421114103691E-6</c:v>
                </c:pt>
                <c:pt idx="4500">
                  <c:v>2.3447465212076985E-4</c:v>
                </c:pt>
                <c:pt idx="4501">
                  <c:v>0</c:v>
                </c:pt>
                <c:pt idx="4502">
                  <c:v>0</c:v>
                </c:pt>
                <c:pt idx="4503">
                  <c:v>2.5027353024785819E-5</c:v>
                </c:pt>
                <c:pt idx="4504">
                  <c:v>6.7594843681137534E-6</c:v>
                </c:pt>
                <c:pt idx="4505">
                  <c:v>0</c:v>
                </c:pt>
                <c:pt idx="4506">
                  <c:v>6.6155781439993302E-6</c:v>
                </c:pt>
                <c:pt idx="4507">
                  <c:v>2.9645941677287889E-5</c:v>
                </c:pt>
                <c:pt idx="4508">
                  <c:v>3.2170014135182552E-5</c:v>
                </c:pt>
                <c:pt idx="4509">
                  <c:v>2.0167141696756292E-6</c:v>
                </c:pt>
                <c:pt idx="4510">
                  <c:v>0</c:v>
                </c:pt>
                <c:pt idx="4511">
                  <c:v>8.6274907146839638E-6</c:v>
                </c:pt>
                <c:pt idx="4512">
                  <c:v>1.5437574353502206E-6</c:v>
                </c:pt>
                <c:pt idx="4513">
                  <c:v>0</c:v>
                </c:pt>
                <c:pt idx="4514">
                  <c:v>1.3107843878748184E-6</c:v>
                </c:pt>
                <c:pt idx="4515">
                  <c:v>1.4077555432779108E-5</c:v>
                </c:pt>
                <c:pt idx="4516">
                  <c:v>5.6532144005480198E-4</c:v>
                </c:pt>
                <c:pt idx="4517">
                  <c:v>1.2352409987805493E-5</c:v>
                </c:pt>
                <c:pt idx="4518">
                  <c:v>9.7419340018243518E-6</c:v>
                </c:pt>
                <c:pt idx="4519">
                  <c:v>5.6581708219910118E-5</c:v>
                </c:pt>
                <c:pt idx="4520">
                  <c:v>0</c:v>
                </c:pt>
                <c:pt idx="4521">
                  <c:v>0</c:v>
                </c:pt>
                <c:pt idx="4522">
                  <c:v>0</c:v>
                </c:pt>
                <c:pt idx="4523">
                  <c:v>9.338092334613367E-6</c:v>
                </c:pt>
                <c:pt idx="4524">
                  <c:v>8.3149730053564757E-6</c:v>
                </c:pt>
                <c:pt idx="4525">
                  <c:v>0</c:v>
                </c:pt>
                <c:pt idx="4526">
                  <c:v>0</c:v>
                </c:pt>
                <c:pt idx="4527">
                  <c:v>0</c:v>
                </c:pt>
                <c:pt idx="4528">
                  <c:v>2.49928229202424E-5</c:v>
                </c:pt>
                <c:pt idx="4529">
                  <c:v>2.0116294045025388E-5</c:v>
                </c:pt>
                <c:pt idx="4530">
                  <c:v>6.6601470565837433E-6</c:v>
                </c:pt>
                <c:pt idx="4531">
                  <c:v>7.0254829393183487E-8</c:v>
                </c:pt>
                <c:pt idx="4532">
                  <c:v>0</c:v>
                </c:pt>
                <c:pt idx="4533">
                  <c:v>0</c:v>
                </c:pt>
                <c:pt idx="4534">
                  <c:v>2.0519597959646687E-7</c:v>
                </c:pt>
                <c:pt idx="4535">
                  <c:v>2.5003527839723083E-5</c:v>
                </c:pt>
                <c:pt idx="4536">
                  <c:v>8.4456497699234695E-5</c:v>
                </c:pt>
                <c:pt idx="4537">
                  <c:v>0</c:v>
                </c:pt>
                <c:pt idx="4538">
                  <c:v>3.3685237251644847E-4</c:v>
                </c:pt>
                <c:pt idx="4539">
                  <c:v>3.6136505778359114E-3</c:v>
                </c:pt>
                <c:pt idx="4540">
                  <c:v>5.1992186931758592E-4</c:v>
                </c:pt>
                <c:pt idx="4541">
                  <c:v>1.4454653124912661E-5</c:v>
                </c:pt>
                <c:pt idx="4542">
                  <c:v>1.4484652080530765E-5</c:v>
                </c:pt>
                <c:pt idx="4543">
                  <c:v>1.0005411523299738E-4</c:v>
                </c:pt>
                <c:pt idx="4544">
                  <c:v>8.9453818829211747E-6</c:v>
                </c:pt>
                <c:pt idx="4545">
                  <c:v>4.601932432103459E-6</c:v>
                </c:pt>
                <c:pt idx="4546">
                  <c:v>4.3328021900973918E-6</c:v>
                </c:pt>
                <c:pt idx="4547">
                  <c:v>0</c:v>
                </c:pt>
                <c:pt idx="4548">
                  <c:v>5.5307501996644329E-6</c:v>
                </c:pt>
                <c:pt idx="4549">
                  <c:v>4.9370292978716283E-5</c:v>
                </c:pt>
                <c:pt idx="4550">
                  <c:v>6.0933301940237971E-3</c:v>
                </c:pt>
                <c:pt idx="4551">
                  <c:v>1.7983579605517208E-6</c:v>
                </c:pt>
                <c:pt idx="4552">
                  <c:v>3.8477463511333151E-6</c:v>
                </c:pt>
                <c:pt idx="4553">
                  <c:v>2.8657699290310442E-5</c:v>
                </c:pt>
                <c:pt idx="4554">
                  <c:v>1.5119215222433053E-5</c:v>
                </c:pt>
                <c:pt idx="4555">
                  <c:v>0</c:v>
                </c:pt>
                <c:pt idx="4556">
                  <c:v>3.7102853667577103E-5</c:v>
                </c:pt>
                <c:pt idx="4557">
                  <c:v>0</c:v>
                </c:pt>
                <c:pt idx="4558">
                  <c:v>1.0060072732778247E-4</c:v>
                </c:pt>
                <c:pt idx="4559">
                  <c:v>3.0307361466594639E-6</c:v>
                </c:pt>
                <c:pt idx="4560">
                  <c:v>2.0194180829504491E-5</c:v>
                </c:pt>
                <c:pt idx="4561">
                  <c:v>7.2323862079995277E-6</c:v>
                </c:pt>
                <c:pt idx="4562">
                  <c:v>2.4990815186534199E-3</c:v>
                </c:pt>
                <c:pt idx="4563">
                  <c:v>2.4110979090846882E-5</c:v>
                </c:pt>
                <c:pt idx="4564">
                  <c:v>3.3220518468529354E-6</c:v>
                </c:pt>
                <c:pt idx="4565">
                  <c:v>2.2239051615487863E-5</c:v>
                </c:pt>
                <c:pt idx="4566">
                  <c:v>3.3224793106160694E-5</c:v>
                </c:pt>
                <c:pt idx="4567">
                  <c:v>1.4336521375671455E-5</c:v>
                </c:pt>
                <c:pt idx="4568">
                  <c:v>5.53692716509807E-6</c:v>
                </c:pt>
                <c:pt idx="4569">
                  <c:v>5.5404515647996633E-6</c:v>
                </c:pt>
                <c:pt idx="4570">
                  <c:v>7.9562258244522061E-5</c:v>
                </c:pt>
                <c:pt idx="4571">
                  <c:v>1.0493290756655005E-5</c:v>
                </c:pt>
                <c:pt idx="4572">
                  <c:v>1.2655748613260348E-4</c:v>
                </c:pt>
                <c:pt idx="4573">
                  <c:v>9.9016866103019248E-5</c:v>
                </c:pt>
                <c:pt idx="4574">
                  <c:v>1.5874694893965321E-5</c:v>
                </c:pt>
                <c:pt idx="4575">
                  <c:v>2.5101578162044694E-5</c:v>
                </c:pt>
                <c:pt idx="4576">
                  <c:v>7.8303963698931527E-5</c:v>
                </c:pt>
                <c:pt idx="4577">
                  <c:v>3.7362474942302139E-3</c:v>
                </c:pt>
                <c:pt idx="4578">
                  <c:v>1.5967479058669834E-5</c:v>
                </c:pt>
                <c:pt idx="4579">
                  <c:v>3.748156291963269E-5</c:v>
                </c:pt>
                <c:pt idx="4580">
                  <c:v>2.731150792909386E-4</c:v>
                </c:pt>
                <c:pt idx="4581">
                  <c:v>1.2806139056564079E-5</c:v>
                </c:pt>
                <c:pt idx="4582">
                  <c:v>2.4839347560892925E-5</c:v>
                </c:pt>
                <c:pt idx="4583">
                  <c:v>2.0894451184039206E-5</c:v>
                </c:pt>
                <c:pt idx="4584">
                  <c:v>3.9879078853621924E-5</c:v>
                </c:pt>
                <c:pt idx="4585">
                  <c:v>5.871614829983259E-4</c:v>
                </c:pt>
                <c:pt idx="4586">
                  <c:v>9.3818075011063548E-6</c:v>
                </c:pt>
                <c:pt idx="4587">
                  <c:v>7.9573463478086346E-5</c:v>
                </c:pt>
                <c:pt idx="4588">
                  <c:v>2.1221684256144755E-5</c:v>
                </c:pt>
                <c:pt idx="4589">
                  <c:v>1.7204861871347403E-5</c:v>
                </c:pt>
                <c:pt idx="4590">
                  <c:v>1.9687042474169784E-4</c:v>
                </c:pt>
                <c:pt idx="4591">
                  <c:v>8.9091228445911227E-5</c:v>
                </c:pt>
                <c:pt idx="4592">
                  <c:v>3.1929076928072219E-6</c:v>
                </c:pt>
                <c:pt idx="4593">
                  <c:v>1.2781450609888539E-6</c:v>
                </c:pt>
                <c:pt idx="4594">
                  <c:v>2.5983654520099811E-4</c:v>
                </c:pt>
                <c:pt idx="4595">
                  <c:v>3.9967413691576003E-5</c:v>
                </c:pt>
                <c:pt idx="4596">
                  <c:v>0</c:v>
                </c:pt>
                <c:pt idx="4597">
                  <c:v>1.7709070728320552E-5</c:v>
                </c:pt>
                <c:pt idx="4598">
                  <c:v>1.2852256368394509E-5</c:v>
                </c:pt>
                <c:pt idx="4599">
                  <c:v>0</c:v>
                </c:pt>
                <c:pt idx="4600">
                  <c:v>4.237893062371159E-6</c:v>
                </c:pt>
                <c:pt idx="4601">
                  <c:v>1.4269294428622389E-5</c:v>
                </c:pt>
                <c:pt idx="4602">
                  <c:v>0</c:v>
                </c:pt>
                <c:pt idx="4603">
                  <c:v>6.4128312439117808E-6</c:v>
                </c:pt>
                <c:pt idx="4604">
                  <c:v>6.5573845070908383E-5</c:v>
                </c:pt>
                <c:pt idx="4605">
                  <c:v>1.1091338501541251E-6</c:v>
                </c:pt>
                <c:pt idx="4606">
                  <c:v>1.4406528178513966E-5</c:v>
                </c:pt>
                <c:pt idx="4607">
                  <c:v>1.2508347897137113E-6</c:v>
                </c:pt>
                <c:pt idx="4608">
                  <c:v>0</c:v>
                </c:pt>
                <c:pt idx="4609">
                  <c:v>1.3361960738773924E-7</c:v>
                </c:pt>
                <c:pt idx="4610">
                  <c:v>1.6919054022328886E-5</c:v>
                </c:pt>
                <c:pt idx="4611">
                  <c:v>1.2367752040721943E-5</c:v>
                </c:pt>
                <c:pt idx="4612">
                  <c:v>5.8550065116875332E-5</c:v>
                </c:pt>
                <c:pt idx="4613">
                  <c:v>6.2760993654584414E-6</c:v>
                </c:pt>
                <c:pt idx="4614">
                  <c:v>4.2485285666236142E-6</c:v>
                </c:pt>
                <c:pt idx="4615">
                  <c:v>4.3093441813207502E-5</c:v>
                </c:pt>
                <c:pt idx="4616">
                  <c:v>2.0522435706347803E-5</c:v>
                </c:pt>
                <c:pt idx="4617">
                  <c:v>0</c:v>
                </c:pt>
                <c:pt idx="4618">
                  <c:v>4.3744223832564498E-6</c:v>
                </c:pt>
                <c:pt idx="4619">
                  <c:v>9.4954531874051084E-6</c:v>
                </c:pt>
                <c:pt idx="4620">
                  <c:v>1.8403945383057637E-6</c:v>
                </c:pt>
                <c:pt idx="4621">
                  <c:v>3.9623640564297592E-5</c:v>
                </c:pt>
                <c:pt idx="4622">
                  <c:v>3.3406602125158156E-5</c:v>
                </c:pt>
                <c:pt idx="4623">
                  <c:v>4.3771547614511501E-5</c:v>
                </c:pt>
                <c:pt idx="4624">
                  <c:v>1.840926372595397E-6</c:v>
                </c:pt>
                <c:pt idx="4625">
                  <c:v>7.2952020595307551E-6</c:v>
                </c:pt>
                <c:pt idx="4626">
                  <c:v>7.5504640063178517E-6</c:v>
                </c:pt>
                <c:pt idx="4627">
                  <c:v>4.18715954338635E-7</c:v>
                </c:pt>
                <c:pt idx="4628">
                  <c:v>0</c:v>
                </c:pt>
                <c:pt idx="4629">
                  <c:v>1.264113832583076E-6</c:v>
                </c:pt>
                <c:pt idx="4630">
                  <c:v>0</c:v>
                </c:pt>
                <c:pt idx="4631">
                  <c:v>0</c:v>
                </c:pt>
                <c:pt idx="4632">
                  <c:v>1.2359026945459781E-6</c:v>
                </c:pt>
                <c:pt idx="4633">
                  <c:v>0</c:v>
                </c:pt>
                <c:pt idx="4634">
                  <c:v>5.5606879384080709E-6</c:v>
                </c:pt>
                <c:pt idx="4635">
                  <c:v>8.168038398808985E-4</c:v>
                </c:pt>
                <c:pt idx="4636">
                  <c:v>2.0729446824712292E-6</c:v>
                </c:pt>
                <c:pt idx="4637">
                  <c:v>4.4873444909438945E-7</c:v>
                </c:pt>
                <c:pt idx="4638">
                  <c:v>3.5662370232185519E-6</c:v>
                </c:pt>
                <c:pt idx="4639">
                  <c:v>7.8134518711842028E-6</c:v>
                </c:pt>
                <c:pt idx="4640">
                  <c:v>0</c:v>
                </c:pt>
                <c:pt idx="4641">
                  <c:v>1.626697609519817E-7</c:v>
                </c:pt>
                <c:pt idx="4642">
                  <c:v>3.392804535472985E-5</c:v>
                </c:pt>
                <c:pt idx="4643">
                  <c:v>0</c:v>
                </c:pt>
                <c:pt idx="4644">
                  <c:v>6.2296842697713534E-6</c:v>
                </c:pt>
                <c:pt idx="4645">
                  <c:v>1.3752447189640023E-6</c:v>
                </c:pt>
                <c:pt idx="4646">
                  <c:v>4.949324119368717E-6</c:v>
                </c:pt>
                <c:pt idx="4647">
                  <c:v>1.4465744783746242E-3</c:v>
                </c:pt>
                <c:pt idx="4648">
                  <c:v>4.6823562789153464E-6</c:v>
                </c:pt>
                <c:pt idx="4649">
                  <c:v>1.2548188779317322E-7</c:v>
                </c:pt>
                <c:pt idx="4650">
                  <c:v>3.0791704654522351E-5</c:v>
                </c:pt>
                <c:pt idx="4651">
                  <c:v>0</c:v>
                </c:pt>
                <c:pt idx="4652">
                  <c:v>1.5171083540882287E-5</c:v>
                </c:pt>
                <c:pt idx="4653">
                  <c:v>1.849868827980823E-5</c:v>
                </c:pt>
                <c:pt idx="4654">
                  <c:v>0</c:v>
                </c:pt>
                <c:pt idx="4655">
                  <c:v>1.7418899621548756E-5</c:v>
                </c:pt>
                <c:pt idx="4656">
                  <c:v>2.6291443156664646E-7</c:v>
                </c:pt>
                <c:pt idx="4657">
                  <c:v>4.3984456937039962E-7</c:v>
                </c:pt>
                <c:pt idx="4658">
                  <c:v>0</c:v>
                </c:pt>
                <c:pt idx="4659">
                  <c:v>1.4881657994789243E-5</c:v>
                </c:pt>
                <c:pt idx="4660">
                  <c:v>1.7632063362833948E-5</c:v>
                </c:pt>
                <c:pt idx="4661">
                  <c:v>5.6391451997012812E-5</c:v>
                </c:pt>
                <c:pt idx="4662">
                  <c:v>0</c:v>
                </c:pt>
                <c:pt idx="4663">
                  <c:v>2.6161274192499681E-5</c:v>
                </c:pt>
                <c:pt idx="4664">
                  <c:v>8.094927088350549E-6</c:v>
                </c:pt>
                <c:pt idx="4665">
                  <c:v>8.240601586417318E-8</c:v>
                </c:pt>
                <c:pt idx="4666">
                  <c:v>2.4967381629040238E-6</c:v>
                </c:pt>
                <c:pt idx="4667">
                  <c:v>1.7535291489741682E-4</c:v>
                </c:pt>
                <c:pt idx="4668">
                  <c:v>3.6609655730474954E-6</c:v>
                </c:pt>
                <c:pt idx="4669">
                  <c:v>1.6654139662404007E-5</c:v>
                </c:pt>
                <c:pt idx="4670">
                  <c:v>1.0275112472869884E-5</c:v>
                </c:pt>
                <c:pt idx="4671">
                  <c:v>1.2776420240341946E-5</c:v>
                </c:pt>
                <c:pt idx="4672">
                  <c:v>0</c:v>
                </c:pt>
                <c:pt idx="4673">
                  <c:v>7.0831674375066525E-6</c:v>
                </c:pt>
                <c:pt idx="4674">
                  <c:v>1.4909994346522344E-5</c:v>
                </c:pt>
                <c:pt idx="4675">
                  <c:v>1.5212952006829569E-5</c:v>
                </c:pt>
                <c:pt idx="4676">
                  <c:v>4.9348223646063605E-5</c:v>
                </c:pt>
                <c:pt idx="4677">
                  <c:v>2.4963146364401284E-6</c:v>
                </c:pt>
                <c:pt idx="4678">
                  <c:v>6.6883835556245917E-7</c:v>
                </c:pt>
                <c:pt idx="4679">
                  <c:v>9.4221138310553882E-6</c:v>
                </c:pt>
                <c:pt idx="4680">
                  <c:v>2.4664922451078775E-5</c:v>
                </c:pt>
                <c:pt idx="4681">
                  <c:v>8.154680078734857E-6</c:v>
                </c:pt>
                <c:pt idx="4682">
                  <c:v>3.1537301295765608E-4</c:v>
                </c:pt>
                <c:pt idx="4683">
                  <c:v>2.4829289140706453E-5</c:v>
                </c:pt>
                <c:pt idx="4684">
                  <c:v>1.520310225233028E-5</c:v>
                </c:pt>
                <c:pt idx="4685">
                  <c:v>0</c:v>
                </c:pt>
                <c:pt idx="4686">
                  <c:v>1.7782852372397187E-4</c:v>
                </c:pt>
                <c:pt idx="4687">
                  <c:v>2.3939948307289867E-5</c:v>
                </c:pt>
                <c:pt idx="4688">
                  <c:v>0</c:v>
                </c:pt>
                <c:pt idx="4689">
                  <c:v>4.2975600035339792E-4</c:v>
                </c:pt>
                <c:pt idx="4690">
                  <c:v>1.2350059482801731E-6</c:v>
                </c:pt>
                <c:pt idx="4691">
                  <c:v>2.9742001974376819E-5</c:v>
                </c:pt>
                <c:pt idx="4692">
                  <c:v>6.5389506162583398E-5</c:v>
                </c:pt>
                <c:pt idx="4693">
                  <c:v>1.7974121174823862E-5</c:v>
                </c:pt>
                <c:pt idx="4694">
                  <c:v>0</c:v>
                </c:pt>
                <c:pt idx="4695">
                  <c:v>3.7994279719018275E-5</c:v>
                </c:pt>
                <c:pt idx="4696">
                  <c:v>1.327226381792402E-5</c:v>
                </c:pt>
                <c:pt idx="4697">
                  <c:v>9.0569179908541088E-5</c:v>
                </c:pt>
                <c:pt idx="4698">
                  <c:v>8.1657993191529678E-6</c:v>
                </c:pt>
                <c:pt idx="4699">
                  <c:v>1.4604350823945741E-5</c:v>
                </c:pt>
                <c:pt idx="4700">
                  <c:v>2.6866290726437993E-5</c:v>
                </c:pt>
                <c:pt idx="4701">
                  <c:v>1.6161295356325616E-4</c:v>
                </c:pt>
                <c:pt idx="4702">
                  <c:v>5.9468421074386783E-7</c:v>
                </c:pt>
                <c:pt idx="4703">
                  <c:v>1.4881994675657997E-5</c:v>
                </c:pt>
                <c:pt idx="4704">
                  <c:v>7.2387033126413691E-5</c:v>
                </c:pt>
                <c:pt idx="4705">
                  <c:v>1.660434541738185E-5</c:v>
                </c:pt>
                <c:pt idx="4706">
                  <c:v>9.3788026648469527E-6</c:v>
                </c:pt>
                <c:pt idx="4707">
                  <c:v>6.5230633036961754E-6</c:v>
                </c:pt>
                <c:pt idx="4708">
                  <c:v>0</c:v>
                </c:pt>
                <c:pt idx="4709">
                  <c:v>0</c:v>
                </c:pt>
                <c:pt idx="4710">
                  <c:v>1.6184220111881164E-4</c:v>
                </c:pt>
                <c:pt idx="4711">
                  <c:v>6.9940662701300124E-5</c:v>
                </c:pt>
                <c:pt idx="4712">
                  <c:v>4.6970559370050695E-6</c:v>
                </c:pt>
                <c:pt idx="4713">
                  <c:v>0</c:v>
                </c:pt>
                <c:pt idx="4714">
                  <c:v>5.7066591221626954E-7</c:v>
                </c:pt>
                <c:pt idx="4715">
                  <c:v>0</c:v>
                </c:pt>
                <c:pt idx="4716">
                  <c:v>0</c:v>
                </c:pt>
                <c:pt idx="4717">
                  <c:v>1.2168175748923758E-5</c:v>
                </c:pt>
                <c:pt idx="4718">
                  <c:v>9.4130872432569484E-7</c:v>
                </c:pt>
                <c:pt idx="4719">
                  <c:v>0</c:v>
                </c:pt>
                <c:pt idx="4720">
                  <c:v>0</c:v>
                </c:pt>
                <c:pt idx="4721">
                  <c:v>0</c:v>
                </c:pt>
                <c:pt idx="4722">
                  <c:v>6.1068608267740381E-4</c:v>
                </c:pt>
                <c:pt idx="4723">
                  <c:v>4.2409361954890832E-6</c:v>
                </c:pt>
                <c:pt idx="4724">
                  <c:v>1.1270016419619655E-6</c:v>
                </c:pt>
                <c:pt idx="4725">
                  <c:v>4.468566282578998E-6</c:v>
                </c:pt>
                <c:pt idx="4726">
                  <c:v>3.1745541808066895E-6</c:v>
                </c:pt>
                <c:pt idx="4727">
                  <c:v>1.9322436160915564E-6</c:v>
                </c:pt>
                <c:pt idx="4728">
                  <c:v>7.1512768649678228E-6</c:v>
                </c:pt>
                <c:pt idx="4729">
                  <c:v>3.6472994723365003E-3</c:v>
                </c:pt>
                <c:pt idx="4730">
                  <c:v>5.5774987239702729E-6</c:v>
                </c:pt>
                <c:pt idx="4731">
                  <c:v>1.3018659748766167E-5</c:v>
                </c:pt>
                <c:pt idx="4732">
                  <c:v>0</c:v>
                </c:pt>
                <c:pt idx="4733">
                  <c:v>7.2482674262266844E-5</c:v>
                </c:pt>
                <c:pt idx="4734">
                  <c:v>3.197193014525788E-6</c:v>
                </c:pt>
                <c:pt idx="4735">
                  <c:v>0</c:v>
                </c:pt>
                <c:pt idx="4736">
                  <c:v>0</c:v>
                </c:pt>
                <c:pt idx="4737">
                  <c:v>2.4434659770233401E-5</c:v>
                </c:pt>
                <c:pt idx="4738">
                  <c:v>6.0098347800388991E-6</c:v>
                </c:pt>
                <c:pt idx="4739">
                  <c:v>1.1713139627114159E-5</c:v>
                </c:pt>
                <c:pt idx="4740">
                  <c:v>1.8270558613956927E-5</c:v>
                </c:pt>
                <c:pt idx="4741">
                  <c:v>1.1515722415122333E-6</c:v>
                </c:pt>
                <c:pt idx="4742">
                  <c:v>1.4140809445562866E-4</c:v>
                </c:pt>
                <c:pt idx="4743">
                  <c:v>4.3135147894399709E-5</c:v>
                </c:pt>
                <c:pt idx="4744">
                  <c:v>4.0837668881510396E-5</c:v>
                </c:pt>
                <c:pt idx="4745">
                  <c:v>5.1859458896842481E-6</c:v>
                </c:pt>
                <c:pt idx="4746">
                  <c:v>1.0058351667634313E-4</c:v>
                </c:pt>
                <c:pt idx="4747">
                  <c:v>1.230956748449748E-7</c:v>
                </c:pt>
                <c:pt idx="4748">
                  <c:v>1.2097612521304574E-5</c:v>
                </c:pt>
                <c:pt idx="4749">
                  <c:v>4.7585783250693988E-6</c:v>
                </c:pt>
                <c:pt idx="4750">
                  <c:v>5.9358465842649244E-6</c:v>
                </c:pt>
                <c:pt idx="4751">
                  <c:v>0</c:v>
                </c:pt>
                <c:pt idx="4752">
                  <c:v>1.7945610360458599E-6</c:v>
                </c:pt>
                <c:pt idx="4753">
                  <c:v>0</c:v>
                </c:pt>
                <c:pt idx="4754">
                  <c:v>1.9513607498813607E-7</c:v>
                </c:pt>
                <c:pt idx="4755">
                  <c:v>0</c:v>
                </c:pt>
                <c:pt idx="4756">
                  <c:v>2.7585410486323207E-5</c:v>
                </c:pt>
                <c:pt idx="4757">
                  <c:v>7.7904219361863434E-4</c:v>
                </c:pt>
                <c:pt idx="4758">
                  <c:v>4.2763673773660738E-7</c:v>
                </c:pt>
                <c:pt idx="4759">
                  <c:v>4.5469632695301635E-5</c:v>
                </c:pt>
                <c:pt idx="4760">
                  <c:v>4.8548509691013401E-6</c:v>
                </c:pt>
                <c:pt idx="4761">
                  <c:v>1.8693088573931601E-5</c:v>
                </c:pt>
                <c:pt idx="4762">
                  <c:v>0</c:v>
                </c:pt>
                <c:pt idx="4763">
                  <c:v>6.4337853427499491E-5</c:v>
                </c:pt>
                <c:pt idx="4764">
                  <c:v>1.8552200969706278E-5</c:v>
                </c:pt>
                <c:pt idx="4765">
                  <c:v>6.2008681519931682E-5</c:v>
                </c:pt>
                <c:pt idx="4766">
                  <c:v>1.7985784080211289E-4</c:v>
                </c:pt>
                <c:pt idx="4767">
                  <c:v>3.5355594871824799E-3</c:v>
                </c:pt>
                <c:pt idx="4768">
                  <c:v>2.3755125889254508E-5</c:v>
                </c:pt>
                <c:pt idx="4769">
                  <c:v>2.8582723345243411E-7</c:v>
                </c:pt>
                <c:pt idx="4770">
                  <c:v>2.8416842788560211E-7</c:v>
                </c:pt>
                <c:pt idx="4771">
                  <c:v>5.4238238150866601E-6</c:v>
                </c:pt>
                <c:pt idx="4772">
                  <c:v>2.8039129430456889E-5</c:v>
                </c:pt>
                <c:pt idx="4773">
                  <c:v>2.0606026798966662E-7</c:v>
                </c:pt>
                <c:pt idx="4774">
                  <c:v>1.8147079863393433E-5</c:v>
                </c:pt>
                <c:pt idx="4775">
                  <c:v>1.9487416833301835E-5</c:v>
                </c:pt>
                <c:pt idx="4776">
                  <c:v>5.7760278196488087E-7</c:v>
                </c:pt>
                <c:pt idx="4777">
                  <c:v>0</c:v>
                </c:pt>
                <c:pt idx="4778">
                  <c:v>9.4225456111141762E-5</c:v>
                </c:pt>
                <c:pt idx="4779">
                  <c:v>3.6751508788273431E-6</c:v>
                </c:pt>
                <c:pt idx="4780">
                  <c:v>1.3871715719360146E-4</c:v>
                </c:pt>
                <c:pt idx="4781">
                  <c:v>3.5166288624404963E-6</c:v>
                </c:pt>
                <c:pt idx="4782">
                  <c:v>0</c:v>
                </c:pt>
                <c:pt idx="4783">
                  <c:v>0</c:v>
                </c:pt>
                <c:pt idx="4784">
                  <c:v>1.7844192249808871E-7</c:v>
                </c:pt>
                <c:pt idx="4785">
                  <c:v>3.2676637228477947E-3</c:v>
                </c:pt>
                <c:pt idx="4786">
                  <c:v>2.6522169575879835E-5</c:v>
                </c:pt>
                <c:pt idx="4787">
                  <c:v>6.2655487178088741E-6</c:v>
                </c:pt>
                <c:pt idx="4788">
                  <c:v>9.5535177602142732E-6</c:v>
                </c:pt>
                <c:pt idx="4789">
                  <c:v>1.4255475031001336E-5</c:v>
                </c:pt>
                <c:pt idx="4790">
                  <c:v>1.0323649753616763E-4</c:v>
                </c:pt>
                <c:pt idx="4791">
                  <c:v>1.1620506521579521E-4</c:v>
                </c:pt>
                <c:pt idx="4792">
                  <c:v>0</c:v>
                </c:pt>
                <c:pt idx="4793">
                  <c:v>0</c:v>
                </c:pt>
                <c:pt idx="4794">
                  <c:v>8.7041901521432768E-6</c:v>
                </c:pt>
                <c:pt idx="4795">
                  <c:v>1.6489697034312564E-6</c:v>
                </c:pt>
                <c:pt idx="4796">
                  <c:v>6.2423487266820973E-6</c:v>
                </c:pt>
                <c:pt idx="4797">
                  <c:v>0</c:v>
                </c:pt>
                <c:pt idx="4798">
                  <c:v>0</c:v>
                </c:pt>
                <c:pt idx="4799">
                  <c:v>0</c:v>
                </c:pt>
                <c:pt idx="4800">
                  <c:v>3.0119247047483471E-5</c:v>
                </c:pt>
                <c:pt idx="4801">
                  <c:v>4.2366455730031639E-6</c:v>
                </c:pt>
                <c:pt idx="4802">
                  <c:v>8.4620341553988081E-5</c:v>
                </c:pt>
                <c:pt idx="4803">
                  <c:v>4.5830848535974634E-6</c:v>
                </c:pt>
                <c:pt idx="4804">
                  <c:v>0</c:v>
                </c:pt>
                <c:pt idx="4805">
                  <c:v>6.1117165119985821E-7</c:v>
                </c:pt>
                <c:pt idx="4806">
                  <c:v>1.259153264818424E-5</c:v>
                </c:pt>
                <c:pt idx="4807">
                  <c:v>0</c:v>
                </c:pt>
                <c:pt idx="4808">
                  <c:v>5.7845173150437523E-6</c:v>
                </c:pt>
                <c:pt idx="4809">
                  <c:v>0</c:v>
                </c:pt>
                <c:pt idx="4810">
                  <c:v>3.0102067207497221E-5</c:v>
                </c:pt>
                <c:pt idx="4811">
                  <c:v>2.9016183353981716E-6</c:v>
                </c:pt>
                <c:pt idx="4812">
                  <c:v>4.3007292046056529E-6</c:v>
                </c:pt>
                <c:pt idx="4813">
                  <c:v>0</c:v>
                </c:pt>
                <c:pt idx="4814">
                  <c:v>0</c:v>
                </c:pt>
                <c:pt idx="4815">
                  <c:v>1.5006058115069987E-5</c:v>
                </c:pt>
                <c:pt idx="4816">
                  <c:v>9.9386914546438797E-6</c:v>
                </c:pt>
                <c:pt idx="4817">
                  <c:v>8.5837295259752576E-6</c:v>
                </c:pt>
                <c:pt idx="4818">
                  <c:v>5.9192113976701983E-5</c:v>
                </c:pt>
                <c:pt idx="4819">
                  <c:v>7.2479113567021657E-7</c:v>
                </c:pt>
                <c:pt idx="4820">
                  <c:v>2.1760524841041734E-6</c:v>
                </c:pt>
                <c:pt idx="4821">
                  <c:v>9.1208977904882354E-5</c:v>
                </c:pt>
                <c:pt idx="4822">
                  <c:v>1.0718652838992785E-5</c:v>
                </c:pt>
                <c:pt idx="4823">
                  <c:v>4.5394354090053928E-5</c:v>
                </c:pt>
                <c:pt idx="4824">
                  <c:v>4.9144224797459114E-6</c:v>
                </c:pt>
                <c:pt idx="4825">
                  <c:v>1.397048746646489E-5</c:v>
                </c:pt>
                <c:pt idx="4826">
                  <c:v>0</c:v>
                </c:pt>
                <c:pt idx="4827">
                  <c:v>7.9837047165321522E-5</c:v>
                </c:pt>
                <c:pt idx="4828">
                  <c:v>1.1637599217024494E-5</c:v>
                </c:pt>
                <c:pt idx="4829">
                  <c:v>1.0613767094988468E-5</c:v>
                </c:pt>
                <c:pt idx="4830">
                  <c:v>6.640631108812558E-6</c:v>
                </c:pt>
                <c:pt idx="4831">
                  <c:v>7.4146448496025694E-7</c:v>
                </c:pt>
                <c:pt idx="4832">
                  <c:v>2.5317542726515485E-6</c:v>
                </c:pt>
                <c:pt idx="4833">
                  <c:v>2.3046983200962431E-5</c:v>
                </c:pt>
                <c:pt idx="4834">
                  <c:v>6.2986907248561795E-5</c:v>
                </c:pt>
                <c:pt idx="4835">
                  <c:v>2.8252577437452857E-6</c:v>
                </c:pt>
                <c:pt idx="4836">
                  <c:v>4.7926817362087052E-6</c:v>
                </c:pt>
                <c:pt idx="4837">
                  <c:v>1.660573186176338E-5</c:v>
                </c:pt>
                <c:pt idx="4838">
                  <c:v>1.3475039571962983E-4</c:v>
                </c:pt>
                <c:pt idx="4839">
                  <c:v>1.4538676940076937E-4</c:v>
                </c:pt>
                <c:pt idx="4840">
                  <c:v>1.4886485136905645E-6</c:v>
                </c:pt>
                <c:pt idx="4841">
                  <c:v>2.1893669725912491E-6</c:v>
                </c:pt>
                <c:pt idx="4842">
                  <c:v>1.7995485575746183E-5</c:v>
                </c:pt>
                <c:pt idx="4843">
                  <c:v>3.1863315795335482E-5</c:v>
                </c:pt>
                <c:pt idx="4844">
                  <c:v>7.9734103848008486E-6</c:v>
                </c:pt>
                <c:pt idx="4845">
                  <c:v>0</c:v>
                </c:pt>
                <c:pt idx="4846">
                  <c:v>0</c:v>
                </c:pt>
                <c:pt idx="4847">
                  <c:v>3.3081742365986703E-6</c:v>
                </c:pt>
                <c:pt idx="4848">
                  <c:v>6.1404546827770832E-5</c:v>
                </c:pt>
                <c:pt idx="4849">
                  <c:v>2.3015616385939452E-3</c:v>
                </c:pt>
                <c:pt idx="4850">
                  <c:v>7.4408234762239579E-5</c:v>
                </c:pt>
                <c:pt idx="4851">
                  <c:v>4.208898084131179E-5</c:v>
                </c:pt>
                <c:pt idx="4852">
                  <c:v>4.1129120731947232E-5</c:v>
                </c:pt>
                <c:pt idx="4853">
                  <c:v>8.6579952392737959E-6</c:v>
                </c:pt>
                <c:pt idx="4854">
                  <c:v>0</c:v>
                </c:pt>
                <c:pt idx="4855">
                  <c:v>8.7938995558410173E-6</c:v>
                </c:pt>
                <c:pt idx="4856">
                  <c:v>7.6463590559874931E-5</c:v>
                </c:pt>
                <c:pt idx="4857">
                  <c:v>5.153883758693297E-6</c:v>
                </c:pt>
                <c:pt idx="4858">
                  <c:v>0</c:v>
                </c:pt>
                <c:pt idx="4859">
                  <c:v>1.1067934208771384E-5</c:v>
                </c:pt>
                <c:pt idx="4860">
                  <c:v>2.0077903850620689E-5</c:v>
                </c:pt>
                <c:pt idx="4861">
                  <c:v>2.8845719265657712E-7</c:v>
                </c:pt>
                <c:pt idx="4862">
                  <c:v>2.9142533664069146E-5</c:v>
                </c:pt>
                <c:pt idx="4863">
                  <c:v>4.4991218880808271E-5</c:v>
                </c:pt>
                <c:pt idx="4864">
                  <c:v>0</c:v>
                </c:pt>
                <c:pt idx="4865">
                  <c:v>1.155395023008463E-4</c:v>
                </c:pt>
                <c:pt idx="4866">
                  <c:v>1.6652174436379156E-6</c:v>
                </c:pt>
                <c:pt idx="4867">
                  <c:v>0</c:v>
                </c:pt>
                <c:pt idx="4868">
                  <c:v>6.9968388597388539E-4</c:v>
                </c:pt>
                <c:pt idx="4869">
                  <c:v>1.792241712242408E-3</c:v>
                </c:pt>
                <c:pt idx="4870">
                  <c:v>0</c:v>
                </c:pt>
                <c:pt idx="4871">
                  <c:v>5.8925844348435188E-6</c:v>
                </c:pt>
                <c:pt idx="4872">
                  <c:v>1.0067534383665104E-3</c:v>
                </c:pt>
                <c:pt idx="4873">
                  <c:v>5.4430132607796418E-6</c:v>
                </c:pt>
                <c:pt idx="4874">
                  <c:v>4.3973166460938494E-6</c:v>
                </c:pt>
                <c:pt idx="4875">
                  <c:v>1.8257504525067345E-5</c:v>
                </c:pt>
                <c:pt idx="4876">
                  <c:v>1.2540853721158187E-5</c:v>
                </c:pt>
                <c:pt idx="4877">
                  <c:v>1.0382793366234633E-6</c:v>
                </c:pt>
                <c:pt idx="4878">
                  <c:v>5.4067080011327692E-7</c:v>
                </c:pt>
                <c:pt idx="4879">
                  <c:v>0</c:v>
                </c:pt>
                <c:pt idx="4880">
                  <c:v>0</c:v>
                </c:pt>
                <c:pt idx="4881">
                  <c:v>1.3421285465203109E-4</c:v>
                </c:pt>
                <c:pt idx="4882">
                  <c:v>1.7545574073078173E-5</c:v>
                </c:pt>
                <c:pt idx="4883">
                  <c:v>0</c:v>
                </c:pt>
                <c:pt idx="4884">
                  <c:v>1.4536222471765161E-5</c:v>
                </c:pt>
                <c:pt idx="4885">
                  <c:v>1.9863978609743767E-6</c:v>
                </c:pt>
                <c:pt idx="4886">
                  <c:v>4.2387820631414052E-5</c:v>
                </c:pt>
                <c:pt idx="4887">
                  <c:v>3.3002310442766466E-6</c:v>
                </c:pt>
                <c:pt idx="4888">
                  <c:v>8.9658045269570171E-6</c:v>
                </c:pt>
                <c:pt idx="4889">
                  <c:v>1.8304439945088286E-6</c:v>
                </c:pt>
                <c:pt idx="4890">
                  <c:v>4.5333208350555524E-6</c:v>
                </c:pt>
                <c:pt idx="4891">
                  <c:v>3.419324301249288E-7</c:v>
                </c:pt>
                <c:pt idx="4892">
                  <c:v>1.3677634296440589E-6</c:v>
                </c:pt>
                <c:pt idx="4893">
                  <c:v>1.252072318156325E-5</c:v>
                </c:pt>
                <c:pt idx="4894">
                  <c:v>5.7547899557920907E-8</c:v>
                </c:pt>
                <c:pt idx="4895">
                  <c:v>1.4522706695762393E-6</c:v>
                </c:pt>
                <c:pt idx="4896">
                  <c:v>2.4590049304569128E-6</c:v>
                </c:pt>
                <c:pt idx="4897">
                  <c:v>1.0509977292304003E-4</c:v>
                </c:pt>
                <c:pt idx="4898">
                  <c:v>5.8692295976382319E-6</c:v>
                </c:pt>
                <c:pt idx="4899">
                  <c:v>1.3582631863367304E-5</c:v>
                </c:pt>
                <c:pt idx="4900">
                  <c:v>1.6848227505383397E-5</c:v>
                </c:pt>
                <c:pt idx="4901">
                  <c:v>1.2257347462910854E-6</c:v>
                </c:pt>
                <c:pt idx="4902">
                  <c:v>8.7548486813413226E-5</c:v>
                </c:pt>
                <c:pt idx="4903">
                  <c:v>6.8631826757933515E-7</c:v>
                </c:pt>
                <c:pt idx="4904">
                  <c:v>0</c:v>
                </c:pt>
                <c:pt idx="4905">
                  <c:v>4.1595283989631633E-5</c:v>
                </c:pt>
                <c:pt idx="4906">
                  <c:v>2.6961761687545222E-5</c:v>
                </c:pt>
                <c:pt idx="4907">
                  <c:v>0</c:v>
                </c:pt>
                <c:pt idx="4908">
                  <c:v>1.8062278340785283E-6</c:v>
                </c:pt>
                <c:pt idx="4909">
                  <c:v>3.1473251643467032E-3</c:v>
                </c:pt>
                <c:pt idx="4910">
                  <c:v>6.8937902375340717E-7</c:v>
                </c:pt>
                <c:pt idx="4911">
                  <c:v>4.1378448988470016E-5</c:v>
                </c:pt>
                <c:pt idx="4912">
                  <c:v>8.0727164238617008E-7</c:v>
                </c:pt>
                <c:pt idx="4913">
                  <c:v>3.2713940222664858E-5</c:v>
                </c:pt>
                <c:pt idx="4914">
                  <c:v>2.5958360971148794E-7</c:v>
                </c:pt>
                <c:pt idx="4915">
                  <c:v>2.7787712217198863E-5</c:v>
                </c:pt>
                <c:pt idx="4916">
                  <c:v>0</c:v>
                </c:pt>
                <c:pt idx="4917">
                  <c:v>3.8869269562813115E-5</c:v>
                </c:pt>
                <c:pt idx="4918">
                  <c:v>0</c:v>
                </c:pt>
                <c:pt idx="4919">
                  <c:v>0</c:v>
                </c:pt>
                <c:pt idx="4920">
                  <c:v>0</c:v>
                </c:pt>
                <c:pt idx="4921">
                  <c:v>3.4550894737069251E-5</c:v>
                </c:pt>
                <c:pt idx="4922">
                  <c:v>0</c:v>
                </c:pt>
                <c:pt idx="4923">
                  <c:v>1.3640323514756601E-5</c:v>
                </c:pt>
                <c:pt idx="4924">
                  <c:v>9.5734938303993207E-6</c:v>
                </c:pt>
                <c:pt idx="4925">
                  <c:v>1.4196148265693601E-5</c:v>
                </c:pt>
                <c:pt idx="4926">
                  <c:v>8.1477724550001498E-6</c:v>
                </c:pt>
                <c:pt idx="4927">
                  <c:v>1.3199481009184867E-5</c:v>
                </c:pt>
                <c:pt idx="4928">
                  <c:v>3.516758892271081E-4</c:v>
                </c:pt>
                <c:pt idx="4929">
                  <c:v>4.6667650477170234E-6</c:v>
                </c:pt>
                <c:pt idx="4930">
                  <c:v>2.672936708625911E-5</c:v>
                </c:pt>
                <c:pt idx="4931">
                  <c:v>9.0542532913388766E-6</c:v>
                </c:pt>
                <c:pt idx="4932">
                  <c:v>4.6734185090276524E-6</c:v>
                </c:pt>
                <c:pt idx="4933">
                  <c:v>2.6167859146165431E-7</c:v>
                </c:pt>
                <c:pt idx="4934">
                  <c:v>0</c:v>
                </c:pt>
                <c:pt idx="4935">
                  <c:v>4.9868440157000053E-6</c:v>
                </c:pt>
                <c:pt idx="4936">
                  <c:v>0</c:v>
                </c:pt>
                <c:pt idx="4937">
                  <c:v>1.5560447175057041E-5</c:v>
                </c:pt>
                <c:pt idx="4938">
                  <c:v>2.3555676782398812E-6</c:v>
                </c:pt>
                <c:pt idx="4939">
                  <c:v>9.0392147992704227E-6</c:v>
                </c:pt>
                <c:pt idx="4940">
                  <c:v>4.328745416551059E-8</c:v>
                </c:pt>
                <c:pt idx="4941">
                  <c:v>8.4120394624628023E-4</c:v>
                </c:pt>
                <c:pt idx="4942">
                  <c:v>2.1027600093692091E-5</c:v>
                </c:pt>
                <c:pt idx="4943">
                  <c:v>0</c:v>
                </c:pt>
                <c:pt idx="4944">
                  <c:v>0</c:v>
                </c:pt>
                <c:pt idx="4945">
                  <c:v>2.959202256690581E-5</c:v>
                </c:pt>
                <c:pt idx="4946">
                  <c:v>1.4700149110304356E-7</c:v>
                </c:pt>
                <c:pt idx="4947">
                  <c:v>1.2643346363853162E-5</c:v>
                </c:pt>
                <c:pt idx="4948">
                  <c:v>8.1694131355851299E-4</c:v>
                </c:pt>
                <c:pt idx="4949">
                  <c:v>6.5089817663546788E-5</c:v>
                </c:pt>
                <c:pt idx="4950">
                  <c:v>2.3749162719739652E-5</c:v>
                </c:pt>
                <c:pt idx="4951">
                  <c:v>1.0496970137207349E-4</c:v>
                </c:pt>
                <c:pt idx="4952">
                  <c:v>1.8586228132533338E-7</c:v>
                </c:pt>
                <c:pt idx="4953">
                  <c:v>8.5768969538505408E-6</c:v>
                </c:pt>
                <c:pt idx="4954">
                  <c:v>2.1503909696696431E-5</c:v>
                </c:pt>
                <c:pt idx="4955">
                  <c:v>1.4024697508188807E-5</c:v>
                </c:pt>
                <c:pt idx="4956">
                  <c:v>2.8081948038477611E-5</c:v>
                </c:pt>
                <c:pt idx="4957">
                  <c:v>4.9457835039341125E-5</c:v>
                </c:pt>
                <c:pt idx="4958">
                  <c:v>1.1000693889754997E-4</c:v>
                </c:pt>
                <c:pt idx="4959">
                  <c:v>2.2892321308937682E-5</c:v>
                </c:pt>
                <c:pt idx="4960">
                  <c:v>4.4219966363974517E-5</c:v>
                </c:pt>
                <c:pt idx="4961">
                  <c:v>1.0062444731440481E-5</c:v>
                </c:pt>
                <c:pt idx="4962">
                  <c:v>2.6806524158545202E-5</c:v>
                </c:pt>
                <c:pt idx="4963">
                  <c:v>8.5696831965155694E-6</c:v>
                </c:pt>
                <c:pt idx="4964">
                  <c:v>1.7858814649371759E-5</c:v>
                </c:pt>
                <c:pt idx="4965">
                  <c:v>0</c:v>
                </c:pt>
                <c:pt idx="4966">
                  <c:v>3.8312052234837406E-7</c:v>
                </c:pt>
                <c:pt idx="4967">
                  <c:v>0</c:v>
                </c:pt>
                <c:pt idx="4968">
                  <c:v>0</c:v>
                </c:pt>
                <c:pt idx="4969">
                  <c:v>2.609573106859265E-5</c:v>
                </c:pt>
                <c:pt idx="4970">
                  <c:v>9.5686694979831881E-5</c:v>
                </c:pt>
                <c:pt idx="4971">
                  <c:v>5.5443914752738249E-5</c:v>
                </c:pt>
                <c:pt idx="4972">
                  <c:v>1.706553673987149E-6</c:v>
                </c:pt>
                <c:pt idx="4973">
                  <c:v>0</c:v>
                </c:pt>
                <c:pt idx="4974">
                  <c:v>0</c:v>
                </c:pt>
                <c:pt idx="4975">
                  <c:v>3.2954740689805344E-5</c:v>
                </c:pt>
                <c:pt idx="4976">
                  <c:v>0</c:v>
                </c:pt>
                <c:pt idx="4977">
                  <c:v>9.1555464398971101E-5</c:v>
                </c:pt>
                <c:pt idx="4978">
                  <c:v>1.0934466781419363E-5</c:v>
                </c:pt>
                <c:pt idx="4979">
                  <c:v>3.8970500919845494E-5</c:v>
                </c:pt>
                <c:pt idx="4980">
                  <c:v>0</c:v>
                </c:pt>
                <c:pt idx="4981">
                  <c:v>4.8977372270413893E-5</c:v>
                </c:pt>
                <c:pt idx="4982">
                  <c:v>2.2522004095811204E-7</c:v>
                </c:pt>
                <c:pt idx="4983">
                  <c:v>0</c:v>
                </c:pt>
                <c:pt idx="4984">
                  <c:v>7.2753333404644428E-5</c:v>
                </c:pt>
                <c:pt idx="4985">
                  <c:v>0</c:v>
                </c:pt>
                <c:pt idx="4986">
                  <c:v>1.6304427286121146E-4</c:v>
                </c:pt>
                <c:pt idx="4987">
                  <c:v>6.3711434897407461E-5</c:v>
                </c:pt>
                <c:pt idx="4988">
                  <c:v>6.9214748435870371E-6</c:v>
                </c:pt>
                <c:pt idx="4989">
                  <c:v>2.1117050546511957E-5</c:v>
                </c:pt>
                <c:pt idx="4990">
                  <c:v>9.8050792943934155E-6</c:v>
                </c:pt>
                <c:pt idx="4991">
                  <c:v>4.8002993810956901E-5</c:v>
                </c:pt>
                <c:pt idx="4992">
                  <c:v>1.5318288381250901E-5</c:v>
                </c:pt>
                <c:pt idx="4993">
                  <c:v>0</c:v>
                </c:pt>
                <c:pt idx="4994">
                  <c:v>3.57201421753327E-6</c:v>
                </c:pt>
                <c:pt idx="4995">
                  <c:v>2.5237614628566506E-6</c:v>
                </c:pt>
                <c:pt idx="4996">
                  <c:v>0</c:v>
                </c:pt>
                <c:pt idx="4997">
                  <c:v>5.17310288264309E-6</c:v>
                </c:pt>
                <c:pt idx="4998">
                  <c:v>2.2864477257048996E-4</c:v>
                </c:pt>
                <c:pt idx="4999">
                  <c:v>1.6113520870845787E-6</c:v>
                </c:pt>
                <c:pt idx="5000">
                  <c:v>9.874058561864477E-5</c:v>
                </c:pt>
                <c:pt idx="5001">
                  <c:v>1.6403983082918818E-5</c:v>
                </c:pt>
                <c:pt idx="5002">
                  <c:v>1.8945486861616078E-5</c:v>
                </c:pt>
                <c:pt idx="5003">
                  <c:v>4.1009142135341794E-6</c:v>
                </c:pt>
                <c:pt idx="5004">
                  <c:v>0</c:v>
                </c:pt>
                <c:pt idx="5005">
                  <c:v>0</c:v>
                </c:pt>
                <c:pt idx="5006">
                  <c:v>9.356350170281331E-7</c:v>
                </c:pt>
                <c:pt idx="5007">
                  <c:v>0</c:v>
                </c:pt>
                <c:pt idx="5008">
                  <c:v>1.8911828315964876E-5</c:v>
                </c:pt>
                <c:pt idx="5009">
                  <c:v>1.7318461161457924E-5</c:v>
                </c:pt>
                <c:pt idx="5010">
                  <c:v>0</c:v>
                </c:pt>
                <c:pt idx="5011">
                  <c:v>8.5057047638688985E-8</c:v>
                </c:pt>
                <c:pt idx="5012">
                  <c:v>3.7500039548574318E-6</c:v>
                </c:pt>
                <c:pt idx="5013">
                  <c:v>7.8617574221909506E-5</c:v>
                </c:pt>
                <c:pt idx="5014">
                  <c:v>5.6066494419362639E-4</c:v>
                </c:pt>
                <c:pt idx="5015">
                  <c:v>1.3483534645753178E-4</c:v>
                </c:pt>
                <c:pt idx="5016">
                  <c:v>1.6595131773681588E-6</c:v>
                </c:pt>
                <c:pt idx="5017">
                  <c:v>0</c:v>
                </c:pt>
                <c:pt idx="5018">
                  <c:v>5.1231459184134394E-6</c:v>
                </c:pt>
                <c:pt idx="5019">
                  <c:v>1.3737609010711639E-6</c:v>
                </c:pt>
                <c:pt idx="5020">
                  <c:v>4.0124839864007439E-5</c:v>
                </c:pt>
                <c:pt idx="5021">
                  <c:v>4.5506009146176435E-6</c:v>
                </c:pt>
                <c:pt idx="5022">
                  <c:v>1.5610885999050873E-6</c:v>
                </c:pt>
                <c:pt idx="5023">
                  <c:v>1.3249017075573473E-5</c:v>
                </c:pt>
                <c:pt idx="5024">
                  <c:v>1.6926725401064321E-6</c:v>
                </c:pt>
                <c:pt idx="5025">
                  <c:v>0</c:v>
                </c:pt>
                <c:pt idx="5026">
                  <c:v>5.7833165857736935E-5</c:v>
                </c:pt>
                <c:pt idx="5027">
                  <c:v>4.7500939419910603E-6</c:v>
                </c:pt>
                <c:pt idx="5028">
                  <c:v>1.465727886395217E-5</c:v>
                </c:pt>
                <c:pt idx="5029">
                  <c:v>0</c:v>
                </c:pt>
                <c:pt idx="5030">
                  <c:v>5.8468706735205319E-6</c:v>
                </c:pt>
                <c:pt idx="5031">
                  <c:v>1.4817476144374505E-5</c:v>
                </c:pt>
                <c:pt idx="5032">
                  <c:v>0</c:v>
                </c:pt>
                <c:pt idx="5033">
                  <c:v>1.6957624617414839E-7</c:v>
                </c:pt>
                <c:pt idx="5034">
                  <c:v>1.6880624022178709E-5</c:v>
                </c:pt>
                <c:pt idx="5035">
                  <c:v>2.1740377573906347E-5</c:v>
                </c:pt>
                <c:pt idx="5036">
                  <c:v>2.8457538047585614E-4</c:v>
                </c:pt>
                <c:pt idx="5037">
                  <c:v>4.0494665981499924E-5</c:v>
                </c:pt>
                <c:pt idx="5038">
                  <c:v>1.0099361496077341E-5</c:v>
                </c:pt>
                <c:pt idx="5039">
                  <c:v>0</c:v>
                </c:pt>
                <c:pt idx="5040">
                  <c:v>3.6762010393806412E-5</c:v>
                </c:pt>
                <c:pt idx="5041">
                  <c:v>3.4572024985191196E-5</c:v>
                </c:pt>
                <c:pt idx="5042">
                  <c:v>0</c:v>
                </c:pt>
                <c:pt idx="5043">
                  <c:v>2.8770420338345288E-5</c:v>
                </c:pt>
                <c:pt idx="5044">
                  <c:v>4.6041252534976704E-7</c:v>
                </c:pt>
                <c:pt idx="5045">
                  <c:v>7.9586094150934956E-7</c:v>
                </c:pt>
                <c:pt idx="5046">
                  <c:v>1.7119047047823349E-4</c:v>
                </c:pt>
                <c:pt idx="5047">
                  <c:v>8.9584492816220085E-5</c:v>
                </c:pt>
                <c:pt idx="5048">
                  <c:v>6.4413152994290639E-6</c:v>
                </c:pt>
                <c:pt idx="5049">
                  <c:v>0</c:v>
                </c:pt>
                <c:pt idx="5050">
                  <c:v>0</c:v>
                </c:pt>
                <c:pt idx="5051">
                  <c:v>0</c:v>
                </c:pt>
                <c:pt idx="5052">
                  <c:v>0</c:v>
                </c:pt>
                <c:pt idx="5053">
                  <c:v>0</c:v>
                </c:pt>
                <c:pt idx="5054">
                  <c:v>3.7510772327272896E-6</c:v>
                </c:pt>
                <c:pt idx="5055">
                  <c:v>2.9979889182177683E-7</c:v>
                </c:pt>
                <c:pt idx="5056">
                  <c:v>1.0778414395911229E-5</c:v>
                </c:pt>
                <c:pt idx="5057">
                  <c:v>1.4510212431709998E-5</c:v>
                </c:pt>
                <c:pt idx="5058">
                  <c:v>3.2736486774097606E-5</c:v>
                </c:pt>
                <c:pt idx="5059">
                  <c:v>0</c:v>
                </c:pt>
                <c:pt idx="5060">
                  <c:v>6.0003133485186014E-5</c:v>
                </c:pt>
                <c:pt idx="5061">
                  <c:v>1.7431239299248341E-5</c:v>
                </c:pt>
                <c:pt idx="5062">
                  <c:v>2.9894883436336491E-5</c:v>
                </c:pt>
                <c:pt idx="5063">
                  <c:v>9.4108716430219726E-6</c:v>
                </c:pt>
                <c:pt idx="5064">
                  <c:v>7.4511498441692546E-6</c:v>
                </c:pt>
                <c:pt idx="5065">
                  <c:v>0</c:v>
                </c:pt>
                <c:pt idx="5066">
                  <c:v>5.7731984469989931E-5</c:v>
                </c:pt>
                <c:pt idx="5067">
                  <c:v>2.09923115428384E-5</c:v>
                </c:pt>
                <c:pt idx="5068">
                  <c:v>0</c:v>
                </c:pt>
                <c:pt idx="5069">
                  <c:v>3.4895201990483425E-5</c:v>
                </c:pt>
                <c:pt idx="5070">
                  <c:v>2.1208187964928963E-7</c:v>
                </c:pt>
                <c:pt idx="5071">
                  <c:v>1.6064234994591861E-4</c:v>
                </c:pt>
                <c:pt idx="5072">
                  <c:v>1.8487476967063614E-5</c:v>
                </c:pt>
                <c:pt idx="5073">
                  <c:v>6.2573634712862088E-5</c:v>
                </c:pt>
                <c:pt idx="5074">
                  <c:v>3.3712738959220412E-5</c:v>
                </c:pt>
                <c:pt idx="5075">
                  <c:v>1.1938247778082987E-5</c:v>
                </c:pt>
                <c:pt idx="5076">
                  <c:v>4.2918135779284893E-6</c:v>
                </c:pt>
                <c:pt idx="5077">
                  <c:v>1.1673921163713251E-4</c:v>
                </c:pt>
                <c:pt idx="5078">
                  <c:v>0</c:v>
                </c:pt>
                <c:pt idx="5079">
                  <c:v>7.1583551696830908E-6</c:v>
                </c:pt>
                <c:pt idx="5080">
                  <c:v>9.1789217501260924E-5</c:v>
                </c:pt>
                <c:pt idx="5081">
                  <c:v>4.5667869743140445E-5</c:v>
                </c:pt>
                <c:pt idx="5082">
                  <c:v>2.5020248479858303E-3</c:v>
                </c:pt>
                <c:pt idx="5083">
                  <c:v>5.9951025654343308E-6</c:v>
                </c:pt>
                <c:pt idx="5084">
                  <c:v>6.2049763526515032E-5</c:v>
                </c:pt>
                <c:pt idx="5085">
                  <c:v>0</c:v>
                </c:pt>
                <c:pt idx="5086">
                  <c:v>1.4266677339215335E-5</c:v>
                </c:pt>
                <c:pt idx="5087">
                  <c:v>1.104538654077474E-5</c:v>
                </c:pt>
                <c:pt idx="5088">
                  <c:v>0</c:v>
                </c:pt>
                <c:pt idx="5089">
                  <c:v>0</c:v>
                </c:pt>
                <c:pt idx="5090">
                  <c:v>6.7123680859650556E-6</c:v>
                </c:pt>
                <c:pt idx="5091">
                  <c:v>1.4823882731934344E-5</c:v>
                </c:pt>
                <c:pt idx="5092">
                  <c:v>1.1461635374885183E-4</c:v>
                </c:pt>
                <c:pt idx="5093">
                  <c:v>1.1974680721458655E-5</c:v>
                </c:pt>
                <c:pt idx="5094">
                  <c:v>2.6556090850819486E-4</c:v>
                </c:pt>
                <c:pt idx="5095">
                  <c:v>1.1564018836182521E-4</c:v>
                </c:pt>
                <c:pt idx="5096">
                  <c:v>1.104455903850284E-5</c:v>
                </c:pt>
                <c:pt idx="5097">
                  <c:v>1.7688056045288518E-5</c:v>
                </c:pt>
                <c:pt idx="5098">
                  <c:v>2.5762681289208542E-5</c:v>
                </c:pt>
                <c:pt idx="5099">
                  <c:v>1.0063114435766291E-4</c:v>
                </c:pt>
                <c:pt idx="5100">
                  <c:v>0</c:v>
                </c:pt>
                <c:pt idx="5101">
                  <c:v>3.0205379727506832E-6</c:v>
                </c:pt>
                <c:pt idx="5102">
                  <c:v>4.3209415274866229E-6</c:v>
                </c:pt>
                <c:pt idx="5103">
                  <c:v>2.5663812527327528E-6</c:v>
                </c:pt>
                <c:pt idx="5104">
                  <c:v>2.407824942748316E-6</c:v>
                </c:pt>
                <c:pt idx="5105">
                  <c:v>1.1330067922256141E-5</c:v>
                </c:pt>
                <c:pt idx="5106">
                  <c:v>1.4253292363727473E-5</c:v>
                </c:pt>
                <c:pt idx="5107">
                  <c:v>1.9334434250581266E-6</c:v>
                </c:pt>
                <c:pt idx="5108">
                  <c:v>8.5795660026776404E-7</c:v>
                </c:pt>
                <c:pt idx="5109">
                  <c:v>1.7265411715386622E-6</c:v>
                </c:pt>
                <c:pt idx="5110">
                  <c:v>1.693030909936185E-4</c:v>
                </c:pt>
                <c:pt idx="5111">
                  <c:v>2.8722199030457331E-6</c:v>
                </c:pt>
                <c:pt idx="5112">
                  <c:v>2.570001238608824E-5</c:v>
                </c:pt>
                <c:pt idx="5113">
                  <c:v>2.0078594872224054E-5</c:v>
                </c:pt>
                <c:pt idx="5114">
                  <c:v>6.7767260450944833E-6</c:v>
                </c:pt>
                <c:pt idx="5115">
                  <c:v>0</c:v>
                </c:pt>
                <c:pt idx="5116">
                  <c:v>1.5017672331086896E-6</c:v>
                </c:pt>
                <c:pt idx="5117">
                  <c:v>0</c:v>
                </c:pt>
                <c:pt idx="5118">
                  <c:v>2.0034248040404184E-7</c:v>
                </c:pt>
                <c:pt idx="5119">
                  <c:v>0</c:v>
                </c:pt>
                <c:pt idx="5120">
                  <c:v>1.9872734151478995E-5</c:v>
                </c:pt>
                <c:pt idx="5121">
                  <c:v>0</c:v>
                </c:pt>
                <c:pt idx="5122">
                  <c:v>4.9941823829577522E-6</c:v>
                </c:pt>
                <c:pt idx="5123">
                  <c:v>3.4006376996870455E-6</c:v>
                </c:pt>
                <c:pt idx="5124">
                  <c:v>1.4945931858167746E-7</c:v>
                </c:pt>
                <c:pt idx="5125">
                  <c:v>2.0509972690066556E-5</c:v>
                </c:pt>
                <c:pt idx="5126">
                  <c:v>8.9129967125105579E-5</c:v>
                </c:pt>
                <c:pt idx="5127">
                  <c:v>2.4708814675637527E-6</c:v>
                </c:pt>
                <c:pt idx="5128">
                  <c:v>1.8898403431335945E-4</c:v>
                </c:pt>
                <c:pt idx="5129">
                  <c:v>1.9192521448071044E-4</c:v>
                </c:pt>
                <c:pt idx="5130">
                  <c:v>2.374346561001973E-5</c:v>
                </c:pt>
                <c:pt idx="5131">
                  <c:v>2.1357941725540606E-5</c:v>
                </c:pt>
                <c:pt idx="5132">
                  <c:v>2.2454653605094074E-7</c:v>
                </c:pt>
                <c:pt idx="5133">
                  <c:v>1.3443786711823348E-5</c:v>
                </c:pt>
                <c:pt idx="5134">
                  <c:v>1.4912470225128174E-6</c:v>
                </c:pt>
                <c:pt idx="5135">
                  <c:v>2.2999385025330474E-5</c:v>
                </c:pt>
                <c:pt idx="5136">
                  <c:v>7.9513426755459851E-6</c:v>
                </c:pt>
                <c:pt idx="5137">
                  <c:v>1.5007078642248138E-5</c:v>
                </c:pt>
                <c:pt idx="5138">
                  <c:v>3.6367878729750392E-6</c:v>
                </c:pt>
                <c:pt idx="5139">
                  <c:v>6.0014371844417591E-6</c:v>
                </c:pt>
                <c:pt idx="5140">
                  <c:v>1.0106856999901363E-5</c:v>
                </c:pt>
                <c:pt idx="5141">
                  <c:v>1.23093441209729E-6</c:v>
                </c:pt>
                <c:pt idx="5142">
                  <c:v>1.352456081690107E-6</c:v>
                </c:pt>
                <c:pt idx="5143">
                  <c:v>1.3717622540063699E-6</c:v>
                </c:pt>
                <c:pt idx="5144">
                  <c:v>6.1047400754002595E-6</c:v>
                </c:pt>
                <c:pt idx="5145">
                  <c:v>2.4341714187531403E-5</c:v>
                </c:pt>
                <c:pt idx="5146">
                  <c:v>6.4320005225534531E-5</c:v>
                </c:pt>
                <c:pt idx="5147">
                  <c:v>7.7868819466211651E-6</c:v>
                </c:pt>
                <c:pt idx="5148">
                  <c:v>4.1637471845280412E-5</c:v>
                </c:pt>
                <c:pt idx="5149">
                  <c:v>6.6806708463468999E-5</c:v>
                </c:pt>
                <c:pt idx="5150">
                  <c:v>0</c:v>
                </c:pt>
                <c:pt idx="5151">
                  <c:v>3.9374327782625988E-4</c:v>
                </c:pt>
                <c:pt idx="5152">
                  <c:v>2.6158908441046495E-4</c:v>
                </c:pt>
                <c:pt idx="5153">
                  <c:v>1.5426172574669843E-5</c:v>
                </c:pt>
                <c:pt idx="5154">
                  <c:v>1.2541637521435325E-5</c:v>
                </c:pt>
                <c:pt idx="5155">
                  <c:v>2.1348993753567851E-5</c:v>
                </c:pt>
                <c:pt idx="5156">
                  <c:v>0</c:v>
                </c:pt>
                <c:pt idx="5157">
                  <c:v>0</c:v>
                </c:pt>
                <c:pt idx="5158">
                  <c:v>0</c:v>
                </c:pt>
                <c:pt idx="5159">
                  <c:v>5.0279687202402135E-6</c:v>
                </c:pt>
                <c:pt idx="5160">
                  <c:v>8.8578336735540542E-6</c:v>
                </c:pt>
                <c:pt idx="5161">
                  <c:v>3.1611365567850513E-5</c:v>
                </c:pt>
                <c:pt idx="5162">
                  <c:v>6.2013132479700933E-5</c:v>
                </c:pt>
                <c:pt idx="5163">
                  <c:v>0</c:v>
                </c:pt>
                <c:pt idx="5164">
                  <c:v>1.9343975493409382E-5</c:v>
                </c:pt>
                <c:pt idx="5165">
                  <c:v>1.4161495818419951E-7</c:v>
                </c:pt>
                <c:pt idx="5166">
                  <c:v>3.7916079334684046E-5</c:v>
                </c:pt>
                <c:pt idx="5167">
                  <c:v>1.0935796762545806E-4</c:v>
                </c:pt>
                <c:pt idx="5168">
                  <c:v>6.2678098209878566E-7</c:v>
                </c:pt>
                <c:pt idx="5169">
                  <c:v>1.347800402898192E-4</c:v>
                </c:pt>
                <c:pt idx="5170">
                  <c:v>6.9865775439459181E-5</c:v>
                </c:pt>
                <c:pt idx="5171">
                  <c:v>8.1491269683235524E-5</c:v>
                </c:pt>
                <c:pt idx="5172">
                  <c:v>9.3662767237528228E-5</c:v>
                </c:pt>
                <c:pt idx="5173">
                  <c:v>0</c:v>
                </c:pt>
                <c:pt idx="5174">
                  <c:v>2.5810397759588812E-3</c:v>
                </c:pt>
                <c:pt idx="5175">
                  <c:v>2.3328873023444611E-5</c:v>
                </c:pt>
                <c:pt idx="5176">
                  <c:v>0</c:v>
                </c:pt>
                <c:pt idx="5177">
                  <c:v>1.0992927157304855E-4</c:v>
                </c:pt>
                <c:pt idx="5178">
                  <c:v>5.9202762243584474E-5</c:v>
                </c:pt>
                <c:pt idx="5179">
                  <c:v>0</c:v>
                </c:pt>
                <c:pt idx="5180">
                  <c:v>8.4741071139766533E-6</c:v>
                </c:pt>
                <c:pt idx="5181">
                  <c:v>1.3486373424087972E-6</c:v>
                </c:pt>
                <c:pt idx="5182">
                  <c:v>7.2498313783777933E-6</c:v>
                </c:pt>
                <c:pt idx="5183">
                  <c:v>7.5742055269070852E-6</c:v>
                </c:pt>
                <c:pt idx="5184">
                  <c:v>1.1585532091864298E-5</c:v>
                </c:pt>
                <c:pt idx="5185">
                  <c:v>6.1484755364999116E-5</c:v>
                </c:pt>
                <c:pt idx="5186">
                  <c:v>4.7264259868923174E-5</c:v>
                </c:pt>
                <c:pt idx="5187">
                  <c:v>1.4620098552973103E-5</c:v>
                </c:pt>
                <c:pt idx="5188">
                  <c:v>1.7742124607129398E-5</c:v>
                </c:pt>
                <c:pt idx="5189">
                  <c:v>2.035045894429047E-6</c:v>
                </c:pt>
                <c:pt idx="5190">
                  <c:v>7.7812081515961254E-6</c:v>
                </c:pt>
                <c:pt idx="5191">
                  <c:v>3.325555335439914E-6</c:v>
                </c:pt>
                <c:pt idx="5192">
                  <c:v>1.5335450532729187E-5</c:v>
                </c:pt>
                <c:pt idx="5193">
                  <c:v>1.7924446477572324E-5</c:v>
                </c:pt>
                <c:pt idx="5194">
                  <c:v>1.5198202890551986E-5</c:v>
                </c:pt>
                <c:pt idx="5195">
                  <c:v>4.6249233908253563E-5</c:v>
                </c:pt>
                <c:pt idx="5196">
                  <c:v>5.4076919748294848E-6</c:v>
                </c:pt>
                <c:pt idx="5197">
                  <c:v>5.7474537198151535E-5</c:v>
                </c:pt>
                <c:pt idx="5198">
                  <c:v>1.3061263378209847E-4</c:v>
                </c:pt>
                <c:pt idx="5199">
                  <c:v>1.6967445922247348E-5</c:v>
                </c:pt>
                <c:pt idx="5200">
                  <c:v>2.4026503602559973E-5</c:v>
                </c:pt>
                <c:pt idx="5201">
                  <c:v>4.1405245007829415E-5</c:v>
                </c:pt>
                <c:pt idx="5202">
                  <c:v>1.7038199695571387E-6</c:v>
                </c:pt>
                <c:pt idx="5203">
                  <c:v>1.1000527642735561E-5</c:v>
                </c:pt>
                <c:pt idx="5204">
                  <c:v>1.0716216432387117E-3</c:v>
                </c:pt>
                <c:pt idx="5205">
                  <c:v>5.3178505731647103E-5</c:v>
                </c:pt>
                <c:pt idx="5206">
                  <c:v>2.9039879080884432E-6</c:v>
                </c:pt>
                <c:pt idx="5207">
                  <c:v>2.4827054919197703E-4</c:v>
                </c:pt>
                <c:pt idx="5208">
                  <c:v>2.0491644434972685E-5</c:v>
                </c:pt>
                <c:pt idx="5209">
                  <c:v>2.5906219808986108E-6</c:v>
                </c:pt>
                <c:pt idx="5210">
                  <c:v>0</c:v>
                </c:pt>
                <c:pt idx="5211">
                  <c:v>1.6929538348512842E-6</c:v>
                </c:pt>
                <c:pt idx="5212">
                  <c:v>1.1527034916845534E-4</c:v>
                </c:pt>
                <c:pt idx="5213">
                  <c:v>0</c:v>
                </c:pt>
                <c:pt idx="5214">
                  <c:v>1.1698936644183313E-5</c:v>
                </c:pt>
                <c:pt idx="5215">
                  <c:v>3.3035461503942231E-5</c:v>
                </c:pt>
                <c:pt idx="5216">
                  <c:v>3.6304334277397961E-5</c:v>
                </c:pt>
                <c:pt idx="5217">
                  <c:v>4.0063680220514036E-5</c:v>
                </c:pt>
                <c:pt idx="5218">
                  <c:v>1.8510142573709102E-5</c:v>
                </c:pt>
                <c:pt idx="5219">
                  <c:v>1.279253608034126E-5</c:v>
                </c:pt>
                <c:pt idx="5220">
                  <c:v>4.9649372500702782E-6</c:v>
                </c:pt>
                <c:pt idx="5221">
                  <c:v>1.3273005263958985E-5</c:v>
                </c:pt>
                <c:pt idx="5222">
                  <c:v>2.0961871925031177E-5</c:v>
                </c:pt>
                <c:pt idx="5223">
                  <c:v>2.7954416841455047E-5</c:v>
                </c:pt>
                <c:pt idx="5224">
                  <c:v>0</c:v>
                </c:pt>
                <c:pt idx="5225">
                  <c:v>7.9713803466640849E-6</c:v>
                </c:pt>
                <c:pt idx="5226">
                  <c:v>2.0960630611474236E-5</c:v>
                </c:pt>
                <c:pt idx="5227">
                  <c:v>5.1465522355239124E-5</c:v>
                </c:pt>
                <c:pt idx="5228">
                  <c:v>1.0730618559183463E-5</c:v>
                </c:pt>
                <c:pt idx="5229">
                  <c:v>0</c:v>
                </c:pt>
                <c:pt idx="5230">
                  <c:v>4.9337339751462453E-6</c:v>
                </c:pt>
                <c:pt idx="5231">
                  <c:v>1.9721705384084554E-5</c:v>
                </c:pt>
                <c:pt idx="5232">
                  <c:v>5.7534911646483457E-5</c:v>
                </c:pt>
                <c:pt idx="5233">
                  <c:v>5.178809345319709E-6</c:v>
                </c:pt>
                <c:pt idx="5234">
                  <c:v>6.6041677040502942E-6</c:v>
                </c:pt>
                <c:pt idx="5235">
                  <c:v>5.8952105689414688E-6</c:v>
                </c:pt>
                <c:pt idx="5236">
                  <c:v>3.0430173570381153E-5</c:v>
                </c:pt>
                <c:pt idx="5237">
                  <c:v>1.0876015364797492E-5</c:v>
                </c:pt>
                <c:pt idx="5238">
                  <c:v>3.6455365581135828E-5</c:v>
                </c:pt>
                <c:pt idx="5239">
                  <c:v>7.4705696752516758E-4</c:v>
                </c:pt>
                <c:pt idx="5240">
                  <c:v>1.2735475186399073E-6</c:v>
                </c:pt>
                <c:pt idx="5241">
                  <c:v>1.9712149906159704E-5</c:v>
                </c:pt>
                <c:pt idx="5242">
                  <c:v>1.6175878506965314E-5</c:v>
                </c:pt>
                <c:pt idx="5243">
                  <c:v>1.5626842400905643E-5</c:v>
                </c:pt>
                <c:pt idx="5244">
                  <c:v>1.5918089764796509E-6</c:v>
                </c:pt>
                <c:pt idx="5245">
                  <c:v>5.0600817481858712E-5</c:v>
                </c:pt>
                <c:pt idx="5246">
                  <c:v>2.1380512999838995E-7</c:v>
                </c:pt>
                <c:pt idx="5247">
                  <c:v>1.7715090044782614E-7</c:v>
                </c:pt>
                <c:pt idx="5248">
                  <c:v>0</c:v>
                </c:pt>
                <c:pt idx="5249">
                  <c:v>2.2363138774062363E-5</c:v>
                </c:pt>
                <c:pt idx="5250">
                  <c:v>4.3047681494002584E-4</c:v>
                </c:pt>
                <c:pt idx="5251">
                  <c:v>2.2444225979210758E-5</c:v>
                </c:pt>
                <c:pt idx="5252">
                  <c:v>0</c:v>
                </c:pt>
                <c:pt idx="5253">
                  <c:v>0</c:v>
                </c:pt>
                <c:pt idx="5254">
                  <c:v>9.6765338957610568E-6</c:v>
                </c:pt>
                <c:pt idx="5255">
                  <c:v>0</c:v>
                </c:pt>
                <c:pt idx="5256">
                  <c:v>5.6572552325998732E-5</c:v>
                </c:pt>
                <c:pt idx="5257">
                  <c:v>7.1411632938663547E-6</c:v>
                </c:pt>
                <c:pt idx="5258">
                  <c:v>1.9737185759947833E-5</c:v>
                </c:pt>
                <c:pt idx="5259">
                  <c:v>0</c:v>
                </c:pt>
                <c:pt idx="5260">
                  <c:v>9.4125670663089138E-6</c:v>
                </c:pt>
                <c:pt idx="5261">
                  <c:v>5.8299128417801592E-5</c:v>
                </c:pt>
                <c:pt idx="5262">
                  <c:v>4.0995954469753333E-6</c:v>
                </c:pt>
                <c:pt idx="5263">
                  <c:v>3.1558020657614418E-5</c:v>
                </c:pt>
                <c:pt idx="5264">
                  <c:v>8.9861343653758878E-5</c:v>
                </c:pt>
                <c:pt idx="5265">
                  <c:v>6.6616533479861944E-5</c:v>
                </c:pt>
                <c:pt idx="5266">
                  <c:v>0</c:v>
                </c:pt>
                <c:pt idx="5267">
                  <c:v>2.7202492211574269E-5</c:v>
                </c:pt>
                <c:pt idx="5268">
                  <c:v>4.7547614267946395E-5</c:v>
                </c:pt>
                <c:pt idx="5269">
                  <c:v>5.5974935671451834E-6</c:v>
                </c:pt>
                <c:pt idx="5270">
                  <c:v>5.2802384299753438E-5</c:v>
                </c:pt>
                <c:pt idx="5271">
                  <c:v>1.6137682268873053E-4</c:v>
                </c:pt>
                <c:pt idx="5272">
                  <c:v>7.1552707113669593E-6</c:v>
                </c:pt>
                <c:pt idx="5273">
                  <c:v>1.3136007834126401E-5</c:v>
                </c:pt>
                <c:pt idx="5274">
                  <c:v>1.9553178511437202E-4</c:v>
                </c:pt>
                <c:pt idx="5275">
                  <c:v>8.9076321614714138E-6</c:v>
                </c:pt>
                <c:pt idx="5276">
                  <c:v>1.9671605669705733E-3</c:v>
                </c:pt>
                <c:pt idx="5277">
                  <c:v>3.1028639580462032E-5</c:v>
                </c:pt>
                <c:pt idx="5278">
                  <c:v>2.8988172703852027E-5</c:v>
                </c:pt>
                <c:pt idx="5279">
                  <c:v>2.31500157409028E-5</c:v>
                </c:pt>
                <c:pt idx="5280">
                  <c:v>1.5972621410274541E-5</c:v>
                </c:pt>
                <c:pt idx="5281">
                  <c:v>0</c:v>
                </c:pt>
                <c:pt idx="5282">
                  <c:v>4.4065939938635435E-7</c:v>
                </c:pt>
                <c:pt idx="5283">
                  <c:v>9.4463438465696022E-5</c:v>
                </c:pt>
                <c:pt idx="5284">
                  <c:v>7.2535196280427535E-5</c:v>
                </c:pt>
                <c:pt idx="5285">
                  <c:v>0</c:v>
                </c:pt>
                <c:pt idx="5286">
                  <c:v>3.3425198363486294E-5</c:v>
                </c:pt>
                <c:pt idx="5287">
                  <c:v>3.5375200621539834E-5</c:v>
                </c:pt>
                <c:pt idx="5288">
                  <c:v>1.0271991477084359E-4</c:v>
                </c:pt>
                <c:pt idx="5289">
                  <c:v>1.1137001349696576E-5</c:v>
                </c:pt>
                <c:pt idx="5290">
                  <c:v>3.8446366407562449E-6</c:v>
                </c:pt>
                <c:pt idx="5291">
                  <c:v>0</c:v>
                </c:pt>
                <c:pt idx="5292">
                  <c:v>2.2315744652870855E-5</c:v>
                </c:pt>
                <c:pt idx="5293">
                  <c:v>1.3057646752583122E-5</c:v>
                </c:pt>
                <c:pt idx="5294">
                  <c:v>7.0251203068526596E-5</c:v>
                </c:pt>
                <c:pt idx="5295">
                  <c:v>3.4817580874630462E-5</c:v>
                </c:pt>
                <c:pt idx="5296">
                  <c:v>6.7531585427846479E-6</c:v>
                </c:pt>
                <c:pt idx="5297">
                  <c:v>9.2323834162353768E-6</c:v>
                </c:pt>
                <c:pt idx="5298">
                  <c:v>1.9656151256459211E-5</c:v>
                </c:pt>
                <c:pt idx="5299">
                  <c:v>1.874158356336714E-5</c:v>
                </c:pt>
                <c:pt idx="5300">
                  <c:v>2.54230185954649E-5</c:v>
                </c:pt>
                <c:pt idx="5301">
                  <c:v>1.5226235811193148E-7</c:v>
                </c:pt>
                <c:pt idx="5302">
                  <c:v>8.0298721634468648E-5</c:v>
                </c:pt>
                <c:pt idx="5303">
                  <c:v>2.7797815961671878E-4</c:v>
                </c:pt>
                <c:pt idx="5304">
                  <c:v>1.038030538114104E-5</c:v>
                </c:pt>
                <c:pt idx="5305">
                  <c:v>0</c:v>
                </c:pt>
                <c:pt idx="5306">
                  <c:v>1.2326715175193129E-4</c:v>
                </c:pt>
                <c:pt idx="5307">
                  <c:v>3.6052680421081918E-5</c:v>
                </c:pt>
                <c:pt idx="5308">
                  <c:v>6.5848709894138001E-6</c:v>
                </c:pt>
                <c:pt idx="5309">
                  <c:v>1.0040890327314192E-4</c:v>
                </c:pt>
                <c:pt idx="5310">
                  <c:v>4.6478303018916584E-5</c:v>
                </c:pt>
                <c:pt idx="5311">
                  <c:v>6.5089105158715374E-6</c:v>
                </c:pt>
                <c:pt idx="5312">
                  <c:v>3.0338402195303615E-5</c:v>
                </c:pt>
                <c:pt idx="5313">
                  <c:v>2.2935314403294357E-5</c:v>
                </c:pt>
                <c:pt idx="5314">
                  <c:v>1.9051836511855096E-5</c:v>
                </c:pt>
                <c:pt idx="5315">
                  <c:v>5.1540553144804462E-6</c:v>
                </c:pt>
                <c:pt idx="5316">
                  <c:v>1.6951681928648614E-5</c:v>
                </c:pt>
                <c:pt idx="5317">
                  <c:v>1.8814256699026405E-5</c:v>
                </c:pt>
                <c:pt idx="5318">
                  <c:v>2.8998544567529517E-5</c:v>
                </c:pt>
                <c:pt idx="5319">
                  <c:v>4.5972965619373416E-6</c:v>
                </c:pt>
                <c:pt idx="5320">
                  <c:v>4.4430242764580126E-5</c:v>
                </c:pt>
                <c:pt idx="5321">
                  <c:v>1.5846582132002327E-3</c:v>
                </c:pt>
                <c:pt idx="5322">
                  <c:v>1.3227649328343748E-5</c:v>
                </c:pt>
                <c:pt idx="5323">
                  <c:v>4.4761300534005716E-5</c:v>
                </c:pt>
                <c:pt idx="5324">
                  <c:v>2.2630366239111797E-7</c:v>
                </c:pt>
                <c:pt idx="5325">
                  <c:v>2.158229631163669E-5</c:v>
                </c:pt>
                <c:pt idx="5326">
                  <c:v>4.6774311662438484E-7</c:v>
                </c:pt>
                <c:pt idx="5327">
                  <c:v>2.281177895639411E-6</c:v>
                </c:pt>
                <c:pt idx="5328">
                  <c:v>3.3920188376186822E-5</c:v>
                </c:pt>
                <c:pt idx="5329">
                  <c:v>5.0600026337254934E-6</c:v>
                </c:pt>
                <c:pt idx="5330">
                  <c:v>3.0854771632837751E-5</c:v>
                </c:pt>
                <c:pt idx="5331">
                  <c:v>2.5465474056995042E-5</c:v>
                </c:pt>
                <c:pt idx="5332">
                  <c:v>0</c:v>
                </c:pt>
                <c:pt idx="5333">
                  <c:v>0</c:v>
                </c:pt>
                <c:pt idx="5334">
                  <c:v>1.6102644017906837E-6</c:v>
                </c:pt>
                <c:pt idx="5335">
                  <c:v>2.7993389149821313E-5</c:v>
                </c:pt>
                <c:pt idx="5336">
                  <c:v>5.3019923632075059E-6</c:v>
                </c:pt>
                <c:pt idx="5337">
                  <c:v>2.169246786131484E-5</c:v>
                </c:pt>
                <c:pt idx="5338">
                  <c:v>3.5188131751637015E-6</c:v>
                </c:pt>
                <c:pt idx="5339">
                  <c:v>6.5685998237022301E-6</c:v>
                </c:pt>
                <c:pt idx="5340">
                  <c:v>9.4240626310623693E-6</c:v>
                </c:pt>
                <c:pt idx="5341">
                  <c:v>0</c:v>
                </c:pt>
                <c:pt idx="5342">
                  <c:v>1.40995468933595E-5</c:v>
                </c:pt>
                <c:pt idx="5343">
                  <c:v>3.9375409556161119E-6</c:v>
                </c:pt>
                <c:pt idx="5344">
                  <c:v>1.2756509167593463E-5</c:v>
                </c:pt>
                <c:pt idx="5345">
                  <c:v>7.8177213568867188E-5</c:v>
                </c:pt>
                <c:pt idx="5346">
                  <c:v>6.9663578352269131E-4</c:v>
                </c:pt>
                <c:pt idx="5347">
                  <c:v>8.1396623793802062E-6</c:v>
                </c:pt>
                <c:pt idx="5348">
                  <c:v>8.6806228512553655E-5</c:v>
                </c:pt>
                <c:pt idx="5349">
                  <c:v>1.4052975055850118E-5</c:v>
                </c:pt>
                <c:pt idx="5350">
                  <c:v>1.4809434405759525E-5</c:v>
                </c:pt>
                <c:pt idx="5351">
                  <c:v>5.6987214465314245E-7</c:v>
                </c:pt>
                <c:pt idx="5352">
                  <c:v>2.1725267373014421E-4</c:v>
                </c:pt>
                <c:pt idx="5353">
                  <c:v>9.7475194129983218E-5</c:v>
                </c:pt>
                <c:pt idx="5354">
                  <c:v>1.0010802312052134E-4</c:v>
                </c:pt>
                <c:pt idx="5355">
                  <c:v>3.1885702395114128E-5</c:v>
                </c:pt>
                <c:pt idx="5356">
                  <c:v>1.823624218837979E-5</c:v>
                </c:pt>
                <c:pt idx="5357">
                  <c:v>1.3379951376866696E-5</c:v>
                </c:pt>
                <c:pt idx="5358">
                  <c:v>3.6415851902314435E-5</c:v>
                </c:pt>
                <c:pt idx="5359">
                  <c:v>2.2407887401358567E-5</c:v>
                </c:pt>
                <c:pt idx="5360">
                  <c:v>2.6546634789206713E-5</c:v>
                </c:pt>
                <c:pt idx="5361">
                  <c:v>4.5181192895387703E-4</c:v>
                </c:pt>
                <c:pt idx="5362">
                  <c:v>9.9867271736769642E-4</c:v>
                </c:pt>
                <c:pt idx="5363">
                  <c:v>2.1226529314519556E-5</c:v>
                </c:pt>
                <c:pt idx="5364">
                  <c:v>1.5352505384220318E-5</c:v>
                </c:pt>
                <c:pt idx="5365">
                  <c:v>8.6361668283079701E-6</c:v>
                </c:pt>
                <c:pt idx="5366">
                  <c:v>8.563269929834446E-5</c:v>
                </c:pt>
                <c:pt idx="5367">
                  <c:v>2.6002107613763853E-5</c:v>
                </c:pt>
                <c:pt idx="5368">
                  <c:v>3.3523798614610922E-5</c:v>
                </c:pt>
                <c:pt idx="5369">
                  <c:v>1.64353724445079E-5</c:v>
                </c:pt>
                <c:pt idx="5370">
                  <c:v>7.0047848574571305E-3</c:v>
                </c:pt>
                <c:pt idx="5371">
                  <c:v>9.2950833402737063E-5</c:v>
                </c:pt>
                <c:pt idx="5372">
                  <c:v>4.9536322345396575E-6</c:v>
                </c:pt>
                <c:pt idx="5373">
                  <c:v>3.3086451290263834E-5</c:v>
                </c:pt>
                <c:pt idx="5374">
                  <c:v>1.7948268065420119E-6</c:v>
                </c:pt>
                <c:pt idx="5375">
                  <c:v>1.8534154176151523E-4</c:v>
                </c:pt>
                <c:pt idx="5376">
                  <c:v>3.7562709050724754E-5</c:v>
                </c:pt>
                <c:pt idx="5377">
                  <c:v>4.2728952679028813E-5</c:v>
                </c:pt>
                <c:pt idx="5378">
                  <c:v>4.0215417770934182E-6</c:v>
                </c:pt>
                <c:pt idx="5379">
                  <c:v>1.2936198783516321E-5</c:v>
                </c:pt>
                <c:pt idx="5380">
                  <c:v>7.0608157087149982E-5</c:v>
                </c:pt>
                <c:pt idx="5381">
                  <c:v>2.6434968321552561E-5</c:v>
                </c:pt>
                <c:pt idx="5382">
                  <c:v>7.7162794604194547E-6</c:v>
                </c:pt>
                <c:pt idx="5383">
                  <c:v>2.9891517437360061E-5</c:v>
                </c:pt>
                <c:pt idx="5384">
                  <c:v>4.7656869441199523E-5</c:v>
                </c:pt>
                <c:pt idx="5385">
                  <c:v>1.2483105736534698E-4</c:v>
                </c:pt>
                <c:pt idx="5386">
                  <c:v>0</c:v>
                </c:pt>
                <c:pt idx="5387">
                  <c:v>1.6635305499309719E-3</c:v>
                </c:pt>
                <c:pt idx="5388">
                  <c:v>4.3408140575667884E-6</c:v>
                </c:pt>
                <c:pt idx="5389">
                  <c:v>3.6008070300947414E-5</c:v>
                </c:pt>
                <c:pt idx="5390">
                  <c:v>2.0017691539849052E-6</c:v>
                </c:pt>
                <c:pt idx="5391">
                  <c:v>8.3116737005742042E-4</c:v>
                </c:pt>
                <c:pt idx="5392">
                  <c:v>5.7255412389287424E-6</c:v>
                </c:pt>
                <c:pt idx="5393">
                  <c:v>1.5033049387934587E-5</c:v>
                </c:pt>
                <c:pt idx="5394">
                  <c:v>3.4750447676998436E-5</c:v>
                </c:pt>
                <c:pt idx="5395">
                  <c:v>7.9104225095372185E-5</c:v>
                </c:pt>
                <c:pt idx="5396">
                  <c:v>2.5946254505419887E-5</c:v>
                </c:pt>
                <c:pt idx="5397">
                  <c:v>1.5436080535165623E-5</c:v>
                </c:pt>
                <c:pt idx="5398">
                  <c:v>7.1352744424044433E-6</c:v>
                </c:pt>
                <c:pt idx="5399">
                  <c:v>5.060966700040242E-4</c:v>
                </c:pt>
                <c:pt idx="5400">
                  <c:v>6.7587314264351893E-7</c:v>
                </c:pt>
                <c:pt idx="5401">
                  <c:v>1.8625427197574425E-3</c:v>
                </c:pt>
                <c:pt idx="5402">
                  <c:v>3.4285443565476092E-5</c:v>
                </c:pt>
                <c:pt idx="5403">
                  <c:v>5.1943670589619433E-7</c:v>
                </c:pt>
                <c:pt idx="5404">
                  <c:v>1.3742697275514098E-5</c:v>
                </c:pt>
                <c:pt idx="5405">
                  <c:v>2.5598682589691412E-5</c:v>
                </c:pt>
                <c:pt idx="5406">
                  <c:v>5.6469810842261116E-5</c:v>
                </c:pt>
                <c:pt idx="5407">
                  <c:v>8.7126652913334735E-6</c:v>
                </c:pt>
                <c:pt idx="5408">
                  <c:v>4.2241202811015023E-5</c:v>
                </c:pt>
                <c:pt idx="5409">
                  <c:v>0</c:v>
                </c:pt>
                <c:pt idx="5410">
                  <c:v>1.6644091697785394E-5</c:v>
                </c:pt>
                <c:pt idx="5411">
                  <c:v>5.7075374252462991E-6</c:v>
                </c:pt>
                <c:pt idx="5412">
                  <c:v>1.7736089827495585E-4</c:v>
                </c:pt>
                <c:pt idx="5413">
                  <c:v>5.9987598549185699E-7</c:v>
                </c:pt>
                <c:pt idx="5414">
                  <c:v>6.7755349298371414E-5</c:v>
                </c:pt>
                <c:pt idx="5415">
                  <c:v>5.4423395577371971E-6</c:v>
                </c:pt>
                <c:pt idx="5416">
                  <c:v>7.1654320514050551E-5</c:v>
                </c:pt>
                <c:pt idx="5417">
                  <c:v>1.2296126666188916E-5</c:v>
                </c:pt>
                <c:pt idx="5418">
                  <c:v>8.1689201318641736E-6</c:v>
                </c:pt>
                <c:pt idx="5419">
                  <c:v>2.2205904434560873E-5</c:v>
                </c:pt>
                <c:pt idx="5420">
                  <c:v>3.9044495884871706E-5</c:v>
                </c:pt>
                <c:pt idx="5421">
                  <c:v>1.8823359311004055E-5</c:v>
                </c:pt>
                <c:pt idx="5422">
                  <c:v>2.5982132060704049E-7</c:v>
                </c:pt>
                <c:pt idx="5423">
                  <c:v>3.3242270308927901E-5</c:v>
                </c:pt>
                <c:pt idx="5424">
                  <c:v>6.4507955988694425E-6</c:v>
                </c:pt>
                <c:pt idx="5425">
                  <c:v>3.2987583963954695E-5</c:v>
                </c:pt>
                <c:pt idx="5426">
                  <c:v>3.7887686170109954E-5</c:v>
                </c:pt>
                <c:pt idx="5427">
                  <c:v>2.9796759867914053E-6</c:v>
                </c:pt>
                <c:pt idx="5428">
                  <c:v>4.8674209080459878E-4</c:v>
                </c:pt>
                <c:pt idx="5429">
                  <c:v>0</c:v>
                </c:pt>
                <c:pt idx="5430">
                  <c:v>2.4272879643793221E-6</c:v>
                </c:pt>
                <c:pt idx="5431">
                  <c:v>4.9486181949427244E-4</c:v>
                </c:pt>
                <c:pt idx="5432">
                  <c:v>1.3177014131091369E-6</c:v>
                </c:pt>
                <c:pt idx="5433">
                  <c:v>2.3198463235566477E-5</c:v>
                </c:pt>
                <c:pt idx="5434">
                  <c:v>1.2898503510438747E-5</c:v>
                </c:pt>
                <c:pt idx="5435">
                  <c:v>6.3136320907714952E-5</c:v>
                </c:pt>
                <c:pt idx="5436">
                  <c:v>5.186490958059635E-7</c:v>
                </c:pt>
                <c:pt idx="5437">
                  <c:v>0</c:v>
                </c:pt>
                <c:pt idx="5438">
                  <c:v>4.3142696442666911E-5</c:v>
                </c:pt>
                <c:pt idx="5439">
                  <c:v>1.8380576272073376E-4</c:v>
                </c:pt>
                <c:pt idx="5440">
                  <c:v>0</c:v>
                </c:pt>
                <c:pt idx="5441">
                  <c:v>1.2135479407730187E-6</c:v>
                </c:pt>
                <c:pt idx="5442">
                  <c:v>2.2263269837218214E-7</c:v>
                </c:pt>
                <c:pt idx="5443">
                  <c:v>0</c:v>
                </c:pt>
                <c:pt idx="5444">
                  <c:v>6.7747985478744207E-6</c:v>
                </c:pt>
                <c:pt idx="5445">
                  <c:v>1.4091549485048611E-4</c:v>
                </c:pt>
                <c:pt idx="5446">
                  <c:v>0</c:v>
                </c:pt>
                <c:pt idx="5447">
                  <c:v>3.1079869651699264E-5</c:v>
                </c:pt>
                <c:pt idx="5448">
                  <c:v>1.2624815567882619E-5</c:v>
                </c:pt>
                <c:pt idx="5449">
                  <c:v>1.6043933437177354E-5</c:v>
                </c:pt>
                <c:pt idx="5450">
                  <c:v>1.2967645518952298E-5</c:v>
                </c:pt>
                <c:pt idx="5451">
                  <c:v>5.5230318268069339E-6</c:v>
                </c:pt>
                <c:pt idx="5452">
                  <c:v>9.5416688465607548E-6</c:v>
                </c:pt>
                <c:pt idx="5453">
                  <c:v>3.0238847346327534E-6</c:v>
                </c:pt>
                <c:pt idx="5454">
                  <c:v>2.6810701590411795E-7</c:v>
                </c:pt>
                <c:pt idx="5455">
                  <c:v>5.8387160289704048E-6</c:v>
                </c:pt>
                <c:pt idx="5456">
                  <c:v>2.7978269776879444E-5</c:v>
                </c:pt>
                <c:pt idx="5457">
                  <c:v>1.417647003899055E-5</c:v>
                </c:pt>
                <c:pt idx="5458">
                  <c:v>1.5626869765928905E-5</c:v>
                </c:pt>
                <c:pt idx="5459">
                  <c:v>6.4760524105131381E-6</c:v>
                </c:pt>
                <c:pt idx="5460">
                  <c:v>2.5734787475414102E-5</c:v>
                </c:pt>
                <c:pt idx="5461">
                  <c:v>1.844155407376954E-5</c:v>
                </c:pt>
                <c:pt idx="5462">
                  <c:v>5.2660487208592149E-5</c:v>
                </c:pt>
                <c:pt idx="5463">
                  <c:v>9.3005543215410145E-6</c:v>
                </c:pt>
                <c:pt idx="5464">
                  <c:v>6.8707010981731662E-6</c:v>
                </c:pt>
                <c:pt idx="5465">
                  <c:v>1.1219114962617663E-4</c:v>
                </c:pt>
                <c:pt idx="5466">
                  <c:v>1.5987369876812251E-5</c:v>
                </c:pt>
                <c:pt idx="5467">
                  <c:v>1.1912882146299983E-5</c:v>
                </c:pt>
                <c:pt idx="5468">
                  <c:v>1.5526903904192831E-5</c:v>
                </c:pt>
                <c:pt idx="5469">
                  <c:v>6.8008393712908253E-6</c:v>
                </c:pt>
                <c:pt idx="5470">
                  <c:v>7.0202145427365506E-5</c:v>
                </c:pt>
                <c:pt idx="5471">
                  <c:v>9.914880687869977E-6</c:v>
                </c:pt>
                <c:pt idx="5472">
                  <c:v>2.1487256477666714E-5</c:v>
                </c:pt>
                <c:pt idx="5473">
                  <c:v>5.0226867070323408E-5</c:v>
                </c:pt>
                <c:pt idx="5474">
                  <c:v>2.4837335540075022E-6</c:v>
                </c:pt>
                <c:pt idx="5475">
                  <c:v>0</c:v>
                </c:pt>
                <c:pt idx="5476">
                  <c:v>9.0721193087395005E-6</c:v>
                </c:pt>
                <c:pt idx="5477">
                  <c:v>1.121866847829664E-6</c:v>
                </c:pt>
                <c:pt idx="5478">
                  <c:v>1.2891375038258123E-5</c:v>
                </c:pt>
                <c:pt idx="5479">
                  <c:v>5.0669852262565556E-6</c:v>
                </c:pt>
                <c:pt idx="5480">
                  <c:v>0</c:v>
                </c:pt>
                <c:pt idx="5481">
                  <c:v>2.9506622376360804E-5</c:v>
                </c:pt>
                <c:pt idx="5482">
                  <c:v>3.3485077838948939E-5</c:v>
                </c:pt>
                <c:pt idx="5483">
                  <c:v>4.7712609139693618E-6</c:v>
                </c:pt>
                <c:pt idx="5484">
                  <c:v>0</c:v>
                </c:pt>
                <c:pt idx="5485">
                  <c:v>0</c:v>
                </c:pt>
                <c:pt idx="5486">
                  <c:v>0</c:v>
                </c:pt>
                <c:pt idx="5487">
                  <c:v>1.4387378275003293E-4</c:v>
                </c:pt>
                <c:pt idx="5488">
                  <c:v>1.1280881065371415E-5</c:v>
                </c:pt>
                <c:pt idx="5489">
                  <c:v>1.5019011346859455E-5</c:v>
                </c:pt>
                <c:pt idx="5490">
                  <c:v>1.0167156722604347E-5</c:v>
                </c:pt>
                <c:pt idx="5491">
                  <c:v>1.1210026619917609E-5</c:v>
                </c:pt>
                <c:pt idx="5492">
                  <c:v>0</c:v>
                </c:pt>
                <c:pt idx="5493">
                  <c:v>5.3481788006081824E-7</c:v>
                </c:pt>
                <c:pt idx="5494">
                  <c:v>1.0508531116212557E-4</c:v>
                </c:pt>
                <c:pt idx="5495">
                  <c:v>2.1080041650242887E-5</c:v>
                </c:pt>
                <c:pt idx="5496">
                  <c:v>9.6149807935196915E-6</c:v>
                </c:pt>
                <c:pt idx="5497">
                  <c:v>5.3907900151528979E-6</c:v>
                </c:pt>
                <c:pt idx="5498">
                  <c:v>1.4729736547448382E-5</c:v>
                </c:pt>
                <c:pt idx="5499">
                  <c:v>0</c:v>
                </c:pt>
                <c:pt idx="5500">
                  <c:v>1.7206315686396557E-7</c:v>
                </c:pt>
                <c:pt idx="5501">
                  <c:v>1.6992483327402643E-5</c:v>
                </c:pt>
                <c:pt idx="5502">
                  <c:v>7.7272346843356009E-7</c:v>
                </c:pt>
                <c:pt idx="5503">
                  <c:v>2.1171982767613248E-5</c:v>
                </c:pt>
                <c:pt idx="5504">
                  <c:v>2.4662298638323723E-6</c:v>
                </c:pt>
                <c:pt idx="5505">
                  <c:v>1.8451052768731002E-7</c:v>
                </c:pt>
                <c:pt idx="5506">
                  <c:v>0</c:v>
                </c:pt>
                <c:pt idx="5507">
                  <c:v>1.9820818554711998E-5</c:v>
                </c:pt>
                <c:pt idx="5508">
                  <c:v>0</c:v>
                </c:pt>
                <c:pt idx="5509">
                  <c:v>2.0508889015056291E-6</c:v>
                </c:pt>
                <c:pt idx="5510">
                  <c:v>4.8633976997834116E-6</c:v>
                </c:pt>
                <c:pt idx="5511">
                  <c:v>1.3080534751891848E-5</c:v>
                </c:pt>
                <c:pt idx="5512">
                  <c:v>1.929843436467443E-4</c:v>
                </c:pt>
                <c:pt idx="5513">
                  <c:v>1.4340402564751785E-5</c:v>
                </c:pt>
                <c:pt idx="5514">
                  <c:v>3.5579050058894353E-5</c:v>
                </c:pt>
                <c:pt idx="5515">
                  <c:v>1.5167009539819077E-6</c:v>
                </c:pt>
                <c:pt idx="5516">
                  <c:v>1.4570884214423264E-5</c:v>
                </c:pt>
                <c:pt idx="5517">
                  <c:v>5.8000751930542035E-5</c:v>
                </c:pt>
                <c:pt idx="5518">
                  <c:v>1.4531274184526021E-5</c:v>
                </c:pt>
                <c:pt idx="5519">
                  <c:v>2.1734463008982471E-5</c:v>
                </c:pt>
                <c:pt idx="5520">
                  <c:v>7.1933384714651275E-6</c:v>
                </c:pt>
                <c:pt idx="5521">
                  <c:v>6.0119005395669424E-6</c:v>
                </c:pt>
                <c:pt idx="5522">
                  <c:v>1.4893055733433029E-5</c:v>
                </c:pt>
                <c:pt idx="5523">
                  <c:v>9.3179475770234911E-8</c:v>
                </c:pt>
                <c:pt idx="5524">
                  <c:v>4.2607125922818372E-6</c:v>
                </c:pt>
                <c:pt idx="5525">
                  <c:v>2.0022331551013372E-5</c:v>
                </c:pt>
                <c:pt idx="5526">
                  <c:v>1.123358788122557E-5</c:v>
                </c:pt>
                <c:pt idx="5527">
                  <c:v>2.4930355176245741E-5</c:v>
                </c:pt>
                <c:pt idx="5528">
                  <c:v>2.105428222572462E-6</c:v>
                </c:pt>
                <c:pt idx="5529">
                  <c:v>3.5460497864834047E-6</c:v>
                </c:pt>
                <c:pt idx="5530">
                  <c:v>1.6433342982254441E-5</c:v>
                </c:pt>
                <c:pt idx="5531">
                  <c:v>1.5165988999918544E-5</c:v>
                </c:pt>
                <c:pt idx="5532">
                  <c:v>9.2137951179014355E-7</c:v>
                </c:pt>
                <c:pt idx="5533">
                  <c:v>4.3362531965664791E-6</c:v>
                </c:pt>
                <c:pt idx="5534">
                  <c:v>2.7238005580150935E-6</c:v>
                </c:pt>
                <c:pt idx="5535">
                  <c:v>3.6117987778578543E-5</c:v>
                </c:pt>
                <c:pt idx="5536">
                  <c:v>7.3660098815509501E-6</c:v>
                </c:pt>
                <c:pt idx="5537">
                  <c:v>1.7254171791550987E-5</c:v>
                </c:pt>
                <c:pt idx="5538">
                  <c:v>7.8537108728780913E-5</c:v>
                </c:pt>
                <c:pt idx="5539">
                  <c:v>8.9776180240922545E-5</c:v>
                </c:pt>
                <c:pt idx="5540">
                  <c:v>2.0065038300369116E-7</c:v>
                </c:pt>
                <c:pt idx="5541">
                  <c:v>1.5052377665055651E-4</c:v>
                </c:pt>
                <c:pt idx="5542">
                  <c:v>8.1119949610839541E-5</c:v>
                </c:pt>
                <c:pt idx="5543">
                  <c:v>2.6411659941427716E-3</c:v>
                </c:pt>
                <c:pt idx="5544">
                  <c:v>1.4166599115196701E-5</c:v>
                </c:pt>
                <c:pt idx="5545">
                  <c:v>0</c:v>
                </c:pt>
                <c:pt idx="5546">
                  <c:v>2.6334007371615975E-5</c:v>
                </c:pt>
                <c:pt idx="5547">
                  <c:v>3.1435242994176319E-6</c:v>
                </c:pt>
                <c:pt idx="5548">
                  <c:v>2.1609802088390492E-4</c:v>
                </c:pt>
                <c:pt idx="5549">
                  <c:v>4.6078041029172832E-5</c:v>
                </c:pt>
                <c:pt idx="5550">
                  <c:v>1.3505238430173622E-5</c:v>
                </c:pt>
                <c:pt idx="5551">
                  <c:v>2.8294706880037056E-5</c:v>
                </c:pt>
                <c:pt idx="5552">
                  <c:v>4.2602293151968632E-5</c:v>
                </c:pt>
                <c:pt idx="5553">
                  <c:v>1.5310905810066376E-5</c:v>
                </c:pt>
                <c:pt idx="5554">
                  <c:v>1.9426352364145972E-4</c:v>
                </c:pt>
                <c:pt idx="5555">
                  <c:v>1.9221430373627199E-5</c:v>
                </c:pt>
                <c:pt idx="5556">
                  <c:v>6.9893127187774137E-5</c:v>
                </c:pt>
                <c:pt idx="5557">
                  <c:v>8.1531262667160208E-6</c:v>
                </c:pt>
                <c:pt idx="5558">
                  <c:v>1.0220862610273572E-4</c:v>
                </c:pt>
                <c:pt idx="5559">
                  <c:v>1.8888456273651727E-5</c:v>
                </c:pt>
                <c:pt idx="5560">
                  <c:v>5.899300632508276E-5</c:v>
                </c:pt>
                <c:pt idx="5561">
                  <c:v>5.4707006058700726E-6</c:v>
                </c:pt>
                <c:pt idx="5562">
                  <c:v>2.4294361668184152E-5</c:v>
                </c:pt>
                <c:pt idx="5563">
                  <c:v>0</c:v>
                </c:pt>
                <c:pt idx="5564">
                  <c:v>1.8964538860042863E-5</c:v>
                </c:pt>
                <c:pt idx="5565">
                  <c:v>5.1391431666366475E-6</c:v>
                </c:pt>
                <c:pt idx="5566">
                  <c:v>3.0218277501522132E-6</c:v>
                </c:pt>
                <c:pt idx="5567">
                  <c:v>3.4069129607728885E-7</c:v>
                </c:pt>
                <c:pt idx="5568">
                  <c:v>8.6752254947810561E-4</c:v>
                </c:pt>
                <c:pt idx="5569">
                  <c:v>0</c:v>
                </c:pt>
                <c:pt idx="5570">
                  <c:v>4.1724137424838933E-5</c:v>
                </c:pt>
                <c:pt idx="5571">
                  <c:v>4.8689384844102929E-6</c:v>
                </c:pt>
                <c:pt idx="5572">
                  <c:v>1.8257507027873423E-5</c:v>
                </c:pt>
                <c:pt idx="5573">
                  <c:v>8.8950745460573801E-6</c:v>
                </c:pt>
                <c:pt idx="5574">
                  <c:v>1.1327624620464482E-5</c:v>
                </c:pt>
                <c:pt idx="5575">
                  <c:v>2.0393786521436091E-5</c:v>
                </c:pt>
                <c:pt idx="5576">
                  <c:v>5.4687338041908849E-6</c:v>
                </c:pt>
                <c:pt idx="5577">
                  <c:v>2.985395986917365E-5</c:v>
                </c:pt>
                <c:pt idx="5578">
                  <c:v>1.2194971901588048E-7</c:v>
                </c:pt>
                <c:pt idx="5579">
                  <c:v>3.9994221203639541E-4</c:v>
                </c:pt>
                <c:pt idx="5580">
                  <c:v>1.3642507568211276E-7</c:v>
                </c:pt>
                <c:pt idx="5581">
                  <c:v>1.1878437010527289E-5</c:v>
                </c:pt>
                <c:pt idx="5582">
                  <c:v>3.8118399124654826E-7</c:v>
                </c:pt>
                <c:pt idx="5583">
                  <c:v>5.4181393341560917E-5</c:v>
                </c:pt>
                <c:pt idx="5584">
                  <c:v>3.0892085157200083E-7</c:v>
                </c:pt>
                <c:pt idx="5585">
                  <c:v>1.8375478022476238E-4</c:v>
                </c:pt>
                <c:pt idx="5586">
                  <c:v>1.9529423718009673E-5</c:v>
                </c:pt>
                <c:pt idx="5587">
                  <c:v>9.121363322952371E-6</c:v>
                </c:pt>
                <c:pt idx="5588">
                  <c:v>1.569114625996143E-5</c:v>
                </c:pt>
                <c:pt idx="5589">
                  <c:v>1.7588035067395898E-5</c:v>
                </c:pt>
                <c:pt idx="5590">
                  <c:v>0</c:v>
                </c:pt>
                <c:pt idx="5591">
                  <c:v>1.5916461844068199E-6</c:v>
                </c:pt>
                <c:pt idx="5592">
                  <c:v>1.5017456864392311E-5</c:v>
                </c:pt>
                <c:pt idx="5593">
                  <c:v>0</c:v>
                </c:pt>
                <c:pt idx="5594">
                  <c:v>0</c:v>
                </c:pt>
                <c:pt idx="5595">
                  <c:v>4.7054408304223441E-6</c:v>
                </c:pt>
                <c:pt idx="5596">
                  <c:v>1.5315436224310138E-5</c:v>
                </c:pt>
                <c:pt idx="5597">
                  <c:v>1.2479393053116535E-5</c:v>
                </c:pt>
                <c:pt idx="5598">
                  <c:v>8.8860855539160383E-7</c:v>
                </c:pt>
                <c:pt idx="5599">
                  <c:v>7.2159622081691874E-6</c:v>
                </c:pt>
                <c:pt idx="5600">
                  <c:v>0</c:v>
                </c:pt>
                <c:pt idx="5601">
                  <c:v>3.7626738073764561E-6</c:v>
                </c:pt>
                <c:pt idx="5602">
                  <c:v>2.0897503713662422E-5</c:v>
                </c:pt>
                <c:pt idx="5603">
                  <c:v>3.8272396649895499E-6</c:v>
                </c:pt>
                <c:pt idx="5604">
                  <c:v>2.910877018248083E-6</c:v>
                </c:pt>
                <c:pt idx="5605">
                  <c:v>6.0964380865433573E-6</c:v>
                </c:pt>
                <c:pt idx="5606">
                  <c:v>1.361118850753408E-5</c:v>
                </c:pt>
                <c:pt idx="5607">
                  <c:v>1.3845240237156754E-5</c:v>
                </c:pt>
                <c:pt idx="5608">
                  <c:v>3.0428521727728159E-5</c:v>
                </c:pt>
                <c:pt idx="5609">
                  <c:v>1.103473788325968E-6</c:v>
                </c:pt>
                <c:pt idx="5610">
                  <c:v>1.7504957410248296E-4</c:v>
                </c:pt>
                <c:pt idx="5611">
                  <c:v>3.9391985490704418E-6</c:v>
                </c:pt>
                <c:pt idx="5612">
                  <c:v>1.9891271575869869E-6</c:v>
                </c:pt>
                <c:pt idx="5613">
                  <c:v>8.9302468218043797E-5</c:v>
                </c:pt>
                <c:pt idx="5614">
                  <c:v>3.7734427676210255E-6</c:v>
                </c:pt>
                <c:pt idx="5615">
                  <c:v>1.7009009489681589E-5</c:v>
                </c:pt>
                <c:pt idx="5616">
                  <c:v>3.2247578314724493E-4</c:v>
                </c:pt>
                <c:pt idx="5617">
                  <c:v>2.7752573639321399E-5</c:v>
                </c:pt>
                <c:pt idx="5618">
                  <c:v>1.6305325032908551E-5</c:v>
                </c:pt>
                <c:pt idx="5619">
                  <c:v>8.9766467950595297E-6</c:v>
                </c:pt>
                <c:pt idx="5620">
                  <c:v>2.6927888414987344E-5</c:v>
                </c:pt>
                <c:pt idx="5621">
                  <c:v>1.1953727198853398E-5</c:v>
                </c:pt>
                <c:pt idx="5622">
                  <c:v>2.1458418659416552E-4</c:v>
                </c:pt>
                <c:pt idx="5623">
                  <c:v>2.6627078601217992E-7</c:v>
                </c:pt>
                <c:pt idx="5624">
                  <c:v>2.6938327730534296E-4</c:v>
                </c:pt>
                <c:pt idx="5625">
                  <c:v>3.2858141720497021E-5</c:v>
                </c:pt>
                <c:pt idx="5626">
                  <c:v>6.8231106456108432E-6</c:v>
                </c:pt>
                <c:pt idx="5627">
                  <c:v>5.9744989344087284E-7</c:v>
                </c:pt>
                <c:pt idx="5628">
                  <c:v>4.5027769213616915E-6</c:v>
                </c:pt>
                <c:pt idx="5629">
                  <c:v>4.2696916983798253E-5</c:v>
                </c:pt>
                <c:pt idx="5630">
                  <c:v>3.6843738796996907E-5</c:v>
                </c:pt>
                <c:pt idx="5631">
                  <c:v>3.392238020908695E-5</c:v>
                </c:pt>
                <c:pt idx="5632">
                  <c:v>3.317257431786721E-5</c:v>
                </c:pt>
                <c:pt idx="5633">
                  <c:v>1.8891270858696993E-6</c:v>
                </c:pt>
                <c:pt idx="5634">
                  <c:v>5.6894874349571323E-5</c:v>
                </c:pt>
                <c:pt idx="5635">
                  <c:v>9.4597418915785898E-7</c:v>
                </c:pt>
                <c:pt idx="5636">
                  <c:v>2.0120336310146241E-6</c:v>
                </c:pt>
                <c:pt idx="5637">
                  <c:v>3.8014704955301916E-5</c:v>
                </c:pt>
                <c:pt idx="5638">
                  <c:v>2.0974402697048773E-7</c:v>
                </c:pt>
                <c:pt idx="5639">
                  <c:v>1.4642526737774766E-3</c:v>
                </c:pt>
                <c:pt idx="5640">
                  <c:v>1.893737155307786E-7</c:v>
                </c:pt>
                <c:pt idx="5641">
                  <c:v>0</c:v>
                </c:pt>
                <c:pt idx="5642">
                  <c:v>0</c:v>
                </c:pt>
                <c:pt idx="5643">
                  <c:v>1.2149232669459963E-3</c:v>
                </c:pt>
                <c:pt idx="5644">
                  <c:v>1.8437895649606042E-5</c:v>
                </c:pt>
                <c:pt idx="5645">
                  <c:v>5.5816836734679084E-5</c:v>
                </c:pt>
                <c:pt idx="5646">
                  <c:v>2.1264293777767292E-5</c:v>
                </c:pt>
                <c:pt idx="5647">
                  <c:v>0</c:v>
                </c:pt>
                <c:pt idx="5648">
                  <c:v>1.3816974560061062E-5</c:v>
                </c:pt>
                <c:pt idx="5649">
                  <c:v>9.2398256277005557E-7</c:v>
                </c:pt>
                <c:pt idx="5650">
                  <c:v>5.3380394091522566E-5</c:v>
                </c:pt>
                <c:pt idx="5651">
                  <c:v>3.465033974443769E-5</c:v>
                </c:pt>
                <c:pt idx="5652">
                  <c:v>7.1140908999517789E-3</c:v>
                </c:pt>
                <c:pt idx="5653">
                  <c:v>6.6453521964391677E-6</c:v>
                </c:pt>
                <c:pt idx="5654">
                  <c:v>3.4527513654734242E-4</c:v>
                </c:pt>
                <c:pt idx="5655">
                  <c:v>8.8207423000901444E-6</c:v>
                </c:pt>
                <c:pt idx="5656">
                  <c:v>1.7593336845228349E-7</c:v>
                </c:pt>
                <c:pt idx="5657">
                  <c:v>9.9881844909704708E-6</c:v>
                </c:pt>
                <c:pt idx="5658">
                  <c:v>1.0004556806082148E-2</c:v>
                </c:pt>
                <c:pt idx="5659">
                  <c:v>2.0126111372870022E-3</c:v>
                </c:pt>
                <c:pt idx="5660">
                  <c:v>5.1685523011087883E-6</c:v>
                </c:pt>
                <c:pt idx="5661">
                  <c:v>2.4353832108700577E-6</c:v>
                </c:pt>
                <c:pt idx="5662">
                  <c:v>5.6981055820089504E-6</c:v>
                </c:pt>
                <c:pt idx="5663">
                  <c:v>1.6801579770880281E-6</c:v>
                </c:pt>
                <c:pt idx="5664">
                  <c:v>2.5276095001794368E-5</c:v>
                </c:pt>
                <c:pt idx="5665">
                  <c:v>7.2639597498751094E-6</c:v>
                </c:pt>
                <c:pt idx="5666">
                  <c:v>1.1085307216245688E-5</c:v>
                </c:pt>
                <c:pt idx="5667">
                  <c:v>2.0388736396727268E-3</c:v>
                </c:pt>
                <c:pt idx="5668">
                  <c:v>1.1343823875943303E-5</c:v>
                </c:pt>
                <c:pt idx="5669">
                  <c:v>1.1915416895794511E-5</c:v>
                </c:pt>
                <c:pt idx="5670">
                  <c:v>4.3347662174205324E-5</c:v>
                </c:pt>
                <c:pt idx="5671">
                  <c:v>2.2837092957135772E-7</c:v>
                </c:pt>
                <c:pt idx="5672">
                  <c:v>1.8068086690956185E-5</c:v>
                </c:pt>
                <c:pt idx="5673">
                  <c:v>2.0722666883690814E-6</c:v>
                </c:pt>
                <c:pt idx="5674">
                  <c:v>6.8705504030880371E-4</c:v>
                </c:pt>
                <c:pt idx="5675">
                  <c:v>1.6156388907144676E-4</c:v>
                </c:pt>
                <c:pt idx="5676">
                  <c:v>2.2409811139106073E-5</c:v>
                </c:pt>
                <c:pt idx="5677">
                  <c:v>7.4445804079559022E-5</c:v>
                </c:pt>
                <c:pt idx="5678">
                  <c:v>2.5352970636647148E-5</c:v>
                </c:pt>
                <c:pt idx="5679">
                  <c:v>6.7787988953324025E-5</c:v>
                </c:pt>
                <c:pt idx="5680">
                  <c:v>0</c:v>
                </c:pt>
                <c:pt idx="5681">
                  <c:v>2.4602366672209884E-5</c:v>
                </c:pt>
                <c:pt idx="5682">
                  <c:v>5.0276360465728124E-6</c:v>
                </c:pt>
                <c:pt idx="5683">
                  <c:v>2.988079265810268E-5</c:v>
                </c:pt>
                <c:pt idx="5684">
                  <c:v>4.24275261589686E-5</c:v>
                </c:pt>
                <c:pt idx="5685">
                  <c:v>9.6025065960754399E-6</c:v>
                </c:pt>
                <c:pt idx="5686">
                  <c:v>1.1848783331137261E-5</c:v>
                </c:pt>
                <c:pt idx="5687">
                  <c:v>2.4194368214151492E-6</c:v>
                </c:pt>
                <c:pt idx="5688">
                  <c:v>1.9019341858012826E-7</c:v>
                </c:pt>
                <c:pt idx="5689">
                  <c:v>0</c:v>
                </c:pt>
                <c:pt idx="5690">
                  <c:v>0</c:v>
                </c:pt>
                <c:pt idx="5691">
                  <c:v>2.0418242362081442E-4</c:v>
                </c:pt>
                <c:pt idx="5692">
                  <c:v>0</c:v>
                </c:pt>
                <c:pt idx="5693">
                  <c:v>0</c:v>
                </c:pt>
                <c:pt idx="5694">
                  <c:v>1.4655212281226486E-5</c:v>
                </c:pt>
                <c:pt idx="5695">
                  <c:v>0</c:v>
                </c:pt>
                <c:pt idx="5696">
                  <c:v>1.9033111289376671E-6</c:v>
                </c:pt>
                <c:pt idx="5697">
                  <c:v>7.9972804071695605E-4</c:v>
                </c:pt>
                <c:pt idx="5698">
                  <c:v>4.5492660449027786E-6</c:v>
                </c:pt>
                <c:pt idx="5699">
                  <c:v>1.6719324741598551E-6</c:v>
                </c:pt>
                <c:pt idx="5700">
                  <c:v>7.7721032045451088E-6</c:v>
                </c:pt>
                <c:pt idx="5701">
                  <c:v>9.8662557658767768E-6</c:v>
                </c:pt>
                <c:pt idx="5702">
                  <c:v>1.7954822375929583E-5</c:v>
                </c:pt>
                <c:pt idx="5703">
                  <c:v>6.0849098875904372E-8</c:v>
                </c:pt>
                <c:pt idx="5704">
                  <c:v>1.7746377542801431E-6</c:v>
                </c:pt>
                <c:pt idx="5705">
                  <c:v>0</c:v>
                </c:pt>
                <c:pt idx="5706">
                  <c:v>1.5053761242961085E-5</c:v>
                </c:pt>
                <c:pt idx="5707">
                  <c:v>5.6766518647507559E-6</c:v>
                </c:pt>
                <c:pt idx="5708">
                  <c:v>0</c:v>
                </c:pt>
                <c:pt idx="5709">
                  <c:v>0</c:v>
                </c:pt>
                <c:pt idx="5710">
                  <c:v>1.3069219244688469E-5</c:v>
                </c:pt>
                <c:pt idx="5711">
                  <c:v>0</c:v>
                </c:pt>
                <c:pt idx="5712">
                  <c:v>0</c:v>
                </c:pt>
                <c:pt idx="5713">
                  <c:v>8.051338930906708E-6</c:v>
                </c:pt>
                <c:pt idx="5714">
                  <c:v>2.4059866274358451E-5</c:v>
                </c:pt>
                <c:pt idx="5715">
                  <c:v>0</c:v>
                </c:pt>
                <c:pt idx="5716">
                  <c:v>5.4174273699085136E-6</c:v>
                </c:pt>
                <c:pt idx="5717">
                  <c:v>0</c:v>
                </c:pt>
                <c:pt idx="5718">
                  <c:v>0</c:v>
                </c:pt>
                <c:pt idx="5719">
                  <c:v>2.2229419113765752E-6</c:v>
                </c:pt>
                <c:pt idx="5720">
                  <c:v>0</c:v>
                </c:pt>
                <c:pt idx="5721">
                  <c:v>0</c:v>
                </c:pt>
                <c:pt idx="5722">
                  <c:v>0</c:v>
                </c:pt>
                <c:pt idx="5723">
                  <c:v>0</c:v>
                </c:pt>
                <c:pt idx="5724">
                  <c:v>0</c:v>
                </c:pt>
                <c:pt idx="5725">
                  <c:v>0</c:v>
                </c:pt>
                <c:pt idx="5726">
                  <c:v>3.3637724901798002E-5</c:v>
                </c:pt>
                <c:pt idx="5727">
                  <c:v>4.2402063883547037E-5</c:v>
                </c:pt>
                <c:pt idx="5728">
                  <c:v>6.6804592220137428E-7</c:v>
                </c:pt>
                <c:pt idx="5729">
                  <c:v>1.4452945270798281E-7</c:v>
                </c:pt>
                <c:pt idx="5730">
                  <c:v>1.4161909179754891E-5</c:v>
                </c:pt>
                <c:pt idx="5731">
                  <c:v>4.3050846620097547E-4</c:v>
                </c:pt>
                <c:pt idx="5732">
                  <c:v>3.9122521996910956E-6</c:v>
                </c:pt>
                <c:pt idx="5733">
                  <c:v>9.7941341289697279E-7</c:v>
                </c:pt>
                <c:pt idx="5734">
                  <c:v>1.9775279262168362E-6</c:v>
                </c:pt>
                <c:pt idx="5735">
                  <c:v>6.0660244906732732E-6</c:v>
                </c:pt>
                <c:pt idx="5736">
                  <c:v>6.8699103120597347E-6</c:v>
                </c:pt>
                <c:pt idx="5737">
                  <c:v>1.9554321460561349E-6</c:v>
                </c:pt>
                <c:pt idx="5738">
                  <c:v>8.5913457271664218E-7</c:v>
                </c:pt>
                <c:pt idx="5739">
                  <c:v>3.3016649631022801E-5</c:v>
                </c:pt>
                <c:pt idx="5740">
                  <c:v>4.5468731106232127E-6</c:v>
                </c:pt>
                <c:pt idx="5741">
                  <c:v>7.0984005477510718E-6</c:v>
                </c:pt>
                <c:pt idx="5742">
                  <c:v>0</c:v>
                </c:pt>
                <c:pt idx="5743">
                  <c:v>5.5835748346052103E-6</c:v>
                </c:pt>
                <c:pt idx="5744">
                  <c:v>6.8638743878253887E-7</c:v>
                </c:pt>
                <c:pt idx="5745">
                  <c:v>0</c:v>
                </c:pt>
                <c:pt idx="5746">
                  <c:v>2.7242156730634643E-5</c:v>
                </c:pt>
                <c:pt idx="5747">
                  <c:v>1.9221586521977948E-6</c:v>
                </c:pt>
                <c:pt idx="5748">
                  <c:v>1.2692420834251963E-7</c:v>
                </c:pt>
                <c:pt idx="5749">
                  <c:v>3.5218105203843975E-5</c:v>
                </c:pt>
                <c:pt idx="5750">
                  <c:v>2.7265459805857474E-6</c:v>
                </c:pt>
                <c:pt idx="5751">
                  <c:v>3.4286834049439312E-6</c:v>
                </c:pt>
                <c:pt idx="5752">
                  <c:v>3.8838807752811036E-6</c:v>
                </c:pt>
                <c:pt idx="5753">
                  <c:v>4.6930226504042776E-5</c:v>
                </c:pt>
                <c:pt idx="5754">
                  <c:v>1.4335798293946882E-4</c:v>
                </c:pt>
                <c:pt idx="5755">
                  <c:v>0</c:v>
                </c:pt>
                <c:pt idx="5756">
                  <c:v>8.678210455428689E-6</c:v>
                </c:pt>
                <c:pt idx="5757">
                  <c:v>7.0303950005750262E-6</c:v>
                </c:pt>
                <c:pt idx="5758">
                  <c:v>1.3239299567781505E-4</c:v>
                </c:pt>
                <c:pt idx="5759">
                  <c:v>4.2306068436635988E-6</c:v>
                </c:pt>
                <c:pt idx="5760">
                  <c:v>0</c:v>
                </c:pt>
                <c:pt idx="5761">
                  <c:v>2.8987166195704692E-5</c:v>
                </c:pt>
                <c:pt idx="5762">
                  <c:v>0</c:v>
                </c:pt>
                <c:pt idx="5763">
                  <c:v>2.2179059104657464E-7</c:v>
                </c:pt>
                <c:pt idx="5764">
                  <c:v>0</c:v>
                </c:pt>
                <c:pt idx="5765">
                  <c:v>0</c:v>
                </c:pt>
                <c:pt idx="5766">
                  <c:v>1.8882463054548932E-6</c:v>
                </c:pt>
                <c:pt idx="5767">
                  <c:v>1.2810999837435761E-4</c:v>
                </c:pt>
                <c:pt idx="5768">
                  <c:v>5.5810144415456538E-5</c:v>
                </c:pt>
                <c:pt idx="5769">
                  <c:v>3.7050178448405248E-6</c:v>
                </c:pt>
                <c:pt idx="5770">
                  <c:v>1.1096081563496261E-5</c:v>
                </c:pt>
                <c:pt idx="5771">
                  <c:v>9.4625853134565227E-5</c:v>
                </c:pt>
                <c:pt idx="5772">
                  <c:v>6.6064904822066271E-6</c:v>
                </c:pt>
                <c:pt idx="5773">
                  <c:v>2.2198663455903217E-7</c:v>
                </c:pt>
                <c:pt idx="5774">
                  <c:v>6.5200391929139329E-5</c:v>
                </c:pt>
                <c:pt idx="5775">
                  <c:v>0</c:v>
                </c:pt>
                <c:pt idx="5776">
                  <c:v>8.1174357149510725E-7</c:v>
                </c:pt>
                <c:pt idx="5777">
                  <c:v>2.8059623472866044E-6</c:v>
                </c:pt>
                <c:pt idx="5778">
                  <c:v>3.3706305771958156E-6</c:v>
                </c:pt>
                <c:pt idx="5779">
                  <c:v>4.5661417116267533E-5</c:v>
                </c:pt>
                <c:pt idx="5780">
                  <c:v>9.6616411877953609E-6</c:v>
                </c:pt>
                <c:pt idx="5781">
                  <c:v>0</c:v>
                </c:pt>
                <c:pt idx="5782">
                  <c:v>0</c:v>
                </c:pt>
                <c:pt idx="5783">
                  <c:v>2.1962334030974051E-5</c:v>
                </c:pt>
                <c:pt idx="5784">
                  <c:v>2.0091970186587279E-6</c:v>
                </c:pt>
                <c:pt idx="5785">
                  <c:v>1.1956874381913002E-4</c:v>
                </c:pt>
                <c:pt idx="5786">
                  <c:v>1.8671698807488563E-7</c:v>
                </c:pt>
                <c:pt idx="5787">
                  <c:v>1.9044606058361695E-5</c:v>
                </c:pt>
                <c:pt idx="5788">
                  <c:v>2.7079937126371443E-5</c:v>
                </c:pt>
                <c:pt idx="5789">
                  <c:v>1.2928551521126036E-5</c:v>
                </c:pt>
                <c:pt idx="5790">
                  <c:v>0</c:v>
                </c:pt>
                <c:pt idx="5791">
                  <c:v>5.228994544250291E-7</c:v>
                </c:pt>
                <c:pt idx="5792">
                  <c:v>7.2551963988604765E-5</c:v>
                </c:pt>
                <c:pt idx="5793">
                  <c:v>1.397772927316359E-7</c:v>
                </c:pt>
                <c:pt idx="5794">
                  <c:v>0</c:v>
                </c:pt>
                <c:pt idx="5795">
                  <c:v>5.0861746740957316E-6</c:v>
                </c:pt>
                <c:pt idx="5796">
                  <c:v>1.3635901027015979E-6</c:v>
                </c:pt>
                <c:pt idx="5797">
                  <c:v>4.4162654882022934E-5</c:v>
                </c:pt>
                <c:pt idx="5798">
                  <c:v>0</c:v>
                </c:pt>
                <c:pt idx="5799">
                  <c:v>2.0360184830649226E-7</c:v>
                </c:pt>
                <c:pt idx="5800">
                  <c:v>0</c:v>
                </c:pt>
                <c:pt idx="5801">
                  <c:v>3.2176291527375467E-5</c:v>
                </c:pt>
                <c:pt idx="5802">
                  <c:v>8.4886778193667275E-5</c:v>
                </c:pt>
                <c:pt idx="5803">
                  <c:v>0</c:v>
                </c:pt>
                <c:pt idx="5804">
                  <c:v>0</c:v>
                </c:pt>
                <c:pt idx="5805">
                  <c:v>2.8614703584633159E-5</c:v>
                </c:pt>
                <c:pt idx="5806">
                  <c:v>3.8711054440606856E-6</c:v>
                </c:pt>
                <c:pt idx="5807">
                  <c:v>0</c:v>
                </c:pt>
                <c:pt idx="5808">
                  <c:v>1.7072565766571228E-5</c:v>
                </c:pt>
                <c:pt idx="5809">
                  <c:v>4.620739604078642E-4</c:v>
                </c:pt>
                <c:pt idx="5810">
                  <c:v>9.9468539757590749E-7</c:v>
                </c:pt>
                <c:pt idx="5811">
                  <c:v>7.6028192084617427E-6</c:v>
                </c:pt>
                <c:pt idx="5812">
                  <c:v>8.8887253911627527E-6</c:v>
                </c:pt>
                <c:pt idx="5813">
                  <c:v>2.4455616527557374E-6</c:v>
                </c:pt>
                <c:pt idx="5814">
                  <c:v>0</c:v>
                </c:pt>
                <c:pt idx="5815">
                  <c:v>4.4754967307348958E-5</c:v>
                </c:pt>
                <c:pt idx="5816">
                  <c:v>2.3703947285882086E-6</c:v>
                </c:pt>
                <c:pt idx="5817">
                  <c:v>0</c:v>
                </c:pt>
                <c:pt idx="5818">
                  <c:v>2.9451734479206902E-6</c:v>
                </c:pt>
                <c:pt idx="5819">
                  <c:v>2.0575443971908061E-7</c:v>
                </c:pt>
                <c:pt idx="5820">
                  <c:v>0</c:v>
                </c:pt>
                <c:pt idx="5821">
                  <c:v>5.3588610944501021E-8</c:v>
                </c:pt>
                <c:pt idx="5822">
                  <c:v>5.0287461324006456E-5</c:v>
                </c:pt>
                <c:pt idx="5823">
                  <c:v>8.495691576940534E-5</c:v>
                </c:pt>
                <c:pt idx="5824">
                  <c:v>0</c:v>
                </c:pt>
                <c:pt idx="5825">
                  <c:v>1.4069010252766764E-6</c:v>
                </c:pt>
                <c:pt idx="5826">
                  <c:v>3.0696538951030244E-6</c:v>
                </c:pt>
                <c:pt idx="5827">
                  <c:v>1.7312209032233549E-5</c:v>
                </c:pt>
                <c:pt idx="5828">
                  <c:v>6.540675404185986E-7</c:v>
                </c:pt>
                <c:pt idx="5829">
                  <c:v>0</c:v>
                </c:pt>
                <c:pt idx="5830">
                  <c:v>2.3449035013320285E-6</c:v>
                </c:pt>
                <c:pt idx="5831">
                  <c:v>2.8529012787019138E-7</c:v>
                </c:pt>
                <c:pt idx="5832">
                  <c:v>2.8228707389261048E-6</c:v>
                </c:pt>
                <c:pt idx="5833">
                  <c:v>6.3530666208991968E-5</c:v>
                </c:pt>
                <c:pt idx="5834">
                  <c:v>3.1587577429919357E-6</c:v>
                </c:pt>
                <c:pt idx="5835">
                  <c:v>3.593578753107481E-6</c:v>
                </c:pt>
                <c:pt idx="5836">
                  <c:v>3.0441227698149148E-6</c:v>
                </c:pt>
                <c:pt idx="5837">
                  <c:v>1.5088310620526601E-6</c:v>
                </c:pt>
                <c:pt idx="5838">
                  <c:v>4.4477425122248447E-5</c:v>
                </c:pt>
                <c:pt idx="5839">
                  <c:v>2.778110632072092E-6</c:v>
                </c:pt>
                <c:pt idx="5840">
                  <c:v>1.0078974718850266E-5</c:v>
                </c:pt>
                <c:pt idx="5841">
                  <c:v>8.5327683699357205E-6</c:v>
                </c:pt>
                <c:pt idx="5842">
                  <c:v>0</c:v>
                </c:pt>
                <c:pt idx="5843">
                  <c:v>2.4230870602800961E-5</c:v>
                </c:pt>
                <c:pt idx="5844">
                  <c:v>5.9137674308429081E-5</c:v>
                </c:pt>
                <c:pt idx="5845">
                  <c:v>3.2465356240067808E-5</c:v>
                </c:pt>
                <c:pt idx="5846">
                  <c:v>1.374237951234163E-7</c:v>
                </c:pt>
                <c:pt idx="5847">
                  <c:v>4.636995645073658E-6</c:v>
                </c:pt>
                <c:pt idx="5848">
                  <c:v>6.8449957593922419E-5</c:v>
                </c:pt>
                <c:pt idx="5849">
                  <c:v>1.0807571391760564E-6</c:v>
                </c:pt>
                <c:pt idx="5850">
                  <c:v>2.4845413783048222E-6</c:v>
                </c:pt>
                <c:pt idx="5851">
                  <c:v>4.8632358585125722E-7</c:v>
                </c:pt>
                <c:pt idx="5852">
                  <c:v>0</c:v>
                </c:pt>
                <c:pt idx="5853">
                  <c:v>0</c:v>
                </c:pt>
                <c:pt idx="5854">
                  <c:v>1.4178452034663641E-5</c:v>
                </c:pt>
                <c:pt idx="5855">
                  <c:v>0</c:v>
                </c:pt>
                <c:pt idx="5856">
                  <c:v>0</c:v>
                </c:pt>
                <c:pt idx="5857">
                  <c:v>4.0274936871499414E-6</c:v>
                </c:pt>
                <c:pt idx="5858">
                  <c:v>3.6546431437888181E-5</c:v>
                </c:pt>
                <c:pt idx="5859">
                  <c:v>1.7823275616438216E-5</c:v>
                </c:pt>
                <c:pt idx="5860">
                  <c:v>1.1219668464972664E-6</c:v>
                </c:pt>
                <c:pt idx="5861">
                  <c:v>1.4443583705197109E-5</c:v>
                </c:pt>
                <c:pt idx="5862">
                  <c:v>8.9772911082600568E-6</c:v>
                </c:pt>
                <c:pt idx="5863">
                  <c:v>3.6680961130630007E-5</c:v>
                </c:pt>
                <c:pt idx="5864">
                  <c:v>2.0774087439872445E-5</c:v>
                </c:pt>
                <c:pt idx="5865">
                  <c:v>2.0015555042425612E-5</c:v>
                </c:pt>
                <c:pt idx="5866">
                  <c:v>2.3059253798395796E-5</c:v>
                </c:pt>
                <c:pt idx="5867">
                  <c:v>0</c:v>
                </c:pt>
                <c:pt idx="5868">
                  <c:v>3.3515002144922639E-6</c:v>
                </c:pt>
                <c:pt idx="5869">
                  <c:v>7.5693912959107501E-7</c:v>
                </c:pt>
                <c:pt idx="5870">
                  <c:v>0</c:v>
                </c:pt>
                <c:pt idx="5871">
                  <c:v>1.7732601364487649E-6</c:v>
                </c:pt>
                <c:pt idx="5872">
                  <c:v>7.3871810341095303E-5</c:v>
                </c:pt>
                <c:pt idx="5873">
                  <c:v>6.4177766864883314E-5</c:v>
                </c:pt>
                <c:pt idx="5874">
                  <c:v>1.6322375957822725E-5</c:v>
                </c:pt>
                <c:pt idx="5875">
                  <c:v>1.4847212995109862E-6</c:v>
                </c:pt>
                <c:pt idx="5876">
                  <c:v>0</c:v>
                </c:pt>
                <c:pt idx="5877">
                  <c:v>0</c:v>
                </c:pt>
                <c:pt idx="5878">
                  <c:v>0</c:v>
                </c:pt>
                <c:pt idx="5879">
                  <c:v>9.5971832381690814E-8</c:v>
                </c:pt>
                <c:pt idx="5880">
                  <c:v>0</c:v>
                </c:pt>
                <c:pt idx="5881">
                  <c:v>0</c:v>
                </c:pt>
                <c:pt idx="5882">
                  <c:v>7.6721355954203734E-5</c:v>
                </c:pt>
                <c:pt idx="5883">
                  <c:v>1.1402729915867132E-5</c:v>
                </c:pt>
                <c:pt idx="5884">
                  <c:v>4.2429524077582821E-5</c:v>
                </c:pt>
                <c:pt idx="5885">
                  <c:v>0</c:v>
                </c:pt>
                <c:pt idx="5886">
                  <c:v>4.0025779134026922E-7</c:v>
                </c:pt>
                <c:pt idx="5887">
                  <c:v>0</c:v>
                </c:pt>
                <c:pt idx="5888">
                  <c:v>4.6327242150056717E-6</c:v>
                </c:pt>
                <c:pt idx="5889">
                  <c:v>0</c:v>
                </c:pt>
                <c:pt idx="5890">
                  <c:v>3.2991371553354499E-7</c:v>
                </c:pt>
                <c:pt idx="5891">
                  <c:v>6.3456422870439013E-6</c:v>
                </c:pt>
                <c:pt idx="5892">
                  <c:v>1.5386959352840222E-5</c:v>
                </c:pt>
                <c:pt idx="5893">
                  <c:v>4.6813632469765388E-6</c:v>
                </c:pt>
                <c:pt idx="5894">
                  <c:v>1.1790553673851368E-4</c:v>
                </c:pt>
                <c:pt idx="5895">
                  <c:v>1.1446496086509869E-6</c:v>
                </c:pt>
                <c:pt idx="5896">
                  <c:v>0</c:v>
                </c:pt>
                <c:pt idx="5897">
                  <c:v>0</c:v>
                </c:pt>
                <c:pt idx="5898">
                  <c:v>2.8939247858649231E-6</c:v>
                </c:pt>
                <c:pt idx="5899">
                  <c:v>2.2220634415687011E-5</c:v>
                </c:pt>
                <c:pt idx="5900">
                  <c:v>6.1594212373445727E-6</c:v>
                </c:pt>
                <c:pt idx="5901">
                  <c:v>1.4583980393215046E-5</c:v>
                </c:pt>
                <c:pt idx="5902">
                  <c:v>7.8264179362093803E-5</c:v>
                </c:pt>
                <c:pt idx="5903">
                  <c:v>1.1301277911406704E-5</c:v>
                </c:pt>
                <c:pt idx="5904">
                  <c:v>0</c:v>
                </c:pt>
                <c:pt idx="5905">
                  <c:v>3.1211531957102252E-5</c:v>
                </c:pt>
                <c:pt idx="5906">
                  <c:v>0</c:v>
                </c:pt>
                <c:pt idx="5907">
                  <c:v>6.7147110310687742E-6</c:v>
                </c:pt>
                <c:pt idx="5908">
                  <c:v>0</c:v>
                </c:pt>
                <c:pt idx="5909">
                  <c:v>1.4684238651037231E-6</c:v>
                </c:pt>
                <c:pt idx="5910">
                  <c:v>2.5223943034069287E-5</c:v>
                </c:pt>
                <c:pt idx="5911">
                  <c:v>0</c:v>
                </c:pt>
                <c:pt idx="5912">
                  <c:v>2.2581364052070651E-6</c:v>
                </c:pt>
                <c:pt idx="5913">
                  <c:v>4.0308283298027616E-5</c:v>
                </c:pt>
                <c:pt idx="5914">
                  <c:v>0</c:v>
                </c:pt>
                <c:pt idx="5915">
                  <c:v>2.5248026919630647E-6</c:v>
                </c:pt>
                <c:pt idx="5916">
                  <c:v>1.9045186585816206E-4</c:v>
                </c:pt>
                <c:pt idx="5917">
                  <c:v>1.9581268944358294E-5</c:v>
                </c:pt>
                <c:pt idx="5918">
                  <c:v>0</c:v>
                </c:pt>
                <c:pt idx="5919">
                  <c:v>0</c:v>
                </c:pt>
                <c:pt idx="5920">
                  <c:v>8.8861966456135578E-6</c:v>
                </c:pt>
                <c:pt idx="5921">
                  <c:v>0</c:v>
                </c:pt>
                <c:pt idx="5922">
                  <c:v>0</c:v>
                </c:pt>
                <c:pt idx="5923">
                  <c:v>0</c:v>
                </c:pt>
                <c:pt idx="5924">
                  <c:v>1.3708400814652738E-6</c:v>
                </c:pt>
                <c:pt idx="5925">
                  <c:v>1.7381565197971479E-6</c:v>
                </c:pt>
                <c:pt idx="5926">
                  <c:v>1.3461827751031339E-5</c:v>
                </c:pt>
                <c:pt idx="5927">
                  <c:v>1.2777300754591075E-5</c:v>
                </c:pt>
                <c:pt idx="5928">
                  <c:v>1.4437468380001285E-4</c:v>
                </c:pt>
                <c:pt idx="5929">
                  <c:v>2.0404446069502052E-6</c:v>
                </c:pt>
                <c:pt idx="5930">
                  <c:v>1.9551178876305232E-2</c:v>
                </c:pt>
                <c:pt idx="5931">
                  <c:v>1.0836567360956608E-5</c:v>
                </c:pt>
                <c:pt idx="5932">
                  <c:v>2.2800109814403285E-6</c:v>
                </c:pt>
                <c:pt idx="5933">
                  <c:v>0</c:v>
                </c:pt>
                <c:pt idx="5934">
                  <c:v>0</c:v>
                </c:pt>
                <c:pt idx="5935">
                  <c:v>3.5902645787374843E-6</c:v>
                </c:pt>
                <c:pt idx="5936">
                  <c:v>0</c:v>
                </c:pt>
                <c:pt idx="5937">
                  <c:v>9.8227842478909748E-6</c:v>
                </c:pt>
                <c:pt idx="5938">
                  <c:v>3.2647253531480315E-6</c:v>
                </c:pt>
                <c:pt idx="5939">
                  <c:v>3.0451372369825898E-6</c:v>
                </c:pt>
                <c:pt idx="5940">
                  <c:v>0</c:v>
                </c:pt>
                <c:pt idx="5941">
                  <c:v>1.1930538068490667E-5</c:v>
                </c:pt>
                <c:pt idx="5942">
                  <c:v>6.5310241783270751E-6</c:v>
                </c:pt>
                <c:pt idx="5943">
                  <c:v>1.514155371761456E-6</c:v>
                </c:pt>
                <c:pt idx="5944">
                  <c:v>0</c:v>
                </c:pt>
                <c:pt idx="5945">
                  <c:v>0</c:v>
                </c:pt>
                <c:pt idx="5946">
                  <c:v>5.9893729360549638E-6</c:v>
                </c:pt>
                <c:pt idx="5947">
                  <c:v>0</c:v>
                </c:pt>
                <c:pt idx="5948">
                  <c:v>2.3012174652392289E-5</c:v>
                </c:pt>
                <c:pt idx="5949">
                  <c:v>3.2012243407568503E-6</c:v>
                </c:pt>
                <c:pt idx="5950">
                  <c:v>0</c:v>
                </c:pt>
                <c:pt idx="5951">
                  <c:v>2.0096587611556153E-7</c:v>
                </c:pt>
                <c:pt idx="5952">
                  <c:v>1.1536414334197427E-5</c:v>
                </c:pt>
                <c:pt idx="5953">
                  <c:v>0</c:v>
                </c:pt>
                <c:pt idx="5954">
                  <c:v>1.7829757380041145E-5</c:v>
                </c:pt>
                <c:pt idx="5955">
                  <c:v>0</c:v>
                </c:pt>
                <c:pt idx="5956">
                  <c:v>9.5613363737820189E-7</c:v>
                </c:pt>
                <c:pt idx="5957">
                  <c:v>1.0693632254508101E-5</c:v>
                </c:pt>
                <c:pt idx="5958">
                  <c:v>0</c:v>
                </c:pt>
                <c:pt idx="5959">
                  <c:v>0</c:v>
                </c:pt>
                <c:pt idx="5960">
                  <c:v>0</c:v>
                </c:pt>
                <c:pt idx="5961">
                  <c:v>4.9417930977850574E-7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5.1788343889293486E-6</c:v>
                </c:pt>
                <c:pt idx="5966">
                  <c:v>1.4587277711744225E-5</c:v>
                </c:pt>
                <c:pt idx="5967">
                  <c:v>2.9294992298463085E-5</c:v>
                </c:pt>
                <c:pt idx="5968">
                  <c:v>6.013105918421341E-6</c:v>
                </c:pt>
                <c:pt idx="5969">
                  <c:v>2.8611273380257522E-6</c:v>
                </c:pt>
                <c:pt idx="5970">
                  <c:v>3.2730573206669792E-5</c:v>
                </c:pt>
                <c:pt idx="5971">
                  <c:v>0</c:v>
                </c:pt>
                <c:pt idx="5972">
                  <c:v>1.0782157875488523E-5</c:v>
                </c:pt>
                <c:pt idx="5973">
                  <c:v>0</c:v>
                </c:pt>
                <c:pt idx="5974">
                  <c:v>0</c:v>
                </c:pt>
                <c:pt idx="5975">
                  <c:v>0</c:v>
                </c:pt>
                <c:pt idx="5976">
                  <c:v>5.7407004323726844E-7</c:v>
                </c:pt>
                <c:pt idx="5977">
                  <c:v>5.7581232379723201E-5</c:v>
                </c:pt>
                <c:pt idx="5978">
                  <c:v>0</c:v>
                </c:pt>
                <c:pt idx="5979">
                  <c:v>1.3591637857199746E-5</c:v>
                </c:pt>
                <c:pt idx="5980">
                  <c:v>4.8001752115108796E-5</c:v>
                </c:pt>
                <c:pt idx="5981">
                  <c:v>2.1496164413761657E-5</c:v>
                </c:pt>
                <c:pt idx="5982">
                  <c:v>4.5077197152891818E-6</c:v>
                </c:pt>
                <c:pt idx="5983">
                  <c:v>1.7617226731973827E-5</c:v>
                </c:pt>
                <c:pt idx="5984">
                  <c:v>9.8488767348859675E-5</c:v>
                </c:pt>
                <c:pt idx="5985">
                  <c:v>3.8214819171157316E-5</c:v>
                </c:pt>
                <c:pt idx="5986">
                  <c:v>7.3954041232578811E-5</c:v>
                </c:pt>
                <c:pt idx="5987">
                  <c:v>1.6666345105167165E-4</c:v>
                </c:pt>
                <c:pt idx="5988">
                  <c:v>1.2466805727016023E-5</c:v>
                </c:pt>
                <c:pt idx="5989">
                  <c:v>4.2317969511047516E-5</c:v>
                </c:pt>
                <c:pt idx="5990">
                  <c:v>7.0524691260830252E-5</c:v>
                </c:pt>
                <c:pt idx="5991">
                  <c:v>1.6760795012373836E-7</c:v>
                </c:pt>
                <c:pt idx="5992">
                  <c:v>1.4153295855370322E-5</c:v>
                </c:pt>
                <c:pt idx="5993">
                  <c:v>2.150086632132966E-5</c:v>
                </c:pt>
                <c:pt idx="5994">
                  <c:v>1.2377753048571847E-4</c:v>
                </c:pt>
                <c:pt idx="5995">
                  <c:v>4.0510478922804819E-5</c:v>
                </c:pt>
                <c:pt idx="5996">
                  <c:v>7.1670685083854158E-5</c:v>
                </c:pt>
                <c:pt idx="5997">
                  <c:v>6.7028516846313397E-6</c:v>
                </c:pt>
                <c:pt idx="5998">
                  <c:v>5.1266893496977537E-5</c:v>
                </c:pt>
                <c:pt idx="5999">
                  <c:v>0</c:v>
                </c:pt>
                <c:pt idx="6000">
                  <c:v>1.1081737025816094E-5</c:v>
                </c:pt>
                <c:pt idx="6001">
                  <c:v>4.593418595218623E-5</c:v>
                </c:pt>
                <c:pt idx="6002">
                  <c:v>4.9062329209389789E-6</c:v>
                </c:pt>
                <c:pt idx="6003">
                  <c:v>2.6141253066249257E-5</c:v>
                </c:pt>
                <c:pt idx="6004">
                  <c:v>2.0162016524635411E-5</c:v>
                </c:pt>
                <c:pt idx="6005">
                  <c:v>1.4773328440794903E-5</c:v>
                </c:pt>
                <c:pt idx="6006">
                  <c:v>1.4017212401596285E-4</c:v>
                </c:pt>
                <c:pt idx="6007">
                  <c:v>8.7768003086257873E-6</c:v>
                </c:pt>
                <c:pt idx="6008">
                  <c:v>1.6153979657979104E-5</c:v>
                </c:pt>
                <c:pt idx="6009">
                  <c:v>4.7839426083111233E-6</c:v>
                </c:pt>
                <c:pt idx="6010">
                  <c:v>0</c:v>
                </c:pt>
                <c:pt idx="6011">
                  <c:v>1.634193222212295E-4</c:v>
                </c:pt>
                <c:pt idx="6012">
                  <c:v>2.0223060237263595E-5</c:v>
                </c:pt>
                <c:pt idx="6013">
                  <c:v>1.4522517950412886E-7</c:v>
                </c:pt>
                <c:pt idx="6014">
                  <c:v>4.341849596858386E-5</c:v>
                </c:pt>
                <c:pt idx="6015">
                  <c:v>2.2633801551619559E-4</c:v>
                </c:pt>
                <c:pt idx="6016">
                  <c:v>1.9008844996467564E-5</c:v>
                </c:pt>
                <c:pt idx="6017">
                  <c:v>8.5354936397973914E-5</c:v>
                </c:pt>
                <c:pt idx="6018">
                  <c:v>0</c:v>
                </c:pt>
                <c:pt idx="6019">
                  <c:v>6.7455569455814968E-6</c:v>
                </c:pt>
                <c:pt idx="6020">
                  <c:v>3.7776155303168653E-5</c:v>
                </c:pt>
                <c:pt idx="6021">
                  <c:v>0</c:v>
                </c:pt>
                <c:pt idx="6022">
                  <c:v>2.4738635003440092E-5</c:v>
                </c:pt>
                <c:pt idx="6023">
                  <c:v>8.2109329849314023E-6</c:v>
                </c:pt>
                <c:pt idx="6024">
                  <c:v>2.5831592656003389E-6</c:v>
                </c:pt>
                <c:pt idx="6025">
                  <c:v>1.0939944857036537E-5</c:v>
                </c:pt>
                <c:pt idx="6026">
                  <c:v>0</c:v>
                </c:pt>
                <c:pt idx="6027">
                  <c:v>0</c:v>
                </c:pt>
                <c:pt idx="6028">
                  <c:v>4.8739618027842203E-5</c:v>
                </c:pt>
                <c:pt idx="6029">
                  <c:v>1.5921845573489505E-5</c:v>
                </c:pt>
                <c:pt idx="6030">
                  <c:v>1.4793176571123061E-5</c:v>
                </c:pt>
                <c:pt idx="6031">
                  <c:v>0</c:v>
                </c:pt>
                <c:pt idx="6032">
                  <c:v>0</c:v>
                </c:pt>
                <c:pt idx="6033">
                  <c:v>1.0363558910013605E-5</c:v>
                </c:pt>
                <c:pt idx="6034">
                  <c:v>0</c:v>
                </c:pt>
                <c:pt idx="6035">
                  <c:v>3.644808555508932E-5</c:v>
                </c:pt>
                <c:pt idx="6036">
                  <c:v>9.9583772811663741E-7</c:v>
                </c:pt>
                <c:pt idx="6037">
                  <c:v>0</c:v>
                </c:pt>
                <c:pt idx="6038">
                  <c:v>1.0809359921282389E-6</c:v>
                </c:pt>
                <c:pt idx="6039">
                  <c:v>1.3437430503835839E-7</c:v>
                </c:pt>
                <c:pt idx="6040">
                  <c:v>0</c:v>
                </c:pt>
                <c:pt idx="6041">
                  <c:v>1.3209349213032137E-6</c:v>
                </c:pt>
                <c:pt idx="6042">
                  <c:v>2.3929764468927175E-7</c:v>
                </c:pt>
                <c:pt idx="6043">
                  <c:v>1.4863096131321158E-7</c:v>
                </c:pt>
                <c:pt idx="6044">
                  <c:v>1.7612921090401803E-5</c:v>
                </c:pt>
                <c:pt idx="6045">
                  <c:v>0</c:v>
                </c:pt>
                <c:pt idx="6046">
                  <c:v>4.5372073166396448E-6</c:v>
                </c:pt>
                <c:pt idx="6047">
                  <c:v>6.8237333383709969E-8</c:v>
                </c:pt>
                <c:pt idx="6048">
                  <c:v>3.200720991339549E-5</c:v>
                </c:pt>
                <c:pt idx="6049">
                  <c:v>8.9818614420375903E-7</c:v>
                </c:pt>
                <c:pt idx="6050">
                  <c:v>8.7689988222913738E-6</c:v>
                </c:pt>
                <c:pt idx="6051">
                  <c:v>2.4460183621351732E-6</c:v>
                </c:pt>
                <c:pt idx="6052">
                  <c:v>3.08617784629701E-7</c:v>
                </c:pt>
                <c:pt idx="6053">
                  <c:v>1.1679636160799804E-5</c:v>
                </c:pt>
                <c:pt idx="6054">
                  <c:v>2.7640158865704242E-5</c:v>
                </c:pt>
                <c:pt idx="6055">
                  <c:v>1.1756186069992734E-5</c:v>
                </c:pt>
                <c:pt idx="6056">
                  <c:v>1.1478375286865873E-5</c:v>
                </c:pt>
                <c:pt idx="6057">
                  <c:v>0</c:v>
                </c:pt>
                <c:pt idx="6058">
                  <c:v>7.8734150597402691E-6</c:v>
                </c:pt>
                <c:pt idx="6059">
                  <c:v>6.8847968201375523E-7</c:v>
                </c:pt>
                <c:pt idx="6060">
                  <c:v>5.1946256655697333E-5</c:v>
                </c:pt>
                <c:pt idx="6061">
                  <c:v>4.5046761648024042E-6</c:v>
                </c:pt>
                <c:pt idx="6062">
                  <c:v>3.0616976604869841E-6</c:v>
                </c:pt>
                <c:pt idx="6063">
                  <c:v>0</c:v>
                </c:pt>
                <c:pt idx="6064">
                  <c:v>1.299106603035196E-6</c:v>
                </c:pt>
                <c:pt idx="6065">
                  <c:v>4.2423803389522094E-5</c:v>
                </c:pt>
                <c:pt idx="6066">
                  <c:v>6.5996392619454826E-7</c:v>
                </c:pt>
                <c:pt idx="6067">
                  <c:v>3.7249021122174903E-4</c:v>
                </c:pt>
                <c:pt idx="6068">
                  <c:v>0</c:v>
                </c:pt>
                <c:pt idx="6069">
                  <c:v>0</c:v>
                </c:pt>
                <c:pt idx="6070">
                  <c:v>3.6044050877547485E-5</c:v>
                </c:pt>
                <c:pt idx="6071">
                  <c:v>7.221919832283283E-7</c:v>
                </c:pt>
                <c:pt idx="6072">
                  <c:v>0</c:v>
                </c:pt>
                <c:pt idx="6073">
                  <c:v>4.9082986512320017E-5</c:v>
                </c:pt>
                <c:pt idx="6074">
                  <c:v>0</c:v>
                </c:pt>
                <c:pt idx="6075">
                  <c:v>0</c:v>
                </c:pt>
                <c:pt idx="6076">
                  <c:v>5.2591050832319406E-6</c:v>
                </c:pt>
                <c:pt idx="6077">
                  <c:v>3.6981552485628004E-5</c:v>
                </c:pt>
                <c:pt idx="6078">
                  <c:v>9.645534984353716E-6</c:v>
                </c:pt>
                <c:pt idx="6079">
                  <c:v>0</c:v>
                </c:pt>
                <c:pt idx="6080">
                  <c:v>4.6099791322003376E-7</c:v>
                </c:pt>
                <c:pt idx="6081">
                  <c:v>1.0512235470616987E-6</c:v>
                </c:pt>
                <c:pt idx="6082">
                  <c:v>2.9837835540911286E-5</c:v>
                </c:pt>
                <c:pt idx="6083">
                  <c:v>2.3440727668963269E-5</c:v>
                </c:pt>
                <c:pt idx="6084">
                  <c:v>1.5704443009044875E-4</c:v>
                </c:pt>
                <c:pt idx="6085">
                  <c:v>2.991605922978841E-6</c:v>
                </c:pt>
                <c:pt idx="6086">
                  <c:v>0</c:v>
                </c:pt>
                <c:pt idx="6087">
                  <c:v>5.7565441318180546E-8</c:v>
                </c:pt>
                <c:pt idx="6088">
                  <c:v>0</c:v>
                </c:pt>
                <c:pt idx="6089">
                  <c:v>0</c:v>
                </c:pt>
                <c:pt idx="6090">
                  <c:v>8.1925558876482537E-6</c:v>
                </c:pt>
                <c:pt idx="6091">
                  <c:v>0</c:v>
                </c:pt>
                <c:pt idx="6092">
                  <c:v>1.1164898473183563E-5</c:v>
                </c:pt>
                <c:pt idx="6093">
                  <c:v>3.9965014985478469E-5</c:v>
                </c:pt>
                <c:pt idx="6094">
                  <c:v>0</c:v>
                </c:pt>
                <c:pt idx="6095">
                  <c:v>2.0318748837938233E-5</c:v>
                </c:pt>
                <c:pt idx="6096">
                  <c:v>6.0460177500152042E-5</c:v>
                </c:pt>
                <c:pt idx="6097">
                  <c:v>9.2321720306697581E-6</c:v>
                </c:pt>
                <c:pt idx="6098">
                  <c:v>4.6144196526326921E-5</c:v>
                </c:pt>
                <c:pt idx="6099">
                  <c:v>0</c:v>
                </c:pt>
                <c:pt idx="6100">
                  <c:v>4.1143186406396702E-5</c:v>
                </c:pt>
                <c:pt idx="6101">
                  <c:v>2.332140787602782E-7</c:v>
                </c:pt>
                <c:pt idx="6102">
                  <c:v>1.3860966236771307E-6</c:v>
                </c:pt>
                <c:pt idx="6103">
                  <c:v>4.5328412188757874E-5</c:v>
                </c:pt>
                <c:pt idx="6104">
                  <c:v>0</c:v>
                </c:pt>
                <c:pt idx="6105">
                  <c:v>1.7238486605612189E-5</c:v>
                </c:pt>
                <c:pt idx="6106">
                  <c:v>1.7642771361732556E-5</c:v>
                </c:pt>
                <c:pt idx="6107">
                  <c:v>5.1643890035402333E-5</c:v>
                </c:pt>
                <c:pt idx="6108">
                  <c:v>7.3520631125900972E-5</c:v>
                </c:pt>
                <c:pt idx="6109">
                  <c:v>0</c:v>
                </c:pt>
                <c:pt idx="6110">
                  <c:v>5.5222217019769916E-6</c:v>
                </c:pt>
                <c:pt idx="6111">
                  <c:v>7.5374563364486592E-6</c:v>
                </c:pt>
                <c:pt idx="6112">
                  <c:v>1.0966446721081923E-5</c:v>
                </c:pt>
                <c:pt idx="6113">
                  <c:v>2.3232903937021442E-6</c:v>
                </c:pt>
                <c:pt idx="6114">
                  <c:v>6.1711582060610511E-7</c:v>
                </c:pt>
                <c:pt idx="6115">
                  <c:v>2.9795766037170385E-5</c:v>
                </c:pt>
                <c:pt idx="6116">
                  <c:v>9.5398315473052579E-6</c:v>
                </c:pt>
                <c:pt idx="6117">
                  <c:v>4.5406057972263958E-6</c:v>
                </c:pt>
                <c:pt idx="6118">
                  <c:v>2.3312326696172684E-5</c:v>
                </c:pt>
                <c:pt idx="6119">
                  <c:v>7.8150358424137442E-6</c:v>
                </c:pt>
                <c:pt idx="6120">
                  <c:v>7.5512981210177761E-6</c:v>
                </c:pt>
                <c:pt idx="6121">
                  <c:v>3.416197671938074E-7</c:v>
                </c:pt>
                <c:pt idx="6122">
                  <c:v>5.4757081918283217E-5</c:v>
                </c:pt>
                <c:pt idx="6123">
                  <c:v>5.2464945375942788E-6</c:v>
                </c:pt>
                <c:pt idx="6124">
                  <c:v>0</c:v>
                </c:pt>
                <c:pt idx="6125">
                  <c:v>8.2916261448498708E-6</c:v>
                </c:pt>
                <c:pt idx="6126">
                  <c:v>5.3549253500943773E-6</c:v>
                </c:pt>
                <c:pt idx="6127">
                  <c:v>5.0762132254830947E-5</c:v>
                </c:pt>
                <c:pt idx="6128">
                  <c:v>2.6420691790710408E-5</c:v>
                </c:pt>
                <c:pt idx="6129">
                  <c:v>1.8586228132533338E-7</c:v>
                </c:pt>
                <c:pt idx="6130">
                  <c:v>1.5324410019073287E-5</c:v>
                </c:pt>
                <c:pt idx="6131">
                  <c:v>1.0549894826066514E-5</c:v>
                </c:pt>
                <c:pt idx="6132">
                  <c:v>0</c:v>
                </c:pt>
                <c:pt idx="6133">
                  <c:v>1.1211285325382283E-5</c:v>
                </c:pt>
                <c:pt idx="6134">
                  <c:v>3.6047208168257753E-5</c:v>
                </c:pt>
                <c:pt idx="6135">
                  <c:v>8.9994792456107605E-7</c:v>
                </c:pt>
                <c:pt idx="6136">
                  <c:v>4.399708690748123E-7</c:v>
                </c:pt>
                <c:pt idx="6137">
                  <c:v>6.0280801870664323E-5</c:v>
                </c:pt>
                <c:pt idx="6138">
                  <c:v>2.2466283772425989E-5</c:v>
                </c:pt>
                <c:pt idx="6139">
                  <c:v>1.5633296762541926E-5</c:v>
                </c:pt>
                <c:pt idx="6140">
                  <c:v>1.3206790540113604E-5</c:v>
                </c:pt>
                <c:pt idx="6141">
                  <c:v>4.7562818774324424E-6</c:v>
                </c:pt>
                <c:pt idx="6142">
                  <c:v>1.4210878885227389E-5</c:v>
                </c:pt>
                <c:pt idx="6143">
                  <c:v>4.7410432062766031E-6</c:v>
                </c:pt>
                <c:pt idx="6144">
                  <c:v>1.7005900184883033E-5</c:v>
                </c:pt>
                <c:pt idx="6145">
                  <c:v>1.2929466601479665E-5</c:v>
                </c:pt>
                <c:pt idx="6146">
                  <c:v>3.2711322787989722E-6</c:v>
                </c:pt>
                <c:pt idx="6147">
                  <c:v>4.2219855985647373E-7</c:v>
                </c:pt>
                <c:pt idx="6148">
                  <c:v>3.8524482793772279E-6</c:v>
                </c:pt>
                <c:pt idx="6149">
                  <c:v>1.4597914599928181E-6</c:v>
                </c:pt>
                <c:pt idx="6150">
                  <c:v>7.6816738266429152E-6</c:v>
                </c:pt>
                <c:pt idx="6151">
                  <c:v>4.0154204093815132E-7</c:v>
                </c:pt>
                <c:pt idx="6152">
                  <c:v>0</c:v>
                </c:pt>
                <c:pt idx="6153">
                  <c:v>3.1846912370150671E-6</c:v>
                </c:pt>
                <c:pt idx="6154">
                  <c:v>4.503664003301546E-6</c:v>
                </c:pt>
                <c:pt idx="6155">
                  <c:v>0</c:v>
                </c:pt>
                <c:pt idx="6156">
                  <c:v>4.8586808217252986E-6</c:v>
                </c:pt>
                <c:pt idx="6157">
                  <c:v>2.6063915364652892E-5</c:v>
                </c:pt>
                <c:pt idx="6158">
                  <c:v>1.3547348566535913E-5</c:v>
                </c:pt>
                <c:pt idx="6159">
                  <c:v>3.5769573102262884E-6</c:v>
                </c:pt>
                <c:pt idx="6160">
                  <c:v>1.3688737743775885E-6</c:v>
                </c:pt>
                <c:pt idx="6161">
                  <c:v>9.8028025804167436E-7</c:v>
                </c:pt>
                <c:pt idx="6162">
                  <c:v>1.040488561221384E-5</c:v>
                </c:pt>
                <c:pt idx="6163">
                  <c:v>3.5174743824530102E-4</c:v>
                </c:pt>
                <c:pt idx="6164">
                  <c:v>5.0829760790294055E-4</c:v>
                </c:pt>
                <c:pt idx="6165">
                  <c:v>1.3472175531039843E-4</c:v>
                </c:pt>
                <c:pt idx="6166">
                  <c:v>6.4196471749214162E-5</c:v>
                </c:pt>
                <c:pt idx="6167">
                  <c:v>1.1603473061136102E-6</c:v>
                </c:pt>
                <c:pt idx="6168">
                  <c:v>1.420550977710728E-5</c:v>
                </c:pt>
                <c:pt idx="6169">
                  <c:v>0</c:v>
                </c:pt>
                <c:pt idx="6170">
                  <c:v>1.2358777147617104E-4</c:v>
                </c:pt>
                <c:pt idx="6171">
                  <c:v>0</c:v>
                </c:pt>
                <c:pt idx="6172">
                  <c:v>4.4636570330005348E-5</c:v>
                </c:pt>
                <c:pt idx="6173">
                  <c:v>0</c:v>
                </c:pt>
                <c:pt idx="6174">
                  <c:v>0</c:v>
                </c:pt>
                <c:pt idx="6175">
                  <c:v>0</c:v>
                </c:pt>
                <c:pt idx="6176">
                  <c:v>1.5540473470341523E-5</c:v>
                </c:pt>
                <c:pt idx="6177">
                  <c:v>3.0301248720116306E-6</c:v>
                </c:pt>
                <c:pt idx="6178">
                  <c:v>4.4305146126642886E-8</c:v>
                </c:pt>
                <c:pt idx="6179">
                  <c:v>6.3714568559134113E-6</c:v>
                </c:pt>
                <c:pt idx="6180">
                  <c:v>4.1888037780430913E-5</c:v>
                </c:pt>
                <c:pt idx="6181">
                  <c:v>6.3529582157023798E-6</c:v>
                </c:pt>
                <c:pt idx="6182">
                  <c:v>0</c:v>
                </c:pt>
                <c:pt idx="6183">
                  <c:v>2.4846771196626208E-5</c:v>
                </c:pt>
                <c:pt idx="6184">
                  <c:v>1.1732266225761241E-5</c:v>
                </c:pt>
                <c:pt idx="6185">
                  <c:v>6.301515083458257E-6</c:v>
                </c:pt>
                <c:pt idx="6186">
                  <c:v>7.7222617791185915E-6</c:v>
                </c:pt>
                <c:pt idx="6187">
                  <c:v>1.3238427654343185E-7</c:v>
                </c:pt>
                <c:pt idx="6188">
                  <c:v>0</c:v>
                </c:pt>
                <c:pt idx="6189">
                  <c:v>3.2163570643064977E-5</c:v>
                </c:pt>
                <c:pt idx="6190">
                  <c:v>0</c:v>
                </c:pt>
                <c:pt idx="6191">
                  <c:v>0</c:v>
                </c:pt>
                <c:pt idx="6192">
                  <c:v>0</c:v>
                </c:pt>
                <c:pt idx="6193">
                  <c:v>4.1534164681181214E-5</c:v>
                </c:pt>
                <c:pt idx="6194">
                  <c:v>3.8290629154894755E-4</c:v>
                </c:pt>
                <c:pt idx="6195">
                  <c:v>4.915315169861553E-7</c:v>
                </c:pt>
                <c:pt idx="6196">
                  <c:v>0</c:v>
                </c:pt>
                <c:pt idx="6197">
                  <c:v>5.0395762252838395E-6</c:v>
                </c:pt>
                <c:pt idx="6198">
                  <c:v>7.6187887131148035E-7</c:v>
                </c:pt>
                <c:pt idx="6199">
                  <c:v>1.5868749026920029E-5</c:v>
                </c:pt>
                <c:pt idx="6200">
                  <c:v>0</c:v>
                </c:pt>
                <c:pt idx="6201">
                  <c:v>0</c:v>
                </c:pt>
                <c:pt idx="6202">
                  <c:v>1.9352670529751181E-6</c:v>
                </c:pt>
                <c:pt idx="6203">
                  <c:v>2.0827002072509212E-6</c:v>
                </c:pt>
                <c:pt idx="6204">
                  <c:v>2.6378871929685392E-5</c:v>
                </c:pt>
                <c:pt idx="6205">
                  <c:v>5.1951241069465801E-6</c:v>
                </c:pt>
                <c:pt idx="6206">
                  <c:v>5.4880251008941608E-6</c:v>
                </c:pt>
                <c:pt idx="6207">
                  <c:v>6.1332067498868907E-6</c:v>
                </c:pt>
                <c:pt idx="6208">
                  <c:v>6.5532893880437209E-6</c:v>
                </c:pt>
                <c:pt idx="6209">
                  <c:v>2.1254543502558955E-6</c:v>
                </c:pt>
                <c:pt idx="6210">
                  <c:v>5.5836663624796165E-6</c:v>
                </c:pt>
                <c:pt idx="6211">
                  <c:v>7.8611876086634438E-6</c:v>
                </c:pt>
                <c:pt idx="6212">
                  <c:v>2.3576858407173789E-5</c:v>
                </c:pt>
                <c:pt idx="6213">
                  <c:v>3.9682540238827425E-5</c:v>
                </c:pt>
                <c:pt idx="6214">
                  <c:v>6.5222671400871606E-5</c:v>
                </c:pt>
                <c:pt idx="6215">
                  <c:v>0</c:v>
                </c:pt>
                <c:pt idx="6216">
                  <c:v>2.7314178352316522E-7</c:v>
                </c:pt>
                <c:pt idx="6217">
                  <c:v>6.7087037273028257E-4</c:v>
                </c:pt>
                <c:pt idx="6218">
                  <c:v>1.0939825503696504E-5</c:v>
                </c:pt>
                <c:pt idx="6219">
                  <c:v>7.1602228475864814E-6</c:v>
                </c:pt>
                <c:pt idx="6220">
                  <c:v>0</c:v>
                </c:pt>
                <c:pt idx="6221">
                  <c:v>5.8679298806270104E-6</c:v>
                </c:pt>
                <c:pt idx="6222">
                  <c:v>0</c:v>
                </c:pt>
                <c:pt idx="6223">
                  <c:v>3.9272155677528499E-7</c:v>
                </c:pt>
                <c:pt idx="6224">
                  <c:v>0</c:v>
                </c:pt>
                <c:pt idx="6225">
                  <c:v>3.1518170174935232E-5</c:v>
                </c:pt>
                <c:pt idx="6226">
                  <c:v>6.3412151539306321E-7</c:v>
                </c:pt>
                <c:pt idx="6227">
                  <c:v>7.2760040363793154E-7</c:v>
                </c:pt>
                <c:pt idx="6228">
                  <c:v>3.2603891335252492E-4</c:v>
                </c:pt>
                <c:pt idx="6229">
                  <c:v>4.9819685832097506E-5</c:v>
                </c:pt>
                <c:pt idx="6230">
                  <c:v>1.0527009302301832E-4</c:v>
                </c:pt>
                <c:pt idx="6231">
                  <c:v>1.3083033797642635E-6</c:v>
                </c:pt>
                <c:pt idx="6232">
                  <c:v>1.8412246325201149E-6</c:v>
                </c:pt>
                <c:pt idx="6233">
                  <c:v>8.0093398624041852E-7</c:v>
                </c:pt>
                <c:pt idx="6234">
                  <c:v>0</c:v>
                </c:pt>
                <c:pt idx="6235">
                  <c:v>8.0359328583668101E-6</c:v>
                </c:pt>
                <c:pt idx="6236">
                  <c:v>2.4969259526782492E-6</c:v>
                </c:pt>
                <c:pt idx="6237">
                  <c:v>8.1241853032957127E-5</c:v>
                </c:pt>
                <c:pt idx="6238">
                  <c:v>1.4183570142320762E-4</c:v>
                </c:pt>
                <c:pt idx="6239">
                  <c:v>2.5310346644923666E-5</c:v>
                </c:pt>
                <c:pt idx="6240">
                  <c:v>2.9325978211317599E-6</c:v>
                </c:pt>
                <c:pt idx="6241">
                  <c:v>6.0128927621237035E-6</c:v>
                </c:pt>
                <c:pt idx="6242">
                  <c:v>1.1923675848782149E-5</c:v>
                </c:pt>
                <c:pt idx="6243">
                  <c:v>7.8314610969353986E-6</c:v>
                </c:pt>
                <c:pt idx="6244">
                  <c:v>3.4451577279932154E-4</c:v>
                </c:pt>
                <c:pt idx="6245">
                  <c:v>0</c:v>
                </c:pt>
                <c:pt idx="6246">
                  <c:v>9.3506063802750279E-6</c:v>
                </c:pt>
                <c:pt idx="6247">
                  <c:v>1.9446899927765066E-5</c:v>
                </c:pt>
                <c:pt idx="6248">
                  <c:v>1.3241557617623901E-6</c:v>
                </c:pt>
                <c:pt idx="6249">
                  <c:v>1.1203504189698996E-5</c:v>
                </c:pt>
                <c:pt idx="6250">
                  <c:v>5.9783449676352037E-6</c:v>
                </c:pt>
                <c:pt idx="6251">
                  <c:v>6.7144956131232246E-6</c:v>
                </c:pt>
                <c:pt idx="6252">
                  <c:v>4.065782055462734E-6</c:v>
                </c:pt>
                <c:pt idx="6253">
                  <c:v>5.0373052467671802E-5</c:v>
                </c:pt>
                <c:pt idx="6254">
                  <c:v>1.0511366231991859E-5</c:v>
                </c:pt>
                <c:pt idx="6255">
                  <c:v>0</c:v>
                </c:pt>
                <c:pt idx="6256">
                  <c:v>3.7410763051049864E-7</c:v>
                </c:pt>
                <c:pt idx="6257">
                  <c:v>0</c:v>
                </c:pt>
                <c:pt idx="6258">
                  <c:v>1.2986558584957723E-5</c:v>
                </c:pt>
                <c:pt idx="6259">
                  <c:v>2.841920266315526E-4</c:v>
                </c:pt>
                <c:pt idx="6260">
                  <c:v>2.4336589118583881E-5</c:v>
                </c:pt>
                <c:pt idx="6261">
                  <c:v>2.0816761125159418E-5</c:v>
                </c:pt>
                <c:pt idx="6262">
                  <c:v>5.1960298719315475E-7</c:v>
                </c:pt>
                <c:pt idx="6263">
                  <c:v>3.1063295467383047E-5</c:v>
                </c:pt>
                <c:pt idx="6264">
                  <c:v>1.2442265654089877E-5</c:v>
                </c:pt>
                <c:pt idx="6265">
                  <c:v>3.4726186097107978E-5</c:v>
                </c:pt>
                <c:pt idx="6266">
                  <c:v>0</c:v>
                </c:pt>
                <c:pt idx="6267">
                  <c:v>3.3485033947293119E-5</c:v>
                </c:pt>
                <c:pt idx="6268">
                  <c:v>0</c:v>
                </c:pt>
                <c:pt idx="6269">
                  <c:v>8.2863731978383094E-6</c:v>
                </c:pt>
                <c:pt idx="6270">
                  <c:v>7.5693912959107453E-6</c:v>
                </c:pt>
                <c:pt idx="6271">
                  <c:v>3.0388327428947234E-6</c:v>
                </c:pt>
                <c:pt idx="6272">
                  <c:v>0</c:v>
                </c:pt>
                <c:pt idx="6273">
                  <c:v>8.3872386739903515E-5</c:v>
                </c:pt>
                <c:pt idx="6274">
                  <c:v>6.0780391419060505E-6</c:v>
                </c:pt>
                <c:pt idx="6275">
                  <c:v>1.2928842744139404E-5</c:v>
                </c:pt>
                <c:pt idx="6276">
                  <c:v>1.4355673137463142E-5</c:v>
                </c:pt>
                <c:pt idx="6277">
                  <c:v>6.2521236971520548E-6</c:v>
                </c:pt>
                <c:pt idx="6278">
                  <c:v>6.3685285724915806E-6</c:v>
                </c:pt>
                <c:pt idx="6279">
                  <c:v>3.7396373779103623E-6</c:v>
                </c:pt>
                <c:pt idx="6280">
                  <c:v>0</c:v>
                </c:pt>
                <c:pt idx="6281">
                  <c:v>3.4285739959587095E-4</c:v>
                </c:pt>
                <c:pt idx="6282">
                  <c:v>5.4886664658813016E-5</c:v>
                </c:pt>
                <c:pt idx="6283">
                  <c:v>2.3770411843717459E-5</c:v>
                </c:pt>
                <c:pt idx="6284">
                  <c:v>5.314608535188896E-6</c:v>
                </c:pt>
                <c:pt idx="6285">
                  <c:v>7.6278303185122429E-8</c:v>
                </c:pt>
                <c:pt idx="6286">
                  <c:v>7.1147186100431354E-6</c:v>
                </c:pt>
                <c:pt idx="6287">
                  <c:v>0</c:v>
                </c:pt>
                <c:pt idx="6288">
                  <c:v>3.004585158147259E-5</c:v>
                </c:pt>
                <c:pt idx="6289">
                  <c:v>1.5164994307055428E-5</c:v>
                </c:pt>
                <c:pt idx="6290">
                  <c:v>0</c:v>
                </c:pt>
                <c:pt idx="6291">
                  <c:v>6.6601381135492048E-6</c:v>
                </c:pt>
                <c:pt idx="6292">
                  <c:v>2.3113352104550011E-4</c:v>
                </c:pt>
                <c:pt idx="6293">
                  <c:v>0</c:v>
                </c:pt>
                <c:pt idx="6294">
                  <c:v>0</c:v>
                </c:pt>
                <c:pt idx="6295">
                  <c:v>0</c:v>
                </c:pt>
                <c:pt idx="6296">
                  <c:v>3.6880334801293932E-7</c:v>
                </c:pt>
                <c:pt idx="6297">
                  <c:v>4.3825475359232934E-4</c:v>
                </c:pt>
                <c:pt idx="6298">
                  <c:v>0</c:v>
                </c:pt>
                <c:pt idx="6299">
                  <c:v>2.6628411055702775E-5</c:v>
                </c:pt>
                <c:pt idx="6300">
                  <c:v>0</c:v>
                </c:pt>
                <c:pt idx="6301">
                  <c:v>0</c:v>
                </c:pt>
                <c:pt idx="6302">
                  <c:v>0</c:v>
                </c:pt>
                <c:pt idx="6303">
                  <c:v>2.9253399417142916E-6</c:v>
                </c:pt>
                <c:pt idx="6304">
                  <c:v>0</c:v>
                </c:pt>
                <c:pt idx="6305">
                  <c:v>0</c:v>
                </c:pt>
                <c:pt idx="6306">
                  <c:v>1.5669651862128893E-5</c:v>
                </c:pt>
                <c:pt idx="6307">
                  <c:v>7.4923268687926736E-8</c:v>
                </c:pt>
                <c:pt idx="6308">
                  <c:v>2.6582294129150639E-5</c:v>
                </c:pt>
                <c:pt idx="6309">
                  <c:v>1.3088346155177651E-5</c:v>
                </c:pt>
                <c:pt idx="6310">
                  <c:v>4.9423634181499981E-6</c:v>
                </c:pt>
                <c:pt idx="6311">
                  <c:v>0</c:v>
                </c:pt>
                <c:pt idx="6312">
                  <c:v>0</c:v>
                </c:pt>
                <c:pt idx="6313">
                  <c:v>2.3177243631956496E-6</c:v>
                </c:pt>
                <c:pt idx="6314">
                  <c:v>5.543070097167077E-6</c:v>
                </c:pt>
                <c:pt idx="6315">
                  <c:v>7.7983181762919672E-5</c:v>
                </c:pt>
                <c:pt idx="6316">
                  <c:v>1.6493824979207069E-5</c:v>
                </c:pt>
                <c:pt idx="6317">
                  <c:v>7.5191306855903716E-5</c:v>
                </c:pt>
                <c:pt idx="6318">
                  <c:v>3.4256515565383719E-5</c:v>
                </c:pt>
                <c:pt idx="6319">
                  <c:v>3.0875459393889681E-5</c:v>
                </c:pt>
                <c:pt idx="6320">
                  <c:v>1.3145235973152341E-5</c:v>
                </c:pt>
                <c:pt idx="6321">
                  <c:v>5.0756651823393526E-7</c:v>
                </c:pt>
                <c:pt idx="6322">
                  <c:v>3.2065127870046515E-6</c:v>
                </c:pt>
                <c:pt idx="6323">
                  <c:v>0</c:v>
                </c:pt>
                <c:pt idx="6324">
                  <c:v>1.0033012660090617E-5</c:v>
                </c:pt>
                <c:pt idx="6325">
                  <c:v>0</c:v>
                </c:pt>
                <c:pt idx="6326">
                  <c:v>8.5344875203172295E-7</c:v>
                </c:pt>
                <c:pt idx="6327">
                  <c:v>4.858515182267132E-5</c:v>
                </c:pt>
                <c:pt idx="6328">
                  <c:v>2.6308682925292298E-5</c:v>
                </c:pt>
                <c:pt idx="6329">
                  <c:v>0</c:v>
                </c:pt>
                <c:pt idx="6330">
                  <c:v>1.2951871146994965E-6</c:v>
                </c:pt>
                <c:pt idx="6331">
                  <c:v>0</c:v>
                </c:pt>
                <c:pt idx="6332">
                  <c:v>1.6110794665854679E-5</c:v>
                </c:pt>
                <c:pt idx="6333">
                  <c:v>0</c:v>
                </c:pt>
                <c:pt idx="6334">
                  <c:v>0</c:v>
                </c:pt>
                <c:pt idx="6335">
                  <c:v>3.5992039101532712E-6</c:v>
                </c:pt>
                <c:pt idx="6336">
                  <c:v>0</c:v>
                </c:pt>
                <c:pt idx="6337">
                  <c:v>6.4078659755944516E-5</c:v>
                </c:pt>
                <c:pt idx="6338">
                  <c:v>1.6188094616652997E-7</c:v>
                </c:pt>
                <c:pt idx="6339">
                  <c:v>0</c:v>
                </c:pt>
                <c:pt idx="6340">
                  <c:v>0</c:v>
                </c:pt>
                <c:pt idx="6341">
                  <c:v>2.1316464555394455E-5</c:v>
                </c:pt>
                <c:pt idx="6342">
                  <c:v>0</c:v>
                </c:pt>
                <c:pt idx="6343">
                  <c:v>0</c:v>
                </c:pt>
                <c:pt idx="6344">
                  <c:v>0</c:v>
                </c:pt>
                <c:pt idx="6345">
                  <c:v>0</c:v>
                </c:pt>
                <c:pt idx="6346">
                  <c:v>0</c:v>
                </c:pt>
                <c:pt idx="6347">
                  <c:v>1.2450884620256541E-4</c:v>
                </c:pt>
                <c:pt idx="6348">
                  <c:v>4.4079834060986584E-4</c:v>
                </c:pt>
                <c:pt idx="6349">
                  <c:v>6.7881855621059161E-5</c:v>
                </c:pt>
                <c:pt idx="6350">
                  <c:v>3.3924042191645866E-6</c:v>
                </c:pt>
                <c:pt idx="6351">
                  <c:v>0</c:v>
                </c:pt>
                <c:pt idx="6352">
                  <c:v>0</c:v>
                </c:pt>
                <c:pt idx="6353">
                  <c:v>0</c:v>
                </c:pt>
                <c:pt idx="6354">
                  <c:v>2.0881079436995233E-7</c:v>
                </c:pt>
                <c:pt idx="6355">
                  <c:v>4.0009697657719067E-5</c:v>
                </c:pt>
                <c:pt idx="6356">
                  <c:v>9.271474827864172E-5</c:v>
                </c:pt>
                <c:pt idx="6357">
                  <c:v>2.2806304247743837E-4</c:v>
                </c:pt>
                <c:pt idx="6358">
                  <c:v>0</c:v>
                </c:pt>
                <c:pt idx="6359">
                  <c:v>0</c:v>
                </c:pt>
                <c:pt idx="6360">
                  <c:v>0</c:v>
                </c:pt>
                <c:pt idx="6361">
                  <c:v>7.615452500551182E-7</c:v>
                </c:pt>
                <c:pt idx="6362">
                  <c:v>1.0041242328594818E-4</c:v>
                </c:pt>
                <c:pt idx="6363">
                  <c:v>2.2816404674896508E-5</c:v>
                </c:pt>
                <c:pt idx="6364">
                  <c:v>3.5177415462675302E-5</c:v>
                </c:pt>
                <c:pt idx="6365">
                  <c:v>0</c:v>
                </c:pt>
                <c:pt idx="6366">
                  <c:v>2.6008305140592744E-5</c:v>
                </c:pt>
                <c:pt idx="6367">
                  <c:v>1.6860229846193688E-5</c:v>
                </c:pt>
                <c:pt idx="6368">
                  <c:v>6.8943480933200131E-7</c:v>
                </c:pt>
                <c:pt idx="6369">
                  <c:v>0</c:v>
                </c:pt>
                <c:pt idx="6370">
                  <c:v>7.1297593549768151E-5</c:v>
                </c:pt>
                <c:pt idx="6371">
                  <c:v>6.7043180049495112E-7</c:v>
                </c:pt>
                <c:pt idx="6372">
                  <c:v>7.641209509773803E-7</c:v>
                </c:pt>
                <c:pt idx="6373">
                  <c:v>5.009431314683845E-6</c:v>
                </c:pt>
                <c:pt idx="6374">
                  <c:v>6.2936015943512225E-5</c:v>
                </c:pt>
                <c:pt idx="6375">
                  <c:v>2.8919628587316637E-5</c:v>
                </c:pt>
                <c:pt idx="6376">
                  <c:v>1.6522435099001399E-5</c:v>
                </c:pt>
                <c:pt idx="6377">
                  <c:v>9.2701681056091765E-8</c:v>
                </c:pt>
                <c:pt idx="6378">
                  <c:v>0</c:v>
                </c:pt>
                <c:pt idx="6379">
                  <c:v>8.6776241615725007E-6</c:v>
                </c:pt>
                <c:pt idx="6380">
                  <c:v>0</c:v>
                </c:pt>
                <c:pt idx="6381">
                  <c:v>3.0161020983264864E-5</c:v>
                </c:pt>
                <c:pt idx="6382">
                  <c:v>6.9294381280704442E-5</c:v>
                </c:pt>
                <c:pt idx="6383">
                  <c:v>0</c:v>
                </c:pt>
                <c:pt idx="6384">
                  <c:v>8.7280811957754688E-6</c:v>
                </c:pt>
                <c:pt idx="6385">
                  <c:v>0</c:v>
                </c:pt>
                <c:pt idx="6386">
                  <c:v>0</c:v>
                </c:pt>
                <c:pt idx="6387">
                  <c:v>0</c:v>
                </c:pt>
                <c:pt idx="6388">
                  <c:v>0</c:v>
                </c:pt>
                <c:pt idx="6389">
                  <c:v>1.2162774735131244E-5</c:v>
                </c:pt>
                <c:pt idx="6390">
                  <c:v>4.7023043693800534E-6</c:v>
                </c:pt>
                <c:pt idx="6391">
                  <c:v>2.7157482853820618E-5</c:v>
                </c:pt>
                <c:pt idx="6392">
                  <c:v>7.8507166547320852E-6</c:v>
                </c:pt>
                <c:pt idx="6393">
                  <c:v>0</c:v>
                </c:pt>
                <c:pt idx="6394">
                  <c:v>3.5961859030380357E-7</c:v>
                </c:pt>
                <c:pt idx="6395">
                  <c:v>2.1896025260096516E-4</c:v>
                </c:pt>
                <c:pt idx="6396">
                  <c:v>1.1037118635387599E-5</c:v>
                </c:pt>
                <c:pt idx="6397">
                  <c:v>2.1729579111090636E-5</c:v>
                </c:pt>
                <c:pt idx="6398">
                  <c:v>0</c:v>
                </c:pt>
                <c:pt idx="6399">
                  <c:v>1.1284364608333665E-3</c:v>
                </c:pt>
                <c:pt idx="6400">
                  <c:v>9.8639423494994988E-5</c:v>
                </c:pt>
                <c:pt idx="6401">
                  <c:v>5.4328771450686955E-7</c:v>
                </c:pt>
                <c:pt idx="6402">
                  <c:v>3.7671084758153334E-6</c:v>
                </c:pt>
                <c:pt idx="6403">
                  <c:v>0</c:v>
                </c:pt>
                <c:pt idx="6404">
                  <c:v>8.6823156300125005E-6</c:v>
                </c:pt>
                <c:pt idx="6405">
                  <c:v>1.640916994218416E-7</c:v>
                </c:pt>
                <c:pt idx="6406">
                  <c:v>4.7584513089628927E-7</c:v>
                </c:pt>
                <c:pt idx="6407">
                  <c:v>4.2461841999850243E-7</c:v>
                </c:pt>
                <c:pt idx="6408">
                  <c:v>1.7587839314019468E-6</c:v>
                </c:pt>
                <c:pt idx="6409">
                  <c:v>0</c:v>
                </c:pt>
                <c:pt idx="6410">
                  <c:v>0</c:v>
                </c:pt>
                <c:pt idx="6411">
                  <c:v>0</c:v>
                </c:pt>
                <c:pt idx="6412">
                  <c:v>1.4670589976440601E-4</c:v>
                </c:pt>
                <c:pt idx="6413">
                  <c:v>4.4280749632721914E-6</c:v>
                </c:pt>
                <c:pt idx="6414">
                  <c:v>5.0226674459576527E-6</c:v>
                </c:pt>
                <c:pt idx="6415">
                  <c:v>1.1007909002615989E-6</c:v>
                </c:pt>
                <c:pt idx="6416">
                  <c:v>8.8686178397803546E-6</c:v>
                </c:pt>
                <c:pt idx="6417">
                  <c:v>0</c:v>
                </c:pt>
                <c:pt idx="6418">
                  <c:v>1.8146352505138776E-5</c:v>
                </c:pt>
                <c:pt idx="6419">
                  <c:v>3.4360455751716682E-6</c:v>
                </c:pt>
                <c:pt idx="6420">
                  <c:v>3.1647014315808125E-5</c:v>
                </c:pt>
                <c:pt idx="6421">
                  <c:v>9.2867330475158266E-6</c:v>
                </c:pt>
                <c:pt idx="6422">
                  <c:v>0</c:v>
                </c:pt>
                <c:pt idx="6423">
                  <c:v>2.0297890969964329E-4</c:v>
                </c:pt>
                <c:pt idx="6424">
                  <c:v>3.5782971363586812E-5</c:v>
                </c:pt>
                <c:pt idx="6425">
                  <c:v>0</c:v>
                </c:pt>
                <c:pt idx="6426">
                  <c:v>6.6217356758711941E-6</c:v>
                </c:pt>
                <c:pt idx="6427">
                  <c:v>0</c:v>
                </c:pt>
                <c:pt idx="6428">
                  <c:v>2.1833240025195005E-6</c:v>
                </c:pt>
                <c:pt idx="6429">
                  <c:v>0</c:v>
                </c:pt>
                <c:pt idx="6430">
                  <c:v>2.4882128786853584E-5</c:v>
                </c:pt>
                <c:pt idx="6431">
                  <c:v>1.1108136884908821E-5</c:v>
                </c:pt>
                <c:pt idx="6432">
                  <c:v>3.6044336049129126E-5</c:v>
                </c:pt>
                <c:pt idx="6433">
                  <c:v>1.8544166622875484E-5</c:v>
                </c:pt>
                <c:pt idx="6434">
                  <c:v>6.3276225890904486E-6</c:v>
                </c:pt>
                <c:pt idx="6435">
                  <c:v>1.7544009486837618E-6</c:v>
                </c:pt>
                <c:pt idx="6436">
                  <c:v>9.5031103202471463E-6</c:v>
                </c:pt>
                <c:pt idx="6437">
                  <c:v>2.512883317613844E-6</c:v>
                </c:pt>
                <c:pt idx="6438">
                  <c:v>0</c:v>
                </c:pt>
                <c:pt idx="6439">
                  <c:v>0</c:v>
                </c:pt>
                <c:pt idx="6440">
                  <c:v>1.9135050368407676E-5</c:v>
                </c:pt>
                <c:pt idx="6441">
                  <c:v>0</c:v>
                </c:pt>
                <c:pt idx="6442">
                  <c:v>7.7370492384599489E-6</c:v>
                </c:pt>
                <c:pt idx="6443">
                  <c:v>8.3557866959761479E-7</c:v>
                </c:pt>
                <c:pt idx="6444">
                  <c:v>0</c:v>
                </c:pt>
                <c:pt idx="6445">
                  <c:v>2.094144005074311E-5</c:v>
                </c:pt>
                <c:pt idx="6446">
                  <c:v>1.3382938504203258E-6</c:v>
                </c:pt>
                <c:pt idx="6447">
                  <c:v>1.1366433956328941E-5</c:v>
                </c:pt>
                <c:pt idx="6448">
                  <c:v>1.3087548913567313E-6</c:v>
                </c:pt>
                <c:pt idx="6449">
                  <c:v>1.8076302626786828E-5</c:v>
                </c:pt>
                <c:pt idx="6450">
                  <c:v>2.6104395866626903E-5</c:v>
                </c:pt>
                <c:pt idx="6451">
                  <c:v>1.2154001305977451E-5</c:v>
                </c:pt>
                <c:pt idx="6452">
                  <c:v>5.7285599110405916E-5</c:v>
                </c:pt>
                <c:pt idx="6453">
                  <c:v>1.0485672918707956E-5</c:v>
                </c:pt>
                <c:pt idx="6454">
                  <c:v>0</c:v>
                </c:pt>
                <c:pt idx="6455">
                  <c:v>3.8975932847660257E-4</c:v>
                </c:pt>
                <c:pt idx="6456">
                  <c:v>6.1886012353380067E-6</c:v>
                </c:pt>
                <c:pt idx="6457">
                  <c:v>1.3611635954905761E-4</c:v>
                </c:pt>
                <c:pt idx="6458">
                  <c:v>0</c:v>
                </c:pt>
                <c:pt idx="6459">
                  <c:v>3.7457699600139401E-6</c:v>
                </c:pt>
                <c:pt idx="6460">
                  <c:v>0</c:v>
                </c:pt>
                <c:pt idx="6461">
                  <c:v>2.4841424402606095E-5</c:v>
                </c:pt>
                <c:pt idx="6462">
                  <c:v>8.8095632739925033E-5</c:v>
                </c:pt>
                <c:pt idx="6463">
                  <c:v>9.1255639877578068E-6</c:v>
                </c:pt>
                <c:pt idx="6464">
                  <c:v>3.7966948989617885E-6</c:v>
                </c:pt>
                <c:pt idx="6465">
                  <c:v>0</c:v>
                </c:pt>
                <c:pt idx="6466">
                  <c:v>2.0177467155184096E-4</c:v>
                </c:pt>
                <c:pt idx="6467">
                  <c:v>0</c:v>
                </c:pt>
                <c:pt idx="6468">
                  <c:v>7.7405575618537503E-5</c:v>
                </c:pt>
                <c:pt idx="6469">
                  <c:v>0</c:v>
                </c:pt>
                <c:pt idx="6470">
                  <c:v>0</c:v>
                </c:pt>
                <c:pt idx="6471">
                  <c:v>0</c:v>
                </c:pt>
                <c:pt idx="6472">
                  <c:v>0</c:v>
                </c:pt>
                <c:pt idx="6473">
                  <c:v>1.7792386349086044E-7</c:v>
                </c:pt>
                <c:pt idx="6474">
                  <c:v>4.7675150257418697E-5</c:v>
                </c:pt>
                <c:pt idx="6475">
                  <c:v>1.5035966206329983E-4</c:v>
                </c:pt>
                <c:pt idx="6476">
                  <c:v>1.9361122935144974E-5</c:v>
                </c:pt>
                <c:pt idx="6477">
                  <c:v>1.2744728106758441E-6</c:v>
                </c:pt>
                <c:pt idx="6478">
                  <c:v>0</c:v>
                </c:pt>
                <c:pt idx="6479">
                  <c:v>1.3040051413700246E-5</c:v>
                </c:pt>
                <c:pt idx="6480">
                  <c:v>1.1872824977530184E-5</c:v>
                </c:pt>
                <c:pt idx="6481">
                  <c:v>2.5170888597344504E-5</c:v>
                </c:pt>
                <c:pt idx="6482">
                  <c:v>3.1517161195530682E-5</c:v>
                </c:pt>
                <c:pt idx="6483">
                  <c:v>1.1231583652970669E-6</c:v>
                </c:pt>
                <c:pt idx="6484">
                  <c:v>4.3327219177607514E-5</c:v>
                </c:pt>
                <c:pt idx="6485">
                  <c:v>3.2771998930538726E-5</c:v>
                </c:pt>
                <c:pt idx="6486">
                  <c:v>3.9805779808022283E-5</c:v>
                </c:pt>
                <c:pt idx="6487">
                  <c:v>0</c:v>
                </c:pt>
                <c:pt idx="6488">
                  <c:v>1.8660478701304827E-5</c:v>
                </c:pt>
                <c:pt idx="6489">
                  <c:v>2.0815088997439785E-5</c:v>
                </c:pt>
                <c:pt idx="6490">
                  <c:v>1.5565738451898168E-6</c:v>
                </c:pt>
                <c:pt idx="6491">
                  <c:v>2.4191565267409418E-6</c:v>
                </c:pt>
                <c:pt idx="6492">
                  <c:v>3.895496167371908E-7</c:v>
                </c:pt>
                <c:pt idx="6493">
                  <c:v>4.3867085948340389E-5</c:v>
                </c:pt>
                <c:pt idx="6494">
                  <c:v>1.2446147480980279E-5</c:v>
                </c:pt>
                <c:pt idx="6495">
                  <c:v>0</c:v>
                </c:pt>
                <c:pt idx="6496">
                  <c:v>1.052028520768575E-5</c:v>
                </c:pt>
                <c:pt idx="6497">
                  <c:v>1.3278965875070926E-5</c:v>
                </c:pt>
                <c:pt idx="6498">
                  <c:v>0</c:v>
                </c:pt>
                <c:pt idx="6499">
                  <c:v>0</c:v>
                </c:pt>
                <c:pt idx="6500">
                  <c:v>0</c:v>
                </c:pt>
                <c:pt idx="6501">
                  <c:v>1.6125584555096045E-5</c:v>
                </c:pt>
                <c:pt idx="6502">
                  <c:v>1.1052254048262751E-4</c:v>
                </c:pt>
                <c:pt idx="6503">
                  <c:v>0</c:v>
                </c:pt>
                <c:pt idx="6504">
                  <c:v>0</c:v>
                </c:pt>
                <c:pt idx="6505">
                  <c:v>0</c:v>
                </c:pt>
                <c:pt idx="6506">
                  <c:v>8.6001016458356208E-6</c:v>
                </c:pt>
                <c:pt idx="6507">
                  <c:v>0</c:v>
                </c:pt>
                <c:pt idx="6508">
                  <c:v>0</c:v>
                </c:pt>
                <c:pt idx="6509">
                  <c:v>0</c:v>
                </c:pt>
                <c:pt idx="6510">
                  <c:v>0</c:v>
                </c:pt>
                <c:pt idx="6511">
                  <c:v>4.5008438625467023E-5</c:v>
                </c:pt>
                <c:pt idx="6512">
                  <c:v>0</c:v>
                </c:pt>
                <c:pt idx="6513">
                  <c:v>1.2532888278807745E-6</c:v>
                </c:pt>
                <c:pt idx="6514">
                  <c:v>2.257741785304119E-6</c:v>
                </c:pt>
                <c:pt idx="6515">
                  <c:v>5.0486856333141928E-6</c:v>
                </c:pt>
                <c:pt idx="6516">
                  <c:v>3.2508476233520967E-6</c:v>
                </c:pt>
                <c:pt idx="6517">
                  <c:v>2.8347461582522698E-6</c:v>
                </c:pt>
                <c:pt idx="6518">
                  <c:v>9.9412673332768468E-6</c:v>
                </c:pt>
                <c:pt idx="6519">
                  <c:v>1.2198160079833653E-4</c:v>
                </c:pt>
                <c:pt idx="6520">
                  <c:v>1.2886025146521897E-5</c:v>
                </c:pt>
                <c:pt idx="6521">
                  <c:v>9.4602011286719064E-4</c:v>
                </c:pt>
                <c:pt idx="6522">
                  <c:v>6.0845903747969403E-5</c:v>
                </c:pt>
                <c:pt idx="6523">
                  <c:v>0</c:v>
                </c:pt>
                <c:pt idx="6524">
                  <c:v>0</c:v>
                </c:pt>
                <c:pt idx="6525">
                  <c:v>3.500588306185749E-6</c:v>
                </c:pt>
                <c:pt idx="6526">
                  <c:v>8.2866445760938026E-8</c:v>
                </c:pt>
                <c:pt idx="6527">
                  <c:v>7.6398672553449857E-7</c:v>
                </c:pt>
                <c:pt idx="6528">
                  <c:v>6.1080554491947732E-6</c:v>
                </c:pt>
                <c:pt idx="6529">
                  <c:v>0</c:v>
                </c:pt>
                <c:pt idx="6530">
                  <c:v>3.0550623735014999E-4</c:v>
                </c:pt>
                <c:pt idx="6531">
                  <c:v>3.2110140253564096E-5</c:v>
                </c:pt>
                <c:pt idx="6532">
                  <c:v>0</c:v>
                </c:pt>
                <c:pt idx="6533">
                  <c:v>2.7213214155604008E-6</c:v>
                </c:pt>
                <c:pt idx="6534">
                  <c:v>1.2308154879712184E-5</c:v>
                </c:pt>
                <c:pt idx="6535">
                  <c:v>2.0554573077506756E-4</c:v>
                </c:pt>
                <c:pt idx="6536">
                  <c:v>1.1957677672426835E-6</c:v>
                </c:pt>
                <c:pt idx="6537">
                  <c:v>6.1676703561818394E-5</c:v>
                </c:pt>
                <c:pt idx="6538">
                  <c:v>0</c:v>
                </c:pt>
                <c:pt idx="6539">
                  <c:v>2.1235396395767747E-7</c:v>
                </c:pt>
                <c:pt idx="6540">
                  <c:v>5.0460619230006218E-7</c:v>
                </c:pt>
                <c:pt idx="6541">
                  <c:v>0</c:v>
                </c:pt>
                <c:pt idx="6542">
                  <c:v>0</c:v>
                </c:pt>
                <c:pt idx="6543">
                  <c:v>4.3706012032266091E-5</c:v>
                </c:pt>
                <c:pt idx="6544">
                  <c:v>2.3822449763715645E-7</c:v>
                </c:pt>
                <c:pt idx="6545">
                  <c:v>2.7127753214169291E-7</c:v>
                </c:pt>
                <c:pt idx="6546">
                  <c:v>1.0121022310147138E-6</c:v>
                </c:pt>
                <c:pt idx="6547">
                  <c:v>5.0831605847327276E-6</c:v>
                </c:pt>
                <c:pt idx="6548">
                  <c:v>2.8195163008985986E-4</c:v>
                </c:pt>
                <c:pt idx="6549">
                  <c:v>4.4070121902621904E-5</c:v>
                </c:pt>
                <c:pt idx="6550">
                  <c:v>0</c:v>
                </c:pt>
                <c:pt idx="6551">
                  <c:v>7.1014846398767824E-7</c:v>
                </c:pt>
                <c:pt idx="6552">
                  <c:v>2.8793707902695691E-5</c:v>
                </c:pt>
                <c:pt idx="6553">
                  <c:v>1.9465179931462949E-5</c:v>
                </c:pt>
                <c:pt idx="6554">
                  <c:v>1.2598718398562851E-6</c:v>
                </c:pt>
                <c:pt idx="6555">
                  <c:v>3.3945913949111394E-7</c:v>
                </c:pt>
                <c:pt idx="6556">
                  <c:v>0</c:v>
                </c:pt>
                <c:pt idx="6557">
                  <c:v>0</c:v>
                </c:pt>
                <c:pt idx="6558">
                  <c:v>6.4032144657091155E-7</c:v>
                </c:pt>
                <c:pt idx="6559">
                  <c:v>0</c:v>
                </c:pt>
                <c:pt idx="6560">
                  <c:v>4.2567098444123931E-7</c:v>
                </c:pt>
                <c:pt idx="6561">
                  <c:v>0</c:v>
                </c:pt>
                <c:pt idx="6562">
                  <c:v>7.5517451652800887E-6</c:v>
                </c:pt>
                <c:pt idx="6563">
                  <c:v>0</c:v>
                </c:pt>
                <c:pt idx="6564">
                  <c:v>2.6846116274174954E-5</c:v>
                </c:pt>
                <c:pt idx="6565">
                  <c:v>5.0849775132135511E-6</c:v>
                </c:pt>
                <c:pt idx="6566">
                  <c:v>0</c:v>
                </c:pt>
                <c:pt idx="6567">
                  <c:v>1.4777201867451724E-6</c:v>
                </c:pt>
                <c:pt idx="6568">
                  <c:v>0</c:v>
                </c:pt>
                <c:pt idx="6569">
                  <c:v>0</c:v>
                </c:pt>
                <c:pt idx="6570">
                  <c:v>2.8429638670087213E-8</c:v>
                </c:pt>
                <c:pt idx="6571">
                  <c:v>0</c:v>
                </c:pt>
                <c:pt idx="6572">
                  <c:v>4.7246773275162084E-6</c:v>
                </c:pt>
                <c:pt idx="6573">
                  <c:v>0</c:v>
                </c:pt>
                <c:pt idx="6574">
                  <c:v>5.6862003558910147E-6</c:v>
                </c:pt>
                <c:pt idx="6575">
                  <c:v>0</c:v>
                </c:pt>
                <c:pt idx="6576">
                  <c:v>3.4772126280296809E-6</c:v>
                </c:pt>
                <c:pt idx="6577">
                  <c:v>0</c:v>
                </c:pt>
                <c:pt idx="6578">
                  <c:v>3.4579346214520226E-6</c:v>
                </c:pt>
                <c:pt idx="6579">
                  <c:v>0</c:v>
                </c:pt>
                <c:pt idx="6580">
                  <c:v>0</c:v>
                </c:pt>
                <c:pt idx="6581">
                  <c:v>0</c:v>
                </c:pt>
                <c:pt idx="6582">
                  <c:v>2.5614050254755251E-5</c:v>
                </c:pt>
                <c:pt idx="6583">
                  <c:v>6.1750297414008835E-7</c:v>
                </c:pt>
                <c:pt idx="6584">
                  <c:v>0</c:v>
                </c:pt>
                <c:pt idx="6585">
                  <c:v>1.5125540640841331E-4</c:v>
                </c:pt>
                <c:pt idx="6586">
                  <c:v>3.1109716834336008E-7</c:v>
                </c:pt>
                <c:pt idx="6587">
                  <c:v>0</c:v>
                </c:pt>
                <c:pt idx="6588">
                  <c:v>2.6200478479756714E-5</c:v>
                </c:pt>
                <c:pt idx="6589">
                  <c:v>1.0726908807919236E-6</c:v>
                </c:pt>
                <c:pt idx="6590">
                  <c:v>1.3770246493311029E-6</c:v>
                </c:pt>
                <c:pt idx="6591">
                  <c:v>9.5757183853178963E-6</c:v>
                </c:pt>
                <c:pt idx="6592">
                  <c:v>0</c:v>
                </c:pt>
                <c:pt idx="6593">
                  <c:v>1.8335880487690402E-6</c:v>
                </c:pt>
                <c:pt idx="6594">
                  <c:v>0</c:v>
                </c:pt>
                <c:pt idx="6595">
                  <c:v>0</c:v>
                </c:pt>
                <c:pt idx="6596">
                  <c:v>1.5688329748881357E-5</c:v>
                </c:pt>
                <c:pt idx="6597">
                  <c:v>0</c:v>
                </c:pt>
                <c:pt idx="6598">
                  <c:v>0</c:v>
                </c:pt>
                <c:pt idx="6599">
                  <c:v>1.6473027078628868E-3</c:v>
                </c:pt>
                <c:pt idx="6600">
                  <c:v>0</c:v>
                </c:pt>
                <c:pt idx="6601">
                  <c:v>1.1651640751852563E-5</c:v>
                </c:pt>
                <c:pt idx="6602">
                  <c:v>2.3227920511451544E-6</c:v>
                </c:pt>
                <c:pt idx="6603">
                  <c:v>3.531326718424791E-6</c:v>
                </c:pt>
                <c:pt idx="6604">
                  <c:v>3.2365673127342401E-7</c:v>
                </c:pt>
                <c:pt idx="6605">
                  <c:v>8.1147827021672483E-6</c:v>
                </c:pt>
                <c:pt idx="6606">
                  <c:v>1.0959127830303042E-5</c:v>
                </c:pt>
                <c:pt idx="6607">
                  <c:v>3.7060802501868188E-5</c:v>
                </c:pt>
                <c:pt idx="6608">
                  <c:v>0</c:v>
                </c:pt>
                <c:pt idx="6609">
                  <c:v>1.5253278259838538E-6</c:v>
                </c:pt>
                <c:pt idx="6610">
                  <c:v>0</c:v>
                </c:pt>
                <c:pt idx="6611">
                  <c:v>0</c:v>
                </c:pt>
                <c:pt idx="6612">
                  <c:v>0</c:v>
                </c:pt>
                <c:pt idx="6613">
                  <c:v>0</c:v>
                </c:pt>
                <c:pt idx="6614">
                  <c:v>0</c:v>
                </c:pt>
                <c:pt idx="6615">
                  <c:v>3.4550131125666802E-4</c:v>
                </c:pt>
                <c:pt idx="6616">
                  <c:v>1.6064197641760062E-5</c:v>
                </c:pt>
                <c:pt idx="6617">
                  <c:v>2.1955746805470318E-5</c:v>
                </c:pt>
                <c:pt idx="6618">
                  <c:v>4.0808892204040377E-5</c:v>
                </c:pt>
                <c:pt idx="6619">
                  <c:v>0</c:v>
                </c:pt>
                <c:pt idx="6620">
                  <c:v>1.756042134130843E-7</c:v>
                </c:pt>
                <c:pt idx="6621">
                  <c:v>1.9478174189644365E-6</c:v>
                </c:pt>
                <c:pt idx="6622">
                  <c:v>6.3725864162793189E-6</c:v>
                </c:pt>
                <c:pt idx="6623">
                  <c:v>1.719947516505189E-5</c:v>
                </c:pt>
                <c:pt idx="6624">
                  <c:v>0</c:v>
                </c:pt>
                <c:pt idx="6625">
                  <c:v>0</c:v>
                </c:pt>
                <c:pt idx="6626">
                  <c:v>1.5399581963788911E-7</c:v>
                </c:pt>
                <c:pt idx="6627">
                  <c:v>1.8992964358691291E-5</c:v>
                </c:pt>
                <c:pt idx="6628">
                  <c:v>0</c:v>
                </c:pt>
                <c:pt idx="6629">
                  <c:v>2.1253409017282281E-5</c:v>
                </c:pt>
                <c:pt idx="6630">
                  <c:v>0</c:v>
                </c:pt>
                <c:pt idx="6631">
                  <c:v>3.1787793253319536E-5</c:v>
                </c:pt>
                <c:pt idx="6632">
                  <c:v>0</c:v>
                </c:pt>
                <c:pt idx="6633">
                  <c:v>4.1993384856285428E-6</c:v>
                </c:pt>
                <c:pt idx="6634">
                  <c:v>1.9841638219692188E-5</c:v>
                </c:pt>
                <c:pt idx="6635">
                  <c:v>1.9179587878457484E-7</c:v>
                </c:pt>
                <c:pt idx="6636">
                  <c:v>3.9195048680844844E-5</c:v>
                </c:pt>
                <c:pt idx="6637">
                  <c:v>4.1626733921662983E-4</c:v>
                </c:pt>
                <c:pt idx="6638">
                  <c:v>0</c:v>
                </c:pt>
                <c:pt idx="6639">
                  <c:v>9.175019752619096E-8</c:v>
                </c:pt>
                <c:pt idx="6640">
                  <c:v>8.6038607332333776E-6</c:v>
                </c:pt>
                <c:pt idx="6641">
                  <c:v>2.0169285439558542E-6</c:v>
                </c:pt>
                <c:pt idx="6642">
                  <c:v>0</c:v>
                </c:pt>
                <c:pt idx="6643">
                  <c:v>0</c:v>
                </c:pt>
                <c:pt idx="6644">
                  <c:v>0</c:v>
                </c:pt>
                <c:pt idx="6645">
                  <c:v>1.2194007338122904E-5</c:v>
                </c:pt>
                <c:pt idx="6646">
                  <c:v>0</c:v>
                </c:pt>
                <c:pt idx="6647">
                  <c:v>1.5514124308974122E-7</c:v>
                </c:pt>
                <c:pt idx="6648">
                  <c:v>0</c:v>
                </c:pt>
                <c:pt idx="6649">
                  <c:v>6.5035183461822924E-6</c:v>
                </c:pt>
                <c:pt idx="6650">
                  <c:v>0</c:v>
                </c:pt>
                <c:pt idx="6651">
                  <c:v>1.1362414523304885E-4</c:v>
                </c:pt>
                <c:pt idx="6652">
                  <c:v>2.2348700813973277E-5</c:v>
                </c:pt>
                <c:pt idx="6653">
                  <c:v>5.1173916599950027E-6</c:v>
                </c:pt>
                <c:pt idx="6654">
                  <c:v>0</c:v>
                </c:pt>
                <c:pt idx="6655">
                  <c:v>0</c:v>
                </c:pt>
                <c:pt idx="6656">
                  <c:v>0</c:v>
                </c:pt>
                <c:pt idx="6657">
                  <c:v>1.8955064719845148E-3</c:v>
                </c:pt>
                <c:pt idx="6658">
                  <c:v>2.1237052429584949E-5</c:v>
                </c:pt>
                <c:pt idx="6659">
                  <c:v>4.0897800465922876E-7</c:v>
                </c:pt>
                <c:pt idx="6660">
                  <c:v>2.4066003496326001E-6</c:v>
                </c:pt>
                <c:pt idx="6661">
                  <c:v>1.7709519258357245E-6</c:v>
                </c:pt>
                <c:pt idx="6662">
                  <c:v>1.4728620983504849E-5</c:v>
                </c:pt>
                <c:pt idx="6663">
                  <c:v>8.5772620388354385E-6</c:v>
                </c:pt>
                <c:pt idx="6664">
                  <c:v>1.1534310546149661E-6</c:v>
                </c:pt>
                <c:pt idx="6665">
                  <c:v>0</c:v>
                </c:pt>
                <c:pt idx="6666">
                  <c:v>1.6659668860042582E-5</c:v>
                </c:pt>
                <c:pt idx="6667">
                  <c:v>0</c:v>
                </c:pt>
                <c:pt idx="6668">
                  <c:v>2.9487766796708188E-5</c:v>
                </c:pt>
                <c:pt idx="6669">
                  <c:v>3.2065491984237115E-5</c:v>
                </c:pt>
                <c:pt idx="6670">
                  <c:v>6.1374983923742295E-6</c:v>
                </c:pt>
                <c:pt idx="6671">
                  <c:v>0</c:v>
                </c:pt>
                <c:pt idx="6672">
                  <c:v>2.9309189398125642E-5</c:v>
                </c:pt>
                <c:pt idx="6673">
                  <c:v>0</c:v>
                </c:pt>
                <c:pt idx="6674">
                  <c:v>2.7997090919328248E-6</c:v>
                </c:pt>
                <c:pt idx="6675">
                  <c:v>0</c:v>
                </c:pt>
                <c:pt idx="6676">
                  <c:v>5.0663158383238822E-5</c:v>
                </c:pt>
                <c:pt idx="6677">
                  <c:v>5.7374756405090808E-5</c:v>
                </c:pt>
                <c:pt idx="6678">
                  <c:v>1.5973266508964175E-4</c:v>
                </c:pt>
                <c:pt idx="6679">
                  <c:v>5.5044252621818594E-6</c:v>
                </c:pt>
                <c:pt idx="6680">
                  <c:v>3.0203015848255883E-5</c:v>
                </c:pt>
                <c:pt idx="6681">
                  <c:v>2.6211167687931984E-5</c:v>
                </c:pt>
                <c:pt idx="6682">
                  <c:v>3.2567324103567052E-5</c:v>
                </c:pt>
                <c:pt idx="6683">
                  <c:v>2.1527626621397496E-7</c:v>
                </c:pt>
                <c:pt idx="6684">
                  <c:v>1.4067436713281989E-4</c:v>
                </c:pt>
                <c:pt idx="6685">
                  <c:v>2.6206260810195306E-5</c:v>
                </c:pt>
                <c:pt idx="6686">
                  <c:v>8.4400587921636767E-6</c:v>
                </c:pt>
                <c:pt idx="6687">
                  <c:v>1.0372326131096275E-5</c:v>
                </c:pt>
                <c:pt idx="6688">
                  <c:v>7.5471918665621584E-5</c:v>
                </c:pt>
                <c:pt idx="6689">
                  <c:v>5.3634544039596132E-6</c:v>
                </c:pt>
                <c:pt idx="6690">
                  <c:v>2.0190368725875958E-5</c:v>
                </c:pt>
                <c:pt idx="6691">
                  <c:v>1.230313239294406E-4</c:v>
                </c:pt>
                <c:pt idx="6692">
                  <c:v>1.1936125382227618E-4</c:v>
                </c:pt>
                <c:pt idx="6693">
                  <c:v>9.5968859264658863E-6</c:v>
                </c:pt>
                <c:pt idx="6694">
                  <c:v>0</c:v>
                </c:pt>
                <c:pt idx="6695">
                  <c:v>0</c:v>
                </c:pt>
                <c:pt idx="6696">
                  <c:v>1.2974893643428224E-6</c:v>
                </c:pt>
                <c:pt idx="6697">
                  <c:v>1.7737360701526872E-3</c:v>
                </c:pt>
                <c:pt idx="6698">
                  <c:v>4.7460866305204733E-5</c:v>
                </c:pt>
                <c:pt idx="6699">
                  <c:v>2.9102627271991293E-3</c:v>
                </c:pt>
                <c:pt idx="6700">
                  <c:v>3.5447486844228988E-5</c:v>
                </c:pt>
                <c:pt idx="6701">
                  <c:v>1.4977731713185107E-6</c:v>
                </c:pt>
                <c:pt idx="6702">
                  <c:v>7.137676963444348E-7</c:v>
                </c:pt>
                <c:pt idx="6703">
                  <c:v>2.280934436677842E-7</c:v>
                </c:pt>
                <c:pt idx="6704">
                  <c:v>5.2307868869455983E-5</c:v>
                </c:pt>
                <c:pt idx="6705">
                  <c:v>3.0746739594842814E-5</c:v>
                </c:pt>
                <c:pt idx="6706">
                  <c:v>4.9090096189960246E-5</c:v>
                </c:pt>
                <c:pt idx="6707">
                  <c:v>2.8850377127265894E-6</c:v>
                </c:pt>
                <c:pt idx="6708">
                  <c:v>2.0644304380370458E-5</c:v>
                </c:pt>
                <c:pt idx="6709">
                  <c:v>1.5179355224399781E-5</c:v>
                </c:pt>
                <c:pt idx="6710">
                  <c:v>1.289007825595746E-5</c:v>
                </c:pt>
                <c:pt idx="6711">
                  <c:v>1.2508695909019847E-5</c:v>
                </c:pt>
                <c:pt idx="6712">
                  <c:v>1.6932549914092422E-5</c:v>
                </c:pt>
                <c:pt idx="6713">
                  <c:v>3.9792723208003137E-6</c:v>
                </c:pt>
                <c:pt idx="6714">
                  <c:v>4.7246493214564027E-6</c:v>
                </c:pt>
                <c:pt idx="6715">
                  <c:v>1.9147513037934159E-5</c:v>
                </c:pt>
                <c:pt idx="6716">
                  <c:v>4.1840423200774023E-7</c:v>
                </c:pt>
                <c:pt idx="6717">
                  <c:v>3.487413308186468E-5</c:v>
                </c:pt>
                <c:pt idx="6718">
                  <c:v>2.1975353658963108E-6</c:v>
                </c:pt>
                <c:pt idx="6719">
                  <c:v>0</c:v>
                </c:pt>
                <c:pt idx="6720">
                  <c:v>0</c:v>
                </c:pt>
                <c:pt idx="6721">
                  <c:v>0</c:v>
                </c:pt>
                <c:pt idx="6722">
                  <c:v>0</c:v>
                </c:pt>
                <c:pt idx="6723">
                  <c:v>2.070476312515725E-5</c:v>
                </c:pt>
                <c:pt idx="6724">
                  <c:v>0</c:v>
                </c:pt>
                <c:pt idx="6725">
                  <c:v>0</c:v>
                </c:pt>
                <c:pt idx="6726">
                  <c:v>0</c:v>
                </c:pt>
                <c:pt idx="6727">
                  <c:v>2.2411127172827529E-5</c:v>
                </c:pt>
                <c:pt idx="6728">
                  <c:v>7.2607283395340469E-6</c:v>
                </c:pt>
                <c:pt idx="6729">
                  <c:v>1.9661259648346845E-4</c:v>
                </c:pt>
                <c:pt idx="6730">
                  <c:v>8.3173315985835748E-5</c:v>
                </c:pt>
                <c:pt idx="6731">
                  <c:v>2.0323624628560359E-6</c:v>
                </c:pt>
                <c:pt idx="6732">
                  <c:v>0</c:v>
                </c:pt>
                <c:pt idx="6733">
                  <c:v>5.9751555686059764E-6</c:v>
                </c:pt>
                <c:pt idx="6734">
                  <c:v>1.0656130790728473E-5</c:v>
                </c:pt>
                <c:pt idx="6735">
                  <c:v>8.4179777640621467E-7</c:v>
                </c:pt>
                <c:pt idx="6736">
                  <c:v>8.7629676832327066E-6</c:v>
                </c:pt>
                <c:pt idx="6737">
                  <c:v>1.2443620539489621E-6</c:v>
                </c:pt>
                <c:pt idx="6738">
                  <c:v>2.6750072320956301E-5</c:v>
                </c:pt>
                <c:pt idx="6739">
                  <c:v>6.6043990240427511E-6</c:v>
                </c:pt>
                <c:pt idx="6740">
                  <c:v>0</c:v>
                </c:pt>
                <c:pt idx="6741">
                  <c:v>0</c:v>
                </c:pt>
                <c:pt idx="6742">
                  <c:v>7.0518566811887667E-7</c:v>
                </c:pt>
                <c:pt idx="6743">
                  <c:v>0</c:v>
                </c:pt>
                <c:pt idx="6744">
                  <c:v>1.7831861564973105E-4</c:v>
                </c:pt>
                <c:pt idx="6745">
                  <c:v>0</c:v>
                </c:pt>
                <c:pt idx="6746">
                  <c:v>3.2362433231821151E-5</c:v>
                </c:pt>
                <c:pt idx="6747">
                  <c:v>7.5892826941556936E-6</c:v>
                </c:pt>
                <c:pt idx="6748">
                  <c:v>7.3577392048854546E-6</c:v>
                </c:pt>
                <c:pt idx="6749">
                  <c:v>1.4494037645581441E-5</c:v>
                </c:pt>
                <c:pt idx="6750">
                  <c:v>3.2414445472018423E-5</c:v>
                </c:pt>
                <c:pt idx="6751">
                  <c:v>4.5886475078079594E-6</c:v>
                </c:pt>
                <c:pt idx="6752">
                  <c:v>0</c:v>
                </c:pt>
                <c:pt idx="6753">
                  <c:v>2.9940422528579793E-5</c:v>
                </c:pt>
                <c:pt idx="6754">
                  <c:v>2.5595681023993516E-6</c:v>
                </c:pt>
                <c:pt idx="6755">
                  <c:v>7.9140347444558524E-7</c:v>
                </c:pt>
                <c:pt idx="6756">
                  <c:v>0</c:v>
                </c:pt>
                <c:pt idx="6757">
                  <c:v>2.7862438307067453E-6</c:v>
                </c:pt>
                <c:pt idx="6758">
                  <c:v>3.5396922335062274E-6</c:v>
                </c:pt>
                <c:pt idx="6759">
                  <c:v>1.019732253741346E-5</c:v>
                </c:pt>
                <c:pt idx="6760">
                  <c:v>3.7619419667051346E-7</c:v>
                </c:pt>
                <c:pt idx="6761">
                  <c:v>2.3553940935019484E-7</c:v>
                </c:pt>
                <c:pt idx="6762">
                  <c:v>1.1643155776962171E-5</c:v>
                </c:pt>
                <c:pt idx="6763">
                  <c:v>4.2523523333290434E-6</c:v>
                </c:pt>
                <c:pt idx="6764">
                  <c:v>4.2679286053292914E-6</c:v>
                </c:pt>
                <c:pt idx="6765">
                  <c:v>0</c:v>
                </c:pt>
                <c:pt idx="6766">
                  <c:v>0</c:v>
                </c:pt>
                <c:pt idx="6767">
                  <c:v>0</c:v>
                </c:pt>
                <c:pt idx="6768">
                  <c:v>7.8384837499361449E-7</c:v>
                </c:pt>
                <c:pt idx="6769">
                  <c:v>1.7175187143207034E-7</c:v>
                </c:pt>
                <c:pt idx="6770">
                  <c:v>8.844286818531218E-6</c:v>
                </c:pt>
                <c:pt idx="6771">
                  <c:v>0</c:v>
                </c:pt>
                <c:pt idx="6772">
                  <c:v>5.9101590268257512E-5</c:v>
                </c:pt>
                <c:pt idx="6773">
                  <c:v>6.7674385412046641E-6</c:v>
                </c:pt>
                <c:pt idx="6774">
                  <c:v>3.0290726404181605E-6</c:v>
                </c:pt>
                <c:pt idx="6775">
                  <c:v>3.5955258677863418E-6</c:v>
                </c:pt>
                <c:pt idx="6776">
                  <c:v>0</c:v>
                </c:pt>
                <c:pt idx="6777">
                  <c:v>2.2712652560661058E-5</c:v>
                </c:pt>
                <c:pt idx="6778">
                  <c:v>1.81962305226193E-5</c:v>
                </c:pt>
                <c:pt idx="6779">
                  <c:v>1.407562886112805E-6</c:v>
                </c:pt>
                <c:pt idx="6780">
                  <c:v>8.3970536250575463E-4</c:v>
                </c:pt>
                <c:pt idx="6781">
                  <c:v>0</c:v>
                </c:pt>
                <c:pt idx="6782">
                  <c:v>1.0389303715525411E-5</c:v>
                </c:pt>
                <c:pt idx="6783">
                  <c:v>3.5920326528971059E-5</c:v>
                </c:pt>
                <c:pt idx="6784">
                  <c:v>0</c:v>
                </c:pt>
                <c:pt idx="6785">
                  <c:v>7.3577835044251135E-6</c:v>
                </c:pt>
                <c:pt idx="6786">
                  <c:v>0</c:v>
                </c:pt>
                <c:pt idx="6787">
                  <c:v>5.9895817458162873E-7</c:v>
                </c:pt>
                <c:pt idx="6788">
                  <c:v>3.2830757616863284E-5</c:v>
                </c:pt>
                <c:pt idx="6789">
                  <c:v>3.3361631281853677E-6</c:v>
                </c:pt>
                <c:pt idx="6790">
                  <c:v>6.0450442483071504E-5</c:v>
                </c:pt>
                <c:pt idx="6791">
                  <c:v>3.8934166409518601E-5</c:v>
                </c:pt>
                <c:pt idx="6792">
                  <c:v>4.9221260585294303E-7</c:v>
                </c:pt>
                <c:pt idx="6793">
                  <c:v>0</c:v>
                </c:pt>
                <c:pt idx="6794">
                  <c:v>2.4648038483003402E-6</c:v>
                </c:pt>
                <c:pt idx="6795">
                  <c:v>0</c:v>
                </c:pt>
                <c:pt idx="6796">
                  <c:v>2.8783046881986378E-6</c:v>
                </c:pt>
                <c:pt idx="6797">
                  <c:v>2.887151098332513E-5</c:v>
                </c:pt>
                <c:pt idx="6798">
                  <c:v>7.426685010788047E-8</c:v>
                </c:pt>
                <c:pt idx="6799">
                  <c:v>2.3839185673762067E-5</c:v>
                </c:pt>
                <c:pt idx="6800">
                  <c:v>1.5339064974325361E-6</c:v>
                </c:pt>
                <c:pt idx="6801">
                  <c:v>9.8460386204853856E-6</c:v>
                </c:pt>
                <c:pt idx="6802">
                  <c:v>1.8634200530343481E-4</c:v>
                </c:pt>
                <c:pt idx="6803">
                  <c:v>9.6129057520137964E-4</c:v>
                </c:pt>
                <c:pt idx="6804">
                  <c:v>1.9064788376676864E-5</c:v>
                </c:pt>
                <c:pt idx="6805">
                  <c:v>5.6331452208597169E-6</c:v>
                </c:pt>
                <c:pt idx="6806">
                  <c:v>2.5625138753176401E-5</c:v>
                </c:pt>
                <c:pt idx="6807">
                  <c:v>0</c:v>
                </c:pt>
                <c:pt idx="6808">
                  <c:v>7.8875665268284003E-6</c:v>
                </c:pt>
                <c:pt idx="6809">
                  <c:v>9.2345175572039557E-6</c:v>
                </c:pt>
                <c:pt idx="6810">
                  <c:v>5.8825172682173008E-6</c:v>
                </c:pt>
                <c:pt idx="6811">
                  <c:v>0</c:v>
                </c:pt>
                <c:pt idx="6812">
                  <c:v>1.8886036847966909E-7</c:v>
                </c:pt>
                <c:pt idx="6813">
                  <c:v>4.7371094463624332E-6</c:v>
                </c:pt>
                <c:pt idx="6814">
                  <c:v>3.5856904407477074E-5</c:v>
                </c:pt>
                <c:pt idx="6815">
                  <c:v>0</c:v>
                </c:pt>
                <c:pt idx="6816">
                  <c:v>2.9224666481005548E-6</c:v>
                </c:pt>
                <c:pt idx="6817">
                  <c:v>0</c:v>
                </c:pt>
                <c:pt idx="6818">
                  <c:v>0</c:v>
                </c:pt>
                <c:pt idx="6819">
                  <c:v>4.2426856145983782E-5</c:v>
                </c:pt>
                <c:pt idx="6820">
                  <c:v>1.0042270273190961E-5</c:v>
                </c:pt>
                <c:pt idx="6821">
                  <c:v>0</c:v>
                </c:pt>
                <c:pt idx="6822">
                  <c:v>2.2726518011024873E-7</c:v>
                </c:pt>
                <c:pt idx="6823">
                  <c:v>1.57980069709571E-5</c:v>
                </c:pt>
                <c:pt idx="6824">
                  <c:v>1.9009999527955233E-5</c:v>
                </c:pt>
                <c:pt idx="6825">
                  <c:v>0</c:v>
                </c:pt>
                <c:pt idx="6826">
                  <c:v>0</c:v>
                </c:pt>
                <c:pt idx="6827">
                  <c:v>0</c:v>
                </c:pt>
                <c:pt idx="6828">
                  <c:v>8.7557244139774619E-6</c:v>
                </c:pt>
                <c:pt idx="6829">
                  <c:v>0</c:v>
                </c:pt>
                <c:pt idx="6830">
                  <c:v>2.7502008084495758E-6</c:v>
                </c:pt>
                <c:pt idx="6831">
                  <c:v>1.8747961615568216E-6</c:v>
                </c:pt>
                <c:pt idx="6832">
                  <c:v>3.1817102396370613E-7</c:v>
                </c:pt>
                <c:pt idx="6833">
                  <c:v>7.2355735258495792E-5</c:v>
                </c:pt>
                <c:pt idx="6834">
                  <c:v>5.4542398051969035E-7</c:v>
                </c:pt>
                <c:pt idx="6835">
                  <c:v>1.1409575067998731E-5</c:v>
                </c:pt>
                <c:pt idx="6836">
                  <c:v>9.3515189505930803E-6</c:v>
                </c:pt>
                <c:pt idx="6837">
                  <c:v>0</c:v>
                </c:pt>
                <c:pt idx="6838">
                  <c:v>0</c:v>
                </c:pt>
                <c:pt idx="6839">
                  <c:v>0</c:v>
                </c:pt>
                <c:pt idx="6840">
                  <c:v>4.3564705816234098E-5</c:v>
                </c:pt>
                <c:pt idx="6841">
                  <c:v>0</c:v>
                </c:pt>
                <c:pt idx="6842">
                  <c:v>0</c:v>
                </c:pt>
                <c:pt idx="6843">
                  <c:v>1.9495930711883951E-5</c:v>
                </c:pt>
                <c:pt idx="6844">
                  <c:v>1.4394898384239091E-5</c:v>
                </c:pt>
                <c:pt idx="6845">
                  <c:v>5.8851680527577605E-6</c:v>
                </c:pt>
                <c:pt idx="6846">
                  <c:v>1.2222574753645589E-5</c:v>
                </c:pt>
                <c:pt idx="6847">
                  <c:v>8.5445537339120742E-6</c:v>
                </c:pt>
                <c:pt idx="6848">
                  <c:v>5.4129787934875114E-7</c:v>
                </c:pt>
                <c:pt idx="6849">
                  <c:v>0</c:v>
                </c:pt>
                <c:pt idx="6850">
                  <c:v>2.6630545249935697E-5</c:v>
                </c:pt>
                <c:pt idx="6851">
                  <c:v>3.5145994150535412E-3</c:v>
                </c:pt>
                <c:pt idx="6852">
                  <c:v>0</c:v>
                </c:pt>
                <c:pt idx="6853">
                  <c:v>0</c:v>
                </c:pt>
                <c:pt idx="6854">
                  <c:v>1.929147124023515E-5</c:v>
                </c:pt>
                <c:pt idx="6855">
                  <c:v>0</c:v>
                </c:pt>
                <c:pt idx="6856">
                  <c:v>0</c:v>
                </c:pt>
                <c:pt idx="6857">
                  <c:v>0</c:v>
                </c:pt>
                <c:pt idx="6858">
                  <c:v>3.2016072337450652E-7</c:v>
                </c:pt>
                <c:pt idx="6859">
                  <c:v>4.5240954219182894E-6</c:v>
                </c:pt>
                <c:pt idx="6860">
                  <c:v>5.5945304986480563E-5</c:v>
                </c:pt>
                <c:pt idx="6861">
                  <c:v>0</c:v>
                </c:pt>
                <c:pt idx="6862">
                  <c:v>0</c:v>
                </c:pt>
                <c:pt idx="6863">
                  <c:v>3.369339817929415E-7</c:v>
                </c:pt>
                <c:pt idx="6864">
                  <c:v>8.2698888667395727E-6</c:v>
                </c:pt>
                <c:pt idx="6865">
                  <c:v>7.5954976653949349E-7</c:v>
                </c:pt>
                <c:pt idx="6866">
                  <c:v>1.6116410840434138E-5</c:v>
                </c:pt>
                <c:pt idx="6867">
                  <c:v>0</c:v>
                </c:pt>
                <c:pt idx="6868">
                  <c:v>4.325366454806131E-7</c:v>
                </c:pt>
                <c:pt idx="6869">
                  <c:v>0</c:v>
                </c:pt>
                <c:pt idx="6870">
                  <c:v>2.333815282060544E-6</c:v>
                </c:pt>
                <c:pt idx="6871">
                  <c:v>2.871959802644861E-5</c:v>
                </c:pt>
                <c:pt idx="6872">
                  <c:v>2.6348386607932656E-6</c:v>
                </c:pt>
                <c:pt idx="6873">
                  <c:v>0</c:v>
                </c:pt>
                <c:pt idx="6874">
                  <c:v>2.6740869535410997E-7</c:v>
                </c:pt>
                <c:pt idx="6875">
                  <c:v>0</c:v>
                </c:pt>
                <c:pt idx="6876">
                  <c:v>1.803274775586807E-7</c:v>
                </c:pt>
                <c:pt idx="6877">
                  <c:v>3.097582128307559E-7</c:v>
                </c:pt>
                <c:pt idx="6878">
                  <c:v>0</c:v>
                </c:pt>
                <c:pt idx="6879">
                  <c:v>1.1481738702154603E-4</c:v>
                </c:pt>
                <c:pt idx="6880">
                  <c:v>8.3431512916160947E-7</c:v>
                </c:pt>
                <c:pt idx="6881">
                  <c:v>1.6883064746956269E-7</c:v>
                </c:pt>
                <c:pt idx="6882">
                  <c:v>1.1687825533762198E-5</c:v>
                </c:pt>
                <c:pt idx="6883">
                  <c:v>0</c:v>
                </c:pt>
                <c:pt idx="6884">
                  <c:v>2.6312526506670237E-5</c:v>
                </c:pt>
                <c:pt idx="6885">
                  <c:v>0</c:v>
                </c:pt>
                <c:pt idx="6886">
                  <c:v>6.1417059776303182E-5</c:v>
                </c:pt>
                <c:pt idx="6887">
                  <c:v>0</c:v>
                </c:pt>
                <c:pt idx="6888">
                  <c:v>0</c:v>
                </c:pt>
                <c:pt idx="6889">
                  <c:v>3.6693227274966888E-6</c:v>
                </c:pt>
                <c:pt idx="6890">
                  <c:v>0</c:v>
                </c:pt>
                <c:pt idx="6891">
                  <c:v>2.3069511226264529E-6</c:v>
                </c:pt>
                <c:pt idx="6892">
                  <c:v>0</c:v>
                </c:pt>
                <c:pt idx="6893">
                  <c:v>3.6373187029833064E-4</c:v>
                </c:pt>
                <c:pt idx="6894">
                  <c:v>3.1394035174962516E-5</c:v>
                </c:pt>
                <c:pt idx="6895">
                  <c:v>9.9699616801860152E-5</c:v>
                </c:pt>
                <c:pt idx="6896">
                  <c:v>6.3995762810886525E-6</c:v>
                </c:pt>
                <c:pt idx="6897">
                  <c:v>3.4716220721681296E-6</c:v>
                </c:pt>
                <c:pt idx="6898">
                  <c:v>8.1521559425691082E-5</c:v>
                </c:pt>
                <c:pt idx="6899">
                  <c:v>9.5617359029973723E-6</c:v>
                </c:pt>
                <c:pt idx="6900">
                  <c:v>0</c:v>
                </c:pt>
                <c:pt idx="6901">
                  <c:v>0</c:v>
                </c:pt>
                <c:pt idx="6902">
                  <c:v>8.0498295961479324E-6</c:v>
                </c:pt>
                <c:pt idx="6903">
                  <c:v>0</c:v>
                </c:pt>
                <c:pt idx="6904">
                  <c:v>6.0555130366174092E-7</c:v>
                </c:pt>
                <c:pt idx="6905">
                  <c:v>1.2232203372630711E-5</c:v>
                </c:pt>
                <c:pt idx="6906">
                  <c:v>6.3014737878008397E-8</c:v>
                </c:pt>
                <c:pt idx="6907">
                  <c:v>2.5096653199353597E-7</c:v>
                </c:pt>
                <c:pt idx="6908">
                  <c:v>0</c:v>
                </c:pt>
                <c:pt idx="6909">
                  <c:v>0</c:v>
                </c:pt>
                <c:pt idx="6910">
                  <c:v>2.6916933140835186E-5</c:v>
                </c:pt>
                <c:pt idx="6911">
                  <c:v>1.1806449763226518E-5</c:v>
                </c:pt>
                <c:pt idx="6912">
                  <c:v>1.5077984268159553E-6</c:v>
                </c:pt>
                <c:pt idx="6913">
                  <c:v>3.7512895688950621E-6</c:v>
                </c:pt>
                <c:pt idx="6914">
                  <c:v>0</c:v>
                </c:pt>
                <c:pt idx="6915">
                  <c:v>0</c:v>
                </c:pt>
                <c:pt idx="6916">
                  <c:v>0</c:v>
                </c:pt>
                <c:pt idx="6917">
                  <c:v>3.0931477536528079E-6</c:v>
                </c:pt>
                <c:pt idx="6918">
                  <c:v>0</c:v>
                </c:pt>
                <c:pt idx="6919">
                  <c:v>4.6179802017092175E-6</c:v>
                </c:pt>
                <c:pt idx="6920">
                  <c:v>6.3605332990154654E-5</c:v>
                </c:pt>
                <c:pt idx="6921">
                  <c:v>4.8424039062897124E-6</c:v>
                </c:pt>
                <c:pt idx="6922">
                  <c:v>1.1565246093926065E-5</c:v>
                </c:pt>
                <c:pt idx="6923">
                  <c:v>1.0324811982511623E-5</c:v>
                </c:pt>
                <c:pt idx="6924">
                  <c:v>4.309618357744989E-6</c:v>
                </c:pt>
                <c:pt idx="6925">
                  <c:v>1.3689975278804678E-7</c:v>
                </c:pt>
                <c:pt idx="6926">
                  <c:v>5.9643624311796018E-5</c:v>
                </c:pt>
                <c:pt idx="6927">
                  <c:v>1.5499721609751386E-5</c:v>
                </c:pt>
                <c:pt idx="6928">
                  <c:v>6.6377479635627378E-6</c:v>
                </c:pt>
                <c:pt idx="6929">
                  <c:v>1.2980094057139088E-4</c:v>
                </c:pt>
                <c:pt idx="6930">
                  <c:v>7.1008151689699302E-7</c:v>
                </c:pt>
                <c:pt idx="6931">
                  <c:v>4.3453954575476376E-7</c:v>
                </c:pt>
                <c:pt idx="6932">
                  <c:v>2.7377442263545906E-6</c:v>
                </c:pt>
                <c:pt idx="6933">
                  <c:v>5.9229208986092114E-6</c:v>
                </c:pt>
                <c:pt idx="6934">
                  <c:v>1.7285259253073183E-5</c:v>
                </c:pt>
                <c:pt idx="6935">
                  <c:v>2.6344351042202052E-7</c:v>
                </c:pt>
                <c:pt idx="6936">
                  <c:v>0</c:v>
                </c:pt>
                <c:pt idx="6937">
                  <c:v>2.835663204510355E-7</c:v>
                </c:pt>
                <c:pt idx="6938">
                  <c:v>0</c:v>
                </c:pt>
                <c:pt idx="6939">
                  <c:v>2.1189983371753059E-6</c:v>
                </c:pt>
                <c:pt idx="6940">
                  <c:v>1.1922861475293862E-5</c:v>
                </c:pt>
                <c:pt idx="6941">
                  <c:v>1.9936086544720219E-6</c:v>
                </c:pt>
                <c:pt idx="6942">
                  <c:v>0</c:v>
                </c:pt>
                <c:pt idx="6943">
                  <c:v>2.8399531639725454E-7</c:v>
                </c:pt>
                <c:pt idx="6944">
                  <c:v>0</c:v>
                </c:pt>
                <c:pt idx="6945">
                  <c:v>2.7771863367159936E-5</c:v>
                </c:pt>
                <c:pt idx="6946">
                  <c:v>7.0916710925268392E-6</c:v>
                </c:pt>
                <c:pt idx="6947">
                  <c:v>1.3320945135078892E-6</c:v>
                </c:pt>
                <c:pt idx="6948">
                  <c:v>3.8410574679944924E-6</c:v>
                </c:pt>
                <c:pt idx="6949">
                  <c:v>6.0735699293907035E-6</c:v>
                </c:pt>
                <c:pt idx="6950">
                  <c:v>0</c:v>
                </c:pt>
                <c:pt idx="6951">
                  <c:v>0</c:v>
                </c:pt>
                <c:pt idx="6952">
                  <c:v>2.9947234391611471E-6</c:v>
                </c:pt>
                <c:pt idx="6953">
                  <c:v>0</c:v>
                </c:pt>
                <c:pt idx="6954">
                  <c:v>2.1383167792080439E-6</c:v>
                </c:pt>
                <c:pt idx="6955">
                  <c:v>2.4913961096111808E-5</c:v>
                </c:pt>
                <c:pt idx="6956">
                  <c:v>1.8847480335199478E-7</c:v>
                </c:pt>
                <c:pt idx="6957">
                  <c:v>1.9513607498813607E-7</c:v>
                </c:pt>
                <c:pt idx="6958">
                  <c:v>0</c:v>
                </c:pt>
                <c:pt idx="6959">
                  <c:v>0</c:v>
                </c:pt>
                <c:pt idx="6960">
                  <c:v>4.9925772377283539E-7</c:v>
                </c:pt>
                <c:pt idx="6961">
                  <c:v>2.8931676394088197E-6</c:v>
                </c:pt>
                <c:pt idx="6962">
                  <c:v>2.8916227720925937E-5</c:v>
                </c:pt>
                <c:pt idx="6963">
                  <c:v>3.2042452467690291E-5</c:v>
                </c:pt>
                <c:pt idx="6964">
                  <c:v>2.2024118841459986E-6</c:v>
                </c:pt>
                <c:pt idx="6965">
                  <c:v>3.7120353546503465E-5</c:v>
                </c:pt>
                <c:pt idx="6966">
                  <c:v>0</c:v>
                </c:pt>
                <c:pt idx="6967">
                  <c:v>5.0214010836868299E-6</c:v>
                </c:pt>
                <c:pt idx="6968">
                  <c:v>1.3524787640306246E-5</c:v>
                </c:pt>
                <c:pt idx="6969">
                  <c:v>1.4233539894248561E-6</c:v>
                </c:pt>
                <c:pt idx="6970">
                  <c:v>6.4509416691220457E-5</c:v>
                </c:pt>
                <c:pt idx="6971">
                  <c:v>4.9616912821973907E-5</c:v>
                </c:pt>
                <c:pt idx="6972">
                  <c:v>1.6906833691681564E-5</c:v>
                </c:pt>
                <c:pt idx="6973">
                  <c:v>8.6332557305866568E-6</c:v>
                </c:pt>
                <c:pt idx="6974">
                  <c:v>6.8751401934113491E-7</c:v>
                </c:pt>
                <c:pt idx="6975">
                  <c:v>3.0127212846932091E-5</c:v>
                </c:pt>
                <c:pt idx="6976">
                  <c:v>1.4033996228461737E-5</c:v>
                </c:pt>
                <c:pt idx="6977">
                  <c:v>0</c:v>
                </c:pt>
                <c:pt idx="6978">
                  <c:v>3.5939530634480354E-6</c:v>
                </c:pt>
                <c:pt idx="6979">
                  <c:v>3.7894245488340314E-4</c:v>
                </c:pt>
                <c:pt idx="6980">
                  <c:v>0</c:v>
                </c:pt>
                <c:pt idx="6981">
                  <c:v>8.5617885011311743E-5</c:v>
                </c:pt>
                <c:pt idx="6982">
                  <c:v>5.9109370190205543E-6</c:v>
                </c:pt>
                <c:pt idx="6983">
                  <c:v>3.0004421730800091E-6</c:v>
                </c:pt>
                <c:pt idx="6984">
                  <c:v>8.1480335669807202E-4</c:v>
                </c:pt>
                <c:pt idx="6985">
                  <c:v>0</c:v>
                </c:pt>
                <c:pt idx="6986">
                  <c:v>8.8054279611809273E-5</c:v>
                </c:pt>
                <c:pt idx="6987">
                  <c:v>4.7294646124434395E-7</c:v>
                </c:pt>
                <c:pt idx="6988">
                  <c:v>2.549649387242029E-3</c:v>
                </c:pt>
                <c:pt idx="6989">
                  <c:v>0</c:v>
                </c:pt>
                <c:pt idx="6990">
                  <c:v>0</c:v>
                </c:pt>
                <c:pt idx="6991">
                  <c:v>3.1215342363881174E-5</c:v>
                </c:pt>
                <c:pt idx="6992">
                  <c:v>4.9699078574746989E-6</c:v>
                </c:pt>
                <c:pt idx="6993">
                  <c:v>0</c:v>
                </c:pt>
                <c:pt idx="6994">
                  <c:v>5.4574871202030509E-7</c:v>
                </c:pt>
                <c:pt idx="6995">
                  <c:v>3.2587005991158618E-6</c:v>
                </c:pt>
                <c:pt idx="6996">
                  <c:v>0</c:v>
                </c:pt>
                <c:pt idx="6997">
                  <c:v>8.2135166632650263E-5</c:v>
                </c:pt>
                <c:pt idx="6998">
                  <c:v>2.8659680021158171E-7</c:v>
                </c:pt>
                <c:pt idx="6999">
                  <c:v>2.0692724835580483E-7</c:v>
                </c:pt>
                <c:pt idx="7000">
                  <c:v>0</c:v>
                </c:pt>
                <c:pt idx="7001">
                  <c:v>8.1372707099449203E-5</c:v>
                </c:pt>
                <c:pt idx="7002">
                  <c:v>0</c:v>
                </c:pt>
                <c:pt idx="7003">
                  <c:v>9.5841967068833412E-5</c:v>
                </c:pt>
                <c:pt idx="7004">
                  <c:v>9.4260792770713936E-7</c:v>
                </c:pt>
                <c:pt idx="7005">
                  <c:v>8.8768808485856177E-7</c:v>
                </c:pt>
                <c:pt idx="7006">
                  <c:v>7.6028545393155334E-6</c:v>
                </c:pt>
                <c:pt idx="7007">
                  <c:v>9.8304709584043405E-6</c:v>
                </c:pt>
                <c:pt idx="7008">
                  <c:v>1.0361490582554201E-5</c:v>
                </c:pt>
                <c:pt idx="7009">
                  <c:v>7.2391860494895873E-6</c:v>
                </c:pt>
                <c:pt idx="7010">
                  <c:v>9.0409965556270651E-6</c:v>
                </c:pt>
                <c:pt idx="7011">
                  <c:v>3.3133380768808318E-5</c:v>
                </c:pt>
                <c:pt idx="7012">
                  <c:v>6.9044687390295453E-5</c:v>
                </c:pt>
                <c:pt idx="7013">
                  <c:v>0</c:v>
                </c:pt>
                <c:pt idx="7014">
                  <c:v>0</c:v>
                </c:pt>
                <c:pt idx="7015">
                  <c:v>2.4596855579620277E-5</c:v>
                </c:pt>
                <c:pt idx="7016">
                  <c:v>8.1631832494599195E-5</c:v>
                </c:pt>
                <c:pt idx="7017">
                  <c:v>7.2034947689532516E-5</c:v>
                </c:pt>
                <c:pt idx="7018">
                  <c:v>0</c:v>
                </c:pt>
                <c:pt idx="7019">
                  <c:v>9.4376031454133344E-5</c:v>
                </c:pt>
                <c:pt idx="7020">
                  <c:v>0</c:v>
                </c:pt>
                <c:pt idx="7021">
                  <c:v>6.9568638360627917E-5</c:v>
                </c:pt>
                <c:pt idx="7022">
                  <c:v>1.0125896591207767E-5</c:v>
                </c:pt>
                <c:pt idx="7023">
                  <c:v>4.9662519453827635E-5</c:v>
                </c:pt>
                <c:pt idx="7024">
                  <c:v>1.7385476416414691E-5</c:v>
                </c:pt>
                <c:pt idx="7025">
                  <c:v>9.795847848043763E-6</c:v>
                </c:pt>
                <c:pt idx="7026">
                  <c:v>2.3120809328930003E-6</c:v>
                </c:pt>
                <c:pt idx="7027">
                  <c:v>0</c:v>
                </c:pt>
                <c:pt idx="7028">
                  <c:v>0</c:v>
                </c:pt>
                <c:pt idx="7029">
                  <c:v>0</c:v>
                </c:pt>
                <c:pt idx="7030">
                  <c:v>8.2443908671352223E-6</c:v>
                </c:pt>
                <c:pt idx="7031">
                  <c:v>3.5307016122661392E-5</c:v>
                </c:pt>
                <c:pt idx="7032">
                  <c:v>1.5514456475380407E-4</c:v>
                </c:pt>
                <c:pt idx="7033">
                  <c:v>0</c:v>
                </c:pt>
                <c:pt idx="7034">
                  <c:v>4.5989232800426902E-5</c:v>
                </c:pt>
                <c:pt idx="7035">
                  <c:v>2.7293948359892935E-6</c:v>
                </c:pt>
                <c:pt idx="7036">
                  <c:v>1.1878363499614132E-6</c:v>
                </c:pt>
                <c:pt idx="7037">
                  <c:v>7.7922809644427095E-5</c:v>
                </c:pt>
                <c:pt idx="7038">
                  <c:v>4.0508395701304953E-7</c:v>
                </c:pt>
                <c:pt idx="7039">
                  <c:v>1.2801736752452729E-6</c:v>
                </c:pt>
                <c:pt idx="7040">
                  <c:v>2.4808930062368195E-6</c:v>
                </c:pt>
                <c:pt idx="7041">
                  <c:v>9.7679607203649307E-6</c:v>
                </c:pt>
                <c:pt idx="7042">
                  <c:v>6.7721104658943839E-6</c:v>
                </c:pt>
                <c:pt idx="7043">
                  <c:v>4.8618397280495462E-6</c:v>
                </c:pt>
                <c:pt idx="7044">
                  <c:v>7.6820895498364491E-6</c:v>
                </c:pt>
                <c:pt idx="7045">
                  <c:v>7.5993565341236854E-7</c:v>
                </c:pt>
                <c:pt idx="7046">
                  <c:v>2.5567286133182302E-6</c:v>
                </c:pt>
                <c:pt idx="7047">
                  <c:v>6.0267410974734166E-6</c:v>
                </c:pt>
                <c:pt idx="7048">
                  <c:v>4.0180130939792427E-7</c:v>
                </c:pt>
                <c:pt idx="7049">
                  <c:v>0</c:v>
                </c:pt>
                <c:pt idx="7050">
                  <c:v>1.2743363386281845E-4</c:v>
                </c:pt>
                <c:pt idx="7051">
                  <c:v>3.0088604096044652E-5</c:v>
                </c:pt>
                <c:pt idx="7052">
                  <c:v>7.9407441274312301E-6</c:v>
                </c:pt>
                <c:pt idx="7053">
                  <c:v>1.2305121294754517E-5</c:v>
                </c:pt>
                <c:pt idx="7054">
                  <c:v>1.9021341295737016E-5</c:v>
                </c:pt>
                <c:pt idx="7055">
                  <c:v>1.2410541472908621E-5</c:v>
                </c:pt>
                <c:pt idx="7056">
                  <c:v>0</c:v>
                </c:pt>
                <c:pt idx="7057">
                  <c:v>5.2248898987072023E-6</c:v>
                </c:pt>
                <c:pt idx="7058">
                  <c:v>1.5324155439884649E-6</c:v>
                </c:pt>
                <c:pt idx="7059">
                  <c:v>1.4076821454811164E-6</c:v>
                </c:pt>
                <c:pt idx="7060">
                  <c:v>0</c:v>
                </c:pt>
                <c:pt idx="7061">
                  <c:v>0</c:v>
                </c:pt>
                <c:pt idx="7062">
                  <c:v>1.1776562824482316E-5</c:v>
                </c:pt>
                <c:pt idx="7063">
                  <c:v>0</c:v>
                </c:pt>
                <c:pt idx="7064">
                  <c:v>6.7150613752053899E-7</c:v>
                </c:pt>
                <c:pt idx="7065">
                  <c:v>1.5701399516680813E-5</c:v>
                </c:pt>
                <c:pt idx="7066">
                  <c:v>1.9135668107908934E-7</c:v>
                </c:pt>
                <c:pt idx="7067">
                  <c:v>6.5050368287515534E-6</c:v>
                </c:pt>
                <c:pt idx="7068">
                  <c:v>2.6122035343260482E-5</c:v>
                </c:pt>
                <c:pt idx="7069">
                  <c:v>3.6645966701798014E-6</c:v>
                </c:pt>
                <c:pt idx="7070">
                  <c:v>5.319103143363387E-6</c:v>
                </c:pt>
                <c:pt idx="7071">
                  <c:v>8.0846203100805374E-6</c:v>
                </c:pt>
                <c:pt idx="7072">
                  <c:v>0</c:v>
                </c:pt>
                <c:pt idx="7073">
                  <c:v>0</c:v>
                </c:pt>
                <c:pt idx="7074">
                  <c:v>3.1770652223054918E-5</c:v>
                </c:pt>
                <c:pt idx="7075">
                  <c:v>7.0376738256273163E-5</c:v>
                </c:pt>
                <c:pt idx="7076">
                  <c:v>0</c:v>
                </c:pt>
                <c:pt idx="7077">
                  <c:v>3.7344533867762152E-7</c:v>
                </c:pt>
                <c:pt idx="7078">
                  <c:v>5.668588303430207E-6</c:v>
                </c:pt>
                <c:pt idx="7079">
                  <c:v>0</c:v>
                </c:pt>
                <c:pt idx="7080">
                  <c:v>2.7569990207827777E-6</c:v>
                </c:pt>
                <c:pt idx="7081">
                  <c:v>1.9566064070866578E-5</c:v>
                </c:pt>
                <c:pt idx="7082">
                  <c:v>9.946564832760573E-6</c:v>
                </c:pt>
                <c:pt idx="7083">
                  <c:v>0</c:v>
                </c:pt>
                <c:pt idx="7084">
                  <c:v>2.00728861488324E-5</c:v>
                </c:pt>
                <c:pt idx="7085">
                  <c:v>4.2794963873098573E-6</c:v>
                </c:pt>
                <c:pt idx="7086">
                  <c:v>9.3002355707888812E-6</c:v>
                </c:pt>
                <c:pt idx="7087">
                  <c:v>2.2183303834857689E-6</c:v>
                </c:pt>
                <c:pt idx="7088">
                  <c:v>0</c:v>
                </c:pt>
                <c:pt idx="7089">
                  <c:v>1.9034453355661556E-5</c:v>
                </c:pt>
                <c:pt idx="7090">
                  <c:v>1.3702254998919476E-6</c:v>
                </c:pt>
                <c:pt idx="7091">
                  <c:v>0</c:v>
                </c:pt>
                <c:pt idx="7092">
                  <c:v>0</c:v>
                </c:pt>
                <c:pt idx="7093">
                  <c:v>0</c:v>
                </c:pt>
                <c:pt idx="7094">
                  <c:v>3.7442267848375768E-5</c:v>
                </c:pt>
                <c:pt idx="7095">
                  <c:v>1.2106285134912913E-4</c:v>
                </c:pt>
                <c:pt idx="7096">
                  <c:v>2.4721756993542793E-5</c:v>
                </c:pt>
                <c:pt idx="7097">
                  <c:v>4.5074994750594113E-6</c:v>
                </c:pt>
                <c:pt idx="7098">
                  <c:v>0</c:v>
                </c:pt>
                <c:pt idx="7099">
                  <c:v>2.0154371799471758E-5</c:v>
                </c:pt>
                <c:pt idx="7100">
                  <c:v>2.4761725150359602E-5</c:v>
                </c:pt>
                <c:pt idx="7101">
                  <c:v>2.6603795793625865E-6</c:v>
                </c:pt>
                <c:pt idx="7102">
                  <c:v>4.8846711964145591E-5</c:v>
                </c:pt>
                <c:pt idx="7103">
                  <c:v>4.2663894114583788E-6</c:v>
                </c:pt>
                <c:pt idx="7104">
                  <c:v>0</c:v>
                </c:pt>
                <c:pt idx="7105">
                  <c:v>7.8734499017337213E-5</c:v>
                </c:pt>
                <c:pt idx="7106">
                  <c:v>5.6534044047280503E-5</c:v>
                </c:pt>
                <c:pt idx="7107">
                  <c:v>0</c:v>
                </c:pt>
                <c:pt idx="7108">
                  <c:v>0</c:v>
                </c:pt>
                <c:pt idx="7109">
                  <c:v>2.3435837731184273E-6</c:v>
                </c:pt>
                <c:pt idx="7110">
                  <c:v>4.3097246874721184E-5</c:v>
                </c:pt>
                <c:pt idx="7111">
                  <c:v>3.5311951811055619E-5</c:v>
                </c:pt>
                <c:pt idx="7112">
                  <c:v>4.7368905757636975E-5</c:v>
                </c:pt>
                <c:pt idx="7113">
                  <c:v>2.1726956497521597E-7</c:v>
                </c:pt>
                <c:pt idx="7114">
                  <c:v>0</c:v>
                </c:pt>
                <c:pt idx="7115">
                  <c:v>1.6803783637641958E-5</c:v>
                </c:pt>
                <c:pt idx="7116">
                  <c:v>5.0666910698673887E-7</c:v>
                </c:pt>
                <c:pt idx="7117">
                  <c:v>0</c:v>
                </c:pt>
                <c:pt idx="7118">
                  <c:v>4.2515575530936834E-5</c:v>
                </c:pt>
                <c:pt idx="7119">
                  <c:v>2.5518005909797112E-5</c:v>
                </c:pt>
                <c:pt idx="7120">
                  <c:v>0</c:v>
                </c:pt>
                <c:pt idx="7121">
                  <c:v>1.4762977243718004E-5</c:v>
                </c:pt>
                <c:pt idx="7122">
                  <c:v>0</c:v>
                </c:pt>
                <c:pt idx="7123">
                  <c:v>1.9270315424823074E-7</c:v>
                </c:pt>
                <c:pt idx="7124">
                  <c:v>2.3006248643017504E-5</c:v>
                </c:pt>
                <c:pt idx="7125">
                  <c:v>2.4592966017847072E-5</c:v>
                </c:pt>
                <c:pt idx="7126">
                  <c:v>0</c:v>
                </c:pt>
                <c:pt idx="7127">
                  <c:v>0</c:v>
                </c:pt>
                <c:pt idx="7128">
                  <c:v>5.5427936664396288E-4</c:v>
                </c:pt>
                <c:pt idx="7129">
                  <c:v>4.2173258725066854E-5</c:v>
                </c:pt>
                <c:pt idx="7130">
                  <c:v>1.0973350418679506E-5</c:v>
                </c:pt>
                <c:pt idx="7131">
                  <c:v>3.3687723420023675E-6</c:v>
                </c:pt>
                <c:pt idx="7132">
                  <c:v>3.7098992912764175E-7</c:v>
                </c:pt>
                <c:pt idx="7133">
                  <c:v>1.2762181755999788E-5</c:v>
                </c:pt>
                <c:pt idx="7134">
                  <c:v>4.3717054060605873E-7</c:v>
                </c:pt>
                <c:pt idx="7135">
                  <c:v>8.6241865425713655E-7</c:v>
                </c:pt>
                <c:pt idx="7136">
                  <c:v>6.4741510569718688E-6</c:v>
                </c:pt>
                <c:pt idx="7137">
                  <c:v>1.0137912347646299E-6</c:v>
                </c:pt>
                <c:pt idx="7138">
                  <c:v>5.6432003393712914E-5</c:v>
                </c:pt>
                <c:pt idx="7139">
                  <c:v>3.7285583368292644E-5</c:v>
                </c:pt>
                <c:pt idx="7140">
                  <c:v>5.3476261061871577E-5</c:v>
                </c:pt>
                <c:pt idx="7141">
                  <c:v>0</c:v>
                </c:pt>
                <c:pt idx="7142">
                  <c:v>0</c:v>
                </c:pt>
                <c:pt idx="7143">
                  <c:v>0</c:v>
                </c:pt>
                <c:pt idx="7144">
                  <c:v>8.9141276025212343E-6</c:v>
                </c:pt>
                <c:pt idx="7145">
                  <c:v>6.7307795191268502E-5</c:v>
                </c:pt>
                <c:pt idx="7146">
                  <c:v>2.8958255451171392E-5</c:v>
                </c:pt>
                <c:pt idx="7147">
                  <c:v>4.2764506427514011E-7</c:v>
                </c:pt>
                <c:pt idx="7148">
                  <c:v>1.6740095006875714E-5</c:v>
                </c:pt>
                <c:pt idx="7149">
                  <c:v>2.3717499776888427E-4</c:v>
                </c:pt>
                <c:pt idx="7150">
                  <c:v>2.8541432363759387E-6</c:v>
                </c:pt>
                <c:pt idx="7151">
                  <c:v>1.9197855085803032E-4</c:v>
                </c:pt>
                <c:pt idx="7152">
                  <c:v>2.9298944125820418E-6</c:v>
                </c:pt>
                <c:pt idx="7153">
                  <c:v>1.406149094671062E-7</c:v>
                </c:pt>
                <c:pt idx="7154">
                  <c:v>3.6779174008343767E-7</c:v>
                </c:pt>
                <c:pt idx="7155">
                  <c:v>4.9201771486595393E-6</c:v>
                </c:pt>
                <c:pt idx="7156">
                  <c:v>2.9796468540577011E-5</c:v>
                </c:pt>
                <c:pt idx="7157">
                  <c:v>9.8654827159269191E-6</c:v>
                </c:pt>
                <c:pt idx="7158">
                  <c:v>1.3114234820060881E-5</c:v>
                </c:pt>
                <c:pt idx="7159">
                  <c:v>5.5703532385337303E-7</c:v>
                </c:pt>
                <c:pt idx="7160">
                  <c:v>0</c:v>
                </c:pt>
                <c:pt idx="7161">
                  <c:v>3.696601911423849E-5</c:v>
                </c:pt>
                <c:pt idx="7162">
                  <c:v>2.0284441082062978E-5</c:v>
                </c:pt>
                <c:pt idx="7163">
                  <c:v>0</c:v>
                </c:pt>
                <c:pt idx="7164">
                  <c:v>5.1486808595333674E-8</c:v>
                </c:pt>
                <c:pt idx="7165">
                  <c:v>0</c:v>
                </c:pt>
                <c:pt idx="7166">
                  <c:v>6.019822771383706E-6</c:v>
                </c:pt>
                <c:pt idx="7167">
                  <c:v>1.3668997872885061E-5</c:v>
                </c:pt>
                <c:pt idx="7168">
                  <c:v>0</c:v>
                </c:pt>
                <c:pt idx="7169">
                  <c:v>6.6881604133295035E-6</c:v>
                </c:pt>
                <c:pt idx="7170">
                  <c:v>1.2511437721290923E-5</c:v>
                </c:pt>
                <c:pt idx="7171">
                  <c:v>2.9227804825250376E-5</c:v>
                </c:pt>
                <c:pt idx="7172">
                  <c:v>7.3840691219877601E-6</c:v>
                </c:pt>
                <c:pt idx="7173">
                  <c:v>4.1675134488340393E-7</c:v>
                </c:pt>
                <c:pt idx="7174">
                  <c:v>1.4900885873850324E-5</c:v>
                </c:pt>
                <c:pt idx="7175">
                  <c:v>5.1904567541913178E-6</c:v>
                </c:pt>
                <c:pt idx="7176">
                  <c:v>0</c:v>
                </c:pt>
                <c:pt idx="7177">
                  <c:v>6.3640303985495913E-6</c:v>
                </c:pt>
                <c:pt idx="7178">
                  <c:v>1.5109074890876479E-7</c:v>
                </c:pt>
                <c:pt idx="7179">
                  <c:v>2.0181679444208414E-5</c:v>
                </c:pt>
                <c:pt idx="7180">
                  <c:v>4.4169624503195048E-7</c:v>
                </c:pt>
                <c:pt idx="7181">
                  <c:v>8.6037407963327515E-6</c:v>
                </c:pt>
                <c:pt idx="7182">
                  <c:v>1.3641683556713884E-5</c:v>
                </c:pt>
                <c:pt idx="7183">
                  <c:v>0</c:v>
                </c:pt>
                <c:pt idx="7184">
                  <c:v>2.9923113698780993E-6</c:v>
                </c:pt>
                <c:pt idx="7185">
                  <c:v>7.572682493960827E-6</c:v>
                </c:pt>
                <c:pt idx="7186">
                  <c:v>5.1414655353348032E-6</c:v>
                </c:pt>
                <c:pt idx="7187">
                  <c:v>1.5909346585911661E-6</c:v>
                </c:pt>
                <c:pt idx="7188">
                  <c:v>0</c:v>
                </c:pt>
                <c:pt idx="7189">
                  <c:v>6.8061388489789823E-6</c:v>
                </c:pt>
                <c:pt idx="7190">
                  <c:v>0</c:v>
                </c:pt>
                <c:pt idx="7191">
                  <c:v>1.2787671289269748E-5</c:v>
                </c:pt>
                <c:pt idx="7192">
                  <c:v>3.5931399962345885E-6</c:v>
                </c:pt>
                <c:pt idx="7193">
                  <c:v>6.3332036964175157E-7</c:v>
                </c:pt>
                <c:pt idx="7194">
                  <c:v>0</c:v>
                </c:pt>
                <c:pt idx="7195">
                  <c:v>4.3698464781476531E-5</c:v>
                </c:pt>
                <c:pt idx="7196">
                  <c:v>1.6291788037302441E-7</c:v>
                </c:pt>
                <c:pt idx="7197">
                  <c:v>4.9434738513578808E-7</c:v>
                </c:pt>
                <c:pt idx="7198">
                  <c:v>4.4565370181604714E-5</c:v>
                </c:pt>
                <c:pt idx="7199">
                  <c:v>9.2134398804676897E-6</c:v>
                </c:pt>
                <c:pt idx="7200">
                  <c:v>0</c:v>
                </c:pt>
                <c:pt idx="7201">
                  <c:v>2.7526044003540995E-7</c:v>
                </c:pt>
                <c:pt idx="7202">
                  <c:v>3.183311098044991E-7</c:v>
                </c:pt>
                <c:pt idx="7203">
                  <c:v>1.6386386951412464E-7</c:v>
                </c:pt>
                <c:pt idx="7204">
                  <c:v>4.7941181290999852E-5</c:v>
                </c:pt>
                <c:pt idx="7205">
                  <c:v>2.4690634135160192E-6</c:v>
                </c:pt>
                <c:pt idx="7206">
                  <c:v>2.4938085347017152E-7</c:v>
                </c:pt>
                <c:pt idx="7207">
                  <c:v>0</c:v>
                </c:pt>
                <c:pt idx="7208">
                  <c:v>1.8834197480591185E-5</c:v>
                </c:pt>
                <c:pt idx="7209">
                  <c:v>0</c:v>
                </c:pt>
                <c:pt idx="7210">
                  <c:v>5.3537452675075913E-6</c:v>
                </c:pt>
                <c:pt idx="7211">
                  <c:v>3.0922521090920312E-6</c:v>
                </c:pt>
                <c:pt idx="7212">
                  <c:v>2.9693894310020458E-6</c:v>
                </c:pt>
                <c:pt idx="7213">
                  <c:v>2.0232408347568201E-5</c:v>
                </c:pt>
                <c:pt idx="7214">
                  <c:v>0</c:v>
                </c:pt>
                <c:pt idx="7215">
                  <c:v>1.1692221628313445E-5</c:v>
                </c:pt>
                <c:pt idx="7216">
                  <c:v>2.0245395526530295E-6</c:v>
                </c:pt>
                <c:pt idx="7217">
                  <c:v>1.7744539520354989E-6</c:v>
                </c:pt>
                <c:pt idx="7218">
                  <c:v>2.1096770727256562E-6</c:v>
                </c:pt>
                <c:pt idx="7219">
                  <c:v>3.0864269921255952E-7</c:v>
                </c:pt>
                <c:pt idx="7220">
                  <c:v>0</c:v>
                </c:pt>
                <c:pt idx="7221">
                  <c:v>0</c:v>
                </c:pt>
                <c:pt idx="7222">
                  <c:v>0</c:v>
                </c:pt>
                <c:pt idx="7223">
                  <c:v>0</c:v>
                </c:pt>
                <c:pt idx="7224">
                  <c:v>5.7288799866024005E-8</c:v>
                </c:pt>
                <c:pt idx="7225">
                  <c:v>7.0807824411470534E-4</c:v>
                </c:pt>
                <c:pt idx="7226">
                  <c:v>2.4033489520395374E-6</c:v>
                </c:pt>
                <c:pt idx="7227">
                  <c:v>0</c:v>
                </c:pt>
                <c:pt idx="7228">
                  <c:v>0</c:v>
                </c:pt>
                <c:pt idx="7229">
                  <c:v>1.2242440212836865E-4</c:v>
                </c:pt>
                <c:pt idx="7230">
                  <c:v>0</c:v>
                </c:pt>
                <c:pt idx="7231">
                  <c:v>3.4152204733716011E-5</c:v>
                </c:pt>
                <c:pt idx="7232">
                  <c:v>1.0170002995895769E-5</c:v>
                </c:pt>
                <c:pt idx="7233">
                  <c:v>2.1235396395767747E-7</c:v>
                </c:pt>
                <c:pt idx="7234">
                  <c:v>8.4788122917157547E-7</c:v>
                </c:pt>
                <c:pt idx="7235">
                  <c:v>0</c:v>
                </c:pt>
                <c:pt idx="7236">
                  <c:v>6.2762580908882053E-6</c:v>
                </c:pt>
                <c:pt idx="7237">
                  <c:v>1.4050965878636689E-7</c:v>
                </c:pt>
                <c:pt idx="7238">
                  <c:v>2.6034356768419832E-5</c:v>
                </c:pt>
                <c:pt idx="7239">
                  <c:v>0</c:v>
                </c:pt>
                <c:pt idx="7240">
                  <c:v>0</c:v>
                </c:pt>
                <c:pt idx="7241">
                  <c:v>8.661802859017354E-5</c:v>
                </c:pt>
                <c:pt idx="7242">
                  <c:v>5.8464746740516721E-7</c:v>
                </c:pt>
                <c:pt idx="7243">
                  <c:v>1.8507132205426952E-5</c:v>
                </c:pt>
                <c:pt idx="7244">
                  <c:v>9.9682408447772951E-6</c:v>
                </c:pt>
                <c:pt idx="7245">
                  <c:v>1.4151673598486741E-5</c:v>
                </c:pt>
                <c:pt idx="7246">
                  <c:v>0</c:v>
                </c:pt>
                <c:pt idx="7247">
                  <c:v>2.1545440657777782E-5</c:v>
                </c:pt>
                <c:pt idx="7248">
                  <c:v>8.8967253146249875E-7</c:v>
                </c:pt>
                <c:pt idx="7249">
                  <c:v>1.8149477198396302E-5</c:v>
                </c:pt>
                <c:pt idx="7250">
                  <c:v>1.6959006473892323E-5</c:v>
                </c:pt>
                <c:pt idx="7251">
                  <c:v>1.1098114121438161E-4</c:v>
                </c:pt>
                <c:pt idx="7252">
                  <c:v>3.0536445815839946E-6</c:v>
                </c:pt>
                <c:pt idx="7253">
                  <c:v>4.8765690611347972E-6</c:v>
                </c:pt>
                <c:pt idx="7254">
                  <c:v>1.6555628429493952E-6</c:v>
                </c:pt>
                <c:pt idx="7255">
                  <c:v>5.3275948744521414E-6</c:v>
                </c:pt>
                <c:pt idx="7256">
                  <c:v>0</c:v>
                </c:pt>
                <c:pt idx="7257">
                  <c:v>2.694661377107152E-6</c:v>
                </c:pt>
                <c:pt idx="7258">
                  <c:v>3.588276428524208E-6</c:v>
                </c:pt>
                <c:pt idx="7259">
                  <c:v>0</c:v>
                </c:pt>
                <c:pt idx="7260">
                  <c:v>4.1369805243966589E-5</c:v>
                </c:pt>
                <c:pt idx="7261">
                  <c:v>1.8531582010522444E-5</c:v>
                </c:pt>
                <c:pt idx="7262">
                  <c:v>9.7013387151724033E-8</c:v>
                </c:pt>
                <c:pt idx="7263">
                  <c:v>0</c:v>
                </c:pt>
                <c:pt idx="7264">
                  <c:v>5.8261076128402511E-8</c:v>
                </c:pt>
                <c:pt idx="7265">
                  <c:v>2.7110956056057109E-6</c:v>
                </c:pt>
                <c:pt idx="7266">
                  <c:v>9.7831100102293631E-6</c:v>
                </c:pt>
                <c:pt idx="7267">
                  <c:v>1.0201705674878593E-5</c:v>
                </c:pt>
                <c:pt idx="7268">
                  <c:v>0</c:v>
                </c:pt>
                <c:pt idx="7269">
                  <c:v>8.6361003917391182E-7</c:v>
                </c:pt>
                <c:pt idx="7270">
                  <c:v>3.4634853085166478E-7</c:v>
                </c:pt>
                <c:pt idx="7271">
                  <c:v>0</c:v>
                </c:pt>
                <c:pt idx="7272">
                  <c:v>0</c:v>
                </c:pt>
                <c:pt idx="7273">
                  <c:v>0</c:v>
                </c:pt>
                <c:pt idx="7274">
                  <c:v>3.1654152275589611E-5</c:v>
                </c:pt>
                <c:pt idx="7275">
                  <c:v>7.6952424974459843E-5</c:v>
                </c:pt>
                <c:pt idx="7276">
                  <c:v>1.1404672183358068E-7</c:v>
                </c:pt>
                <c:pt idx="7277">
                  <c:v>1.5438099552728197E-6</c:v>
                </c:pt>
                <c:pt idx="7278">
                  <c:v>3.1228687739803796E-4</c:v>
                </c:pt>
                <c:pt idx="7279">
                  <c:v>1.6173598307276125E-6</c:v>
                </c:pt>
                <c:pt idx="7280">
                  <c:v>6.5674945961180413E-6</c:v>
                </c:pt>
                <c:pt idx="7281">
                  <c:v>0</c:v>
                </c:pt>
                <c:pt idx="7282">
                  <c:v>1.7878181346532081E-6</c:v>
                </c:pt>
                <c:pt idx="7283">
                  <c:v>1.3272333852447763E-5</c:v>
                </c:pt>
                <c:pt idx="7284">
                  <c:v>2.5312193057574844E-5</c:v>
                </c:pt>
                <c:pt idx="7285">
                  <c:v>2.7020588233286728E-4</c:v>
                </c:pt>
                <c:pt idx="7286">
                  <c:v>2.1992079146457995E-5</c:v>
                </c:pt>
                <c:pt idx="7287">
                  <c:v>8.9112876381413291E-6</c:v>
                </c:pt>
                <c:pt idx="7288">
                  <c:v>4.2037120358703484E-5</c:v>
                </c:pt>
                <c:pt idx="7289">
                  <c:v>5.0141093052068932E-5</c:v>
                </c:pt>
                <c:pt idx="7290">
                  <c:v>1.3457240130263741E-6</c:v>
                </c:pt>
                <c:pt idx="7291">
                  <c:v>0</c:v>
                </c:pt>
                <c:pt idx="7292">
                  <c:v>0</c:v>
                </c:pt>
                <c:pt idx="7293">
                  <c:v>0</c:v>
                </c:pt>
                <c:pt idx="7294">
                  <c:v>5.9956000902492851E-6</c:v>
                </c:pt>
                <c:pt idx="7295">
                  <c:v>4.6923917048191736E-5</c:v>
                </c:pt>
                <c:pt idx="7296">
                  <c:v>3.9147442628523769E-5</c:v>
                </c:pt>
                <c:pt idx="7297">
                  <c:v>1.8578411746175782E-6</c:v>
                </c:pt>
                <c:pt idx="7298">
                  <c:v>1.8531185008744982E-7</c:v>
                </c:pt>
                <c:pt idx="7299">
                  <c:v>5.3436678610501591E-6</c:v>
                </c:pt>
                <c:pt idx="7300">
                  <c:v>7.9172709805531741E-6</c:v>
                </c:pt>
                <c:pt idx="7301">
                  <c:v>1.1390659010634924E-5</c:v>
                </c:pt>
                <c:pt idx="7302">
                  <c:v>9.5019294530675717E-7</c:v>
                </c:pt>
                <c:pt idx="7303">
                  <c:v>2.2398871365758001E-6</c:v>
                </c:pt>
                <c:pt idx="7304">
                  <c:v>6.731441390320598E-5</c:v>
                </c:pt>
                <c:pt idx="7305">
                  <c:v>7.5110871651188325E-5</c:v>
                </c:pt>
                <c:pt idx="7306">
                  <c:v>1.1592786463517303E-5</c:v>
                </c:pt>
                <c:pt idx="7307">
                  <c:v>7.6738831937331755E-6</c:v>
                </c:pt>
                <c:pt idx="7308">
                  <c:v>3.8547386618091947E-5</c:v>
                </c:pt>
                <c:pt idx="7309">
                  <c:v>1.8541481019000406E-5</c:v>
                </c:pt>
                <c:pt idx="7310">
                  <c:v>1.9201473552882954E-5</c:v>
                </c:pt>
                <c:pt idx="7311">
                  <c:v>2.7881312264603324E-5</c:v>
                </c:pt>
                <c:pt idx="7312">
                  <c:v>0</c:v>
                </c:pt>
                <c:pt idx="7313">
                  <c:v>1.8782830244095391E-5</c:v>
                </c:pt>
                <c:pt idx="7314">
                  <c:v>1.2141028570919181E-4</c:v>
                </c:pt>
                <c:pt idx="7315">
                  <c:v>0</c:v>
                </c:pt>
                <c:pt idx="7316">
                  <c:v>1.3892964748507834E-5</c:v>
                </c:pt>
                <c:pt idx="7317">
                  <c:v>6.5074803333092319E-6</c:v>
                </c:pt>
                <c:pt idx="7318">
                  <c:v>6.5652574349078804E-6</c:v>
                </c:pt>
                <c:pt idx="7319">
                  <c:v>4.1317621015125037E-4</c:v>
                </c:pt>
                <c:pt idx="7320">
                  <c:v>5.8478584100925943E-6</c:v>
                </c:pt>
                <c:pt idx="7321">
                  <c:v>1.3298166967613491E-5</c:v>
                </c:pt>
                <c:pt idx="7322">
                  <c:v>4.0224713856220858E-4</c:v>
                </c:pt>
                <c:pt idx="7323">
                  <c:v>7.187871119940164E-7</c:v>
                </c:pt>
                <c:pt idx="7324">
                  <c:v>6.6784443893807111E-6</c:v>
                </c:pt>
                <c:pt idx="7325">
                  <c:v>6.8915416036114149E-6</c:v>
                </c:pt>
                <c:pt idx="7326">
                  <c:v>0</c:v>
                </c:pt>
                <c:pt idx="7327">
                  <c:v>3.6102353075413854E-6</c:v>
                </c:pt>
                <c:pt idx="7328">
                  <c:v>7.087069017832265E-6</c:v>
                </c:pt>
                <c:pt idx="7329">
                  <c:v>1.4793358053330876E-5</c:v>
                </c:pt>
                <c:pt idx="7330">
                  <c:v>0</c:v>
                </c:pt>
                <c:pt idx="7331">
                  <c:v>1.8151766686417474E-6</c:v>
                </c:pt>
                <c:pt idx="7332">
                  <c:v>2.5432072851627749E-5</c:v>
                </c:pt>
                <c:pt idx="7333">
                  <c:v>3.2729775724578469E-6</c:v>
                </c:pt>
                <c:pt idx="7334">
                  <c:v>0</c:v>
                </c:pt>
                <c:pt idx="7335">
                  <c:v>2.1769490751876312E-4</c:v>
                </c:pt>
                <c:pt idx="7336">
                  <c:v>1.0100718758390644E-3</c:v>
                </c:pt>
                <c:pt idx="7337">
                  <c:v>1.1541610742697818E-5</c:v>
                </c:pt>
                <c:pt idx="7338">
                  <c:v>8.6288262048766527E-5</c:v>
                </c:pt>
                <c:pt idx="7339">
                  <c:v>7.251463811469214E-6</c:v>
                </c:pt>
                <c:pt idx="7340">
                  <c:v>1.222913790474156E-5</c:v>
                </c:pt>
                <c:pt idx="7341">
                  <c:v>1.2018355534557663E-5</c:v>
                </c:pt>
                <c:pt idx="7342">
                  <c:v>1.6208671450874442E-5</c:v>
                </c:pt>
                <c:pt idx="7343">
                  <c:v>2.4929021589024948E-5</c:v>
                </c:pt>
                <c:pt idx="7344">
                  <c:v>1.0249979864275188E-5</c:v>
                </c:pt>
                <c:pt idx="7345">
                  <c:v>0</c:v>
                </c:pt>
                <c:pt idx="7346">
                  <c:v>1.0516577262665939E-6</c:v>
                </c:pt>
                <c:pt idx="7347">
                  <c:v>6.0596318906405429E-4</c:v>
                </c:pt>
                <c:pt idx="7348">
                  <c:v>1.21761252778646E-5</c:v>
                </c:pt>
                <c:pt idx="7349">
                  <c:v>1.3979227949070501E-3</c:v>
                </c:pt>
                <c:pt idx="7350">
                  <c:v>2.4372099879234252E-6</c:v>
                </c:pt>
                <c:pt idx="7351">
                  <c:v>3.399394817317178E-6</c:v>
                </c:pt>
                <c:pt idx="7352">
                  <c:v>1.6696367715415989E-5</c:v>
                </c:pt>
                <c:pt idx="7353">
                  <c:v>9.3791823731741892E-6</c:v>
                </c:pt>
                <c:pt idx="7354">
                  <c:v>3.1080288353817601E-6</c:v>
                </c:pt>
                <c:pt idx="7355">
                  <c:v>0</c:v>
                </c:pt>
                <c:pt idx="7356">
                  <c:v>0</c:v>
                </c:pt>
                <c:pt idx="7357">
                  <c:v>0</c:v>
                </c:pt>
                <c:pt idx="7358">
                  <c:v>5.9633441815275935E-7</c:v>
                </c:pt>
                <c:pt idx="7359">
                  <c:v>7.1394902519670924E-5</c:v>
                </c:pt>
                <c:pt idx="7360">
                  <c:v>1.5449359779258388E-5</c:v>
                </c:pt>
                <c:pt idx="7361">
                  <c:v>6.7907597683459088E-6</c:v>
                </c:pt>
                <c:pt idx="7362">
                  <c:v>2.1870396598670326E-6</c:v>
                </c:pt>
                <c:pt idx="7363">
                  <c:v>2.6572289669932029E-6</c:v>
                </c:pt>
                <c:pt idx="7364">
                  <c:v>4.2296388191293803E-5</c:v>
                </c:pt>
                <c:pt idx="7365">
                  <c:v>1.7573500435900655E-5</c:v>
                </c:pt>
                <c:pt idx="7366">
                  <c:v>6.455845760515093E-5</c:v>
                </c:pt>
                <c:pt idx="7367">
                  <c:v>9.8173306962457673E-5</c:v>
                </c:pt>
                <c:pt idx="7368">
                  <c:v>1.173310968953262E-5</c:v>
                </c:pt>
                <c:pt idx="7369">
                  <c:v>3.1115447168994984E-6</c:v>
                </c:pt>
                <c:pt idx="7370">
                  <c:v>5.7719100628157334E-6</c:v>
                </c:pt>
                <c:pt idx="7371">
                  <c:v>1.4804811179016935E-5</c:v>
                </c:pt>
                <c:pt idx="7372">
                  <c:v>2.2973373411099515E-6</c:v>
                </c:pt>
                <c:pt idx="7373">
                  <c:v>5.9280686836589327E-5</c:v>
                </c:pt>
                <c:pt idx="7374">
                  <c:v>2.6210327602902954E-6</c:v>
                </c:pt>
                <c:pt idx="7375">
                  <c:v>9.2441538593416548E-5</c:v>
                </c:pt>
                <c:pt idx="7376">
                  <c:v>8.4693308698467268E-6</c:v>
                </c:pt>
                <c:pt idx="7377">
                  <c:v>6.5776834935704783E-6</c:v>
                </c:pt>
                <c:pt idx="7378">
                  <c:v>3.6372160326991023E-6</c:v>
                </c:pt>
                <c:pt idx="7379">
                  <c:v>1.8074378679635954E-6</c:v>
                </c:pt>
                <c:pt idx="7380">
                  <c:v>1.1031411269989318E-5</c:v>
                </c:pt>
                <c:pt idx="7381">
                  <c:v>2.9350485717812236E-7</c:v>
                </c:pt>
                <c:pt idx="7382">
                  <c:v>0</c:v>
                </c:pt>
                <c:pt idx="7383">
                  <c:v>7.3249798461947491E-6</c:v>
                </c:pt>
                <c:pt idx="7384">
                  <c:v>0</c:v>
                </c:pt>
                <c:pt idx="7385">
                  <c:v>4.9232986632237275E-6</c:v>
                </c:pt>
                <c:pt idx="7386">
                  <c:v>1.7132806131508251E-5</c:v>
                </c:pt>
                <c:pt idx="7387">
                  <c:v>1.7851998683477325E-5</c:v>
                </c:pt>
                <c:pt idx="7388">
                  <c:v>1.3149175193989026E-4</c:v>
                </c:pt>
                <c:pt idx="7389">
                  <c:v>1.5155433045344781E-4</c:v>
                </c:pt>
                <c:pt idx="7390">
                  <c:v>2.1660104323682982E-6</c:v>
                </c:pt>
                <c:pt idx="7391">
                  <c:v>2.4195130413816862E-6</c:v>
                </c:pt>
                <c:pt idx="7392">
                  <c:v>4.7546806850765308E-6</c:v>
                </c:pt>
                <c:pt idx="7393">
                  <c:v>5.6293369366818967E-4</c:v>
                </c:pt>
                <c:pt idx="7394">
                  <c:v>1.5819462115101443E-5</c:v>
                </c:pt>
                <c:pt idx="7395">
                  <c:v>3.0233872486753132E-6</c:v>
                </c:pt>
                <c:pt idx="7396">
                  <c:v>1.8240600885770948E-5</c:v>
                </c:pt>
                <c:pt idx="7397">
                  <c:v>1.8666076531415733E-3</c:v>
                </c:pt>
                <c:pt idx="7398">
                  <c:v>1.8772090413855466E-6</c:v>
                </c:pt>
                <c:pt idx="7399">
                  <c:v>3.6803214029981963E-5</c:v>
                </c:pt>
                <c:pt idx="7400">
                  <c:v>4.0222807657814904E-6</c:v>
                </c:pt>
                <c:pt idx="7401">
                  <c:v>1.90704568857995E-5</c:v>
                </c:pt>
                <c:pt idx="7402">
                  <c:v>0</c:v>
                </c:pt>
                <c:pt idx="7403">
                  <c:v>0</c:v>
                </c:pt>
                <c:pt idx="7404">
                  <c:v>1.1552055639297657E-5</c:v>
                </c:pt>
                <c:pt idx="7405">
                  <c:v>3.2761065294692046E-7</c:v>
                </c:pt>
                <c:pt idx="7406">
                  <c:v>1.1966260780125681E-5</c:v>
                </c:pt>
                <c:pt idx="7407">
                  <c:v>3.3074686847581003E-5</c:v>
                </c:pt>
                <c:pt idx="7408">
                  <c:v>0</c:v>
                </c:pt>
                <c:pt idx="7409">
                  <c:v>1.3381978254964745E-5</c:v>
                </c:pt>
                <c:pt idx="7410">
                  <c:v>1.2886129955138474E-5</c:v>
                </c:pt>
                <c:pt idx="7411">
                  <c:v>3.7930081280196865E-5</c:v>
                </c:pt>
                <c:pt idx="7412">
                  <c:v>7.7890662971719739E-7</c:v>
                </c:pt>
                <c:pt idx="7413">
                  <c:v>1.5138782591820667E-7</c:v>
                </c:pt>
                <c:pt idx="7414">
                  <c:v>0</c:v>
                </c:pt>
                <c:pt idx="7415">
                  <c:v>0</c:v>
                </c:pt>
                <c:pt idx="7416">
                  <c:v>1.4051658473755661E-5</c:v>
                </c:pt>
                <c:pt idx="7417">
                  <c:v>0</c:v>
                </c:pt>
                <c:pt idx="7418">
                  <c:v>0</c:v>
                </c:pt>
                <c:pt idx="7419">
                  <c:v>0</c:v>
                </c:pt>
                <c:pt idx="7420">
                  <c:v>0</c:v>
                </c:pt>
                <c:pt idx="7421">
                  <c:v>0</c:v>
                </c:pt>
                <c:pt idx="7422">
                  <c:v>0</c:v>
                </c:pt>
                <c:pt idx="7423">
                  <c:v>0</c:v>
                </c:pt>
                <c:pt idx="7424">
                  <c:v>4.7074517584967924E-6</c:v>
                </c:pt>
                <c:pt idx="7425">
                  <c:v>4.7099380358500573E-6</c:v>
                </c:pt>
                <c:pt idx="7426">
                  <c:v>0</c:v>
                </c:pt>
                <c:pt idx="7427">
                  <c:v>1.04367234106667E-6</c:v>
                </c:pt>
                <c:pt idx="7428">
                  <c:v>0</c:v>
                </c:pt>
                <c:pt idx="7429">
                  <c:v>0</c:v>
                </c:pt>
                <c:pt idx="7430">
                  <c:v>9.4942400689733726E-5</c:v>
                </c:pt>
                <c:pt idx="7431">
                  <c:v>0</c:v>
                </c:pt>
                <c:pt idx="7432">
                  <c:v>2.9875584556414281E-7</c:v>
                </c:pt>
                <c:pt idx="7433">
                  <c:v>7.2479954826783614E-7</c:v>
                </c:pt>
                <c:pt idx="7434">
                  <c:v>3.1430447698744114E-5</c:v>
                </c:pt>
                <c:pt idx="7435">
                  <c:v>0</c:v>
                </c:pt>
                <c:pt idx="7436">
                  <c:v>1.3250887350959042E-6</c:v>
                </c:pt>
                <c:pt idx="7437">
                  <c:v>2.0338126125524036E-7</c:v>
                </c:pt>
                <c:pt idx="7438">
                  <c:v>0</c:v>
                </c:pt>
                <c:pt idx="7439">
                  <c:v>0</c:v>
                </c:pt>
                <c:pt idx="7440">
                  <c:v>0</c:v>
                </c:pt>
                <c:pt idx="7441">
                  <c:v>5.1145095218665418E-6</c:v>
                </c:pt>
                <c:pt idx="7442">
                  <c:v>0</c:v>
                </c:pt>
                <c:pt idx="7443">
                  <c:v>0</c:v>
                </c:pt>
                <c:pt idx="7444">
                  <c:v>6.7388379609022826E-6</c:v>
                </c:pt>
                <c:pt idx="7445">
                  <c:v>1.53035939706951E-5</c:v>
                </c:pt>
                <c:pt idx="7446">
                  <c:v>4.0643863331650876E-5</c:v>
                </c:pt>
                <c:pt idx="7447">
                  <c:v>1.77934506292499E-7</c:v>
                </c:pt>
                <c:pt idx="7448">
                  <c:v>1.4462282692604583E-5</c:v>
                </c:pt>
                <c:pt idx="7449">
                  <c:v>3.6579838299620818E-5</c:v>
                </c:pt>
                <c:pt idx="7450">
                  <c:v>2.5809511710725953E-6</c:v>
                </c:pt>
                <c:pt idx="7451">
                  <c:v>0</c:v>
                </c:pt>
                <c:pt idx="7452">
                  <c:v>0</c:v>
                </c:pt>
                <c:pt idx="7453">
                  <c:v>0</c:v>
                </c:pt>
                <c:pt idx="7454">
                  <c:v>0</c:v>
                </c:pt>
                <c:pt idx="7455">
                  <c:v>0</c:v>
                </c:pt>
                <c:pt idx="7456">
                  <c:v>5.6839161048882969E-7</c:v>
                </c:pt>
                <c:pt idx="7457">
                  <c:v>0</c:v>
                </c:pt>
                <c:pt idx="7458">
                  <c:v>1.6755617403957804E-4</c:v>
                </c:pt>
                <c:pt idx="7459">
                  <c:v>0</c:v>
                </c:pt>
                <c:pt idx="7460">
                  <c:v>1.8083663336815258E-6</c:v>
                </c:pt>
                <c:pt idx="7461">
                  <c:v>2.5595307109472299E-7</c:v>
                </c:pt>
                <c:pt idx="7462">
                  <c:v>4.6236675896203543E-7</c:v>
                </c:pt>
                <c:pt idx="7463">
                  <c:v>1.6035373416696533E-6</c:v>
                </c:pt>
                <c:pt idx="7464">
                  <c:v>1.2674123448344103E-5</c:v>
                </c:pt>
                <c:pt idx="7465">
                  <c:v>5.8117926977890547E-7</c:v>
                </c:pt>
                <c:pt idx="7466">
                  <c:v>0</c:v>
                </c:pt>
                <c:pt idx="7467">
                  <c:v>0</c:v>
                </c:pt>
                <c:pt idx="7468">
                  <c:v>3.9902111357571925E-5</c:v>
                </c:pt>
                <c:pt idx="7469">
                  <c:v>4.5635641510450121E-6</c:v>
                </c:pt>
                <c:pt idx="7470">
                  <c:v>1.0775309379429943E-4</c:v>
                </c:pt>
                <c:pt idx="7471">
                  <c:v>9.8702391816859263E-5</c:v>
                </c:pt>
                <c:pt idx="7472">
                  <c:v>0</c:v>
                </c:pt>
                <c:pt idx="7473">
                  <c:v>0</c:v>
                </c:pt>
                <c:pt idx="7474">
                  <c:v>2.2520295630297594E-5</c:v>
                </c:pt>
                <c:pt idx="7475">
                  <c:v>8.0636127207296814E-8</c:v>
                </c:pt>
                <c:pt idx="7476">
                  <c:v>0</c:v>
                </c:pt>
                <c:pt idx="7477">
                  <c:v>2.3479051812174851E-5</c:v>
                </c:pt>
                <c:pt idx="7478">
                  <c:v>5.7760278196488087E-7</c:v>
                </c:pt>
                <c:pt idx="7479">
                  <c:v>0</c:v>
                </c:pt>
                <c:pt idx="7480">
                  <c:v>0</c:v>
                </c:pt>
                <c:pt idx="7481">
                  <c:v>1.9455149773753358E-6</c:v>
                </c:pt>
                <c:pt idx="7482">
                  <c:v>1.2626228404331761E-5</c:v>
                </c:pt>
                <c:pt idx="7483">
                  <c:v>0</c:v>
                </c:pt>
                <c:pt idx="7484">
                  <c:v>1.2959178641419092E-5</c:v>
                </c:pt>
                <c:pt idx="7485">
                  <c:v>9.483640037126816E-5</c:v>
                </c:pt>
                <c:pt idx="7486">
                  <c:v>2.6647638573568434E-5</c:v>
                </c:pt>
                <c:pt idx="7487">
                  <c:v>6.2141454405440205E-6</c:v>
                </c:pt>
                <c:pt idx="7488">
                  <c:v>7.2257095481655988E-6</c:v>
                </c:pt>
                <c:pt idx="7489">
                  <c:v>0</c:v>
                </c:pt>
                <c:pt idx="7490">
                  <c:v>9.0068887290048766E-6</c:v>
                </c:pt>
                <c:pt idx="7491">
                  <c:v>1.3330225408391606E-6</c:v>
                </c:pt>
                <c:pt idx="7492">
                  <c:v>1.5201700021215508E-5</c:v>
                </c:pt>
                <c:pt idx="7493">
                  <c:v>0</c:v>
                </c:pt>
                <c:pt idx="7494">
                  <c:v>0</c:v>
                </c:pt>
                <c:pt idx="7495">
                  <c:v>0</c:v>
                </c:pt>
                <c:pt idx="7496">
                  <c:v>0</c:v>
                </c:pt>
                <c:pt idx="7497">
                  <c:v>3.0968711810560885E-7</c:v>
                </c:pt>
                <c:pt idx="7498">
                  <c:v>2.5019446880850896E-4</c:v>
                </c:pt>
                <c:pt idx="7499">
                  <c:v>4.2567098444123931E-7</c:v>
                </c:pt>
                <c:pt idx="7500">
                  <c:v>1.7206315686396557E-7</c:v>
                </c:pt>
                <c:pt idx="7501">
                  <c:v>9.3222974506409256E-6</c:v>
                </c:pt>
                <c:pt idx="7502">
                  <c:v>2.6048100538860388E-5</c:v>
                </c:pt>
                <c:pt idx="7503">
                  <c:v>1.2438751008891621E-5</c:v>
                </c:pt>
                <c:pt idx="7504">
                  <c:v>3.2581677769589772E-5</c:v>
                </c:pt>
                <c:pt idx="7505">
                  <c:v>7.7486257713981879E-6</c:v>
                </c:pt>
                <c:pt idx="7506">
                  <c:v>3.1388909496058688E-7</c:v>
                </c:pt>
                <c:pt idx="7507">
                  <c:v>2.4590164175675127E-7</c:v>
                </c:pt>
                <c:pt idx="7508">
                  <c:v>7.4953176299532004E-6</c:v>
                </c:pt>
                <c:pt idx="7509">
                  <c:v>8.000871150624125E-5</c:v>
                </c:pt>
                <c:pt idx="7510">
                  <c:v>3.4957337828363883E-7</c:v>
                </c:pt>
                <c:pt idx="7511">
                  <c:v>0</c:v>
                </c:pt>
                <c:pt idx="7512">
                  <c:v>0</c:v>
                </c:pt>
                <c:pt idx="7513">
                  <c:v>9.4968416933517618E-7</c:v>
                </c:pt>
                <c:pt idx="7514">
                  <c:v>2.6505443275381612E-5</c:v>
                </c:pt>
                <c:pt idx="7515">
                  <c:v>3.2217055886587953E-7</c:v>
                </c:pt>
                <c:pt idx="7516">
                  <c:v>1.1428974376778487E-6</c:v>
                </c:pt>
                <c:pt idx="7517">
                  <c:v>0</c:v>
                </c:pt>
                <c:pt idx="7518">
                  <c:v>0</c:v>
                </c:pt>
                <c:pt idx="7519">
                  <c:v>0</c:v>
                </c:pt>
                <c:pt idx="7520">
                  <c:v>7.8505231492664398E-6</c:v>
                </c:pt>
                <c:pt idx="7521">
                  <c:v>0</c:v>
                </c:pt>
                <c:pt idx="7522">
                  <c:v>9.0272354078851866E-6</c:v>
                </c:pt>
                <c:pt idx="7523">
                  <c:v>6.215923978098885E-7</c:v>
                </c:pt>
                <c:pt idx="7524">
                  <c:v>0</c:v>
                </c:pt>
                <c:pt idx="7525">
                  <c:v>0</c:v>
                </c:pt>
                <c:pt idx="7526">
                  <c:v>0</c:v>
                </c:pt>
                <c:pt idx="7527">
                  <c:v>4.2945762658952067E-4</c:v>
                </c:pt>
                <c:pt idx="7528">
                  <c:v>1.9276721090097975E-5</c:v>
                </c:pt>
                <c:pt idx="7529">
                  <c:v>3.8665017068081882E-6</c:v>
                </c:pt>
                <c:pt idx="7530">
                  <c:v>0</c:v>
                </c:pt>
                <c:pt idx="7531">
                  <c:v>0</c:v>
                </c:pt>
                <c:pt idx="7532">
                  <c:v>0</c:v>
                </c:pt>
                <c:pt idx="7533">
                  <c:v>0</c:v>
                </c:pt>
                <c:pt idx="7534">
                  <c:v>0</c:v>
                </c:pt>
                <c:pt idx="7535">
                  <c:v>4.4198059243644861E-5</c:v>
                </c:pt>
                <c:pt idx="7536">
                  <c:v>1.9254200490733233E-5</c:v>
                </c:pt>
                <c:pt idx="7537">
                  <c:v>0</c:v>
                </c:pt>
                <c:pt idx="7538">
                  <c:v>0</c:v>
                </c:pt>
                <c:pt idx="7539">
                  <c:v>5.460798084839718E-5</c:v>
                </c:pt>
                <c:pt idx="7540">
                  <c:v>3.5093145572387017E-6</c:v>
                </c:pt>
                <c:pt idx="7541">
                  <c:v>1.7558013511868602E-5</c:v>
                </c:pt>
                <c:pt idx="7542">
                  <c:v>0</c:v>
                </c:pt>
                <c:pt idx="7543">
                  <c:v>0</c:v>
                </c:pt>
                <c:pt idx="7544">
                  <c:v>0</c:v>
                </c:pt>
                <c:pt idx="7545">
                  <c:v>0</c:v>
                </c:pt>
                <c:pt idx="7546">
                  <c:v>0</c:v>
                </c:pt>
                <c:pt idx="7547">
                  <c:v>1.114180423644112E-7</c:v>
                </c:pt>
                <c:pt idx="7548">
                  <c:v>2.5661953706205572E-4</c:v>
                </c:pt>
                <c:pt idx="7549">
                  <c:v>0</c:v>
                </c:pt>
                <c:pt idx="7550">
                  <c:v>0</c:v>
                </c:pt>
                <c:pt idx="7551">
                  <c:v>0</c:v>
                </c:pt>
                <c:pt idx="7552">
                  <c:v>8.0038326758314259E-6</c:v>
                </c:pt>
                <c:pt idx="7553">
                  <c:v>0</c:v>
                </c:pt>
                <c:pt idx="7554">
                  <c:v>1.8804048726161857E-5</c:v>
                </c:pt>
                <c:pt idx="7555">
                  <c:v>5.7861152429529814E-5</c:v>
                </c:pt>
                <c:pt idx="7556">
                  <c:v>0</c:v>
                </c:pt>
                <c:pt idx="7557">
                  <c:v>1.9594378933239414E-5</c:v>
                </c:pt>
                <c:pt idx="7558">
                  <c:v>6.3395427288828548E-6</c:v>
                </c:pt>
                <c:pt idx="7559">
                  <c:v>1.2901102562964893E-5</c:v>
                </c:pt>
                <c:pt idx="7560">
                  <c:v>2.4253613286848409E-5</c:v>
                </c:pt>
                <c:pt idx="7561">
                  <c:v>1.4338954545238005E-6</c:v>
                </c:pt>
                <c:pt idx="7562">
                  <c:v>3.3402296109927466E-7</c:v>
                </c:pt>
                <c:pt idx="7563">
                  <c:v>2.6467923400866459E-6</c:v>
                </c:pt>
                <c:pt idx="7564">
                  <c:v>3.0928034413452E-5</c:v>
                </c:pt>
                <c:pt idx="7565">
                  <c:v>9.351028199968067E-7</c:v>
                </c:pt>
                <c:pt idx="7566">
                  <c:v>4.0197195747020138E-7</c:v>
                </c:pt>
                <c:pt idx="7567">
                  <c:v>4.1961618416558514E-6</c:v>
                </c:pt>
                <c:pt idx="7568">
                  <c:v>1.4251604297527165E-6</c:v>
                </c:pt>
                <c:pt idx="7569">
                  <c:v>6.2281350528500102E-5</c:v>
                </c:pt>
                <c:pt idx="7570">
                  <c:v>1.2997216604265773E-6</c:v>
                </c:pt>
                <c:pt idx="7571">
                  <c:v>3.3155858764773726E-6</c:v>
                </c:pt>
                <c:pt idx="7572">
                  <c:v>9.0203972944808748E-5</c:v>
                </c:pt>
                <c:pt idx="7573">
                  <c:v>8.6164573961196028E-7</c:v>
                </c:pt>
                <c:pt idx="7574">
                  <c:v>2.2980117617313677E-6</c:v>
                </c:pt>
                <c:pt idx="7575">
                  <c:v>7.7242347359865538E-5</c:v>
                </c:pt>
                <c:pt idx="7576">
                  <c:v>1.3606188052980921E-5</c:v>
                </c:pt>
                <c:pt idx="7577">
                  <c:v>4.8910961429399971E-5</c:v>
                </c:pt>
                <c:pt idx="7578">
                  <c:v>0</c:v>
                </c:pt>
                <c:pt idx="7579">
                  <c:v>1.0659811898806128E-5</c:v>
                </c:pt>
                <c:pt idx="7580">
                  <c:v>6.8574879135400733E-5</c:v>
                </c:pt>
                <c:pt idx="7581">
                  <c:v>6.1967643081810806E-6</c:v>
                </c:pt>
                <c:pt idx="7582">
                  <c:v>2.3413518592745059E-5</c:v>
                </c:pt>
                <c:pt idx="7583">
                  <c:v>1.2847349514968983E-5</c:v>
                </c:pt>
                <c:pt idx="7584">
                  <c:v>0</c:v>
                </c:pt>
                <c:pt idx="7585">
                  <c:v>1.4550363959512409E-6</c:v>
                </c:pt>
                <c:pt idx="7586">
                  <c:v>1.737600317294551E-4</c:v>
                </c:pt>
                <c:pt idx="7587">
                  <c:v>9.2534943896864592E-5</c:v>
                </c:pt>
                <c:pt idx="7588">
                  <c:v>0</c:v>
                </c:pt>
                <c:pt idx="7589">
                  <c:v>0</c:v>
                </c:pt>
                <c:pt idx="7590">
                  <c:v>4.8902299749752067E-7</c:v>
                </c:pt>
                <c:pt idx="7591">
                  <c:v>4.6317247963812976E-6</c:v>
                </c:pt>
                <c:pt idx="7592">
                  <c:v>0</c:v>
                </c:pt>
                <c:pt idx="7593">
                  <c:v>0</c:v>
                </c:pt>
                <c:pt idx="7594">
                  <c:v>4.852743108088873E-5</c:v>
                </c:pt>
                <c:pt idx="7595">
                  <c:v>2.4935622992261534E-6</c:v>
                </c:pt>
                <c:pt idx="7596">
                  <c:v>0</c:v>
                </c:pt>
                <c:pt idx="7597">
                  <c:v>0</c:v>
                </c:pt>
                <c:pt idx="7598">
                  <c:v>0</c:v>
                </c:pt>
                <c:pt idx="7599">
                  <c:v>3.0401560725405282E-6</c:v>
                </c:pt>
                <c:pt idx="7600">
                  <c:v>2.4920594789536151E-5</c:v>
                </c:pt>
                <c:pt idx="7601">
                  <c:v>1.7878897945122565E-5</c:v>
                </c:pt>
                <c:pt idx="7602">
                  <c:v>0</c:v>
                </c:pt>
                <c:pt idx="7603">
                  <c:v>1.0871556395185585E-5</c:v>
                </c:pt>
                <c:pt idx="7604">
                  <c:v>2.0364522686122594E-5</c:v>
                </c:pt>
                <c:pt idx="7605">
                  <c:v>1.9554653153320911E-5</c:v>
                </c:pt>
                <c:pt idx="7606">
                  <c:v>1.1684370577955224E-4</c:v>
                </c:pt>
                <c:pt idx="7607">
                  <c:v>6.3022658229962536E-6</c:v>
                </c:pt>
                <c:pt idx="7608">
                  <c:v>1.6224632735817421E-5</c:v>
                </c:pt>
                <c:pt idx="7609">
                  <c:v>5.5187435127737083E-5</c:v>
                </c:pt>
                <c:pt idx="7610">
                  <c:v>0</c:v>
                </c:pt>
                <c:pt idx="7611">
                  <c:v>0</c:v>
                </c:pt>
                <c:pt idx="7612">
                  <c:v>5.4809333284551753E-6</c:v>
                </c:pt>
                <c:pt idx="7613">
                  <c:v>0</c:v>
                </c:pt>
                <c:pt idx="7614">
                  <c:v>0</c:v>
                </c:pt>
                <c:pt idx="7615">
                  <c:v>0</c:v>
                </c:pt>
                <c:pt idx="7616">
                  <c:v>6.4070142224678933E-6</c:v>
                </c:pt>
                <c:pt idx="7617">
                  <c:v>1.3989152731749304E-6</c:v>
                </c:pt>
                <c:pt idx="7618">
                  <c:v>7.3043153361317452E-7</c:v>
                </c:pt>
                <c:pt idx="7619">
                  <c:v>0</c:v>
                </c:pt>
                <c:pt idx="7620">
                  <c:v>0</c:v>
                </c:pt>
                <c:pt idx="7621">
                  <c:v>0</c:v>
                </c:pt>
                <c:pt idx="7622">
                  <c:v>0</c:v>
                </c:pt>
                <c:pt idx="7623">
                  <c:v>0</c:v>
                </c:pt>
                <c:pt idx="7624">
                  <c:v>0</c:v>
                </c:pt>
                <c:pt idx="7625">
                  <c:v>0</c:v>
                </c:pt>
                <c:pt idx="7626">
                  <c:v>9.7204648080045991E-6</c:v>
                </c:pt>
                <c:pt idx="7627">
                  <c:v>4.7085859681160407E-5</c:v>
                </c:pt>
                <c:pt idx="7628">
                  <c:v>1.0457659140631541E-5</c:v>
                </c:pt>
                <c:pt idx="7629">
                  <c:v>1.6151829935859584E-5</c:v>
                </c:pt>
                <c:pt idx="7630">
                  <c:v>0</c:v>
                </c:pt>
                <c:pt idx="7631">
                  <c:v>0</c:v>
                </c:pt>
                <c:pt idx="7632">
                  <c:v>3.7639672304626492E-7</c:v>
                </c:pt>
                <c:pt idx="7633">
                  <c:v>2.8496781679897852E-6</c:v>
                </c:pt>
                <c:pt idx="7634">
                  <c:v>4.1098688909567405E-6</c:v>
                </c:pt>
                <c:pt idx="7635">
                  <c:v>0</c:v>
                </c:pt>
                <c:pt idx="7636">
                  <c:v>8.7492044133345821E-6</c:v>
                </c:pt>
                <c:pt idx="7637">
                  <c:v>1.4816323671830496E-5</c:v>
                </c:pt>
                <c:pt idx="7638">
                  <c:v>3.8849524890976472E-7</c:v>
                </c:pt>
                <c:pt idx="7639">
                  <c:v>0</c:v>
                </c:pt>
                <c:pt idx="7640">
                  <c:v>1.1431450301375509E-5</c:v>
                </c:pt>
                <c:pt idx="7641">
                  <c:v>2.3381607277048067E-6</c:v>
                </c:pt>
                <c:pt idx="7642">
                  <c:v>0</c:v>
                </c:pt>
                <c:pt idx="7643">
                  <c:v>0</c:v>
                </c:pt>
                <c:pt idx="7644">
                  <c:v>0</c:v>
                </c:pt>
                <c:pt idx="7645">
                  <c:v>0</c:v>
                </c:pt>
                <c:pt idx="7646">
                  <c:v>0</c:v>
                </c:pt>
                <c:pt idx="7647">
                  <c:v>7.3657593473277008E-6</c:v>
                </c:pt>
                <c:pt idx="7648">
                  <c:v>4.4706515442943615E-6</c:v>
                </c:pt>
                <c:pt idx="7649">
                  <c:v>1.6634766648481715E-6</c:v>
                </c:pt>
                <c:pt idx="7650">
                  <c:v>1.0019681784976267E-5</c:v>
                </c:pt>
                <c:pt idx="7651">
                  <c:v>4.5288517283132894E-7</c:v>
                </c:pt>
                <c:pt idx="7652">
                  <c:v>0</c:v>
                </c:pt>
                <c:pt idx="7653">
                  <c:v>0</c:v>
                </c:pt>
                <c:pt idx="7654">
                  <c:v>0</c:v>
                </c:pt>
                <c:pt idx="7655">
                  <c:v>0</c:v>
                </c:pt>
                <c:pt idx="7656">
                  <c:v>0</c:v>
                </c:pt>
                <c:pt idx="7657">
                  <c:v>1.6994574085908593E-5</c:v>
                </c:pt>
                <c:pt idx="7658">
                  <c:v>1.6563960183671166E-5</c:v>
                </c:pt>
                <c:pt idx="7659">
                  <c:v>0</c:v>
                </c:pt>
                <c:pt idx="7660">
                  <c:v>4.7752987428163662E-5</c:v>
                </c:pt>
                <c:pt idx="7661">
                  <c:v>4.5981449762903528E-5</c:v>
                </c:pt>
                <c:pt idx="7662">
                  <c:v>8.2584381105893812E-5</c:v>
                </c:pt>
                <c:pt idx="7663">
                  <c:v>9.7326758414790767E-6</c:v>
                </c:pt>
                <c:pt idx="7664">
                  <c:v>3.8169967198523139E-6</c:v>
                </c:pt>
                <c:pt idx="7665">
                  <c:v>4.7018104826022512E-5</c:v>
                </c:pt>
                <c:pt idx="7666">
                  <c:v>1.3077181624458433E-4</c:v>
                </c:pt>
                <c:pt idx="7667">
                  <c:v>0</c:v>
                </c:pt>
                <c:pt idx="7668">
                  <c:v>2.0189644673419492E-5</c:v>
                </c:pt>
                <c:pt idx="7669">
                  <c:v>0</c:v>
                </c:pt>
                <c:pt idx="7670">
                  <c:v>0</c:v>
                </c:pt>
                <c:pt idx="7671">
                  <c:v>1.4009022696909429E-6</c:v>
                </c:pt>
                <c:pt idx="7672">
                  <c:v>8.1031139399257061E-5</c:v>
                </c:pt>
                <c:pt idx="7673">
                  <c:v>0</c:v>
                </c:pt>
                <c:pt idx="7674">
                  <c:v>7.1599898763469955E-5</c:v>
                </c:pt>
                <c:pt idx="7675">
                  <c:v>0</c:v>
                </c:pt>
                <c:pt idx="7676">
                  <c:v>2.9764854591770651E-6</c:v>
                </c:pt>
                <c:pt idx="7677">
                  <c:v>2.3632913217828508E-6</c:v>
                </c:pt>
                <c:pt idx="7678">
                  <c:v>0</c:v>
                </c:pt>
                <c:pt idx="7679">
                  <c:v>0</c:v>
                </c:pt>
                <c:pt idx="7680">
                  <c:v>2.9339722648630417E-5</c:v>
                </c:pt>
                <c:pt idx="7681">
                  <c:v>0</c:v>
                </c:pt>
                <c:pt idx="7682">
                  <c:v>0</c:v>
                </c:pt>
                <c:pt idx="7683">
                  <c:v>0</c:v>
                </c:pt>
                <c:pt idx="7684">
                  <c:v>0</c:v>
                </c:pt>
                <c:pt idx="7685">
                  <c:v>0</c:v>
                </c:pt>
                <c:pt idx="7686">
                  <c:v>0</c:v>
                </c:pt>
                <c:pt idx="7687">
                  <c:v>0</c:v>
                </c:pt>
                <c:pt idx="7688">
                  <c:v>0</c:v>
                </c:pt>
                <c:pt idx="7689">
                  <c:v>0</c:v>
                </c:pt>
                <c:pt idx="7690">
                  <c:v>1.6355057870267448E-4</c:v>
                </c:pt>
                <c:pt idx="7691">
                  <c:v>0</c:v>
                </c:pt>
                <c:pt idx="7692">
                  <c:v>0</c:v>
                </c:pt>
                <c:pt idx="7693">
                  <c:v>8.5928582880338727E-6</c:v>
                </c:pt>
                <c:pt idx="7694">
                  <c:v>0</c:v>
                </c:pt>
                <c:pt idx="7695">
                  <c:v>0</c:v>
                </c:pt>
                <c:pt idx="7696">
                  <c:v>8.5216674429719342E-6</c:v>
                </c:pt>
                <c:pt idx="7697">
                  <c:v>4.9763069400791979E-6</c:v>
                </c:pt>
                <c:pt idx="7698">
                  <c:v>6.6433111741623103E-4</c:v>
                </c:pt>
                <c:pt idx="7699">
                  <c:v>2.3815846896633818E-6</c:v>
                </c:pt>
                <c:pt idx="7700">
                  <c:v>0</c:v>
                </c:pt>
                <c:pt idx="7701">
                  <c:v>0</c:v>
                </c:pt>
                <c:pt idx="7702">
                  <c:v>0</c:v>
                </c:pt>
                <c:pt idx="7703">
                  <c:v>0</c:v>
                </c:pt>
                <c:pt idx="7704">
                  <c:v>6.4724271140197289E-5</c:v>
                </c:pt>
                <c:pt idx="7705">
                  <c:v>0</c:v>
                </c:pt>
                <c:pt idx="7706">
                  <c:v>0</c:v>
                </c:pt>
                <c:pt idx="7707">
                  <c:v>0</c:v>
                </c:pt>
                <c:pt idx="7708">
                  <c:v>2.6816163390937482E-7</c:v>
                </c:pt>
                <c:pt idx="7709">
                  <c:v>0</c:v>
                </c:pt>
                <c:pt idx="7710">
                  <c:v>5.166666980952989E-7</c:v>
                </c:pt>
                <c:pt idx="7711">
                  <c:v>3.0982889964408412E-6</c:v>
                </c:pt>
                <c:pt idx="7712">
                  <c:v>0</c:v>
                </c:pt>
                <c:pt idx="7713">
                  <c:v>0</c:v>
                </c:pt>
                <c:pt idx="7714">
                  <c:v>2.0810503386439635E-6</c:v>
                </c:pt>
                <c:pt idx="7715">
                  <c:v>1.5391716618415736E-7</c:v>
                </c:pt>
                <c:pt idx="7716">
                  <c:v>7.2220769175724723E-5</c:v>
                </c:pt>
                <c:pt idx="7717">
                  <c:v>0</c:v>
                </c:pt>
                <c:pt idx="7718">
                  <c:v>3.9970117416951467E-7</c:v>
                </c:pt>
                <c:pt idx="7719">
                  <c:v>0</c:v>
                </c:pt>
                <c:pt idx="7720">
                  <c:v>0</c:v>
                </c:pt>
                <c:pt idx="7721">
                  <c:v>1.2151657024998063E-6</c:v>
                </c:pt>
                <c:pt idx="7722">
                  <c:v>3.6917535380747733E-6</c:v>
                </c:pt>
                <c:pt idx="7723">
                  <c:v>2.0023785213990211E-6</c:v>
                </c:pt>
                <c:pt idx="7724">
                  <c:v>7.0180395127508966E-8</c:v>
                </c:pt>
                <c:pt idx="7725">
                  <c:v>0</c:v>
                </c:pt>
                <c:pt idx="7726">
                  <c:v>2.2159708452197314E-6</c:v>
                </c:pt>
                <c:pt idx="7727">
                  <c:v>7.3628875791299953E-8</c:v>
                </c:pt>
                <c:pt idx="7728">
                  <c:v>0</c:v>
                </c:pt>
                <c:pt idx="7729">
                  <c:v>1.0970373404845418E-6</c:v>
                </c:pt>
                <c:pt idx="7730">
                  <c:v>0</c:v>
                </c:pt>
                <c:pt idx="7731">
                  <c:v>0</c:v>
                </c:pt>
                <c:pt idx="7732">
                  <c:v>1.4848718597805623E-6</c:v>
                </c:pt>
                <c:pt idx="7733">
                  <c:v>1.9388377914715026E-5</c:v>
                </c:pt>
                <c:pt idx="7734">
                  <c:v>0</c:v>
                </c:pt>
                <c:pt idx="7735">
                  <c:v>0</c:v>
                </c:pt>
                <c:pt idx="7736">
                  <c:v>0</c:v>
                </c:pt>
                <c:pt idx="7737">
                  <c:v>1.1242259853991335E-6</c:v>
                </c:pt>
                <c:pt idx="7738">
                  <c:v>2.3941810167216124E-6</c:v>
                </c:pt>
                <c:pt idx="7739">
                  <c:v>0</c:v>
                </c:pt>
                <c:pt idx="7740">
                  <c:v>2.9176957930781442E-6</c:v>
                </c:pt>
                <c:pt idx="7741">
                  <c:v>0</c:v>
                </c:pt>
                <c:pt idx="7742">
                  <c:v>0</c:v>
                </c:pt>
                <c:pt idx="7743">
                  <c:v>0</c:v>
                </c:pt>
                <c:pt idx="7744">
                  <c:v>0</c:v>
                </c:pt>
                <c:pt idx="7745">
                  <c:v>2.1607244254085916E-6</c:v>
                </c:pt>
                <c:pt idx="7746">
                  <c:v>0</c:v>
                </c:pt>
                <c:pt idx="7747">
                  <c:v>7.5089586908248723E-6</c:v>
                </c:pt>
                <c:pt idx="7748">
                  <c:v>1.3876712609945427E-6</c:v>
                </c:pt>
                <c:pt idx="7749">
                  <c:v>1.5189363087346809E-5</c:v>
                </c:pt>
                <c:pt idx="7750">
                  <c:v>0</c:v>
                </c:pt>
                <c:pt idx="7751">
                  <c:v>2.4407247325182818E-6</c:v>
                </c:pt>
                <c:pt idx="7752">
                  <c:v>2.6798211520956934E-6</c:v>
                </c:pt>
                <c:pt idx="7753">
                  <c:v>3.4082227188354594E-6</c:v>
                </c:pt>
                <c:pt idx="7754">
                  <c:v>0</c:v>
                </c:pt>
                <c:pt idx="7755">
                  <c:v>0</c:v>
                </c:pt>
                <c:pt idx="7756">
                  <c:v>0</c:v>
                </c:pt>
                <c:pt idx="7757">
                  <c:v>0</c:v>
                </c:pt>
                <c:pt idx="7758">
                  <c:v>7.7616353424737517E-7</c:v>
                </c:pt>
                <c:pt idx="7759">
                  <c:v>0</c:v>
                </c:pt>
                <c:pt idx="7760">
                  <c:v>0</c:v>
                </c:pt>
                <c:pt idx="7761">
                  <c:v>0</c:v>
                </c:pt>
                <c:pt idx="7762">
                  <c:v>0</c:v>
                </c:pt>
                <c:pt idx="7763">
                  <c:v>0</c:v>
                </c:pt>
                <c:pt idx="7764">
                  <c:v>0</c:v>
                </c:pt>
                <c:pt idx="7765">
                  <c:v>1.5930128509464126E-5</c:v>
                </c:pt>
                <c:pt idx="7766">
                  <c:v>8.7420583277536487E-7</c:v>
                </c:pt>
                <c:pt idx="7767">
                  <c:v>4.3247182965593011E-7</c:v>
                </c:pt>
                <c:pt idx="7768">
                  <c:v>0</c:v>
                </c:pt>
                <c:pt idx="7769">
                  <c:v>0</c:v>
                </c:pt>
                <c:pt idx="7770">
                  <c:v>0</c:v>
                </c:pt>
                <c:pt idx="7771">
                  <c:v>0</c:v>
                </c:pt>
                <c:pt idx="7772">
                  <c:v>2.9351210446893416E-7</c:v>
                </c:pt>
                <c:pt idx="7773">
                  <c:v>0</c:v>
                </c:pt>
                <c:pt idx="7774">
                  <c:v>0</c:v>
                </c:pt>
                <c:pt idx="7775">
                  <c:v>1.2854265144671146E-6</c:v>
                </c:pt>
                <c:pt idx="7776">
                  <c:v>1.639410800246013E-6</c:v>
                </c:pt>
                <c:pt idx="7777">
                  <c:v>0</c:v>
                </c:pt>
                <c:pt idx="7778">
                  <c:v>0</c:v>
                </c:pt>
                <c:pt idx="7779">
                  <c:v>0</c:v>
                </c:pt>
                <c:pt idx="7780">
                  <c:v>0</c:v>
                </c:pt>
                <c:pt idx="7781">
                  <c:v>0</c:v>
                </c:pt>
                <c:pt idx="7782">
                  <c:v>0</c:v>
                </c:pt>
                <c:pt idx="7783">
                  <c:v>0</c:v>
                </c:pt>
                <c:pt idx="7784">
                  <c:v>1.9265239287954034E-6</c:v>
                </c:pt>
                <c:pt idx="7785">
                  <c:v>7.1155604259609423E-5</c:v>
                </c:pt>
                <c:pt idx="7786">
                  <c:v>0</c:v>
                </c:pt>
                <c:pt idx="7787">
                  <c:v>7.8217043391077631E-7</c:v>
                </c:pt>
                <c:pt idx="7788">
                  <c:v>0</c:v>
                </c:pt>
                <c:pt idx="7789">
                  <c:v>0</c:v>
                </c:pt>
                <c:pt idx="7790">
                  <c:v>0</c:v>
                </c:pt>
                <c:pt idx="7791">
                  <c:v>0</c:v>
                </c:pt>
                <c:pt idx="7792">
                  <c:v>0</c:v>
                </c:pt>
                <c:pt idx="7793">
                  <c:v>0</c:v>
                </c:pt>
                <c:pt idx="7794">
                  <c:v>0</c:v>
                </c:pt>
                <c:pt idx="7795">
                  <c:v>0</c:v>
                </c:pt>
                <c:pt idx="7796">
                  <c:v>0</c:v>
                </c:pt>
                <c:pt idx="7797">
                  <c:v>2.6771178655680963E-5</c:v>
                </c:pt>
                <c:pt idx="7798">
                  <c:v>8.6711437491816548E-6</c:v>
                </c:pt>
                <c:pt idx="7799">
                  <c:v>0</c:v>
                </c:pt>
                <c:pt idx="7800">
                  <c:v>0</c:v>
                </c:pt>
                <c:pt idx="7801">
                  <c:v>4.0413677902277241E-7</c:v>
                </c:pt>
                <c:pt idx="7802">
                  <c:v>1.0608651245752073E-4</c:v>
                </c:pt>
                <c:pt idx="7803">
                  <c:v>3.6423764048941432E-6</c:v>
                </c:pt>
                <c:pt idx="7804">
                  <c:v>3.5882002316471193E-5</c:v>
                </c:pt>
                <c:pt idx="7805">
                  <c:v>3.2819606378120051E-6</c:v>
                </c:pt>
                <c:pt idx="7806">
                  <c:v>2.3881076922626686E-3</c:v>
                </c:pt>
                <c:pt idx="7807">
                  <c:v>5.058564988276657E-5</c:v>
                </c:pt>
                <c:pt idx="7808">
                  <c:v>1.4497022327580601E-5</c:v>
                </c:pt>
                <c:pt idx="7809">
                  <c:v>1.1817726658805579E-4</c:v>
                </c:pt>
                <c:pt idx="7810">
                  <c:v>4.0374634672769333E-5</c:v>
                </c:pt>
                <c:pt idx="7811">
                  <c:v>2.3371471430982456E-7</c:v>
                </c:pt>
                <c:pt idx="7812">
                  <c:v>0</c:v>
                </c:pt>
                <c:pt idx="7813">
                  <c:v>3.2447604391776054E-6</c:v>
                </c:pt>
                <c:pt idx="7814">
                  <c:v>1.2198768031931061E-6</c:v>
                </c:pt>
                <c:pt idx="7815">
                  <c:v>4.8076953512103381E-6</c:v>
                </c:pt>
                <c:pt idx="7816">
                  <c:v>7.034398045236409E-6</c:v>
                </c:pt>
                <c:pt idx="7817">
                  <c:v>1.067812612676763E-5</c:v>
                </c:pt>
                <c:pt idx="7818">
                  <c:v>9.5735991862701768E-6</c:v>
                </c:pt>
                <c:pt idx="7819">
                  <c:v>1.6143496058321665E-5</c:v>
                </c:pt>
                <c:pt idx="7820">
                  <c:v>7.8718780189502613E-6</c:v>
                </c:pt>
                <c:pt idx="7821">
                  <c:v>4.0212440780357894E-6</c:v>
                </c:pt>
                <c:pt idx="7822">
                  <c:v>2.8690888053385983E-5</c:v>
                </c:pt>
                <c:pt idx="7823">
                  <c:v>2.1631104964121036E-6</c:v>
                </c:pt>
                <c:pt idx="7824">
                  <c:v>1.9034892313339304E-5</c:v>
                </c:pt>
                <c:pt idx="7825">
                  <c:v>3.8922113189040996E-5</c:v>
                </c:pt>
                <c:pt idx="7826">
                  <c:v>4.3917943033436601E-6</c:v>
                </c:pt>
                <c:pt idx="7827">
                  <c:v>6.7419838444358443E-5</c:v>
                </c:pt>
                <c:pt idx="7828">
                  <c:v>5.347236773823158E-7</c:v>
                </c:pt>
                <c:pt idx="7829">
                  <c:v>8.459190489962074E-8</c:v>
                </c:pt>
                <c:pt idx="7830">
                  <c:v>6.8138259215457728E-7</c:v>
                </c:pt>
                <c:pt idx="7831">
                  <c:v>0</c:v>
                </c:pt>
                <c:pt idx="7832">
                  <c:v>3.2818339884368225E-7</c:v>
                </c:pt>
                <c:pt idx="7833">
                  <c:v>0</c:v>
                </c:pt>
                <c:pt idx="7834">
                  <c:v>3.4757301144618691E-6</c:v>
                </c:pt>
                <c:pt idx="7835">
                  <c:v>1.9346323702683965E-5</c:v>
                </c:pt>
                <c:pt idx="7836">
                  <c:v>1.2024475244063809E-5</c:v>
                </c:pt>
                <c:pt idx="7837">
                  <c:v>0</c:v>
                </c:pt>
                <c:pt idx="7838">
                  <c:v>6.7691809594416124E-5</c:v>
                </c:pt>
                <c:pt idx="7839">
                  <c:v>3.6160150130992002E-6</c:v>
                </c:pt>
                <c:pt idx="7840">
                  <c:v>4.9293785603312245E-5</c:v>
                </c:pt>
                <c:pt idx="7841">
                  <c:v>1.8064260701405817E-6</c:v>
                </c:pt>
                <c:pt idx="7842">
                  <c:v>0</c:v>
                </c:pt>
                <c:pt idx="7843">
                  <c:v>1.1771457400760408E-4</c:v>
                </c:pt>
                <c:pt idx="7844">
                  <c:v>0</c:v>
                </c:pt>
                <c:pt idx="7845">
                  <c:v>8.1366042599733125E-6</c:v>
                </c:pt>
                <c:pt idx="7846">
                  <c:v>2.536768974845741E-7</c:v>
                </c:pt>
                <c:pt idx="7847">
                  <c:v>5.6471701414202512E-5</c:v>
                </c:pt>
                <c:pt idx="7848">
                  <c:v>6.0555130367285823E-6</c:v>
                </c:pt>
                <c:pt idx="7849">
                  <c:v>0</c:v>
                </c:pt>
                <c:pt idx="7850">
                  <c:v>0</c:v>
                </c:pt>
                <c:pt idx="7851">
                  <c:v>9.9586686545669544E-7</c:v>
                </c:pt>
                <c:pt idx="7852">
                  <c:v>4.2838820534761819E-5</c:v>
                </c:pt>
                <c:pt idx="7853">
                  <c:v>2.9229898568291998E-6</c:v>
                </c:pt>
                <c:pt idx="7854">
                  <c:v>0</c:v>
                </c:pt>
                <c:pt idx="7855">
                  <c:v>0</c:v>
                </c:pt>
                <c:pt idx="7856">
                  <c:v>2.4927499320804251E-5</c:v>
                </c:pt>
                <c:pt idx="7857">
                  <c:v>0</c:v>
                </c:pt>
                <c:pt idx="7858">
                  <c:v>2.972924243290536E-6</c:v>
                </c:pt>
                <c:pt idx="7859">
                  <c:v>1.0740002939246389E-5</c:v>
                </c:pt>
                <c:pt idx="7860">
                  <c:v>0</c:v>
                </c:pt>
                <c:pt idx="7861">
                  <c:v>0</c:v>
                </c:pt>
                <c:pt idx="7862">
                  <c:v>0</c:v>
                </c:pt>
                <c:pt idx="7863">
                  <c:v>0</c:v>
                </c:pt>
                <c:pt idx="7864">
                  <c:v>0</c:v>
                </c:pt>
                <c:pt idx="7865">
                  <c:v>1.3248333332271971E-4</c:v>
                </c:pt>
                <c:pt idx="7866">
                  <c:v>0</c:v>
                </c:pt>
                <c:pt idx="7867">
                  <c:v>0</c:v>
                </c:pt>
                <c:pt idx="7868">
                  <c:v>0</c:v>
                </c:pt>
                <c:pt idx="7869">
                  <c:v>3.4712549916367694E-5</c:v>
                </c:pt>
                <c:pt idx="7870">
                  <c:v>0</c:v>
                </c:pt>
                <c:pt idx="7871">
                  <c:v>8.3062346963976551E-7</c:v>
                </c:pt>
                <c:pt idx="7872">
                  <c:v>4.0897800465922876E-7</c:v>
                </c:pt>
                <c:pt idx="7873">
                  <c:v>7.5693912959107501E-7</c:v>
                </c:pt>
                <c:pt idx="7874">
                  <c:v>1.6967203680675725E-5</c:v>
                </c:pt>
                <c:pt idx="7875">
                  <c:v>4.9184516368188506E-7</c:v>
                </c:pt>
                <c:pt idx="7876">
                  <c:v>3.3695824048193431E-7</c:v>
                </c:pt>
                <c:pt idx="7877">
                  <c:v>1.0132441455199386E-5</c:v>
                </c:pt>
                <c:pt idx="7878">
                  <c:v>3.6253473193408814E-5</c:v>
                </c:pt>
                <c:pt idx="7879">
                  <c:v>0</c:v>
                </c:pt>
                <c:pt idx="7880">
                  <c:v>7.5018641420691542E-6</c:v>
                </c:pt>
                <c:pt idx="7881">
                  <c:v>5.7349049086629573E-5</c:v>
                </c:pt>
                <c:pt idx="7882">
                  <c:v>0</c:v>
                </c:pt>
                <c:pt idx="7883">
                  <c:v>3.7295543868593435E-6</c:v>
                </c:pt>
                <c:pt idx="7884">
                  <c:v>0</c:v>
                </c:pt>
                <c:pt idx="7885">
                  <c:v>0</c:v>
                </c:pt>
                <c:pt idx="7886">
                  <c:v>2.1828012109137953E-6</c:v>
                </c:pt>
                <c:pt idx="7887">
                  <c:v>0</c:v>
                </c:pt>
                <c:pt idx="7888">
                  <c:v>0</c:v>
                </c:pt>
                <c:pt idx="7889">
                  <c:v>0</c:v>
                </c:pt>
                <c:pt idx="7890">
                  <c:v>0</c:v>
                </c:pt>
                <c:pt idx="7891">
                  <c:v>2.9883211946808284E-6</c:v>
                </c:pt>
                <c:pt idx="7892">
                  <c:v>1.1577500695771857E-5</c:v>
                </c:pt>
                <c:pt idx="7893">
                  <c:v>8.1032162998557461E-6</c:v>
                </c:pt>
                <c:pt idx="7894">
                  <c:v>2.0628621498546982E-6</c:v>
                </c:pt>
                <c:pt idx="7895">
                  <c:v>4.345391299504329E-7</c:v>
                </c:pt>
                <c:pt idx="7896">
                  <c:v>2.3502720651315412E-6</c:v>
                </c:pt>
                <c:pt idx="7897">
                  <c:v>8.0045516726835048E-3</c:v>
                </c:pt>
                <c:pt idx="7898">
                  <c:v>3.0378040493822703E-6</c:v>
                </c:pt>
                <c:pt idx="7899">
                  <c:v>0</c:v>
                </c:pt>
                <c:pt idx="7900">
                  <c:v>4.1373273343682836E-3</c:v>
                </c:pt>
                <c:pt idx="7901">
                  <c:v>1.110354392251958E-2</c:v>
                </c:pt>
                <c:pt idx="7902">
                  <c:v>2.0748099967041083E-4</c:v>
                </c:pt>
                <c:pt idx="7903">
                  <c:v>8.8347519350480728E-6</c:v>
                </c:pt>
                <c:pt idx="7904">
                  <c:v>2.192045088983744E-5</c:v>
                </c:pt>
                <c:pt idx="7905">
                  <c:v>0</c:v>
                </c:pt>
                <c:pt idx="7906">
                  <c:v>7.3940884191105519E-6</c:v>
                </c:pt>
                <c:pt idx="7907">
                  <c:v>1.9111159370430824E-5</c:v>
                </c:pt>
                <c:pt idx="7908">
                  <c:v>6.0905733703860509E-6</c:v>
                </c:pt>
                <c:pt idx="7909">
                  <c:v>0</c:v>
                </c:pt>
                <c:pt idx="7910">
                  <c:v>0</c:v>
                </c:pt>
                <c:pt idx="7911">
                  <c:v>2.4794146300874696E-6</c:v>
                </c:pt>
                <c:pt idx="7912">
                  <c:v>0</c:v>
                </c:pt>
                <c:pt idx="7913">
                  <c:v>5.5703532385337303E-7</c:v>
                </c:pt>
                <c:pt idx="7914">
                  <c:v>0</c:v>
                </c:pt>
                <c:pt idx="7915">
                  <c:v>2.6418375562253778E-5</c:v>
                </c:pt>
                <c:pt idx="7916">
                  <c:v>1.0596564537906363E-5</c:v>
                </c:pt>
                <c:pt idx="7917">
                  <c:v>0</c:v>
                </c:pt>
                <c:pt idx="7918">
                  <c:v>5.4411856272053991E-7</c:v>
                </c:pt>
                <c:pt idx="7919">
                  <c:v>0</c:v>
                </c:pt>
                <c:pt idx="7920">
                  <c:v>1.2813927290697389E-6</c:v>
                </c:pt>
                <c:pt idx="7921">
                  <c:v>2.213269865090768E-6</c:v>
                </c:pt>
                <c:pt idx="7922">
                  <c:v>5.0735379496915161E-6</c:v>
                </c:pt>
                <c:pt idx="7923">
                  <c:v>3.23154903437169E-6</c:v>
                </c:pt>
                <c:pt idx="7924">
                  <c:v>1.301639605102203E-4</c:v>
                </c:pt>
                <c:pt idx="7925">
                  <c:v>7.7890949683626102E-7</c:v>
                </c:pt>
                <c:pt idx="7926">
                  <c:v>3.8001403090199965E-7</c:v>
                </c:pt>
                <c:pt idx="7927">
                  <c:v>2.2793986470308306E-5</c:v>
                </c:pt>
                <c:pt idx="7928">
                  <c:v>2.6514784944603481E-5</c:v>
                </c:pt>
                <c:pt idx="7929">
                  <c:v>0</c:v>
                </c:pt>
                <c:pt idx="7930">
                  <c:v>9.9142867433699458E-6</c:v>
                </c:pt>
                <c:pt idx="7931">
                  <c:v>9.2428425280963335E-8</c:v>
                </c:pt>
                <c:pt idx="7932">
                  <c:v>2.9704904937377785E-5</c:v>
                </c:pt>
                <c:pt idx="7933">
                  <c:v>1.3170604296498925E-5</c:v>
                </c:pt>
                <c:pt idx="7934">
                  <c:v>1.9014686545495456E-6</c:v>
                </c:pt>
                <c:pt idx="7935">
                  <c:v>0</c:v>
                </c:pt>
                <c:pt idx="7936">
                  <c:v>5.4596819134336346E-5</c:v>
                </c:pt>
                <c:pt idx="7937">
                  <c:v>0</c:v>
                </c:pt>
                <c:pt idx="7938">
                  <c:v>1.6249539976657531E-5</c:v>
                </c:pt>
                <c:pt idx="7939">
                  <c:v>2.1038792772522946E-4</c:v>
                </c:pt>
                <c:pt idx="7940">
                  <c:v>1.2234590760658688E-5</c:v>
                </c:pt>
                <c:pt idx="7941">
                  <c:v>3.9472749912418253E-5</c:v>
                </c:pt>
                <c:pt idx="7942">
                  <c:v>1.9640529558461691E-6</c:v>
                </c:pt>
                <c:pt idx="7943">
                  <c:v>2.0013561026298975E-5</c:v>
                </c:pt>
                <c:pt idx="7944">
                  <c:v>8.3953634297587098E-7</c:v>
                </c:pt>
                <c:pt idx="7945">
                  <c:v>1.0334337004367787E-6</c:v>
                </c:pt>
                <c:pt idx="7946">
                  <c:v>1.3967279868139222E-6</c:v>
                </c:pt>
                <c:pt idx="7947">
                  <c:v>4.6968614496561186E-6</c:v>
                </c:pt>
                <c:pt idx="7948">
                  <c:v>2.658608938813924E-6</c:v>
                </c:pt>
                <c:pt idx="7949">
                  <c:v>0</c:v>
                </c:pt>
                <c:pt idx="7950">
                  <c:v>0</c:v>
                </c:pt>
                <c:pt idx="7951">
                  <c:v>2.1863035971454678E-7</c:v>
                </c:pt>
                <c:pt idx="7952">
                  <c:v>2.6933547233517699E-4</c:v>
                </c:pt>
                <c:pt idx="7953">
                  <c:v>3.3660994474699502E-5</c:v>
                </c:pt>
                <c:pt idx="7954">
                  <c:v>0</c:v>
                </c:pt>
                <c:pt idx="7955">
                  <c:v>9.6529753741611223E-5</c:v>
                </c:pt>
                <c:pt idx="7956">
                  <c:v>2.4302715138344056E-5</c:v>
                </c:pt>
                <c:pt idx="7957">
                  <c:v>2.4235122708626294E-6</c:v>
                </c:pt>
                <c:pt idx="7958">
                  <c:v>1.9801248301810528E-5</c:v>
                </c:pt>
                <c:pt idx="7959">
                  <c:v>3.8011415879452484E-5</c:v>
                </c:pt>
                <c:pt idx="7960">
                  <c:v>9.0640912044892273E-5</c:v>
                </c:pt>
                <c:pt idx="7961">
                  <c:v>0</c:v>
                </c:pt>
                <c:pt idx="7962">
                  <c:v>0</c:v>
                </c:pt>
                <c:pt idx="7963">
                  <c:v>0</c:v>
                </c:pt>
                <c:pt idx="7964">
                  <c:v>1.8552222115867296E-5</c:v>
                </c:pt>
                <c:pt idx="7965">
                  <c:v>2.1829153599077914E-7</c:v>
                </c:pt>
                <c:pt idx="7966">
                  <c:v>2.9640142758686641E-5</c:v>
                </c:pt>
                <c:pt idx="7967">
                  <c:v>3.5618384273774194E-4</c:v>
                </c:pt>
                <c:pt idx="7968">
                  <c:v>0</c:v>
                </c:pt>
                <c:pt idx="7969">
                  <c:v>0</c:v>
                </c:pt>
                <c:pt idx="7970">
                  <c:v>0</c:v>
                </c:pt>
                <c:pt idx="7971">
                  <c:v>0</c:v>
                </c:pt>
                <c:pt idx="7972">
                  <c:v>0</c:v>
                </c:pt>
                <c:pt idx="7973">
                  <c:v>1.4558903531829198E-3</c:v>
                </c:pt>
                <c:pt idx="7974">
                  <c:v>0</c:v>
                </c:pt>
                <c:pt idx="7975">
                  <c:v>1.0470218023441435E-5</c:v>
                </c:pt>
                <c:pt idx="7976">
                  <c:v>0</c:v>
                </c:pt>
                <c:pt idx="7977">
                  <c:v>9.2580913097867266E-5</c:v>
                </c:pt>
                <c:pt idx="7978">
                  <c:v>0</c:v>
                </c:pt>
                <c:pt idx="7979">
                  <c:v>0</c:v>
                </c:pt>
                <c:pt idx="7980">
                  <c:v>4.7206332914353486E-6</c:v>
                </c:pt>
                <c:pt idx="7981">
                  <c:v>3.9477432171194002E-5</c:v>
                </c:pt>
                <c:pt idx="7982">
                  <c:v>0</c:v>
                </c:pt>
                <c:pt idx="7983">
                  <c:v>0</c:v>
                </c:pt>
                <c:pt idx="7984">
                  <c:v>9.383175055482376E-6</c:v>
                </c:pt>
                <c:pt idx="7985">
                  <c:v>0</c:v>
                </c:pt>
                <c:pt idx="7986">
                  <c:v>0</c:v>
                </c:pt>
                <c:pt idx="7987">
                  <c:v>9.6397538077169361E-5</c:v>
                </c:pt>
                <c:pt idx="7988">
                  <c:v>0</c:v>
                </c:pt>
                <c:pt idx="7989">
                  <c:v>4.6350840528045884E-7</c:v>
                </c:pt>
                <c:pt idx="7990">
                  <c:v>3.4131073479743001E-6</c:v>
                </c:pt>
                <c:pt idx="7991">
                  <c:v>2.6948362529220295E-6</c:v>
                </c:pt>
                <c:pt idx="7992">
                  <c:v>0</c:v>
                </c:pt>
                <c:pt idx="7993">
                  <c:v>2.4194672288866252E-4</c:v>
                </c:pt>
                <c:pt idx="7994">
                  <c:v>2.3465113017323355E-6</c:v>
                </c:pt>
                <c:pt idx="7995">
                  <c:v>0</c:v>
                </c:pt>
                <c:pt idx="7996">
                  <c:v>0</c:v>
                </c:pt>
                <c:pt idx="7997">
                  <c:v>8.4208151868859039E-6</c:v>
                </c:pt>
                <c:pt idx="7998">
                  <c:v>0</c:v>
                </c:pt>
                <c:pt idx="7999">
                  <c:v>1.0112894579797581E-6</c:v>
                </c:pt>
                <c:pt idx="8000">
                  <c:v>2.7298697612669246E-4</c:v>
                </c:pt>
                <c:pt idx="8001">
                  <c:v>0</c:v>
                </c:pt>
                <c:pt idx="8002">
                  <c:v>4.313515479743242E-5</c:v>
                </c:pt>
                <c:pt idx="8003">
                  <c:v>5.4556412442501208E-4</c:v>
                </c:pt>
                <c:pt idx="8004">
                  <c:v>0</c:v>
                </c:pt>
                <c:pt idx="8005">
                  <c:v>0</c:v>
                </c:pt>
                <c:pt idx="8006">
                  <c:v>3.3042860539735492E-5</c:v>
                </c:pt>
                <c:pt idx="8007">
                  <c:v>0</c:v>
                </c:pt>
                <c:pt idx="8008">
                  <c:v>1.5016721053056079E-6</c:v>
                </c:pt>
                <c:pt idx="8009">
                  <c:v>2.3340076858122807E-6</c:v>
                </c:pt>
                <c:pt idx="8010">
                  <c:v>3.1817102396370593E-6</c:v>
                </c:pt>
                <c:pt idx="8011">
                  <c:v>1.0084718225958693E-4</c:v>
                </c:pt>
                <c:pt idx="8012">
                  <c:v>0</c:v>
                </c:pt>
                <c:pt idx="8013">
                  <c:v>9.5664675140184208E-6</c:v>
                </c:pt>
                <c:pt idx="8014">
                  <c:v>0</c:v>
                </c:pt>
                <c:pt idx="8015">
                  <c:v>0</c:v>
                </c:pt>
                <c:pt idx="8016">
                  <c:v>0</c:v>
                </c:pt>
                <c:pt idx="8017">
                  <c:v>1.3935612970986716E-5</c:v>
                </c:pt>
                <c:pt idx="8018">
                  <c:v>0</c:v>
                </c:pt>
                <c:pt idx="8019">
                  <c:v>1.2996062594209786E-4</c:v>
                </c:pt>
                <c:pt idx="8020">
                  <c:v>0</c:v>
                </c:pt>
                <c:pt idx="8021">
                  <c:v>2.8122981893420982E-6</c:v>
                </c:pt>
                <c:pt idx="8022">
                  <c:v>0</c:v>
                </c:pt>
                <c:pt idx="8023">
                  <c:v>0</c:v>
                </c:pt>
                <c:pt idx="8024">
                  <c:v>0</c:v>
                </c:pt>
                <c:pt idx="8025">
                  <c:v>0</c:v>
                </c:pt>
                <c:pt idx="8026">
                  <c:v>0</c:v>
                </c:pt>
                <c:pt idx="8027">
                  <c:v>0</c:v>
                </c:pt>
                <c:pt idx="8028">
                  <c:v>0</c:v>
                </c:pt>
                <c:pt idx="8029">
                  <c:v>0</c:v>
                </c:pt>
                <c:pt idx="8030">
                  <c:v>2.3465113017323341E-5</c:v>
                </c:pt>
                <c:pt idx="8031">
                  <c:v>3.2143990434689341E-6</c:v>
                </c:pt>
                <c:pt idx="8032">
                  <c:v>1.1587584402179372E-3</c:v>
                </c:pt>
                <c:pt idx="8033">
                  <c:v>5.7976130221941644E-5</c:v>
                </c:pt>
                <c:pt idx="8034">
                  <c:v>5.3634815998235401E-5</c:v>
                </c:pt>
                <c:pt idx="8035">
                  <c:v>7.6300739590255966E-6</c:v>
                </c:pt>
                <c:pt idx="8036">
                  <c:v>0</c:v>
                </c:pt>
                <c:pt idx="8037">
                  <c:v>3.0398762339399554E-6</c:v>
                </c:pt>
                <c:pt idx="8038">
                  <c:v>4.6882733702227164E-5</c:v>
                </c:pt>
                <c:pt idx="8039">
                  <c:v>1.0546118210032973E-6</c:v>
                </c:pt>
                <c:pt idx="8040">
                  <c:v>3.7179753894400033E-6</c:v>
                </c:pt>
                <c:pt idx="8041">
                  <c:v>1.4781173554156364E-6</c:v>
                </c:pt>
                <c:pt idx="8042">
                  <c:v>4.9208714853356779E-6</c:v>
                </c:pt>
                <c:pt idx="8043">
                  <c:v>0</c:v>
                </c:pt>
                <c:pt idx="8044">
                  <c:v>4.2761025999677926E-7</c:v>
                </c:pt>
                <c:pt idx="8045">
                  <c:v>1.7926818355250289E-5</c:v>
                </c:pt>
                <c:pt idx="8046">
                  <c:v>1.4298865839768027E-4</c:v>
                </c:pt>
                <c:pt idx="8047">
                  <c:v>2.0781148578358048E-5</c:v>
                </c:pt>
                <c:pt idx="8048">
                  <c:v>1.1956745486534174E-6</c:v>
                </c:pt>
                <c:pt idx="8049">
                  <c:v>9.0432647522053518E-5</c:v>
                </c:pt>
                <c:pt idx="8050">
                  <c:v>2.160438067025169E-6</c:v>
                </c:pt>
                <c:pt idx="8051">
                  <c:v>0</c:v>
                </c:pt>
                <c:pt idx="8052">
                  <c:v>0</c:v>
                </c:pt>
                <c:pt idx="8053">
                  <c:v>1.1829905699940404E-5</c:v>
                </c:pt>
                <c:pt idx="8054">
                  <c:v>0</c:v>
                </c:pt>
                <c:pt idx="8055">
                  <c:v>0</c:v>
                </c:pt>
                <c:pt idx="8056">
                  <c:v>0</c:v>
                </c:pt>
                <c:pt idx="8057">
                  <c:v>1.3154684322383344E-5</c:v>
                </c:pt>
                <c:pt idx="8058">
                  <c:v>3.2851158224252457E-4</c:v>
                </c:pt>
                <c:pt idx="8059">
                  <c:v>0</c:v>
                </c:pt>
                <c:pt idx="8060">
                  <c:v>2.8151873545282388E-6</c:v>
                </c:pt>
                <c:pt idx="8061">
                  <c:v>8.8607816198713109E-6</c:v>
                </c:pt>
                <c:pt idx="8062">
                  <c:v>0</c:v>
                </c:pt>
                <c:pt idx="8063">
                  <c:v>2.3067036737471312E-5</c:v>
                </c:pt>
                <c:pt idx="8064">
                  <c:v>8.269643354122774E-7</c:v>
                </c:pt>
                <c:pt idx="8065">
                  <c:v>4.4225969622312892E-5</c:v>
                </c:pt>
                <c:pt idx="8066">
                  <c:v>0</c:v>
                </c:pt>
                <c:pt idx="8067">
                  <c:v>0</c:v>
                </c:pt>
                <c:pt idx="8068">
                  <c:v>0</c:v>
                </c:pt>
                <c:pt idx="8069">
                  <c:v>4.8466355766505634E-6</c:v>
                </c:pt>
                <c:pt idx="8070">
                  <c:v>0</c:v>
                </c:pt>
                <c:pt idx="8071">
                  <c:v>0</c:v>
                </c:pt>
                <c:pt idx="8072">
                  <c:v>1.0726908807919236E-6</c:v>
                </c:pt>
                <c:pt idx="8073">
                  <c:v>0</c:v>
                </c:pt>
                <c:pt idx="8074">
                  <c:v>0</c:v>
                </c:pt>
                <c:pt idx="8075">
                  <c:v>0</c:v>
                </c:pt>
                <c:pt idx="8076">
                  <c:v>0</c:v>
                </c:pt>
                <c:pt idx="8077">
                  <c:v>0</c:v>
                </c:pt>
                <c:pt idx="8078">
                  <c:v>0</c:v>
                </c:pt>
                <c:pt idx="8079">
                  <c:v>0</c:v>
                </c:pt>
                <c:pt idx="8080">
                  <c:v>0</c:v>
                </c:pt>
                <c:pt idx="8081">
                  <c:v>0</c:v>
                </c:pt>
                <c:pt idx="8082">
                  <c:v>0</c:v>
                </c:pt>
                <c:pt idx="8083">
                  <c:v>0</c:v>
                </c:pt>
                <c:pt idx="8084">
                  <c:v>0</c:v>
                </c:pt>
                <c:pt idx="8085">
                  <c:v>0</c:v>
                </c:pt>
                <c:pt idx="8086">
                  <c:v>0</c:v>
                </c:pt>
                <c:pt idx="8087">
                  <c:v>1.0126283740429021E-5</c:v>
                </c:pt>
                <c:pt idx="8088">
                  <c:v>0</c:v>
                </c:pt>
                <c:pt idx="8089">
                  <c:v>0</c:v>
                </c:pt>
                <c:pt idx="8090">
                  <c:v>0</c:v>
                </c:pt>
                <c:pt idx="8091">
                  <c:v>9.6474483883924233E-5</c:v>
                </c:pt>
                <c:pt idx="8092">
                  <c:v>0</c:v>
                </c:pt>
                <c:pt idx="8093">
                  <c:v>0</c:v>
                </c:pt>
                <c:pt idx="8094">
                  <c:v>0</c:v>
                </c:pt>
                <c:pt idx="8095">
                  <c:v>0</c:v>
                </c:pt>
                <c:pt idx="8096">
                  <c:v>1.6505499084437266E-5</c:v>
                </c:pt>
                <c:pt idx="8097">
                  <c:v>0</c:v>
                </c:pt>
                <c:pt idx="8098">
                  <c:v>0</c:v>
                </c:pt>
                <c:pt idx="8099">
                  <c:v>0</c:v>
                </c:pt>
                <c:pt idx="8100">
                  <c:v>2.7218234027953842E-5</c:v>
                </c:pt>
                <c:pt idx="8101">
                  <c:v>3.6483486407523428E-6</c:v>
                </c:pt>
                <c:pt idx="8102">
                  <c:v>0</c:v>
                </c:pt>
                <c:pt idx="8103">
                  <c:v>0</c:v>
                </c:pt>
                <c:pt idx="8104">
                  <c:v>0</c:v>
                </c:pt>
                <c:pt idx="8105">
                  <c:v>0</c:v>
                </c:pt>
                <c:pt idx="8106">
                  <c:v>0</c:v>
                </c:pt>
                <c:pt idx="8107">
                  <c:v>4.1616333220939635E-6</c:v>
                </c:pt>
                <c:pt idx="8108">
                  <c:v>0</c:v>
                </c:pt>
                <c:pt idx="8109">
                  <c:v>0</c:v>
                </c:pt>
                <c:pt idx="8110">
                  <c:v>0</c:v>
                </c:pt>
                <c:pt idx="8111">
                  <c:v>0</c:v>
                </c:pt>
                <c:pt idx="8112">
                  <c:v>0</c:v>
                </c:pt>
                <c:pt idx="8113">
                  <c:v>9.3560007535161867E-7</c:v>
                </c:pt>
                <c:pt idx="8114">
                  <c:v>0</c:v>
                </c:pt>
                <c:pt idx="8115">
                  <c:v>1.48689825060266E-6</c:v>
                </c:pt>
                <c:pt idx="8116">
                  <c:v>3.9557684516514703E-6</c:v>
                </c:pt>
                <c:pt idx="8117">
                  <c:v>3.6310536603463544E-5</c:v>
                </c:pt>
                <c:pt idx="8118">
                  <c:v>6.2461816844221681E-5</c:v>
                </c:pt>
                <c:pt idx="8119">
                  <c:v>0</c:v>
                </c:pt>
                <c:pt idx="8120">
                  <c:v>1.6601115270493646E-5</c:v>
                </c:pt>
                <c:pt idx="8121">
                  <c:v>1.029427255451392E-6</c:v>
                </c:pt>
                <c:pt idx="8122">
                  <c:v>8.8700680070286883E-7</c:v>
                </c:pt>
                <c:pt idx="8123">
                  <c:v>6.4247180831408287E-6</c:v>
                </c:pt>
                <c:pt idx="8124">
                  <c:v>0</c:v>
                </c:pt>
                <c:pt idx="8125">
                  <c:v>7.6709712250173388E-6</c:v>
                </c:pt>
                <c:pt idx="8126">
                  <c:v>4.1036530347451127E-6</c:v>
                </c:pt>
                <c:pt idx="8127">
                  <c:v>6.9526260792069035E-6</c:v>
                </c:pt>
                <c:pt idx="8128">
                  <c:v>1.5729252583592821E-6</c:v>
                </c:pt>
                <c:pt idx="8129">
                  <c:v>0</c:v>
                </c:pt>
                <c:pt idx="8130">
                  <c:v>0</c:v>
                </c:pt>
                <c:pt idx="8131">
                  <c:v>0</c:v>
                </c:pt>
                <c:pt idx="8132">
                  <c:v>2.5633747700109658E-5</c:v>
                </c:pt>
                <c:pt idx="8133">
                  <c:v>0</c:v>
                </c:pt>
                <c:pt idx="8134">
                  <c:v>1.2946269250936996E-6</c:v>
                </c:pt>
                <c:pt idx="8135">
                  <c:v>1.5617759332662846E-4</c:v>
                </c:pt>
                <c:pt idx="8136">
                  <c:v>2.8154543313072041E-5</c:v>
                </c:pt>
                <c:pt idx="8137">
                  <c:v>5.5505903744963909E-4</c:v>
                </c:pt>
                <c:pt idx="8138">
                  <c:v>0</c:v>
                </c:pt>
                <c:pt idx="8139">
                  <c:v>1.6373388934896328E-7</c:v>
                </c:pt>
                <c:pt idx="8140">
                  <c:v>0</c:v>
                </c:pt>
                <c:pt idx="8141">
                  <c:v>0</c:v>
                </c:pt>
                <c:pt idx="8142">
                  <c:v>0</c:v>
                </c:pt>
                <c:pt idx="8143">
                  <c:v>1.0886245244188678E-5</c:v>
                </c:pt>
                <c:pt idx="8144">
                  <c:v>1.5302296174117383E-5</c:v>
                </c:pt>
                <c:pt idx="8145">
                  <c:v>5.287360956271077E-7</c:v>
                </c:pt>
                <c:pt idx="8146">
                  <c:v>1.7869015304248772E-5</c:v>
                </c:pt>
                <c:pt idx="8147">
                  <c:v>6.3798291646341198E-7</c:v>
                </c:pt>
                <c:pt idx="8148">
                  <c:v>5.2952210803064971E-6</c:v>
                </c:pt>
                <c:pt idx="8149">
                  <c:v>2.7971930013289199E-5</c:v>
                </c:pt>
                <c:pt idx="8150">
                  <c:v>0</c:v>
                </c:pt>
                <c:pt idx="8151">
                  <c:v>1.9526298774277138E-5</c:v>
                </c:pt>
                <c:pt idx="8152">
                  <c:v>2.0543547235316923E-6</c:v>
                </c:pt>
                <c:pt idx="8153">
                  <c:v>2.058242933180718E-5</c:v>
                </c:pt>
                <c:pt idx="8154">
                  <c:v>2.493354310519236E-5</c:v>
                </c:pt>
                <c:pt idx="8155">
                  <c:v>0</c:v>
                </c:pt>
                <c:pt idx="8156">
                  <c:v>3.3164240131594212E-6</c:v>
                </c:pt>
                <c:pt idx="8157">
                  <c:v>1.3833117759635234E-5</c:v>
                </c:pt>
                <c:pt idx="8158">
                  <c:v>3.3836449236080092E-6</c:v>
                </c:pt>
                <c:pt idx="8159">
                  <c:v>2.4880328676013109E-6</c:v>
                </c:pt>
                <c:pt idx="8160">
                  <c:v>9.2458999306410568E-6</c:v>
                </c:pt>
                <c:pt idx="8161">
                  <c:v>5.7722628572008337E-7</c:v>
                </c:pt>
                <c:pt idx="8162">
                  <c:v>9.5851329127230187E-7</c:v>
                </c:pt>
                <c:pt idx="8163">
                  <c:v>2.4117435864537001E-6</c:v>
                </c:pt>
                <c:pt idx="8164">
                  <c:v>2.7018009939468412E-5</c:v>
                </c:pt>
                <c:pt idx="8165">
                  <c:v>2.355235553109155E-5</c:v>
                </c:pt>
                <c:pt idx="8166">
                  <c:v>3.0374107576540785E-5</c:v>
                </c:pt>
                <c:pt idx="8167">
                  <c:v>1.4449321598586737E-6</c:v>
                </c:pt>
                <c:pt idx="8168">
                  <c:v>5.4151089403230675E-6</c:v>
                </c:pt>
                <c:pt idx="8169">
                  <c:v>2.3173000771945448E-6</c:v>
                </c:pt>
                <c:pt idx="8170">
                  <c:v>9.1382088627734031E-6</c:v>
                </c:pt>
                <c:pt idx="8171">
                  <c:v>5.6621785410290772E-5</c:v>
                </c:pt>
                <c:pt idx="8172">
                  <c:v>1.0791322209464064E-6</c:v>
                </c:pt>
                <c:pt idx="8173">
                  <c:v>0</c:v>
                </c:pt>
                <c:pt idx="8174">
                  <c:v>1.3644128149677416E-6</c:v>
                </c:pt>
                <c:pt idx="8175">
                  <c:v>0</c:v>
                </c:pt>
                <c:pt idx="8176">
                  <c:v>7.5093192900576395E-6</c:v>
                </c:pt>
                <c:pt idx="8177">
                  <c:v>4.3798547606820669E-6</c:v>
                </c:pt>
                <c:pt idx="8178">
                  <c:v>2.0475119555763828E-6</c:v>
                </c:pt>
                <c:pt idx="8179">
                  <c:v>2.0200092715150041E-6</c:v>
                </c:pt>
                <c:pt idx="8180">
                  <c:v>1.1461545975954281E-4</c:v>
                </c:pt>
                <c:pt idx="8181">
                  <c:v>1.6578547474040365E-5</c:v>
                </c:pt>
                <c:pt idx="8182">
                  <c:v>1.3247011523502648E-6</c:v>
                </c:pt>
                <c:pt idx="8183">
                  <c:v>3.3741226210162602E-5</c:v>
                </c:pt>
                <c:pt idx="8184">
                  <c:v>0</c:v>
                </c:pt>
                <c:pt idx="8185">
                  <c:v>6.4174393409564846E-6</c:v>
                </c:pt>
                <c:pt idx="8186">
                  <c:v>1.972172466732166E-5</c:v>
                </c:pt>
                <c:pt idx="8187">
                  <c:v>4.5278122527927831E-6</c:v>
                </c:pt>
                <c:pt idx="8188">
                  <c:v>4.4243770603061513E-6</c:v>
                </c:pt>
                <c:pt idx="8189">
                  <c:v>6.0818060982172206E-6</c:v>
                </c:pt>
                <c:pt idx="8190">
                  <c:v>6.6946002698052694E-6</c:v>
                </c:pt>
                <c:pt idx="8191">
                  <c:v>1.4847301256885205E-6</c:v>
                </c:pt>
                <c:pt idx="8192">
                  <c:v>3.2507464074576929E-6</c:v>
                </c:pt>
                <c:pt idx="8193">
                  <c:v>2.0226220506562452E-6</c:v>
                </c:pt>
                <c:pt idx="8194">
                  <c:v>1.4025347321592619E-5</c:v>
                </c:pt>
                <c:pt idx="8195">
                  <c:v>9.4344271002483741E-7</c:v>
                </c:pt>
                <c:pt idx="8196">
                  <c:v>1.1997058620974791E-5</c:v>
                </c:pt>
                <c:pt idx="8197">
                  <c:v>3.3530132777113566E-6</c:v>
                </c:pt>
                <c:pt idx="8198">
                  <c:v>4.8326533681374914E-7</c:v>
                </c:pt>
                <c:pt idx="8199">
                  <c:v>9.6859454661592611E-6</c:v>
                </c:pt>
                <c:pt idx="8200">
                  <c:v>2.7098247973226026E-6</c:v>
                </c:pt>
                <c:pt idx="8201">
                  <c:v>1.1973245158649871E-5</c:v>
                </c:pt>
                <c:pt idx="8202">
                  <c:v>6.9796571872193308E-6</c:v>
                </c:pt>
                <c:pt idx="8203">
                  <c:v>6.8429946854642431E-6</c:v>
                </c:pt>
                <c:pt idx="8204">
                  <c:v>8.7168731079107191E-6</c:v>
                </c:pt>
                <c:pt idx="8205">
                  <c:v>1.3099084713535711E-5</c:v>
                </c:pt>
                <c:pt idx="8206">
                  <c:v>2.8360988872128252E-6</c:v>
                </c:pt>
                <c:pt idx="8207">
                  <c:v>3.7508863953944478E-5</c:v>
                </c:pt>
                <c:pt idx="8208">
                  <c:v>3.6627248031662903E-6</c:v>
                </c:pt>
                <c:pt idx="8209">
                  <c:v>6.5013244804796296E-6</c:v>
                </c:pt>
                <c:pt idx="8210">
                  <c:v>2.1773880610561506E-6</c:v>
                </c:pt>
                <c:pt idx="8211">
                  <c:v>1.1126200780209083E-5</c:v>
                </c:pt>
                <c:pt idx="8212">
                  <c:v>1.1200789677752365E-5</c:v>
                </c:pt>
                <c:pt idx="8213">
                  <c:v>3.5267249002090877E-6</c:v>
                </c:pt>
                <c:pt idx="8214">
                  <c:v>2.9257517810561887E-6</c:v>
                </c:pt>
                <c:pt idx="8215">
                  <c:v>4.6198322642870917E-5</c:v>
                </c:pt>
                <c:pt idx="8216">
                  <c:v>1.2292181063753611E-5</c:v>
                </c:pt>
                <c:pt idx="8217">
                  <c:v>2.6058276237214232E-7</c:v>
                </c:pt>
                <c:pt idx="8218">
                  <c:v>2.1853803449851858E-5</c:v>
                </c:pt>
                <c:pt idx="8219">
                  <c:v>5.9560879503762463E-6</c:v>
                </c:pt>
                <c:pt idx="8220">
                  <c:v>8.952611308301725E-7</c:v>
                </c:pt>
                <c:pt idx="8221">
                  <c:v>1.8121700247214653E-5</c:v>
                </c:pt>
                <c:pt idx="8222">
                  <c:v>3.433182947250878E-5</c:v>
                </c:pt>
                <c:pt idx="8223">
                  <c:v>1.6630794526988165E-5</c:v>
                </c:pt>
                <c:pt idx="8224">
                  <c:v>4.5480745349479483E-6</c:v>
                </c:pt>
                <c:pt idx="8225">
                  <c:v>5.6438916399251375E-5</c:v>
                </c:pt>
                <c:pt idx="8226">
                  <c:v>4.2852833306414935E-5</c:v>
                </c:pt>
                <c:pt idx="8227">
                  <c:v>1.3904335622190868E-5</c:v>
                </c:pt>
                <c:pt idx="8228">
                  <c:v>3.8714406258389515E-7</c:v>
                </c:pt>
                <c:pt idx="8229">
                  <c:v>1.4745930286195605E-6</c:v>
                </c:pt>
                <c:pt idx="8230">
                  <c:v>8.4211637161597708E-6</c:v>
                </c:pt>
                <c:pt idx="8231">
                  <c:v>7.7921916007237148E-6</c:v>
                </c:pt>
                <c:pt idx="8232">
                  <c:v>8.9403517801013951E-5</c:v>
                </c:pt>
                <c:pt idx="8233">
                  <c:v>1.2193874923716681E-4</c:v>
                </c:pt>
                <c:pt idx="8234">
                  <c:v>0</c:v>
                </c:pt>
                <c:pt idx="8235">
                  <c:v>5.3890570118584999E-5</c:v>
                </c:pt>
                <c:pt idx="8236">
                  <c:v>3.7320259272084707E-7</c:v>
                </c:pt>
                <c:pt idx="8237">
                  <c:v>0</c:v>
                </c:pt>
                <c:pt idx="8238">
                  <c:v>0</c:v>
                </c:pt>
                <c:pt idx="8239">
                  <c:v>3.5861741818365195E-6</c:v>
                </c:pt>
                <c:pt idx="8240">
                  <c:v>0</c:v>
                </c:pt>
                <c:pt idx="8241">
                  <c:v>4.112967020723592E-7</c:v>
                </c:pt>
                <c:pt idx="8242">
                  <c:v>4.2374921927446196E-7</c:v>
                </c:pt>
                <c:pt idx="8243">
                  <c:v>0</c:v>
                </c:pt>
                <c:pt idx="8244">
                  <c:v>0</c:v>
                </c:pt>
                <c:pt idx="8245">
                  <c:v>0</c:v>
                </c:pt>
                <c:pt idx="8246">
                  <c:v>5.2315661809114445E-6</c:v>
                </c:pt>
                <c:pt idx="8247">
                  <c:v>5.1078274707254578E-6</c:v>
                </c:pt>
                <c:pt idx="8248">
                  <c:v>6.2320605425038983E-4</c:v>
                </c:pt>
                <c:pt idx="8249">
                  <c:v>3.8482084068079907E-6</c:v>
                </c:pt>
                <c:pt idx="8250">
                  <c:v>1.1816192311612229E-5</c:v>
                </c:pt>
                <c:pt idx="8251">
                  <c:v>0</c:v>
                </c:pt>
                <c:pt idx="8252">
                  <c:v>3.9687294743887215E-7</c:v>
                </c:pt>
                <c:pt idx="8253">
                  <c:v>0</c:v>
                </c:pt>
                <c:pt idx="8254">
                  <c:v>1.2051630894523928E-5</c:v>
                </c:pt>
                <c:pt idx="8255">
                  <c:v>0</c:v>
                </c:pt>
                <c:pt idx="8256">
                  <c:v>0</c:v>
                </c:pt>
                <c:pt idx="8257">
                  <c:v>0</c:v>
                </c:pt>
                <c:pt idx="8258">
                  <c:v>1.1543008139337938E-5</c:v>
                </c:pt>
                <c:pt idx="8259">
                  <c:v>6.5078988028130911E-6</c:v>
                </c:pt>
                <c:pt idx="8260">
                  <c:v>1.7810332460966456E-7</c:v>
                </c:pt>
                <c:pt idx="8261">
                  <c:v>2.7364563285508151E-7</c:v>
                </c:pt>
                <c:pt idx="8262">
                  <c:v>9.6405902581972736E-6</c:v>
                </c:pt>
                <c:pt idx="8263">
                  <c:v>4.1901987530934318E-7</c:v>
                </c:pt>
                <c:pt idx="8264">
                  <c:v>6.3359102064531984E-5</c:v>
                </c:pt>
                <c:pt idx="8265">
                  <c:v>1.5967455879024466E-4</c:v>
                </c:pt>
                <c:pt idx="8266">
                  <c:v>4.4695468744351231E-6</c:v>
                </c:pt>
                <c:pt idx="8267">
                  <c:v>1.7365486044272585E-7</c:v>
                </c:pt>
                <c:pt idx="8268">
                  <c:v>0</c:v>
                </c:pt>
                <c:pt idx="8269">
                  <c:v>1.4499500913567586E-6</c:v>
                </c:pt>
                <c:pt idx="8270">
                  <c:v>4.8028972500002118E-4</c:v>
                </c:pt>
                <c:pt idx="8271">
                  <c:v>0</c:v>
                </c:pt>
                <c:pt idx="8272">
                  <c:v>4.8777253518448178E-7</c:v>
                </c:pt>
                <c:pt idx="8273">
                  <c:v>2.0957374993836431E-5</c:v>
                </c:pt>
                <c:pt idx="8274">
                  <c:v>3.1903285963422841E-6</c:v>
                </c:pt>
                <c:pt idx="8275">
                  <c:v>3.356621587240804E-5</c:v>
                </c:pt>
                <c:pt idx="8276">
                  <c:v>1.0764485699375334E-5</c:v>
                </c:pt>
                <c:pt idx="8277">
                  <c:v>8.2053909744862622E-5</c:v>
                </c:pt>
                <c:pt idx="8278">
                  <c:v>1.8364731307021178E-5</c:v>
                </c:pt>
                <c:pt idx="8279">
                  <c:v>5.6809448823660504E-6</c:v>
                </c:pt>
                <c:pt idx="8280">
                  <c:v>1.3529900441075139E-5</c:v>
                </c:pt>
                <c:pt idx="8281">
                  <c:v>2.292104826739166E-5</c:v>
                </c:pt>
                <c:pt idx="8282">
                  <c:v>1.5097215445796563E-5</c:v>
                </c:pt>
                <c:pt idx="8283">
                  <c:v>1.6319107667058443E-5</c:v>
                </c:pt>
                <c:pt idx="8284">
                  <c:v>3.3162235882830641E-5</c:v>
                </c:pt>
                <c:pt idx="8285">
                  <c:v>0</c:v>
                </c:pt>
                <c:pt idx="8286">
                  <c:v>0</c:v>
                </c:pt>
                <c:pt idx="8287">
                  <c:v>2.3419535405691249E-5</c:v>
                </c:pt>
                <c:pt idx="8288">
                  <c:v>4.0643109785068857E-5</c:v>
                </c:pt>
                <c:pt idx="8289">
                  <c:v>1.5708267978783801E-6</c:v>
                </c:pt>
                <c:pt idx="8290">
                  <c:v>1.8294247310739753E-5</c:v>
                </c:pt>
                <c:pt idx="8291">
                  <c:v>8.987288431804071E-6</c:v>
                </c:pt>
                <c:pt idx="8292">
                  <c:v>4.1435206156444134E-3</c:v>
                </c:pt>
                <c:pt idx="8293">
                  <c:v>0</c:v>
                </c:pt>
                <c:pt idx="8294">
                  <c:v>3.2601720715988132E-5</c:v>
                </c:pt>
                <c:pt idx="8295">
                  <c:v>3.2960718946061697E-5</c:v>
                </c:pt>
                <c:pt idx="8296">
                  <c:v>3.4879395046188344E-8</c:v>
                </c:pt>
                <c:pt idx="8297">
                  <c:v>0</c:v>
                </c:pt>
                <c:pt idx="8298">
                  <c:v>2.025097137541966E-5</c:v>
                </c:pt>
                <c:pt idx="8299">
                  <c:v>0</c:v>
                </c:pt>
                <c:pt idx="8300">
                  <c:v>1.0614869384287272E-5</c:v>
                </c:pt>
                <c:pt idx="8301">
                  <c:v>4.255979712558983E-6</c:v>
                </c:pt>
                <c:pt idx="8302">
                  <c:v>6.0185420240895026E-6</c:v>
                </c:pt>
                <c:pt idx="8303">
                  <c:v>3.4696958580058349E-5</c:v>
                </c:pt>
                <c:pt idx="8304">
                  <c:v>1.3573969659338758E-5</c:v>
                </c:pt>
                <c:pt idx="8305">
                  <c:v>3.7877948852126444E-5</c:v>
                </c:pt>
                <c:pt idx="8306">
                  <c:v>6.4178086884986841E-8</c:v>
                </c:pt>
                <c:pt idx="8307">
                  <c:v>6.7464023309251573E-5</c:v>
                </c:pt>
                <c:pt idx="8308">
                  <c:v>1.9040671276891899E-5</c:v>
                </c:pt>
                <c:pt idx="8309">
                  <c:v>3.1576223865448806E-5</c:v>
                </c:pt>
                <c:pt idx="8310">
                  <c:v>1.6994476902193694E-5</c:v>
                </c:pt>
                <c:pt idx="8311">
                  <c:v>1.2830957121135141E-5</c:v>
                </c:pt>
                <c:pt idx="8312">
                  <c:v>1.0445798397693883E-4</c:v>
                </c:pt>
                <c:pt idx="8313">
                  <c:v>8.713670253534995E-6</c:v>
                </c:pt>
                <c:pt idx="8314">
                  <c:v>1.4079028697852296E-4</c:v>
                </c:pt>
                <c:pt idx="8315">
                  <c:v>1.4757932715297669E-7</c:v>
                </c:pt>
                <c:pt idx="8316">
                  <c:v>0</c:v>
                </c:pt>
                <c:pt idx="8317">
                  <c:v>3.4900222732317243E-6</c:v>
                </c:pt>
                <c:pt idx="8318">
                  <c:v>1.3993364068509235E-5</c:v>
                </c:pt>
                <c:pt idx="8319">
                  <c:v>3.5251945111564823E-4</c:v>
                </c:pt>
                <c:pt idx="8320">
                  <c:v>5.6134888428492491E-5</c:v>
                </c:pt>
                <c:pt idx="8321">
                  <c:v>9.6556731798225155E-5</c:v>
                </c:pt>
                <c:pt idx="8322">
                  <c:v>0</c:v>
                </c:pt>
                <c:pt idx="8323">
                  <c:v>1.6003117767563865E-5</c:v>
                </c:pt>
                <c:pt idx="8324">
                  <c:v>0</c:v>
                </c:pt>
                <c:pt idx="8325">
                  <c:v>2.7940486814206344E-5</c:v>
                </c:pt>
                <c:pt idx="8326">
                  <c:v>2.1346784135954998E-5</c:v>
                </c:pt>
                <c:pt idx="8327">
                  <c:v>8.7804104205741798E-6</c:v>
                </c:pt>
                <c:pt idx="8328">
                  <c:v>3.1863887382366152E-5</c:v>
                </c:pt>
                <c:pt idx="8329">
                  <c:v>7.5751939219022854E-5</c:v>
                </c:pt>
                <c:pt idx="8330">
                  <c:v>2.4174007748338672E-5</c:v>
                </c:pt>
                <c:pt idx="8331">
                  <c:v>2.710331113247737E-6</c:v>
                </c:pt>
                <c:pt idx="8332">
                  <c:v>8.3895336345688858E-5</c:v>
                </c:pt>
                <c:pt idx="8333">
                  <c:v>8.4715698093463039E-6</c:v>
                </c:pt>
                <c:pt idx="8334">
                  <c:v>2.3867536808053388E-7</c:v>
                </c:pt>
                <c:pt idx="8335">
                  <c:v>0</c:v>
                </c:pt>
                <c:pt idx="8336">
                  <c:v>6.5728208110000891E-6</c:v>
                </c:pt>
                <c:pt idx="8337">
                  <c:v>1.0949240178706589E-5</c:v>
                </c:pt>
                <c:pt idx="8338">
                  <c:v>9.768725968652552E-6</c:v>
                </c:pt>
                <c:pt idx="8339">
                  <c:v>0</c:v>
                </c:pt>
                <c:pt idx="8340">
                  <c:v>2.2103706327870617E-5</c:v>
                </c:pt>
                <c:pt idx="8341">
                  <c:v>3.377316483374419E-3</c:v>
                </c:pt>
                <c:pt idx="8342">
                  <c:v>1.1984089010203173E-5</c:v>
                </c:pt>
                <c:pt idx="8343">
                  <c:v>1.4552518403949527E-5</c:v>
                </c:pt>
                <c:pt idx="8344">
                  <c:v>1.2097456974049175E-4</c:v>
                </c:pt>
                <c:pt idx="8345">
                  <c:v>2.9058963488945173E-7</c:v>
                </c:pt>
                <c:pt idx="8346">
                  <c:v>6.0086085741622216E-6</c:v>
                </c:pt>
                <c:pt idx="8347">
                  <c:v>1.4973798695759244E-5</c:v>
                </c:pt>
                <c:pt idx="8348">
                  <c:v>3.0642579468453252E-5</c:v>
                </c:pt>
                <c:pt idx="8349">
                  <c:v>9.3511569707125626E-7</c:v>
                </c:pt>
                <c:pt idx="8350">
                  <c:v>8.3808682756933768E-6</c:v>
                </c:pt>
                <c:pt idx="8351">
                  <c:v>9.8946875515820071E-6</c:v>
                </c:pt>
                <c:pt idx="8352">
                  <c:v>6.5955030341946918E-6</c:v>
                </c:pt>
                <c:pt idx="8353">
                  <c:v>1.4481827410616058E-5</c:v>
                </c:pt>
                <c:pt idx="8354">
                  <c:v>5.1795249456447857E-5</c:v>
                </c:pt>
                <c:pt idx="8355">
                  <c:v>1.8578100366351799E-6</c:v>
                </c:pt>
                <c:pt idx="8356">
                  <c:v>0</c:v>
                </c:pt>
                <c:pt idx="8357">
                  <c:v>2.4408619815350653E-5</c:v>
                </c:pt>
                <c:pt idx="8358">
                  <c:v>2.7318551068349202E-5</c:v>
                </c:pt>
                <c:pt idx="8359">
                  <c:v>1.8296755717947919E-5</c:v>
                </c:pt>
                <c:pt idx="8360">
                  <c:v>7.4526285512717489E-6</c:v>
                </c:pt>
                <c:pt idx="8361">
                  <c:v>4.4644080534100894E-5</c:v>
                </c:pt>
                <c:pt idx="8362">
                  <c:v>7.9723311442684249E-6</c:v>
                </c:pt>
                <c:pt idx="8363">
                  <c:v>3.6042720843761612E-5</c:v>
                </c:pt>
                <c:pt idx="8364">
                  <c:v>0</c:v>
                </c:pt>
                <c:pt idx="8365">
                  <c:v>4.5747687544816274E-5</c:v>
                </c:pt>
                <c:pt idx="8366">
                  <c:v>1.5601562896569957E-5</c:v>
                </c:pt>
                <c:pt idx="8367">
                  <c:v>9.5217072888454353E-5</c:v>
                </c:pt>
                <c:pt idx="8368">
                  <c:v>3.1220449384632549E-4</c:v>
                </c:pt>
                <c:pt idx="8369">
                  <c:v>0</c:v>
                </c:pt>
                <c:pt idx="8370">
                  <c:v>0</c:v>
                </c:pt>
                <c:pt idx="8371">
                  <c:v>1.2125600625660951E-7</c:v>
                </c:pt>
                <c:pt idx="8372">
                  <c:v>4.4620235015224678E-5</c:v>
                </c:pt>
                <c:pt idx="8373">
                  <c:v>9.2593932673218577E-5</c:v>
                </c:pt>
                <c:pt idx="8374">
                  <c:v>1.9806270390691679E-5</c:v>
                </c:pt>
                <c:pt idx="8375">
                  <c:v>2.8095321754908146E-5</c:v>
                </c:pt>
                <c:pt idx="8376">
                  <c:v>3.1826937821120759E-5</c:v>
                </c:pt>
                <c:pt idx="8377">
                  <c:v>5.2745590902924025E-4</c:v>
                </c:pt>
                <c:pt idx="8378">
                  <c:v>0</c:v>
                </c:pt>
                <c:pt idx="8379">
                  <c:v>0</c:v>
                </c:pt>
                <c:pt idx="8380">
                  <c:v>4.5598487986847503E-3</c:v>
                </c:pt>
                <c:pt idx="8381">
                  <c:v>1.0956128663489312E-5</c:v>
                </c:pt>
                <c:pt idx="8382">
                  <c:v>3.3544899704985876E-5</c:v>
                </c:pt>
                <c:pt idx="8383">
                  <c:v>1.6099678069451004E-5</c:v>
                </c:pt>
                <c:pt idx="8384">
                  <c:v>5.4288316113389309E-6</c:v>
                </c:pt>
                <c:pt idx="8385">
                  <c:v>5.3984524965243741E-6</c:v>
                </c:pt>
                <c:pt idx="8386">
                  <c:v>7.1260030345682908E-5</c:v>
                </c:pt>
                <c:pt idx="8387">
                  <c:v>4.8857567870797393E-4</c:v>
                </c:pt>
                <c:pt idx="8388">
                  <c:v>3.7313691695323694E-6</c:v>
                </c:pt>
                <c:pt idx="8389">
                  <c:v>1.1375847172421778E-4</c:v>
                </c:pt>
                <c:pt idx="8390">
                  <c:v>1.2777189202872144E-4</c:v>
                </c:pt>
                <c:pt idx="8391">
                  <c:v>1.2678513797086873E-5</c:v>
                </c:pt>
                <c:pt idx="8392">
                  <c:v>4.2186739853854905E-6</c:v>
                </c:pt>
                <c:pt idx="8393">
                  <c:v>1.6358735503447903E-4</c:v>
                </c:pt>
                <c:pt idx="8394">
                  <c:v>8.6567688670354768E-6</c:v>
                </c:pt>
                <c:pt idx="8395">
                  <c:v>1.7268452666044881E-5</c:v>
                </c:pt>
                <c:pt idx="8396">
                  <c:v>2.9983531446260708E-5</c:v>
                </c:pt>
                <c:pt idx="8397">
                  <c:v>1.1775909605627121E-5</c:v>
                </c:pt>
                <c:pt idx="8398">
                  <c:v>2.2484385312596357E-5</c:v>
                </c:pt>
                <c:pt idx="8399">
                  <c:v>7.818791342690861E-6</c:v>
                </c:pt>
                <c:pt idx="8400">
                  <c:v>2.3334914562583865E-5</c:v>
                </c:pt>
                <c:pt idx="8401">
                  <c:v>0</c:v>
                </c:pt>
                <c:pt idx="8402">
                  <c:v>6.3830341302783423E-6</c:v>
                </c:pt>
                <c:pt idx="8403">
                  <c:v>2.8027138014380046E-4</c:v>
                </c:pt>
                <c:pt idx="8404">
                  <c:v>9.0421122311260455E-6</c:v>
                </c:pt>
                <c:pt idx="8405">
                  <c:v>2.2545522066161208E-5</c:v>
                </c:pt>
                <c:pt idx="8406">
                  <c:v>0</c:v>
                </c:pt>
                <c:pt idx="8407">
                  <c:v>0</c:v>
                </c:pt>
                <c:pt idx="8408">
                  <c:v>1.2086305386296074E-5</c:v>
                </c:pt>
                <c:pt idx="8409">
                  <c:v>4.8224815148126398E-5</c:v>
                </c:pt>
                <c:pt idx="8410">
                  <c:v>6.3665026563463817E-6</c:v>
                </c:pt>
                <c:pt idx="8411">
                  <c:v>1.0308018450085223E-5</c:v>
                </c:pt>
                <c:pt idx="8412">
                  <c:v>1.1516769190132228E-5</c:v>
                </c:pt>
                <c:pt idx="8413">
                  <c:v>8.0284271299573528E-6</c:v>
                </c:pt>
                <c:pt idx="8414">
                  <c:v>1.3624072184810094E-5</c:v>
                </c:pt>
                <c:pt idx="8415">
                  <c:v>3.7638289086229493E-3</c:v>
                </c:pt>
                <c:pt idx="8416">
                  <c:v>2.5715869958448144E-4</c:v>
                </c:pt>
                <c:pt idx="8417">
                  <c:v>6.5453496554436524E-5</c:v>
                </c:pt>
                <c:pt idx="8418">
                  <c:v>1.2377495941803381E-4</c:v>
                </c:pt>
                <c:pt idx="8419">
                  <c:v>4.703073414133773E-5</c:v>
                </c:pt>
                <c:pt idx="8420">
                  <c:v>8.2024718480425568E-6</c:v>
                </c:pt>
                <c:pt idx="8421">
                  <c:v>3.1907446331313553E-7</c:v>
                </c:pt>
                <c:pt idx="8422">
                  <c:v>2.2294644196981691E-7</c:v>
                </c:pt>
                <c:pt idx="8423">
                  <c:v>4.3291750552496533E-5</c:v>
                </c:pt>
                <c:pt idx="8424">
                  <c:v>1.6305296752543529E-4</c:v>
                </c:pt>
                <c:pt idx="8425">
                  <c:v>0</c:v>
                </c:pt>
                <c:pt idx="8426">
                  <c:v>9.0421000764117536E-5</c:v>
                </c:pt>
                <c:pt idx="8427">
                  <c:v>4.0933722195334577E-6</c:v>
                </c:pt>
                <c:pt idx="8428">
                  <c:v>1.4933718066559576E-5</c:v>
                </c:pt>
                <c:pt idx="8429">
                  <c:v>7.78960426025965E-6</c:v>
                </c:pt>
                <c:pt idx="8430">
                  <c:v>4.7777355190708532E-4</c:v>
                </c:pt>
                <c:pt idx="8431">
                  <c:v>0</c:v>
                </c:pt>
                <c:pt idx="8432">
                  <c:v>5.3615685734290271E-6</c:v>
                </c:pt>
                <c:pt idx="8433">
                  <c:v>4.3162607765394751E-5</c:v>
                </c:pt>
                <c:pt idx="8434">
                  <c:v>1.5899125828332882E-5</c:v>
                </c:pt>
                <c:pt idx="8435">
                  <c:v>7.1382282623804897E-6</c:v>
                </c:pt>
                <c:pt idx="8436">
                  <c:v>5.1321347712789097E-6</c:v>
                </c:pt>
                <c:pt idx="8437">
                  <c:v>3.3414062102574761E-4</c:v>
                </c:pt>
                <c:pt idx="8438">
                  <c:v>2.6186129016395314E-6</c:v>
                </c:pt>
                <c:pt idx="8439">
                  <c:v>1.9719581430559632E-5</c:v>
                </c:pt>
                <c:pt idx="8440">
                  <c:v>1.0497210223150121E-6</c:v>
                </c:pt>
                <c:pt idx="8441">
                  <c:v>0</c:v>
                </c:pt>
                <c:pt idx="8442">
                  <c:v>7.538876734912136E-4</c:v>
                </c:pt>
                <c:pt idx="8443">
                  <c:v>3.0404252090295964E-5</c:v>
                </c:pt>
                <c:pt idx="8444">
                  <c:v>0</c:v>
                </c:pt>
                <c:pt idx="8445">
                  <c:v>7.0270375516855787E-5</c:v>
                </c:pt>
                <c:pt idx="8446">
                  <c:v>3.70608219596534E-6</c:v>
                </c:pt>
                <c:pt idx="8447">
                  <c:v>2.1266066733589232E-5</c:v>
                </c:pt>
                <c:pt idx="8448">
                  <c:v>1.3805643062890442E-4</c:v>
                </c:pt>
                <c:pt idx="8449">
                  <c:v>4.1905468185095327E-5</c:v>
                </c:pt>
                <c:pt idx="8450">
                  <c:v>1.0527512424969665E-5</c:v>
                </c:pt>
                <c:pt idx="8451">
                  <c:v>0</c:v>
                </c:pt>
                <c:pt idx="8452">
                  <c:v>5.5042868031121188E-6</c:v>
                </c:pt>
                <c:pt idx="8453">
                  <c:v>1.3194340853354299E-5</c:v>
                </c:pt>
                <c:pt idx="8454">
                  <c:v>6.8408607286107106E-6</c:v>
                </c:pt>
                <c:pt idx="8455">
                  <c:v>0</c:v>
                </c:pt>
                <c:pt idx="8456">
                  <c:v>4.5801295548752424E-6</c:v>
                </c:pt>
                <c:pt idx="8457">
                  <c:v>3.8894825740839879E-5</c:v>
                </c:pt>
                <c:pt idx="8458">
                  <c:v>1.2325444095290799E-5</c:v>
                </c:pt>
                <c:pt idx="8459">
                  <c:v>4.7356053724306456E-5</c:v>
                </c:pt>
                <c:pt idx="8460">
                  <c:v>6.8723198444002847E-5</c:v>
                </c:pt>
                <c:pt idx="8461">
                  <c:v>1.4568338817805977E-5</c:v>
                </c:pt>
                <c:pt idx="8462">
                  <c:v>8.6579223508005312E-7</c:v>
                </c:pt>
                <c:pt idx="8463">
                  <c:v>3.554860729174244E-4</c:v>
                </c:pt>
                <c:pt idx="8464">
                  <c:v>2.9241725301525101E-3</c:v>
                </c:pt>
                <c:pt idx="8465">
                  <c:v>6.7677358046797815E-6</c:v>
                </c:pt>
                <c:pt idx="8466">
                  <c:v>1.393118989563381E-5</c:v>
                </c:pt>
                <c:pt idx="8467">
                  <c:v>1.09324039145049E-5</c:v>
                </c:pt>
                <c:pt idx="8468">
                  <c:v>1.5764925799175641E-3</c:v>
                </c:pt>
                <c:pt idx="8469">
                  <c:v>1.440816698685084E-5</c:v>
                </c:pt>
                <c:pt idx="8470">
                  <c:v>1.346558456105687E-5</c:v>
                </c:pt>
                <c:pt idx="8471">
                  <c:v>1.2537513068377329E-4</c:v>
                </c:pt>
                <c:pt idx="8472">
                  <c:v>9.8296025229747811E-6</c:v>
                </c:pt>
                <c:pt idx="8473">
                  <c:v>3.8772829142774996E-6</c:v>
                </c:pt>
                <c:pt idx="8474">
                  <c:v>4.4169624503196924E-6</c:v>
                </c:pt>
                <c:pt idx="8475">
                  <c:v>3.2580990927877108E-4</c:v>
                </c:pt>
                <c:pt idx="8476">
                  <c:v>3.2375593370060451E-5</c:v>
                </c:pt>
                <c:pt idx="8477">
                  <c:v>8.262780556470028E-6</c:v>
                </c:pt>
                <c:pt idx="8478">
                  <c:v>1.1009676531680763E-5</c:v>
                </c:pt>
                <c:pt idx="8479">
                  <c:v>1.5699029371134383E-5</c:v>
                </c:pt>
                <c:pt idx="8480">
                  <c:v>1.1753271388270604E-4</c:v>
                </c:pt>
                <c:pt idx="8481">
                  <c:v>0</c:v>
                </c:pt>
                <c:pt idx="8482">
                  <c:v>1.9006736266281102E-3</c:v>
                </c:pt>
                <c:pt idx="8483">
                  <c:v>4.0373524451241076E-4</c:v>
                </c:pt>
                <c:pt idx="8484">
                  <c:v>2.2931986137081778E-6</c:v>
                </c:pt>
                <c:pt idx="8485">
                  <c:v>1.157042903607777E-5</c:v>
                </c:pt>
                <c:pt idx="8486">
                  <c:v>1.3049427247906E-4</c:v>
                </c:pt>
                <c:pt idx="8487">
                  <c:v>2.6174891838395442E-5</c:v>
                </c:pt>
                <c:pt idx="8488">
                  <c:v>6.5455508127316539E-5</c:v>
                </c:pt>
                <c:pt idx="8489">
                  <c:v>6.8262320027480123E-4</c:v>
                </c:pt>
                <c:pt idx="8490">
                  <c:v>1.6516346570765762E-4</c:v>
                </c:pt>
                <c:pt idx="8491">
                  <c:v>6.8936563349634254E-6</c:v>
                </c:pt>
                <c:pt idx="8492">
                  <c:v>1.1573848702365955E-5</c:v>
                </c:pt>
                <c:pt idx="8493">
                  <c:v>9.3129754998524266E-5</c:v>
                </c:pt>
                <c:pt idx="8494">
                  <c:v>4.0025779134026922E-7</c:v>
                </c:pt>
                <c:pt idx="8495">
                  <c:v>6.8675105579246499E-6</c:v>
                </c:pt>
                <c:pt idx="8496">
                  <c:v>5.7486895488896602E-6</c:v>
                </c:pt>
                <c:pt idx="8497">
                  <c:v>5.2741496550374056E-5</c:v>
                </c:pt>
                <c:pt idx="8498">
                  <c:v>1.2752877890543539E-5</c:v>
                </c:pt>
                <c:pt idx="8499">
                  <c:v>2.6097560408572867E-5</c:v>
                </c:pt>
                <c:pt idx="8500">
                  <c:v>5.0251654175677553E-5</c:v>
                </c:pt>
                <c:pt idx="8501">
                  <c:v>7.7703634493579297E-5</c:v>
                </c:pt>
                <c:pt idx="8502">
                  <c:v>1.8127629574159476E-5</c:v>
                </c:pt>
                <c:pt idx="8503">
                  <c:v>2.6088466691313214E-5</c:v>
                </c:pt>
                <c:pt idx="8504">
                  <c:v>0</c:v>
                </c:pt>
                <c:pt idx="8505">
                  <c:v>1.4458889191206397E-5</c:v>
                </c:pt>
                <c:pt idx="8506">
                  <c:v>1.4262974581939904E-4</c:v>
                </c:pt>
                <c:pt idx="8507">
                  <c:v>1.9486908050893945E-7</c:v>
                </c:pt>
                <c:pt idx="8508">
                  <c:v>2.7734473973828062E-6</c:v>
                </c:pt>
                <c:pt idx="8509">
                  <c:v>6.1570996618949593E-5</c:v>
                </c:pt>
                <c:pt idx="8510">
                  <c:v>2.7520368339892056E-5</c:v>
                </c:pt>
                <c:pt idx="8511">
                  <c:v>0</c:v>
                </c:pt>
                <c:pt idx="8512">
                  <c:v>0</c:v>
                </c:pt>
                <c:pt idx="8513">
                  <c:v>1.1503660439328643E-5</c:v>
                </c:pt>
                <c:pt idx="8514">
                  <c:v>8.3520584734844298E-5</c:v>
                </c:pt>
                <c:pt idx="8515">
                  <c:v>2.4104340150112597E-5</c:v>
                </c:pt>
                <c:pt idx="8516">
                  <c:v>2.4321433625287196E-4</c:v>
                </c:pt>
                <c:pt idx="8517">
                  <c:v>0</c:v>
                </c:pt>
                <c:pt idx="8518">
                  <c:v>2.1040135208204298E-5</c:v>
                </c:pt>
                <c:pt idx="8519">
                  <c:v>2.2852287078392065E-5</c:v>
                </c:pt>
                <c:pt idx="8520">
                  <c:v>7.9903222219256211E-6</c:v>
                </c:pt>
                <c:pt idx="8521">
                  <c:v>1.6044521721246728E-7</c:v>
                </c:pt>
                <c:pt idx="8522">
                  <c:v>1.456033678840883E-5</c:v>
                </c:pt>
                <c:pt idx="8523">
                  <c:v>1.629547703041962E-5</c:v>
                </c:pt>
                <c:pt idx="8524">
                  <c:v>9.8775749057465477E-6</c:v>
                </c:pt>
                <c:pt idx="8525">
                  <c:v>6.3831391614860134E-5</c:v>
                </c:pt>
                <c:pt idx="8526">
                  <c:v>5.3691321085578178E-6</c:v>
                </c:pt>
                <c:pt idx="8527">
                  <c:v>2.0513564815680796E-5</c:v>
                </c:pt>
                <c:pt idx="8528">
                  <c:v>0</c:v>
                </c:pt>
                <c:pt idx="8529">
                  <c:v>2.0384305774471425E-4</c:v>
                </c:pt>
                <c:pt idx="8530">
                  <c:v>7.527798768388257E-6</c:v>
                </c:pt>
                <c:pt idx="8531">
                  <c:v>9.855332923631031E-5</c:v>
                </c:pt>
                <c:pt idx="8532">
                  <c:v>2.4163073948924263E-6</c:v>
                </c:pt>
                <c:pt idx="8533">
                  <c:v>2.8205296108928937E-5</c:v>
                </c:pt>
                <c:pt idx="8534">
                  <c:v>8.9915675071208022E-5</c:v>
                </c:pt>
                <c:pt idx="8535">
                  <c:v>1.5868208295738532E-7</c:v>
                </c:pt>
                <c:pt idx="8536">
                  <c:v>3.0057605274435878E-5</c:v>
                </c:pt>
                <c:pt idx="8537">
                  <c:v>1.8237827033160948E-6</c:v>
                </c:pt>
                <c:pt idx="8538">
                  <c:v>2.4220293259132576E-5</c:v>
                </c:pt>
                <c:pt idx="8539">
                  <c:v>8.5156626445163249E-5</c:v>
                </c:pt>
                <c:pt idx="8540">
                  <c:v>1.2494257211984207E-4</c:v>
                </c:pt>
                <c:pt idx="8541">
                  <c:v>4.2995527290832119E-6</c:v>
                </c:pt>
                <c:pt idx="8542">
                  <c:v>2.9724837695982994E-6</c:v>
                </c:pt>
                <c:pt idx="8543">
                  <c:v>2.2406271887298342E-5</c:v>
                </c:pt>
                <c:pt idx="8544">
                  <c:v>0</c:v>
                </c:pt>
                <c:pt idx="8545">
                  <c:v>2.1761565382008992E-5</c:v>
                </c:pt>
                <c:pt idx="8546">
                  <c:v>1.4746385943258581E-5</c:v>
                </c:pt>
                <c:pt idx="8547">
                  <c:v>0</c:v>
                </c:pt>
                <c:pt idx="8548">
                  <c:v>9.2572431230415994E-5</c:v>
                </c:pt>
                <c:pt idx="8549">
                  <c:v>3.3089744255558402E-5</c:v>
                </c:pt>
                <c:pt idx="8550">
                  <c:v>6.6696635179307143E-6</c:v>
                </c:pt>
                <c:pt idx="8551">
                  <c:v>1.8474678006090873E-5</c:v>
                </c:pt>
                <c:pt idx="8552">
                  <c:v>4.0114316431670514E-5</c:v>
                </c:pt>
                <c:pt idx="8553">
                  <c:v>4.1058850840476757E-6</c:v>
                </c:pt>
                <c:pt idx="8554">
                  <c:v>0</c:v>
                </c:pt>
                <c:pt idx="8555">
                  <c:v>4.1717577949971513E-6</c:v>
                </c:pt>
                <c:pt idx="8556">
                  <c:v>0</c:v>
                </c:pt>
                <c:pt idx="8557">
                  <c:v>3.0874183725460453E-5</c:v>
                </c:pt>
                <c:pt idx="8558">
                  <c:v>1.7263631525263601E-3</c:v>
                </c:pt>
                <c:pt idx="8559">
                  <c:v>1.1381712177387824E-5</c:v>
                </c:pt>
                <c:pt idx="8560">
                  <c:v>1.4509021484378573E-4</c:v>
                </c:pt>
                <c:pt idx="8561">
                  <c:v>7.0362846941445065E-5</c:v>
                </c:pt>
                <c:pt idx="8562">
                  <c:v>1.3783330962687638E-5</c:v>
                </c:pt>
                <c:pt idx="8563">
                  <c:v>7.2810817393853555E-6</c:v>
                </c:pt>
                <c:pt idx="8564">
                  <c:v>1.8435939598158149E-6</c:v>
                </c:pt>
                <c:pt idx="8565">
                  <c:v>1.3993416085334256E-7</c:v>
                </c:pt>
                <c:pt idx="8566">
                  <c:v>1.1939806690342272E-5</c:v>
                </c:pt>
                <c:pt idx="8567">
                  <c:v>3.0299673015596425E-5</c:v>
                </c:pt>
                <c:pt idx="8568">
                  <c:v>2.7222589542360703E-6</c:v>
                </c:pt>
                <c:pt idx="8569">
                  <c:v>1.7556810589123085E-5</c:v>
                </c:pt>
                <c:pt idx="8570">
                  <c:v>4.8877145890207804E-6</c:v>
                </c:pt>
                <c:pt idx="8571">
                  <c:v>2.8709324223317209E-4</c:v>
                </c:pt>
                <c:pt idx="8572">
                  <c:v>1.0123135229406099E-5</c:v>
                </c:pt>
                <c:pt idx="8573">
                  <c:v>1.2303375735431429E-6</c:v>
                </c:pt>
                <c:pt idx="8574">
                  <c:v>1.0070647590014539E-4</c:v>
                </c:pt>
                <c:pt idx="8575">
                  <c:v>2.326671413082369E-5</c:v>
                </c:pt>
                <c:pt idx="8576">
                  <c:v>5.172343342126248E-6</c:v>
                </c:pt>
                <c:pt idx="8577">
                  <c:v>1.1684813797209118E-5</c:v>
                </c:pt>
                <c:pt idx="8578">
                  <c:v>1.2199613731143332E-5</c:v>
                </c:pt>
                <c:pt idx="8579">
                  <c:v>3.8738986378499716E-6</c:v>
                </c:pt>
                <c:pt idx="8580">
                  <c:v>1.7541695369594398E-5</c:v>
                </c:pt>
                <c:pt idx="8581">
                  <c:v>2.9374150388699656E-4</c:v>
                </c:pt>
                <c:pt idx="8582">
                  <c:v>1.0336770360626868E-5</c:v>
                </c:pt>
                <c:pt idx="8583">
                  <c:v>1.8891097902499984E-6</c:v>
                </c:pt>
                <c:pt idx="8584">
                  <c:v>3.8376617734564849E-4</c:v>
                </c:pt>
                <c:pt idx="8585">
                  <c:v>4.1906141268023234E-5</c:v>
                </c:pt>
                <c:pt idx="8586">
                  <c:v>2.6838197266780459E-5</c:v>
                </c:pt>
                <c:pt idx="8587">
                  <c:v>1.0311958466999541E-5</c:v>
                </c:pt>
                <c:pt idx="8588">
                  <c:v>2.6768813089201229E-5</c:v>
                </c:pt>
                <c:pt idx="8589">
                  <c:v>6.4532049306281533E-7</c:v>
                </c:pt>
                <c:pt idx="8590">
                  <c:v>3.4444202594236023E-7</c:v>
                </c:pt>
                <c:pt idx="8591">
                  <c:v>1.3366055774555349E-5</c:v>
                </c:pt>
                <c:pt idx="8592">
                  <c:v>8.831874179728797E-6</c:v>
                </c:pt>
                <c:pt idx="8593">
                  <c:v>2.5341347391501818E-6</c:v>
                </c:pt>
                <c:pt idx="8594">
                  <c:v>1.1379580699225863E-5</c:v>
                </c:pt>
                <c:pt idx="8595">
                  <c:v>3.3038789741883662E-6</c:v>
                </c:pt>
                <c:pt idx="8596">
                  <c:v>2.2845629081007009E-3</c:v>
                </c:pt>
                <c:pt idx="8597">
                  <c:v>8.7264044942925029E-6</c:v>
                </c:pt>
                <c:pt idx="8598">
                  <c:v>1.6788509112991178E-5</c:v>
                </c:pt>
                <c:pt idx="8599">
                  <c:v>2.1933438148687401E-5</c:v>
                </c:pt>
                <c:pt idx="8600">
                  <c:v>1.2209567383590793E-4</c:v>
                </c:pt>
                <c:pt idx="8601">
                  <c:v>0</c:v>
                </c:pt>
                <c:pt idx="8602">
                  <c:v>6.6285438748642132E-6</c:v>
                </c:pt>
                <c:pt idx="8603">
                  <c:v>2.0384391154264096E-5</c:v>
                </c:pt>
                <c:pt idx="8604">
                  <c:v>0</c:v>
                </c:pt>
                <c:pt idx="8605">
                  <c:v>9.2956398684832952E-7</c:v>
                </c:pt>
                <c:pt idx="8606">
                  <c:v>4.2873361995834043E-6</c:v>
                </c:pt>
                <c:pt idx="8607">
                  <c:v>1.3905999985488188E-4</c:v>
                </c:pt>
                <c:pt idx="8608">
                  <c:v>3.6625844080904429E-6</c:v>
                </c:pt>
                <c:pt idx="8609">
                  <c:v>1.532238285415928E-4</c:v>
                </c:pt>
                <c:pt idx="8610">
                  <c:v>1.3035960344626171E-4</c:v>
                </c:pt>
                <c:pt idx="8611">
                  <c:v>9.1384116008413326E-6</c:v>
                </c:pt>
                <c:pt idx="8612">
                  <c:v>0</c:v>
                </c:pt>
                <c:pt idx="8613">
                  <c:v>7.7694551071393574E-5</c:v>
                </c:pt>
                <c:pt idx="8614">
                  <c:v>5.424521832498759E-4</c:v>
                </c:pt>
                <c:pt idx="8615">
                  <c:v>2.7050811280190759E-6</c:v>
                </c:pt>
                <c:pt idx="8616">
                  <c:v>2.5879737509698007E-5</c:v>
                </c:pt>
                <c:pt idx="8617">
                  <c:v>1.3036085616221943E-4</c:v>
                </c:pt>
                <c:pt idx="8618">
                  <c:v>1.8014764065523941E-4</c:v>
                </c:pt>
                <c:pt idx="8619">
                  <c:v>3.0830501872398601E-5</c:v>
                </c:pt>
                <c:pt idx="8620">
                  <c:v>2.9818296632856392E-5</c:v>
                </c:pt>
                <c:pt idx="8621">
                  <c:v>1.2913677768287286E-5</c:v>
                </c:pt>
                <c:pt idx="8622">
                  <c:v>0</c:v>
                </c:pt>
                <c:pt idx="8623">
                  <c:v>6.038436497932657E-5</c:v>
                </c:pt>
                <c:pt idx="8624">
                  <c:v>1.6849480837964691E-5</c:v>
                </c:pt>
                <c:pt idx="8625">
                  <c:v>5.076278389747454E-5</c:v>
                </c:pt>
                <c:pt idx="8626">
                  <c:v>2.1690451317337198E-5</c:v>
                </c:pt>
                <c:pt idx="8627">
                  <c:v>1.9110222163336998E-5</c:v>
                </c:pt>
                <c:pt idx="8628">
                  <c:v>2.2979974402295658E-5</c:v>
                </c:pt>
                <c:pt idx="8629">
                  <c:v>1.5215894884611941E-5</c:v>
                </c:pt>
                <c:pt idx="8630">
                  <c:v>5.7776294400906863E-6</c:v>
                </c:pt>
                <c:pt idx="8631">
                  <c:v>9.0666025986214268E-5</c:v>
                </c:pt>
                <c:pt idx="8632">
                  <c:v>1.2392484100949695E-5</c:v>
                </c:pt>
                <c:pt idx="8633">
                  <c:v>2.7566159518422899E-6</c:v>
                </c:pt>
                <c:pt idx="8634">
                  <c:v>2.8856527947637972E-5</c:v>
                </c:pt>
                <c:pt idx="8635">
                  <c:v>1.2288043993474381E-6</c:v>
                </c:pt>
                <c:pt idx="8636">
                  <c:v>1.3340076982097662E-4</c:v>
                </c:pt>
                <c:pt idx="8637">
                  <c:v>3.6379167010508015E-6</c:v>
                </c:pt>
                <c:pt idx="8638">
                  <c:v>2.8566116170869518E-5</c:v>
                </c:pt>
                <c:pt idx="8639">
                  <c:v>7.8741989991017793E-7</c:v>
                </c:pt>
                <c:pt idx="8640">
                  <c:v>3.058208973153908E-5</c:v>
                </c:pt>
                <c:pt idx="8641">
                  <c:v>0</c:v>
                </c:pt>
                <c:pt idx="8642">
                  <c:v>1.0466290863809061E-5</c:v>
                </c:pt>
                <c:pt idx="8643">
                  <c:v>0</c:v>
                </c:pt>
                <c:pt idx="8644">
                  <c:v>4.7968423634025428E-5</c:v>
                </c:pt>
                <c:pt idx="8645">
                  <c:v>4.7623945506810021E-5</c:v>
                </c:pt>
                <c:pt idx="8646">
                  <c:v>3.1521134775500955E-4</c:v>
                </c:pt>
                <c:pt idx="8647">
                  <c:v>2.8032623027502881E-5</c:v>
                </c:pt>
                <c:pt idx="8648">
                  <c:v>7.8199093073245587E-6</c:v>
                </c:pt>
                <c:pt idx="8649">
                  <c:v>4.5466615832794842E-5</c:v>
                </c:pt>
                <c:pt idx="8650">
                  <c:v>5.3845970413181132E-6</c:v>
                </c:pt>
                <c:pt idx="8651">
                  <c:v>4.487223277740453E-6</c:v>
                </c:pt>
                <c:pt idx="8652">
                  <c:v>8.7012957140331186E-3</c:v>
                </c:pt>
                <c:pt idx="8653">
                  <c:v>1.6084546059500826E-5</c:v>
                </c:pt>
                <c:pt idx="8654">
                  <c:v>1.8519721911072771E-5</c:v>
                </c:pt>
                <c:pt idx="8655">
                  <c:v>3.0377160493318422E-3</c:v>
                </c:pt>
                <c:pt idx="8656">
                  <c:v>0</c:v>
                </c:pt>
                <c:pt idx="8657">
                  <c:v>5.9585919292803207E-4</c:v>
                </c:pt>
                <c:pt idx="8658">
                  <c:v>9.8284236936864584E-6</c:v>
                </c:pt>
                <c:pt idx="8659">
                  <c:v>2.0169834079093603E-5</c:v>
                </c:pt>
                <c:pt idx="8660">
                  <c:v>2.4679387031250211E-4</c:v>
                </c:pt>
                <c:pt idx="8661">
                  <c:v>2.0959785246327374E-5</c:v>
                </c:pt>
                <c:pt idx="8662">
                  <c:v>2.6252547082011412E-5</c:v>
                </c:pt>
                <c:pt idx="8663">
                  <c:v>0</c:v>
                </c:pt>
                <c:pt idx="8664">
                  <c:v>3.9537939338953444E-6</c:v>
                </c:pt>
                <c:pt idx="8665">
                  <c:v>2.7206600050581203E-4</c:v>
                </c:pt>
                <c:pt idx="8666">
                  <c:v>1.4360953706422499E-4</c:v>
                </c:pt>
                <c:pt idx="8667">
                  <c:v>7.7568848258438832E-5</c:v>
                </c:pt>
                <c:pt idx="8668">
                  <c:v>3.9965807343457591E-5</c:v>
                </c:pt>
                <c:pt idx="8669">
                  <c:v>1.4820066971788021E-5</c:v>
                </c:pt>
                <c:pt idx="8670">
                  <c:v>1.9994600462923489E-5</c:v>
                </c:pt>
                <c:pt idx="8671">
                  <c:v>0</c:v>
                </c:pt>
                <c:pt idx="8672">
                  <c:v>3.5860212297131639E-6</c:v>
                </c:pt>
                <c:pt idx="8673">
                  <c:v>1.0510211788913428E-4</c:v>
                </c:pt>
                <c:pt idx="8674">
                  <c:v>1.2938223519754643E-5</c:v>
                </c:pt>
                <c:pt idx="8675">
                  <c:v>1.8277643371563562E-5</c:v>
                </c:pt>
                <c:pt idx="8676">
                  <c:v>1.2458187027320841E-7</c:v>
                </c:pt>
                <c:pt idx="8677">
                  <c:v>0</c:v>
                </c:pt>
                <c:pt idx="8678">
                  <c:v>0</c:v>
                </c:pt>
                <c:pt idx="8679">
                  <c:v>0</c:v>
                </c:pt>
                <c:pt idx="8680">
                  <c:v>0</c:v>
                </c:pt>
                <c:pt idx="8681">
                  <c:v>1.5896996000023086E-5</c:v>
                </c:pt>
                <c:pt idx="8682">
                  <c:v>0</c:v>
                </c:pt>
                <c:pt idx="8683">
                  <c:v>0</c:v>
                </c:pt>
                <c:pt idx="8684">
                  <c:v>0</c:v>
                </c:pt>
                <c:pt idx="8685">
                  <c:v>2.9029687045342082E-4</c:v>
                </c:pt>
                <c:pt idx="8686">
                  <c:v>1.7775576713070527E-5</c:v>
                </c:pt>
                <c:pt idx="8687">
                  <c:v>8.9318713462397341E-6</c:v>
                </c:pt>
                <c:pt idx="8688">
                  <c:v>0</c:v>
                </c:pt>
                <c:pt idx="8689">
                  <c:v>0</c:v>
                </c:pt>
                <c:pt idx="8690">
                  <c:v>1.3238433942978329E-7</c:v>
                </c:pt>
                <c:pt idx="8691">
                  <c:v>0</c:v>
                </c:pt>
                <c:pt idx="8692">
                  <c:v>0</c:v>
                </c:pt>
                <c:pt idx="8693">
                  <c:v>2.6638903239394288E-5</c:v>
                </c:pt>
                <c:pt idx="8694">
                  <c:v>9.8489502839701855E-5</c:v>
                </c:pt>
                <c:pt idx="8695">
                  <c:v>0</c:v>
                </c:pt>
                <c:pt idx="8696">
                  <c:v>0</c:v>
                </c:pt>
                <c:pt idx="8697">
                  <c:v>0</c:v>
                </c:pt>
                <c:pt idx="8698">
                  <c:v>2.8123126311148776E-7</c:v>
                </c:pt>
                <c:pt idx="8699">
                  <c:v>0</c:v>
                </c:pt>
                <c:pt idx="8700">
                  <c:v>0</c:v>
                </c:pt>
                <c:pt idx="8701">
                  <c:v>4.3479146330419742E-6</c:v>
                </c:pt>
                <c:pt idx="8702">
                  <c:v>0</c:v>
                </c:pt>
                <c:pt idx="8703">
                  <c:v>0</c:v>
                </c:pt>
                <c:pt idx="8704">
                  <c:v>0</c:v>
                </c:pt>
                <c:pt idx="8705">
                  <c:v>0</c:v>
                </c:pt>
                <c:pt idx="8706">
                  <c:v>2.6690894292950694E-4</c:v>
                </c:pt>
                <c:pt idx="8707">
                  <c:v>3.0282740805089915E-5</c:v>
                </c:pt>
                <c:pt idx="8708">
                  <c:v>5.7792725382097025E-5</c:v>
                </c:pt>
                <c:pt idx="8709">
                  <c:v>8.3471436457542641E-6</c:v>
                </c:pt>
                <c:pt idx="8710">
                  <c:v>7.5059779095450833E-5</c:v>
                </c:pt>
                <c:pt idx="8711">
                  <c:v>0</c:v>
                </c:pt>
                <c:pt idx="8712">
                  <c:v>0</c:v>
                </c:pt>
                <c:pt idx="8713">
                  <c:v>0</c:v>
                </c:pt>
                <c:pt idx="8714">
                  <c:v>0</c:v>
                </c:pt>
                <c:pt idx="8715">
                  <c:v>6.2224732216653404E-5</c:v>
                </c:pt>
                <c:pt idx="8716">
                  <c:v>3.5862475270032448E-6</c:v>
                </c:pt>
                <c:pt idx="8717">
                  <c:v>1.7176785738652565E-5</c:v>
                </c:pt>
                <c:pt idx="8718">
                  <c:v>0</c:v>
                </c:pt>
                <c:pt idx="8719">
                  <c:v>0</c:v>
                </c:pt>
                <c:pt idx="8720">
                  <c:v>0</c:v>
                </c:pt>
                <c:pt idx="8721">
                  <c:v>2.0882809576786741E-5</c:v>
                </c:pt>
                <c:pt idx="8722">
                  <c:v>1.5687093955857387E-5</c:v>
                </c:pt>
                <c:pt idx="8723">
                  <c:v>2.3893870161180635E-5</c:v>
                </c:pt>
                <c:pt idx="8724">
                  <c:v>3.1414779711083362E-7</c:v>
                </c:pt>
                <c:pt idx="8725">
                  <c:v>1.5943006479007071E-3</c:v>
                </c:pt>
                <c:pt idx="8726">
                  <c:v>1.4220989463085626E-5</c:v>
                </c:pt>
                <c:pt idx="8727">
                  <c:v>0</c:v>
                </c:pt>
                <c:pt idx="8728">
                  <c:v>2.2865519881270204E-6</c:v>
                </c:pt>
                <c:pt idx="8729">
                  <c:v>1.2157594600441033E-5</c:v>
                </c:pt>
                <c:pt idx="8730">
                  <c:v>2.1700484557603412E-5</c:v>
                </c:pt>
                <c:pt idx="8731">
                  <c:v>8.0232767712478567E-6</c:v>
                </c:pt>
                <c:pt idx="8732">
                  <c:v>1.2972906285372746E-5</c:v>
                </c:pt>
                <c:pt idx="8733">
                  <c:v>0</c:v>
                </c:pt>
                <c:pt idx="8734">
                  <c:v>5.9845755784368814E-6</c:v>
                </c:pt>
                <c:pt idx="8735">
                  <c:v>9.6026672482231036E-6</c:v>
                </c:pt>
                <c:pt idx="8736">
                  <c:v>0</c:v>
                </c:pt>
                <c:pt idx="8737">
                  <c:v>0</c:v>
                </c:pt>
                <c:pt idx="8738">
                  <c:v>0</c:v>
                </c:pt>
                <c:pt idx="8739">
                  <c:v>0</c:v>
                </c:pt>
                <c:pt idx="8740">
                  <c:v>2.7202700611710909E-4</c:v>
                </c:pt>
                <c:pt idx="8741">
                  <c:v>7.9954368153889973E-6</c:v>
                </c:pt>
                <c:pt idx="8742">
                  <c:v>2.9079078475121677E-6</c:v>
                </c:pt>
                <c:pt idx="8743">
                  <c:v>0</c:v>
                </c:pt>
                <c:pt idx="8744">
                  <c:v>1.5993943789404441E-5</c:v>
                </c:pt>
                <c:pt idx="8745">
                  <c:v>0</c:v>
                </c:pt>
                <c:pt idx="8746">
                  <c:v>0</c:v>
                </c:pt>
                <c:pt idx="8747">
                  <c:v>0</c:v>
                </c:pt>
                <c:pt idx="8748">
                  <c:v>5.2737625881139098E-5</c:v>
                </c:pt>
                <c:pt idx="8749">
                  <c:v>9.0036790177175228E-6</c:v>
                </c:pt>
                <c:pt idx="8750">
                  <c:v>2.6406672969970564E-6</c:v>
                </c:pt>
                <c:pt idx="8751">
                  <c:v>1.083121228459427E-5</c:v>
                </c:pt>
                <c:pt idx="8752">
                  <c:v>7.1183087317120588E-5</c:v>
                </c:pt>
                <c:pt idx="8753">
                  <c:v>1.5055237950610995E-5</c:v>
                </c:pt>
                <c:pt idx="8754">
                  <c:v>4.8789973981043587E-5</c:v>
                </c:pt>
                <c:pt idx="8755">
                  <c:v>2.3235391348773209E-5</c:v>
                </c:pt>
                <c:pt idx="8756">
                  <c:v>6.6918263823119247E-5</c:v>
                </c:pt>
                <c:pt idx="8757">
                  <c:v>0</c:v>
                </c:pt>
                <c:pt idx="8758">
                  <c:v>0</c:v>
                </c:pt>
                <c:pt idx="8759">
                  <c:v>0</c:v>
                </c:pt>
                <c:pt idx="8760">
                  <c:v>0</c:v>
                </c:pt>
                <c:pt idx="8761">
                  <c:v>0</c:v>
                </c:pt>
                <c:pt idx="8762">
                  <c:v>2.6951242031936549E-5</c:v>
                </c:pt>
                <c:pt idx="8763">
                  <c:v>2.0897661670175006E-4</c:v>
                </c:pt>
                <c:pt idx="8764">
                  <c:v>1.1956460370713243E-5</c:v>
                </c:pt>
                <c:pt idx="8765">
                  <c:v>1.9637460345070987E-3</c:v>
                </c:pt>
                <c:pt idx="8766">
                  <c:v>2.9004331314889757E-5</c:v>
                </c:pt>
                <c:pt idx="8767">
                  <c:v>0</c:v>
                </c:pt>
                <c:pt idx="8768">
                  <c:v>2.3864894922062017E-5</c:v>
                </c:pt>
                <c:pt idx="8769">
                  <c:v>2.1314768707574258E-6</c:v>
                </c:pt>
                <c:pt idx="8770">
                  <c:v>1.7529218833958293E-5</c:v>
                </c:pt>
                <c:pt idx="8771">
                  <c:v>1.1420522959688693E-4</c:v>
                </c:pt>
                <c:pt idx="8772">
                  <c:v>3.3705290879936267E-6</c:v>
                </c:pt>
                <c:pt idx="8773">
                  <c:v>1.518050877889345E-5</c:v>
                </c:pt>
                <c:pt idx="8774">
                  <c:v>8.290975693689925E-6</c:v>
                </c:pt>
                <c:pt idx="8775">
                  <c:v>0</c:v>
                </c:pt>
                <c:pt idx="8776">
                  <c:v>0</c:v>
                </c:pt>
                <c:pt idx="8777">
                  <c:v>2.7614592896871366E-5</c:v>
                </c:pt>
                <c:pt idx="8778">
                  <c:v>0</c:v>
                </c:pt>
                <c:pt idx="8779">
                  <c:v>2.3327609324067004E-5</c:v>
                </c:pt>
                <c:pt idx="8780">
                  <c:v>6.6332474960503485E-7</c:v>
                </c:pt>
                <c:pt idx="8781">
                  <c:v>1.7657711405705094E-5</c:v>
                </c:pt>
                <c:pt idx="8782">
                  <c:v>1.5769507052259938E-5</c:v>
                </c:pt>
                <c:pt idx="8783">
                  <c:v>1.4066459569096063E-5</c:v>
                </c:pt>
                <c:pt idx="8784">
                  <c:v>8.6807354514801759E-7</c:v>
                </c:pt>
                <c:pt idx="8785">
                  <c:v>0</c:v>
                </c:pt>
                <c:pt idx="8786">
                  <c:v>0</c:v>
                </c:pt>
                <c:pt idx="8787">
                  <c:v>7.8524432840244524E-6</c:v>
                </c:pt>
                <c:pt idx="8788">
                  <c:v>2.8261543207224684E-5</c:v>
                </c:pt>
                <c:pt idx="8789">
                  <c:v>1.3271184456598553E-7</c:v>
                </c:pt>
                <c:pt idx="8790">
                  <c:v>0</c:v>
                </c:pt>
                <c:pt idx="8791">
                  <c:v>1.7398898822604959E-5</c:v>
                </c:pt>
                <c:pt idx="8792">
                  <c:v>2.4317226732827251E-6</c:v>
                </c:pt>
                <c:pt idx="8793">
                  <c:v>1.1822589584056592E-5</c:v>
                </c:pt>
                <c:pt idx="8794">
                  <c:v>0</c:v>
                </c:pt>
                <c:pt idx="8795">
                  <c:v>1.3558186453842033E-4</c:v>
                </c:pt>
                <c:pt idx="8796">
                  <c:v>2.556424382155549E-5</c:v>
                </c:pt>
                <c:pt idx="8797">
                  <c:v>0</c:v>
                </c:pt>
                <c:pt idx="8798">
                  <c:v>1.6456197289619042E-5</c:v>
                </c:pt>
                <c:pt idx="8799">
                  <c:v>3.3037780822187115E-5</c:v>
                </c:pt>
                <c:pt idx="8800">
                  <c:v>0</c:v>
                </c:pt>
                <c:pt idx="8801">
                  <c:v>6.6634993895448987E-5</c:v>
                </c:pt>
                <c:pt idx="8802">
                  <c:v>0</c:v>
                </c:pt>
                <c:pt idx="8803">
                  <c:v>0</c:v>
                </c:pt>
                <c:pt idx="8804">
                  <c:v>0</c:v>
                </c:pt>
                <c:pt idx="8805">
                  <c:v>1.036131237524648E-5</c:v>
                </c:pt>
                <c:pt idx="8806">
                  <c:v>0</c:v>
                </c:pt>
                <c:pt idx="8807">
                  <c:v>4.7617836265150007E-6</c:v>
                </c:pt>
                <c:pt idx="8808">
                  <c:v>1.0710711935739361E-5</c:v>
                </c:pt>
                <c:pt idx="8809">
                  <c:v>2.5981522991971459E-6</c:v>
                </c:pt>
                <c:pt idx="8810">
                  <c:v>1.458283445996084E-5</c:v>
                </c:pt>
                <c:pt idx="8811">
                  <c:v>1.7558005302131642E-5</c:v>
                </c:pt>
                <c:pt idx="8812">
                  <c:v>1.6930517479362432E-6</c:v>
                </c:pt>
                <c:pt idx="8813">
                  <c:v>0</c:v>
                </c:pt>
                <c:pt idx="8814">
                  <c:v>0</c:v>
                </c:pt>
                <c:pt idx="8815">
                  <c:v>6.3275403182278814E-6</c:v>
                </c:pt>
                <c:pt idx="8816">
                  <c:v>0</c:v>
                </c:pt>
                <c:pt idx="8817">
                  <c:v>3.4666519952818211E-5</c:v>
                </c:pt>
                <c:pt idx="8818">
                  <c:v>5.2410309524002552E-6</c:v>
                </c:pt>
                <c:pt idx="8819">
                  <c:v>0</c:v>
                </c:pt>
                <c:pt idx="8820">
                  <c:v>0</c:v>
                </c:pt>
                <c:pt idx="8821">
                  <c:v>5.9664990887579898E-5</c:v>
                </c:pt>
                <c:pt idx="8822">
                  <c:v>0</c:v>
                </c:pt>
                <c:pt idx="8823">
                  <c:v>2.272628567919239E-3</c:v>
                </c:pt>
                <c:pt idx="8824">
                  <c:v>0</c:v>
                </c:pt>
                <c:pt idx="8825">
                  <c:v>0</c:v>
                </c:pt>
                <c:pt idx="8826">
                  <c:v>9.2041973580649842E-7</c:v>
                </c:pt>
                <c:pt idx="8827">
                  <c:v>2.5679191303283317E-6</c:v>
                </c:pt>
                <c:pt idx="8828">
                  <c:v>0</c:v>
                </c:pt>
                <c:pt idx="8829">
                  <c:v>0</c:v>
                </c:pt>
                <c:pt idx="8830">
                  <c:v>1.7659248983435321E-5</c:v>
                </c:pt>
                <c:pt idx="8831">
                  <c:v>0</c:v>
                </c:pt>
                <c:pt idx="8832">
                  <c:v>0</c:v>
                </c:pt>
                <c:pt idx="8833">
                  <c:v>0</c:v>
                </c:pt>
                <c:pt idx="8834">
                  <c:v>6.6759931459104674E-4</c:v>
                </c:pt>
                <c:pt idx="8835">
                  <c:v>0</c:v>
                </c:pt>
                <c:pt idx="8836">
                  <c:v>1.1880336224120685E-6</c:v>
                </c:pt>
                <c:pt idx="8837">
                  <c:v>2.4754404941351833E-6</c:v>
                </c:pt>
                <c:pt idx="8838">
                  <c:v>0</c:v>
                </c:pt>
                <c:pt idx="8839">
                  <c:v>0</c:v>
                </c:pt>
                <c:pt idx="8840">
                  <c:v>4.8270265714694956E-6</c:v>
                </c:pt>
                <c:pt idx="8841">
                  <c:v>0</c:v>
                </c:pt>
                <c:pt idx="8842">
                  <c:v>1.5105962253779735E-4</c:v>
                </c:pt>
                <c:pt idx="8843">
                  <c:v>0</c:v>
                </c:pt>
                <c:pt idx="8844">
                  <c:v>0</c:v>
                </c:pt>
                <c:pt idx="8845">
                  <c:v>7.170645518941991E-6</c:v>
                </c:pt>
                <c:pt idx="8846">
                  <c:v>2.7035993322487646E-6</c:v>
                </c:pt>
                <c:pt idx="8847">
                  <c:v>0</c:v>
                </c:pt>
                <c:pt idx="8848">
                  <c:v>1.8132756259829101E-5</c:v>
                </c:pt>
                <c:pt idx="8849">
                  <c:v>0</c:v>
                </c:pt>
                <c:pt idx="8850">
                  <c:v>7.7179523136024155E-6</c:v>
                </c:pt>
                <c:pt idx="8851">
                  <c:v>0</c:v>
                </c:pt>
                <c:pt idx="8852">
                  <c:v>6.189855215817182E-4</c:v>
                </c:pt>
                <c:pt idx="8853">
                  <c:v>0</c:v>
                </c:pt>
                <c:pt idx="8854">
                  <c:v>4.3240660939949587E-5</c:v>
                </c:pt>
                <c:pt idx="8855">
                  <c:v>0</c:v>
                </c:pt>
                <c:pt idx="8856">
                  <c:v>0</c:v>
                </c:pt>
                <c:pt idx="8857">
                  <c:v>1.1408989298304084E-5</c:v>
                </c:pt>
                <c:pt idx="8858">
                  <c:v>0</c:v>
                </c:pt>
                <c:pt idx="8859">
                  <c:v>0</c:v>
                </c:pt>
                <c:pt idx="8860">
                  <c:v>9.4711580877441005E-5</c:v>
                </c:pt>
                <c:pt idx="8861">
                  <c:v>8.3571418565193068E-6</c:v>
                </c:pt>
                <c:pt idx="8862">
                  <c:v>1.450228025883542E-5</c:v>
                </c:pt>
                <c:pt idx="8863">
                  <c:v>1.3582507141064737E-5</c:v>
                </c:pt>
                <c:pt idx="8864">
                  <c:v>0</c:v>
                </c:pt>
                <c:pt idx="8865">
                  <c:v>2.2812305170358382E-3</c:v>
                </c:pt>
                <c:pt idx="8866">
                  <c:v>0</c:v>
                </c:pt>
                <c:pt idx="8867">
                  <c:v>0</c:v>
                </c:pt>
                <c:pt idx="8868">
                  <c:v>0</c:v>
                </c:pt>
                <c:pt idx="8869">
                  <c:v>5.1137766073324614E-4</c:v>
                </c:pt>
                <c:pt idx="8870">
                  <c:v>0</c:v>
                </c:pt>
                <c:pt idx="8871">
                  <c:v>8.0434993876579563E-6</c:v>
                </c:pt>
                <c:pt idx="8872">
                  <c:v>0</c:v>
                </c:pt>
                <c:pt idx="8873">
                  <c:v>0</c:v>
                </c:pt>
                <c:pt idx="8874">
                  <c:v>5.707261234579347E-6</c:v>
                </c:pt>
                <c:pt idx="8875">
                  <c:v>1.1591822586732967E-5</c:v>
                </c:pt>
                <c:pt idx="8876">
                  <c:v>0</c:v>
                </c:pt>
                <c:pt idx="8877">
                  <c:v>3.6560485196822776E-6</c:v>
                </c:pt>
                <c:pt idx="8878">
                  <c:v>1.0950296106940916E-5</c:v>
                </c:pt>
                <c:pt idx="8879">
                  <c:v>2.1224106972334811E-5</c:v>
                </c:pt>
                <c:pt idx="8880">
                  <c:v>4.9251284409425576E-5</c:v>
                </c:pt>
                <c:pt idx="8881">
                  <c:v>1.20772991178585E-4</c:v>
                </c:pt>
                <c:pt idx="8882">
                  <c:v>1.2560046821243739E-5</c:v>
                </c:pt>
                <c:pt idx="8883">
                  <c:v>2.0857878237608698E-6</c:v>
                </c:pt>
                <c:pt idx="8884">
                  <c:v>0</c:v>
                </c:pt>
                <c:pt idx="8885">
                  <c:v>0</c:v>
                </c:pt>
                <c:pt idx="8886">
                  <c:v>2.710345670868692E-6</c:v>
                </c:pt>
                <c:pt idx="8887">
                  <c:v>0</c:v>
                </c:pt>
                <c:pt idx="8888">
                  <c:v>0</c:v>
                </c:pt>
                <c:pt idx="8889">
                  <c:v>0</c:v>
                </c:pt>
                <c:pt idx="8890">
                  <c:v>0</c:v>
                </c:pt>
                <c:pt idx="8891">
                  <c:v>0</c:v>
                </c:pt>
                <c:pt idx="8892">
                  <c:v>0</c:v>
                </c:pt>
                <c:pt idx="8893">
                  <c:v>2.1048861061485659E-6</c:v>
                </c:pt>
                <c:pt idx="8894">
                  <c:v>0</c:v>
                </c:pt>
                <c:pt idx="8895">
                  <c:v>0</c:v>
                </c:pt>
                <c:pt idx="8896">
                  <c:v>0</c:v>
                </c:pt>
                <c:pt idx="8897">
                  <c:v>0</c:v>
                </c:pt>
                <c:pt idx="8898">
                  <c:v>0</c:v>
                </c:pt>
                <c:pt idx="8899">
                  <c:v>0</c:v>
                </c:pt>
                <c:pt idx="8900">
                  <c:v>0</c:v>
                </c:pt>
                <c:pt idx="8901">
                  <c:v>1.4414514469777806E-7</c:v>
                </c:pt>
                <c:pt idx="8902">
                  <c:v>0</c:v>
                </c:pt>
                <c:pt idx="8903">
                  <c:v>0</c:v>
                </c:pt>
                <c:pt idx="8904">
                  <c:v>0</c:v>
                </c:pt>
                <c:pt idx="8905">
                  <c:v>0</c:v>
                </c:pt>
                <c:pt idx="8906">
                  <c:v>0</c:v>
                </c:pt>
                <c:pt idx="8907">
                  <c:v>1.0788557709114189E-6</c:v>
                </c:pt>
                <c:pt idx="8908">
                  <c:v>6.5269420675031939E-6</c:v>
                </c:pt>
                <c:pt idx="8909">
                  <c:v>0</c:v>
                </c:pt>
                <c:pt idx="8910">
                  <c:v>2.8442561233118989E-6</c:v>
                </c:pt>
                <c:pt idx="8911">
                  <c:v>0</c:v>
                </c:pt>
                <c:pt idx="8912">
                  <c:v>0</c:v>
                </c:pt>
                <c:pt idx="8913">
                  <c:v>0</c:v>
                </c:pt>
                <c:pt idx="8914">
                  <c:v>0</c:v>
                </c:pt>
                <c:pt idx="8915">
                  <c:v>4.0987096973490481E-7</c:v>
                </c:pt>
                <c:pt idx="8916">
                  <c:v>1.5156184207672604E-5</c:v>
                </c:pt>
                <c:pt idx="8917">
                  <c:v>4.7349504355160534E-6</c:v>
                </c:pt>
                <c:pt idx="8918">
                  <c:v>0</c:v>
                </c:pt>
                <c:pt idx="8919">
                  <c:v>0</c:v>
                </c:pt>
                <c:pt idx="8920">
                  <c:v>0</c:v>
                </c:pt>
                <c:pt idx="8921">
                  <c:v>0</c:v>
                </c:pt>
                <c:pt idx="8922">
                  <c:v>0</c:v>
                </c:pt>
                <c:pt idx="8923">
                  <c:v>3.3583821329456516E-6</c:v>
                </c:pt>
                <c:pt idx="8924">
                  <c:v>5.0735379496915161E-6</c:v>
                </c:pt>
                <c:pt idx="8925">
                  <c:v>0</c:v>
                </c:pt>
                <c:pt idx="8926">
                  <c:v>0</c:v>
                </c:pt>
                <c:pt idx="8927">
                  <c:v>0</c:v>
                </c:pt>
                <c:pt idx="8928">
                  <c:v>0</c:v>
                </c:pt>
                <c:pt idx="8929">
                  <c:v>0</c:v>
                </c:pt>
                <c:pt idx="8930">
                  <c:v>0</c:v>
                </c:pt>
                <c:pt idx="8931">
                  <c:v>0</c:v>
                </c:pt>
                <c:pt idx="8932">
                  <c:v>4.0457214065710772E-6</c:v>
                </c:pt>
                <c:pt idx="8933">
                  <c:v>2.4880172848056523E-7</c:v>
                </c:pt>
                <c:pt idx="8934">
                  <c:v>0</c:v>
                </c:pt>
                <c:pt idx="8935">
                  <c:v>0</c:v>
                </c:pt>
                <c:pt idx="8936">
                  <c:v>0</c:v>
                </c:pt>
                <c:pt idx="8937">
                  <c:v>1.2946006289959016E-5</c:v>
                </c:pt>
                <c:pt idx="8938">
                  <c:v>1.8679555491025657E-5</c:v>
                </c:pt>
                <c:pt idx="8939">
                  <c:v>0</c:v>
                </c:pt>
                <c:pt idx="8940">
                  <c:v>0</c:v>
                </c:pt>
                <c:pt idx="8941">
                  <c:v>9.9016043507068694E-6</c:v>
                </c:pt>
                <c:pt idx="8942">
                  <c:v>1.5731388540305394E-5</c:v>
                </c:pt>
                <c:pt idx="8943">
                  <c:v>0</c:v>
                </c:pt>
                <c:pt idx="8944">
                  <c:v>0</c:v>
                </c:pt>
                <c:pt idx="8945">
                  <c:v>0</c:v>
                </c:pt>
                <c:pt idx="8946">
                  <c:v>7.0741312697032404E-5</c:v>
                </c:pt>
                <c:pt idx="8947">
                  <c:v>0</c:v>
                </c:pt>
                <c:pt idx="8948">
                  <c:v>0</c:v>
                </c:pt>
                <c:pt idx="8949">
                  <c:v>4.8813259085177433E-5</c:v>
                </c:pt>
                <c:pt idx="8950">
                  <c:v>7.9153848192801564E-5</c:v>
                </c:pt>
                <c:pt idx="8951">
                  <c:v>0</c:v>
                </c:pt>
                <c:pt idx="8952">
                  <c:v>7.3809005559077149E-7</c:v>
                </c:pt>
                <c:pt idx="8953">
                  <c:v>1.1591501273980579E-6</c:v>
                </c:pt>
                <c:pt idx="8954">
                  <c:v>2.9885626920620752E-5</c:v>
                </c:pt>
                <c:pt idx="8955">
                  <c:v>0</c:v>
                </c:pt>
                <c:pt idx="8956">
                  <c:v>0</c:v>
                </c:pt>
                <c:pt idx="8957">
                  <c:v>6.618872147848678E-6</c:v>
                </c:pt>
                <c:pt idx="8958">
                  <c:v>0</c:v>
                </c:pt>
                <c:pt idx="8959">
                  <c:v>0</c:v>
                </c:pt>
                <c:pt idx="8960">
                  <c:v>0</c:v>
                </c:pt>
                <c:pt idx="8961">
                  <c:v>0</c:v>
                </c:pt>
                <c:pt idx="8962">
                  <c:v>0</c:v>
                </c:pt>
                <c:pt idx="8963">
                  <c:v>0</c:v>
                </c:pt>
                <c:pt idx="8964">
                  <c:v>3.8546386886773328E-7</c:v>
                </c:pt>
                <c:pt idx="8965">
                  <c:v>0</c:v>
                </c:pt>
                <c:pt idx="8966">
                  <c:v>0</c:v>
                </c:pt>
                <c:pt idx="8967">
                  <c:v>0</c:v>
                </c:pt>
                <c:pt idx="8968">
                  <c:v>1.0333994561307209E-5</c:v>
                </c:pt>
                <c:pt idx="8969">
                  <c:v>5.945558612491438E-6</c:v>
                </c:pt>
                <c:pt idx="8970">
                  <c:v>0</c:v>
                </c:pt>
                <c:pt idx="8971">
                  <c:v>0</c:v>
                </c:pt>
                <c:pt idx="8972">
                  <c:v>0</c:v>
                </c:pt>
                <c:pt idx="8973">
                  <c:v>0</c:v>
                </c:pt>
                <c:pt idx="8974">
                  <c:v>1.5336509128092537E-4</c:v>
                </c:pt>
                <c:pt idx="8975">
                  <c:v>0</c:v>
                </c:pt>
                <c:pt idx="8976">
                  <c:v>0</c:v>
                </c:pt>
                <c:pt idx="8977">
                  <c:v>0</c:v>
                </c:pt>
                <c:pt idx="8978">
                  <c:v>1.2928140731884378E-6</c:v>
                </c:pt>
                <c:pt idx="8979">
                  <c:v>0</c:v>
                </c:pt>
                <c:pt idx="8980">
                  <c:v>0</c:v>
                </c:pt>
                <c:pt idx="8981">
                  <c:v>0</c:v>
                </c:pt>
                <c:pt idx="8982">
                  <c:v>0</c:v>
                </c:pt>
                <c:pt idx="8983">
                  <c:v>0</c:v>
                </c:pt>
                <c:pt idx="8984">
                  <c:v>0</c:v>
                </c:pt>
                <c:pt idx="8985">
                  <c:v>0</c:v>
                </c:pt>
                <c:pt idx="8986">
                  <c:v>0</c:v>
                </c:pt>
                <c:pt idx="8987">
                  <c:v>0</c:v>
                </c:pt>
                <c:pt idx="8988">
                  <c:v>1.6539286708245484E-6</c:v>
                </c:pt>
                <c:pt idx="8989">
                  <c:v>0</c:v>
                </c:pt>
                <c:pt idx="8990">
                  <c:v>0</c:v>
                </c:pt>
                <c:pt idx="8991">
                  <c:v>1.0412310837187981E-4</c:v>
                </c:pt>
                <c:pt idx="8992">
                  <c:v>0</c:v>
                </c:pt>
                <c:pt idx="8993">
                  <c:v>0</c:v>
                </c:pt>
                <c:pt idx="8994">
                  <c:v>0</c:v>
                </c:pt>
                <c:pt idx="8995">
                  <c:v>5.8093991607974952E-6</c:v>
                </c:pt>
                <c:pt idx="8996">
                  <c:v>0</c:v>
                </c:pt>
                <c:pt idx="8997">
                  <c:v>3.3351061971303063E-6</c:v>
                </c:pt>
                <c:pt idx="8998">
                  <c:v>0</c:v>
                </c:pt>
                <c:pt idx="8999">
                  <c:v>0</c:v>
                </c:pt>
                <c:pt idx="9000">
                  <c:v>0</c:v>
                </c:pt>
                <c:pt idx="9001">
                  <c:v>0</c:v>
                </c:pt>
                <c:pt idx="9002">
                  <c:v>1.4634486200386474E-5</c:v>
                </c:pt>
                <c:pt idx="9003">
                  <c:v>0</c:v>
                </c:pt>
                <c:pt idx="9004">
                  <c:v>0</c:v>
                </c:pt>
                <c:pt idx="9005">
                  <c:v>0</c:v>
                </c:pt>
                <c:pt idx="9006">
                  <c:v>3.0648310879769302E-6</c:v>
                </c:pt>
                <c:pt idx="9007">
                  <c:v>0</c:v>
                </c:pt>
                <c:pt idx="9008">
                  <c:v>0</c:v>
                </c:pt>
                <c:pt idx="9009">
                  <c:v>1.9325157213924786E-5</c:v>
                </c:pt>
                <c:pt idx="9010">
                  <c:v>0</c:v>
                </c:pt>
                <c:pt idx="9011">
                  <c:v>0</c:v>
                </c:pt>
                <c:pt idx="9012">
                  <c:v>2.9534714861759862E-6</c:v>
                </c:pt>
                <c:pt idx="9013">
                  <c:v>6.3485107483121829E-5</c:v>
                </c:pt>
                <c:pt idx="9014">
                  <c:v>1.5883055030378078E-5</c:v>
                </c:pt>
                <c:pt idx="9015">
                  <c:v>7.4280138395312842E-6</c:v>
                </c:pt>
                <c:pt idx="9016">
                  <c:v>3.1086266198052411E-6</c:v>
                </c:pt>
                <c:pt idx="9017">
                  <c:v>1.9702453345576985E-6</c:v>
                </c:pt>
                <c:pt idx="9018">
                  <c:v>1.1032913567931679E-3</c:v>
                </c:pt>
                <c:pt idx="9019">
                  <c:v>8.0950569626231914E-5</c:v>
                </c:pt>
                <c:pt idx="9020">
                  <c:v>3.3090633264547392E-5</c:v>
                </c:pt>
                <c:pt idx="9021">
                  <c:v>7.7636861307919669E-7</c:v>
                </c:pt>
                <c:pt idx="9022">
                  <c:v>1.0963313086306561E-4</c:v>
                </c:pt>
                <c:pt idx="9023">
                  <c:v>2.1800076933486011E-5</c:v>
                </c:pt>
                <c:pt idx="9024">
                  <c:v>5.4174298804612211E-5</c:v>
                </c:pt>
                <c:pt idx="9025">
                  <c:v>1.4114077849435366E-4</c:v>
                </c:pt>
                <c:pt idx="9026">
                  <c:v>4.558222517277709E-5</c:v>
                </c:pt>
                <c:pt idx="9027">
                  <c:v>9.5559457268074768E-6</c:v>
                </c:pt>
                <c:pt idx="9028">
                  <c:v>1.6341516714219167E-5</c:v>
                </c:pt>
                <c:pt idx="9029">
                  <c:v>1.9840546040146644E-5</c:v>
                </c:pt>
                <c:pt idx="9030">
                  <c:v>3.1456870197355933E-6</c:v>
                </c:pt>
                <c:pt idx="9031">
                  <c:v>2.6440162809202244E-6</c:v>
                </c:pt>
                <c:pt idx="9032">
                  <c:v>3.4947422151859205E-4</c:v>
                </c:pt>
                <c:pt idx="9033">
                  <c:v>1.3158007299433636E-6</c:v>
                </c:pt>
                <c:pt idx="9034">
                  <c:v>1.081714246584074E-5</c:v>
                </c:pt>
                <c:pt idx="9035">
                  <c:v>3.2553892922062453E-5</c:v>
                </c:pt>
                <c:pt idx="9036">
                  <c:v>0</c:v>
                </c:pt>
                <c:pt idx="9037">
                  <c:v>3.1503027276791123E-5</c:v>
                </c:pt>
                <c:pt idx="9038">
                  <c:v>4.3940887624627533E-6</c:v>
                </c:pt>
                <c:pt idx="9039">
                  <c:v>1.0298754392853803E-5</c:v>
                </c:pt>
                <c:pt idx="9040">
                  <c:v>5.2668918373999023E-6</c:v>
                </c:pt>
                <c:pt idx="9041">
                  <c:v>7.5156779996350762E-5</c:v>
                </c:pt>
                <c:pt idx="9042">
                  <c:v>2.065901579283625E-5</c:v>
                </c:pt>
                <c:pt idx="9043">
                  <c:v>5.0797162649352247E-6</c:v>
                </c:pt>
                <c:pt idx="9044">
                  <c:v>4.6466043097300534E-5</c:v>
                </c:pt>
                <c:pt idx="9045">
                  <c:v>4.5266486553067987E-6</c:v>
                </c:pt>
                <c:pt idx="9046">
                  <c:v>0</c:v>
                </c:pt>
                <c:pt idx="9047">
                  <c:v>2.6210377195615221E-5</c:v>
                </c:pt>
                <c:pt idx="9048">
                  <c:v>1.780835703634967E-5</c:v>
                </c:pt>
                <c:pt idx="9049">
                  <c:v>6.23919249560728E-5</c:v>
                </c:pt>
                <c:pt idx="9050">
                  <c:v>1.2143938574441439E-5</c:v>
                </c:pt>
                <c:pt idx="9051">
                  <c:v>5.0495766889702441E-5</c:v>
                </c:pt>
                <c:pt idx="9052">
                  <c:v>3.7214663974746085E-6</c:v>
                </c:pt>
                <c:pt idx="9053">
                  <c:v>0</c:v>
                </c:pt>
                <c:pt idx="9054">
                  <c:v>6.6654738285637529E-5</c:v>
                </c:pt>
                <c:pt idx="9055">
                  <c:v>0</c:v>
                </c:pt>
                <c:pt idx="9056">
                  <c:v>1.2838704593853119E-5</c:v>
                </c:pt>
                <c:pt idx="9057">
                  <c:v>0</c:v>
                </c:pt>
                <c:pt idx="9058">
                  <c:v>5.2400027460546932E-6</c:v>
                </c:pt>
                <c:pt idx="9059">
                  <c:v>0</c:v>
                </c:pt>
                <c:pt idx="9060">
                  <c:v>0</c:v>
                </c:pt>
                <c:pt idx="9061">
                  <c:v>2.3931885556582408E-5</c:v>
                </c:pt>
                <c:pt idx="9062">
                  <c:v>4.6490558144272139E-6</c:v>
                </c:pt>
                <c:pt idx="9063">
                  <c:v>1.7550744031535899E-6</c:v>
                </c:pt>
                <c:pt idx="9064">
                  <c:v>3.2131809554710817E-6</c:v>
                </c:pt>
                <c:pt idx="9065">
                  <c:v>2.1625668032825037E-7</c:v>
                </c:pt>
                <c:pt idx="9066">
                  <c:v>1.1393018294451705E-4</c:v>
                </c:pt>
                <c:pt idx="9067">
                  <c:v>4.8933103385576034E-5</c:v>
                </c:pt>
                <c:pt idx="9068">
                  <c:v>1.8765985318362778E-6</c:v>
                </c:pt>
                <c:pt idx="9069">
                  <c:v>7.7696855261776598E-6</c:v>
                </c:pt>
                <c:pt idx="9070">
                  <c:v>3.9229122656007496E-5</c:v>
                </c:pt>
                <c:pt idx="9071">
                  <c:v>4.6753084519490146E-5</c:v>
                </c:pt>
                <c:pt idx="9072">
                  <c:v>1.5762613731759249E-6</c:v>
                </c:pt>
                <c:pt idx="9073">
                  <c:v>1.3418897441180981E-6</c:v>
                </c:pt>
                <c:pt idx="9074">
                  <c:v>1.5244236782076562E-6</c:v>
                </c:pt>
                <c:pt idx="9075">
                  <c:v>4.059475141280186E-6</c:v>
                </c:pt>
                <c:pt idx="9076">
                  <c:v>0</c:v>
                </c:pt>
                <c:pt idx="9077">
                  <c:v>1.600783046815944E-6</c:v>
                </c:pt>
                <c:pt idx="9078">
                  <c:v>5.8106152811233277E-6</c:v>
                </c:pt>
                <c:pt idx="9079">
                  <c:v>2.9816820338546188E-5</c:v>
                </c:pt>
                <c:pt idx="9080">
                  <c:v>5.1774532920589523E-5</c:v>
                </c:pt>
                <c:pt idx="9081">
                  <c:v>3.3631482429795673E-5</c:v>
                </c:pt>
                <c:pt idx="9082">
                  <c:v>3.6118160912495523E-6</c:v>
                </c:pt>
                <c:pt idx="9083">
                  <c:v>9.9470336652965041E-6</c:v>
                </c:pt>
                <c:pt idx="9084">
                  <c:v>2.7566381455943252E-5</c:v>
                </c:pt>
                <c:pt idx="9085">
                  <c:v>1.2668798303850031E-6</c:v>
                </c:pt>
                <c:pt idx="9086">
                  <c:v>4.4259428032645429E-7</c:v>
                </c:pt>
                <c:pt idx="9087">
                  <c:v>1.8022973968521428E-6</c:v>
                </c:pt>
                <c:pt idx="9088">
                  <c:v>2.8707490310732731E-5</c:v>
                </c:pt>
                <c:pt idx="9089">
                  <c:v>3.4432735434752043E-5</c:v>
                </c:pt>
                <c:pt idx="9090">
                  <c:v>4.0507990924458703E-5</c:v>
                </c:pt>
                <c:pt idx="9091">
                  <c:v>3.8342015833374291E-6</c:v>
                </c:pt>
                <c:pt idx="9092">
                  <c:v>2.6264531454930612E-6</c:v>
                </c:pt>
                <c:pt idx="9093">
                  <c:v>1.6131207382000039E-6</c:v>
                </c:pt>
                <c:pt idx="9094">
                  <c:v>1.048720145341739E-6</c:v>
                </c:pt>
                <c:pt idx="9095">
                  <c:v>0</c:v>
                </c:pt>
                <c:pt idx="9096">
                  <c:v>0</c:v>
                </c:pt>
                <c:pt idx="9097">
                  <c:v>2.8385787087605298E-6</c:v>
                </c:pt>
                <c:pt idx="9098">
                  <c:v>6.637156304251731E-7</c:v>
                </c:pt>
                <c:pt idx="9099">
                  <c:v>0</c:v>
                </c:pt>
                <c:pt idx="9100">
                  <c:v>1.6489886423643103E-5</c:v>
                </c:pt>
                <c:pt idx="9101">
                  <c:v>2.014641531112136E-5</c:v>
                </c:pt>
                <c:pt idx="9102">
                  <c:v>1.4949942056236386E-5</c:v>
                </c:pt>
                <c:pt idx="9103">
                  <c:v>2.4149476686262127E-5</c:v>
                </c:pt>
                <c:pt idx="9104">
                  <c:v>2.7759081858841736E-6</c:v>
                </c:pt>
                <c:pt idx="9105">
                  <c:v>2.7762315680093586E-5</c:v>
                </c:pt>
                <c:pt idx="9106">
                  <c:v>2.6501038295515653E-5</c:v>
                </c:pt>
                <c:pt idx="9107">
                  <c:v>1.9853114062114271E-5</c:v>
                </c:pt>
                <c:pt idx="9108">
                  <c:v>8.5806140730659688E-6</c:v>
                </c:pt>
                <c:pt idx="9109">
                  <c:v>2.04483025071597E-6</c:v>
                </c:pt>
                <c:pt idx="9110">
                  <c:v>6.1207685535516502E-6</c:v>
                </c:pt>
                <c:pt idx="9111">
                  <c:v>3.113773402822073E-5</c:v>
                </c:pt>
                <c:pt idx="9112">
                  <c:v>6.9750850694689904E-5</c:v>
                </c:pt>
                <c:pt idx="9113">
                  <c:v>1.0231963171369876E-4</c:v>
                </c:pt>
                <c:pt idx="9114">
                  <c:v>2.0448900232961486E-7</c:v>
                </c:pt>
                <c:pt idx="9115">
                  <c:v>1.0396511530345049E-5</c:v>
                </c:pt>
                <c:pt idx="9116">
                  <c:v>7.6670796793040841E-7</c:v>
                </c:pt>
                <c:pt idx="9117">
                  <c:v>2.6134179885706968E-6</c:v>
                </c:pt>
                <c:pt idx="9118">
                  <c:v>4.1456088000999689E-6</c:v>
                </c:pt>
                <c:pt idx="9119">
                  <c:v>0</c:v>
                </c:pt>
                <c:pt idx="9120">
                  <c:v>5.0462596856869355E-7</c:v>
                </c:pt>
                <c:pt idx="9121">
                  <c:v>0</c:v>
                </c:pt>
                <c:pt idx="9122">
                  <c:v>0</c:v>
                </c:pt>
                <c:pt idx="9123">
                  <c:v>0</c:v>
                </c:pt>
                <c:pt idx="9124">
                  <c:v>0</c:v>
                </c:pt>
                <c:pt idx="9125">
                  <c:v>2.1981370508031267E-6</c:v>
                </c:pt>
                <c:pt idx="9126">
                  <c:v>0</c:v>
                </c:pt>
                <c:pt idx="9127">
                  <c:v>0</c:v>
                </c:pt>
                <c:pt idx="9128">
                  <c:v>1.1196410009452783E-4</c:v>
                </c:pt>
                <c:pt idx="9129">
                  <c:v>1.8600348985858179E-6</c:v>
                </c:pt>
                <c:pt idx="9130">
                  <c:v>1.2285399485509591E-7</c:v>
                </c:pt>
                <c:pt idx="9131">
                  <c:v>0</c:v>
                </c:pt>
                <c:pt idx="9132">
                  <c:v>0</c:v>
                </c:pt>
                <c:pt idx="9133">
                  <c:v>2.454005371240899E-5</c:v>
                </c:pt>
                <c:pt idx="9134">
                  <c:v>1.8060611768435454E-5</c:v>
                </c:pt>
                <c:pt idx="9135">
                  <c:v>4.8274169404554877E-7</c:v>
                </c:pt>
                <c:pt idx="9136">
                  <c:v>0</c:v>
                </c:pt>
                <c:pt idx="9137">
                  <c:v>3.8562962946853355E-7</c:v>
                </c:pt>
                <c:pt idx="9138">
                  <c:v>2.4370318687861144E-6</c:v>
                </c:pt>
                <c:pt idx="9139">
                  <c:v>1.0804920970669661E-5</c:v>
                </c:pt>
                <c:pt idx="9140">
                  <c:v>7.0313064720628707E-6</c:v>
                </c:pt>
                <c:pt idx="9141">
                  <c:v>5.3348635732661167E-5</c:v>
                </c:pt>
                <c:pt idx="9142">
                  <c:v>2.8592289299086335E-5</c:v>
                </c:pt>
                <c:pt idx="9143">
                  <c:v>2.044637923285699E-3</c:v>
                </c:pt>
                <c:pt idx="9144">
                  <c:v>0</c:v>
                </c:pt>
                <c:pt idx="9145">
                  <c:v>1.2522490081098641E-5</c:v>
                </c:pt>
                <c:pt idx="9146">
                  <c:v>1.6563877558547413E-5</c:v>
                </c:pt>
                <c:pt idx="9147">
                  <c:v>1.0761821891979394E-5</c:v>
                </c:pt>
                <c:pt idx="9148">
                  <c:v>1.7003553430977772E-6</c:v>
                </c:pt>
                <c:pt idx="9149">
                  <c:v>1.6831223399295186E-4</c:v>
                </c:pt>
                <c:pt idx="9150">
                  <c:v>3.7157531237274541E-7</c:v>
                </c:pt>
                <c:pt idx="9151">
                  <c:v>2.8048908572305245E-6</c:v>
                </c:pt>
                <c:pt idx="9152">
                  <c:v>2.1986489939004398E-5</c:v>
                </c:pt>
                <c:pt idx="9153">
                  <c:v>1.0335817654985518E-5</c:v>
                </c:pt>
                <c:pt idx="9154">
                  <c:v>1.4339685355539282E-4</c:v>
                </c:pt>
                <c:pt idx="9155">
                  <c:v>9.5897753696474122E-5</c:v>
                </c:pt>
                <c:pt idx="9156">
                  <c:v>3.1177413934894346E-5</c:v>
                </c:pt>
                <c:pt idx="9157">
                  <c:v>7.5856174742620274E-6</c:v>
                </c:pt>
                <c:pt idx="9158">
                  <c:v>3.2809159354614035E-6</c:v>
                </c:pt>
                <c:pt idx="9159">
                  <c:v>1.2720830418519861E-5</c:v>
                </c:pt>
                <c:pt idx="9160">
                  <c:v>1.1928159360678176E-5</c:v>
                </c:pt>
                <c:pt idx="9161">
                  <c:v>8.3028739422568664E-6</c:v>
                </c:pt>
                <c:pt idx="9162">
                  <c:v>1.0803278956461718E-5</c:v>
                </c:pt>
                <c:pt idx="9163">
                  <c:v>9.1887872092105246E-6</c:v>
                </c:pt>
                <c:pt idx="9164">
                  <c:v>9.5844746393454788E-7</c:v>
                </c:pt>
                <c:pt idx="9165">
                  <c:v>2.6794107780142616E-4</c:v>
                </c:pt>
                <c:pt idx="9166">
                  <c:v>1.916127186477876E-6</c:v>
                </c:pt>
                <c:pt idx="9167">
                  <c:v>3.8516996980579572E-7</c:v>
                </c:pt>
                <c:pt idx="9168">
                  <c:v>3.1454592538755382E-6</c:v>
                </c:pt>
                <c:pt idx="9169">
                  <c:v>2.2323385615687443E-6</c:v>
                </c:pt>
                <c:pt idx="9170">
                  <c:v>1.5352872871965203E-5</c:v>
                </c:pt>
                <c:pt idx="9171">
                  <c:v>6.507846559468154E-6</c:v>
                </c:pt>
                <c:pt idx="9172">
                  <c:v>1.3181872316654866E-4</c:v>
                </c:pt>
                <c:pt idx="9173">
                  <c:v>8.5803316321196767E-6</c:v>
                </c:pt>
                <c:pt idx="9174">
                  <c:v>3.8520451965012705E-6</c:v>
                </c:pt>
                <c:pt idx="9175">
                  <c:v>3.6065354636465836E-6</c:v>
                </c:pt>
                <c:pt idx="9176">
                  <c:v>9.5515829058153796E-7</c:v>
                </c:pt>
                <c:pt idx="9177">
                  <c:v>6.1081122871678713E-5</c:v>
                </c:pt>
                <c:pt idx="9178">
                  <c:v>4.7712251082273675E-6</c:v>
                </c:pt>
                <c:pt idx="9179">
                  <c:v>8.7712019420016725E-7</c:v>
                </c:pt>
                <c:pt idx="9180">
                  <c:v>2.4904374510018816E-6</c:v>
                </c:pt>
                <c:pt idx="9181">
                  <c:v>2.2369998617652487E-5</c:v>
                </c:pt>
                <c:pt idx="9182">
                  <c:v>1.4365243629894219E-6</c:v>
                </c:pt>
                <c:pt idx="9183">
                  <c:v>4.1964353370519315E-5</c:v>
                </c:pt>
                <c:pt idx="9184">
                  <c:v>4.6620348634513639E-6</c:v>
                </c:pt>
                <c:pt idx="9185">
                  <c:v>4.9668347820880726E-5</c:v>
                </c:pt>
                <c:pt idx="9186">
                  <c:v>1.7047532438828992E-6</c:v>
                </c:pt>
                <c:pt idx="9187">
                  <c:v>8.0554943855450287E-5</c:v>
                </c:pt>
                <c:pt idx="9188">
                  <c:v>8.833924900639368E-8</c:v>
                </c:pt>
                <c:pt idx="9189">
                  <c:v>3.9184303031980168E-6</c:v>
                </c:pt>
                <c:pt idx="9190">
                  <c:v>3.7800990181056212E-5</c:v>
                </c:pt>
                <c:pt idx="9191">
                  <c:v>0</c:v>
                </c:pt>
                <c:pt idx="9192">
                  <c:v>0</c:v>
                </c:pt>
                <c:pt idx="9193">
                  <c:v>0</c:v>
                </c:pt>
                <c:pt idx="9194">
                  <c:v>2.3457201502810886E-5</c:v>
                </c:pt>
                <c:pt idx="9195">
                  <c:v>2.7920854256514787E-5</c:v>
                </c:pt>
                <c:pt idx="9196">
                  <c:v>2.1869858430190013E-5</c:v>
                </c:pt>
                <c:pt idx="9197">
                  <c:v>5.0278082965727594E-6</c:v>
                </c:pt>
                <c:pt idx="9198">
                  <c:v>1.5507556425717289E-5</c:v>
                </c:pt>
                <c:pt idx="9199">
                  <c:v>1.4225339271937544E-6</c:v>
                </c:pt>
                <c:pt idx="9200">
                  <c:v>6.5211123503856162E-6</c:v>
                </c:pt>
                <c:pt idx="9201">
                  <c:v>5.1856603353200713E-7</c:v>
                </c:pt>
                <c:pt idx="9202">
                  <c:v>9.362428731675893E-6</c:v>
                </c:pt>
                <c:pt idx="9203">
                  <c:v>4.2836854461228738E-7</c:v>
                </c:pt>
                <c:pt idx="9204">
                  <c:v>3.2647113763232443E-6</c:v>
                </c:pt>
                <c:pt idx="9205">
                  <c:v>2.6845975329895658E-6</c:v>
                </c:pt>
                <c:pt idx="9206">
                  <c:v>5.7889646511296498E-5</c:v>
                </c:pt>
                <c:pt idx="9207">
                  <c:v>2.7467868872463205E-5</c:v>
                </c:pt>
                <c:pt idx="9208">
                  <c:v>3.092099486762663E-5</c:v>
                </c:pt>
                <c:pt idx="9209">
                  <c:v>4.8086118485138394E-5</c:v>
                </c:pt>
                <c:pt idx="9210">
                  <c:v>1.8442651613733407E-5</c:v>
                </c:pt>
                <c:pt idx="9211">
                  <c:v>2.6689144331355019E-5</c:v>
                </c:pt>
                <c:pt idx="9212">
                  <c:v>1.7500370039122899E-6</c:v>
                </c:pt>
                <c:pt idx="9213">
                  <c:v>2.4214423829484552E-5</c:v>
                </c:pt>
                <c:pt idx="9214">
                  <c:v>1.3206963247568618E-4</c:v>
                </c:pt>
                <c:pt idx="9215">
                  <c:v>8.6897988189603903E-7</c:v>
                </c:pt>
                <c:pt idx="9216">
                  <c:v>9.5229802829887682E-6</c:v>
                </c:pt>
                <c:pt idx="9217">
                  <c:v>2.0303371601207489E-5</c:v>
                </c:pt>
                <c:pt idx="9218">
                  <c:v>8.6619195738938067E-6</c:v>
                </c:pt>
                <c:pt idx="9219">
                  <c:v>1.7869760722178594E-5</c:v>
                </c:pt>
                <c:pt idx="9220">
                  <c:v>1.5972304362973351E-5</c:v>
                </c:pt>
                <c:pt idx="9221">
                  <c:v>8.7461006232355203E-6</c:v>
                </c:pt>
                <c:pt idx="9222">
                  <c:v>0</c:v>
                </c:pt>
                <c:pt idx="9223">
                  <c:v>2.2189244343933303E-6</c:v>
                </c:pt>
                <c:pt idx="9224">
                  <c:v>5.4645830739061415E-6</c:v>
                </c:pt>
                <c:pt idx="9225">
                  <c:v>1.6542223937073991E-6</c:v>
                </c:pt>
                <c:pt idx="9226">
                  <c:v>5.7578489224930473E-6</c:v>
                </c:pt>
                <c:pt idx="9227">
                  <c:v>1.1019119212956173E-5</c:v>
                </c:pt>
                <c:pt idx="9228">
                  <c:v>2.2906379124413687E-5</c:v>
                </c:pt>
                <c:pt idx="9229">
                  <c:v>1.9060105462654104E-4</c:v>
                </c:pt>
                <c:pt idx="9230">
                  <c:v>5.9954305098321521E-5</c:v>
                </c:pt>
                <c:pt idx="9231">
                  <c:v>0</c:v>
                </c:pt>
                <c:pt idx="9232">
                  <c:v>0</c:v>
                </c:pt>
                <c:pt idx="9233">
                  <c:v>0</c:v>
                </c:pt>
                <c:pt idx="9234">
                  <c:v>2.3706542184873596E-5</c:v>
                </c:pt>
                <c:pt idx="9235">
                  <c:v>8.1790582920309246E-7</c:v>
                </c:pt>
                <c:pt idx="9236">
                  <c:v>6.5157582787920139E-6</c:v>
                </c:pt>
                <c:pt idx="9237">
                  <c:v>0</c:v>
                </c:pt>
                <c:pt idx="9238">
                  <c:v>6.7657913495063897E-7</c:v>
                </c:pt>
                <c:pt idx="9239">
                  <c:v>1.2128526683129572E-6</c:v>
                </c:pt>
                <c:pt idx="9240">
                  <c:v>3.7731859175722641E-6</c:v>
                </c:pt>
                <c:pt idx="9241">
                  <c:v>2.5825239634201665E-6</c:v>
                </c:pt>
                <c:pt idx="9242">
                  <c:v>7.8672867654966021E-6</c:v>
                </c:pt>
                <c:pt idx="9243">
                  <c:v>1.6468204542544141E-6</c:v>
                </c:pt>
                <c:pt idx="9244">
                  <c:v>3.7871738969962286E-5</c:v>
                </c:pt>
                <c:pt idx="9245">
                  <c:v>2.3499042330806612E-5</c:v>
                </c:pt>
                <c:pt idx="9246">
                  <c:v>2.5679027188242054E-5</c:v>
                </c:pt>
                <c:pt idx="9247">
                  <c:v>0</c:v>
                </c:pt>
                <c:pt idx="9248">
                  <c:v>4.4371766484185704E-5</c:v>
                </c:pt>
                <c:pt idx="9249">
                  <c:v>0</c:v>
                </c:pt>
                <c:pt idx="9250">
                  <c:v>4.3374576871498146E-6</c:v>
                </c:pt>
                <c:pt idx="9251">
                  <c:v>7.8072201724212984E-6</c:v>
                </c:pt>
                <c:pt idx="9252">
                  <c:v>6.7066084913249573E-6</c:v>
                </c:pt>
                <c:pt idx="9253">
                  <c:v>2.6976880222310261E-6</c:v>
                </c:pt>
                <c:pt idx="9254">
                  <c:v>2.1313608367221403E-6</c:v>
                </c:pt>
                <c:pt idx="9255">
                  <c:v>0</c:v>
                </c:pt>
                <c:pt idx="9256">
                  <c:v>0</c:v>
                </c:pt>
                <c:pt idx="9257">
                  <c:v>0</c:v>
                </c:pt>
                <c:pt idx="9258">
                  <c:v>0</c:v>
                </c:pt>
                <c:pt idx="9259">
                  <c:v>0</c:v>
                </c:pt>
                <c:pt idx="9260">
                  <c:v>0</c:v>
                </c:pt>
                <c:pt idx="9261">
                  <c:v>0</c:v>
                </c:pt>
                <c:pt idx="9262">
                  <c:v>0</c:v>
                </c:pt>
                <c:pt idx="9263">
                  <c:v>0</c:v>
                </c:pt>
                <c:pt idx="9264">
                  <c:v>0</c:v>
                </c:pt>
                <c:pt idx="9265">
                  <c:v>0</c:v>
                </c:pt>
                <c:pt idx="9266">
                  <c:v>3.4206720663011496E-5</c:v>
                </c:pt>
                <c:pt idx="9267">
                  <c:v>0</c:v>
                </c:pt>
                <c:pt idx="9268">
                  <c:v>0</c:v>
                </c:pt>
                <c:pt idx="9269">
                  <c:v>0</c:v>
                </c:pt>
                <c:pt idx="9270">
                  <c:v>0</c:v>
                </c:pt>
                <c:pt idx="9271">
                  <c:v>0</c:v>
                </c:pt>
                <c:pt idx="9272">
                  <c:v>0</c:v>
                </c:pt>
                <c:pt idx="9273">
                  <c:v>6.3419224371144153E-7</c:v>
                </c:pt>
                <c:pt idx="9274">
                  <c:v>0</c:v>
                </c:pt>
                <c:pt idx="9275">
                  <c:v>0</c:v>
                </c:pt>
                <c:pt idx="9276">
                  <c:v>0</c:v>
                </c:pt>
                <c:pt idx="9277">
                  <c:v>0</c:v>
                </c:pt>
                <c:pt idx="9278">
                  <c:v>9.2246144539845803E-7</c:v>
                </c:pt>
                <c:pt idx="9279">
                  <c:v>0</c:v>
                </c:pt>
                <c:pt idx="9280">
                  <c:v>6.3490141220755417E-5</c:v>
                </c:pt>
                <c:pt idx="9281">
                  <c:v>3.4485088372808709E-6</c:v>
                </c:pt>
                <c:pt idx="9282">
                  <c:v>2.8520441489739537E-5</c:v>
                </c:pt>
                <c:pt idx="9283">
                  <c:v>0</c:v>
                </c:pt>
                <c:pt idx="9284">
                  <c:v>1.2984252831507251E-6</c:v>
                </c:pt>
                <c:pt idx="9285">
                  <c:v>0</c:v>
                </c:pt>
                <c:pt idx="9286">
                  <c:v>1.5988437533474441E-5</c:v>
                </c:pt>
                <c:pt idx="9287">
                  <c:v>3.9856003903335069E-6</c:v>
                </c:pt>
                <c:pt idx="9288">
                  <c:v>1.0199745668776801E-6</c:v>
                </c:pt>
                <c:pt idx="9289">
                  <c:v>5.3886920737346267E-4</c:v>
                </c:pt>
                <c:pt idx="9290">
                  <c:v>7.8596882547772917E-5</c:v>
                </c:pt>
                <c:pt idx="9291">
                  <c:v>1.2300744385515333E-5</c:v>
                </c:pt>
                <c:pt idx="9292">
                  <c:v>2.4680328842940445E-5</c:v>
                </c:pt>
                <c:pt idx="9293">
                  <c:v>2.8325322551763921E-5</c:v>
                </c:pt>
                <c:pt idx="9294">
                  <c:v>1.0934706016215746E-5</c:v>
                </c:pt>
                <c:pt idx="9295">
                  <c:v>4.9473475127971237E-6</c:v>
                </c:pt>
                <c:pt idx="9296">
                  <c:v>1.5277191645707083E-3</c:v>
                </c:pt>
                <c:pt idx="9297">
                  <c:v>5.8255796098662582E-5</c:v>
                </c:pt>
                <c:pt idx="9298">
                  <c:v>1.1805925219628132E-5</c:v>
                </c:pt>
                <c:pt idx="9299">
                  <c:v>1.8619340834530801E-5</c:v>
                </c:pt>
                <c:pt idx="9300">
                  <c:v>3.7935199532040489E-5</c:v>
                </c:pt>
                <c:pt idx="9301">
                  <c:v>2.8189614912165295E-5</c:v>
                </c:pt>
                <c:pt idx="9302">
                  <c:v>0</c:v>
                </c:pt>
                <c:pt idx="9303">
                  <c:v>0</c:v>
                </c:pt>
                <c:pt idx="9304">
                  <c:v>7.3220437789363913E-6</c:v>
                </c:pt>
                <c:pt idx="9305">
                  <c:v>4.2037345769782681E-6</c:v>
                </c:pt>
                <c:pt idx="9306">
                  <c:v>2.1473632160949634E-5</c:v>
                </c:pt>
                <c:pt idx="9307">
                  <c:v>8.6377662240395209E-6</c:v>
                </c:pt>
                <c:pt idx="9308">
                  <c:v>1.7253000753768486E-5</c:v>
                </c:pt>
                <c:pt idx="9309">
                  <c:v>3.3015635605787601E-5</c:v>
                </c:pt>
                <c:pt idx="9310">
                  <c:v>1.5579918585313433E-5</c:v>
                </c:pt>
                <c:pt idx="9311">
                  <c:v>4.3286278170531894E-6</c:v>
                </c:pt>
                <c:pt idx="9312">
                  <c:v>3.2933491954137804E-7</c:v>
                </c:pt>
                <c:pt idx="9313">
                  <c:v>2.2717111199271416E-5</c:v>
                </c:pt>
                <c:pt idx="9314">
                  <c:v>3.993719741333801E-5</c:v>
                </c:pt>
                <c:pt idx="9315">
                  <c:v>3.7558811478920872E-5</c:v>
                </c:pt>
                <c:pt idx="9316">
                  <c:v>4.4435781264508169E-6</c:v>
                </c:pt>
                <c:pt idx="9317">
                  <c:v>8.5806874455311548E-6</c:v>
                </c:pt>
                <c:pt idx="9318">
                  <c:v>1.9805130305483174E-5</c:v>
                </c:pt>
                <c:pt idx="9319">
                  <c:v>9.7512080195642954E-6</c:v>
                </c:pt>
                <c:pt idx="9320">
                  <c:v>3.1121632196558836E-6</c:v>
                </c:pt>
                <c:pt idx="9321">
                  <c:v>5.4477896815504908E-5</c:v>
                </c:pt>
                <c:pt idx="9322">
                  <c:v>3.0374088833675815E-5</c:v>
                </c:pt>
                <c:pt idx="9323">
                  <c:v>9.970398314560125E-6</c:v>
                </c:pt>
                <c:pt idx="9324">
                  <c:v>1.5902833794364808E-4</c:v>
                </c:pt>
                <c:pt idx="9325">
                  <c:v>2.2709424476028815E-5</c:v>
                </c:pt>
                <c:pt idx="9326">
                  <c:v>1.4781927850252425E-4</c:v>
                </c:pt>
                <c:pt idx="9327">
                  <c:v>2.0291902471671103E-3</c:v>
                </c:pt>
                <c:pt idx="9328">
                  <c:v>7.1307240468486852E-5</c:v>
                </c:pt>
                <c:pt idx="9329">
                  <c:v>2.7574591706999995E-4</c:v>
                </c:pt>
                <c:pt idx="9330">
                  <c:v>7.4805034741033832E-6</c:v>
                </c:pt>
                <c:pt idx="9331">
                  <c:v>2.0618904939342033E-5</c:v>
                </c:pt>
                <c:pt idx="9332">
                  <c:v>1.2553233484670531E-7</c:v>
                </c:pt>
                <c:pt idx="9333">
                  <c:v>1.8748791308927442E-5</c:v>
                </c:pt>
                <c:pt idx="9334">
                  <c:v>1.5832662217703861E-6</c:v>
                </c:pt>
                <c:pt idx="9335">
                  <c:v>7.4613599073801422E-6</c:v>
                </c:pt>
                <c:pt idx="9336">
                  <c:v>1.4203468657109292E-6</c:v>
                </c:pt>
                <c:pt idx="9337">
                  <c:v>1.084601673478545E-5</c:v>
                </c:pt>
                <c:pt idx="9338">
                  <c:v>0</c:v>
                </c:pt>
                <c:pt idx="9339">
                  <c:v>1.0320170544301105E-6</c:v>
                </c:pt>
                <c:pt idx="9340">
                  <c:v>0</c:v>
                </c:pt>
                <c:pt idx="9341">
                  <c:v>4.162798482044555E-5</c:v>
                </c:pt>
                <c:pt idx="9342">
                  <c:v>7.8704180907991595E-7</c:v>
                </c:pt>
                <c:pt idx="9343">
                  <c:v>1.0092521727819425E-7</c:v>
                </c:pt>
                <c:pt idx="9344">
                  <c:v>1.7754116904324545E-5</c:v>
                </c:pt>
                <c:pt idx="9345">
                  <c:v>1.0248186961931021E-5</c:v>
                </c:pt>
                <c:pt idx="9346">
                  <c:v>1.6456110775276521E-5</c:v>
                </c:pt>
                <c:pt idx="9347">
                  <c:v>1.211943816803822E-5</c:v>
                </c:pt>
                <c:pt idx="9348">
                  <c:v>4.8568335753934834E-6</c:v>
                </c:pt>
                <c:pt idx="9349">
                  <c:v>4.819639731148855E-5</c:v>
                </c:pt>
                <c:pt idx="9350">
                  <c:v>1.0430377732853016E-5</c:v>
                </c:pt>
                <c:pt idx="9351">
                  <c:v>4.8608696415933455E-6</c:v>
                </c:pt>
                <c:pt idx="9352">
                  <c:v>0</c:v>
                </c:pt>
                <c:pt idx="9353">
                  <c:v>5.6759908966965583E-4</c:v>
                </c:pt>
                <c:pt idx="9354">
                  <c:v>1.243184795619774E-6</c:v>
                </c:pt>
                <c:pt idx="9355">
                  <c:v>4.7662739212213841E-6</c:v>
                </c:pt>
                <c:pt idx="9356">
                  <c:v>1.8423145224168448E-5</c:v>
                </c:pt>
                <c:pt idx="9357">
                  <c:v>1.821647750049518E-6</c:v>
                </c:pt>
                <c:pt idx="9358">
                  <c:v>2.8740039571996785E-6</c:v>
                </c:pt>
                <c:pt idx="9359">
                  <c:v>2.3401945198669674E-5</c:v>
                </c:pt>
                <c:pt idx="9360">
                  <c:v>1.5280552683305954E-5</c:v>
                </c:pt>
                <c:pt idx="9361">
                  <c:v>4.1166864942672393E-7</c:v>
                </c:pt>
                <c:pt idx="9362">
                  <c:v>6.0218781922647692E-4</c:v>
                </c:pt>
                <c:pt idx="9363">
                  <c:v>1.4576662961480219E-4</c:v>
                </c:pt>
                <c:pt idx="9364">
                  <c:v>1.2711427417677601E-4</c:v>
                </c:pt>
                <c:pt idx="9365">
                  <c:v>0</c:v>
                </c:pt>
                <c:pt idx="9366">
                  <c:v>9.6654167034897944E-5</c:v>
                </c:pt>
                <c:pt idx="9367">
                  <c:v>6.6699163963485319E-5</c:v>
                </c:pt>
                <c:pt idx="9368">
                  <c:v>0</c:v>
                </c:pt>
                <c:pt idx="9369">
                  <c:v>5.2961514975675224E-7</c:v>
                </c:pt>
                <c:pt idx="9370">
                  <c:v>0</c:v>
                </c:pt>
                <c:pt idx="9371">
                  <c:v>2.6368583548804913E-4</c:v>
                </c:pt>
                <c:pt idx="9372">
                  <c:v>6.7659544717266312E-5</c:v>
                </c:pt>
                <c:pt idx="9373">
                  <c:v>5.1807617669004824E-5</c:v>
                </c:pt>
                <c:pt idx="9374">
                  <c:v>2.1096031732769616E-5</c:v>
                </c:pt>
                <c:pt idx="9375">
                  <c:v>6.453070420729978E-5</c:v>
                </c:pt>
                <c:pt idx="9376">
                  <c:v>0</c:v>
                </c:pt>
                <c:pt idx="9377">
                  <c:v>7.7088312340076879E-6</c:v>
                </c:pt>
                <c:pt idx="9378">
                  <c:v>1.4552008072758639E-7</c:v>
                </c:pt>
                <c:pt idx="9379">
                  <c:v>1.0844199705741288E-4</c:v>
                </c:pt>
                <c:pt idx="9380">
                  <c:v>7.972843509546624E-5</c:v>
                </c:pt>
                <c:pt idx="9381">
                  <c:v>3.0734322630044058E-6</c:v>
                </c:pt>
                <c:pt idx="9382">
                  <c:v>1.2708984208139683E-5</c:v>
                </c:pt>
                <c:pt idx="9383">
                  <c:v>9.0306672534996032E-7</c:v>
                </c:pt>
                <c:pt idx="9384">
                  <c:v>1.351737281611479E-5</c:v>
                </c:pt>
                <c:pt idx="9385">
                  <c:v>1.4511319890383649E-5</c:v>
                </c:pt>
                <c:pt idx="9386">
                  <c:v>5.1943066629877194E-6</c:v>
                </c:pt>
                <c:pt idx="9387">
                  <c:v>2.6856459822990612E-5</c:v>
                </c:pt>
                <c:pt idx="9388">
                  <c:v>1.8449277959358003E-5</c:v>
                </c:pt>
                <c:pt idx="9389">
                  <c:v>6.876409499450149E-5</c:v>
                </c:pt>
                <c:pt idx="9390">
                  <c:v>2.097476709323225E-5</c:v>
                </c:pt>
                <c:pt idx="9391">
                  <c:v>3.4498393858046492E-5</c:v>
                </c:pt>
                <c:pt idx="9392">
                  <c:v>1.7208320220136488E-5</c:v>
                </c:pt>
                <c:pt idx="9393">
                  <c:v>1.5571978907632787E-5</c:v>
                </c:pt>
                <c:pt idx="9394">
                  <c:v>2.8181198412995639E-3</c:v>
                </c:pt>
                <c:pt idx="9395">
                  <c:v>8.3137945240342904E-6</c:v>
                </c:pt>
                <c:pt idx="9396">
                  <c:v>7.0024678039468664E-6</c:v>
                </c:pt>
                <c:pt idx="9397">
                  <c:v>7.1992676563216428E-7</c:v>
                </c:pt>
                <c:pt idx="9398">
                  <c:v>2.7180796911546878E-5</c:v>
                </c:pt>
                <c:pt idx="9399">
                  <c:v>2.1176149556644105E-6</c:v>
                </c:pt>
                <c:pt idx="9400">
                  <c:v>1.6540432182224687E-4</c:v>
                </c:pt>
                <c:pt idx="9401">
                  <c:v>3.4962356472013244E-6</c:v>
                </c:pt>
                <c:pt idx="9402">
                  <c:v>8.7038474735337266E-6</c:v>
                </c:pt>
                <c:pt idx="9403">
                  <c:v>4.4855531722472899E-5</c:v>
                </c:pt>
                <c:pt idx="9404">
                  <c:v>3.3845256795408802E-5</c:v>
                </c:pt>
                <c:pt idx="9405">
                  <c:v>1.0377067582769977E-4</c:v>
                </c:pt>
                <c:pt idx="9406">
                  <c:v>3.2203319959335112E-5</c:v>
                </c:pt>
                <c:pt idx="9407">
                  <c:v>4.8663866872938569E-5</c:v>
                </c:pt>
                <c:pt idx="9408">
                  <c:v>0</c:v>
                </c:pt>
                <c:pt idx="9409">
                  <c:v>2.6810507564060567E-6</c:v>
                </c:pt>
                <c:pt idx="9410">
                  <c:v>6.5218539750625904E-6</c:v>
                </c:pt>
                <c:pt idx="9411">
                  <c:v>3.3945913949111394E-7</c:v>
                </c:pt>
                <c:pt idx="9412">
                  <c:v>0</c:v>
                </c:pt>
                <c:pt idx="9413">
                  <c:v>0</c:v>
                </c:pt>
                <c:pt idx="9414">
                  <c:v>3.9669573342980002E-5</c:v>
                </c:pt>
                <c:pt idx="9415">
                  <c:v>1.2041767446318821E-5</c:v>
                </c:pt>
                <c:pt idx="9416">
                  <c:v>7.5747784758146905E-6</c:v>
                </c:pt>
                <c:pt idx="9417">
                  <c:v>9.0067131452306227E-6</c:v>
                </c:pt>
                <c:pt idx="9418">
                  <c:v>5.2475737363963352E-6</c:v>
                </c:pt>
                <c:pt idx="9419">
                  <c:v>2.6987619250376889E-6</c:v>
                </c:pt>
                <c:pt idx="9420">
                  <c:v>5.4331135400638816E-6</c:v>
                </c:pt>
                <c:pt idx="9421">
                  <c:v>1.9872736100802781E-5</c:v>
                </c:pt>
                <c:pt idx="9422">
                  <c:v>1.0670302561263811E-5</c:v>
                </c:pt>
                <c:pt idx="9423">
                  <c:v>1.7571363801836636E-6</c:v>
                </c:pt>
                <c:pt idx="9424">
                  <c:v>9.212478739700356E-6</c:v>
                </c:pt>
                <c:pt idx="9425">
                  <c:v>1.3803591977313385E-7</c:v>
                </c:pt>
                <c:pt idx="9426">
                  <c:v>1.0411535261679263E-4</c:v>
                </c:pt>
                <c:pt idx="9427">
                  <c:v>4.5955202251391534E-6</c:v>
                </c:pt>
                <c:pt idx="9428">
                  <c:v>1.8674764102415215E-5</c:v>
                </c:pt>
                <c:pt idx="9429">
                  <c:v>3.6461549229355438E-4</c:v>
                </c:pt>
                <c:pt idx="9430">
                  <c:v>2.8383764550791545E-5</c:v>
                </c:pt>
                <c:pt idx="9431">
                  <c:v>6.3686620882317117E-5</c:v>
                </c:pt>
                <c:pt idx="9432">
                  <c:v>2.0632779838562236E-3</c:v>
                </c:pt>
                <c:pt idx="9433">
                  <c:v>1.3459838660046087E-6</c:v>
                </c:pt>
                <c:pt idx="9434">
                  <c:v>3.2903905429365191E-5</c:v>
                </c:pt>
                <c:pt idx="9435">
                  <c:v>4.9511564015056633E-6</c:v>
                </c:pt>
                <c:pt idx="9436">
                  <c:v>4.4434671198967372E-5</c:v>
                </c:pt>
                <c:pt idx="9437">
                  <c:v>8.7764842234191761E-6</c:v>
                </c:pt>
                <c:pt idx="9438">
                  <c:v>1.1244749213012118E-4</c:v>
                </c:pt>
                <c:pt idx="9439">
                  <c:v>1.7705571264574796E-4</c:v>
                </c:pt>
                <c:pt idx="9440">
                  <c:v>4.7770961398584019E-7</c:v>
                </c:pt>
                <c:pt idx="9441">
                  <c:v>0</c:v>
                </c:pt>
                <c:pt idx="9442">
                  <c:v>0</c:v>
                </c:pt>
                <c:pt idx="9443">
                  <c:v>0</c:v>
                </c:pt>
                <c:pt idx="9444">
                  <c:v>0</c:v>
                </c:pt>
                <c:pt idx="9445">
                  <c:v>1.8196585840211557E-6</c:v>
                </c:pt>
                <c:pt idx="9446">
                  <c:v>8.1142818235734203E-6</c:v>
                </c:pt>
                <c:pt idx="9447">
                  <c:v>0</c:v>
                </c:pt>
                <c:pt idx="9448">
                  <c:v>7.0504981337271821E-5</c:v>
                </c:pt>
                <c:pt idx="9449">
                  <c:v>0</c:v>
                </c:pt>
                <c:pt idx="9450">
                  <c:v>6.5137028686392803E-5</c:v>
                </c:pt>
                <c:pt idx="9451">
                  <c:v>1.0800966978949898E-5</c:v>
                </c:pt>
                <c:pt idx="9452">
                  <c:v>2.6716015285840108E-5</c:v>
                </c:pt>
                <c:pt idx="9453">
                  <c:v>1.7207014230087534E-4</c:v>
                </c:pt>
                <c:pt idx="9454">
                  <c:v>3.141472486149525E-5</c:v>
                </c:pt>
                <c:pt idx="9455">
                  <c:v>1.3444824515105988E-6</c:v>
                </c:pt>
                <c:pt idx="9456">
                  <c:v>6.5127986069979708E-6</c:v>
                </c:pt>
                <c:pt idx="9457">
                  <c:v>1.3648730282494272E-5</c:v>
                </c:pt>
                <c:pt idx="9458">
                  <c:v>1.0344127519059622E-4</c:v>
                </c:pt>
                <c:pt idx="9459">
                  <c:v>3.1969664884006038E-5</c:v>
                </c:pt>
                <c:pt idx="9460">
                  <c:v>2.1681092678584864E-6</c:v>
                </c:pt>
                <c:pt idx="9461">
                  <c:v>2.6664685788795259E-5</c:v>
                </c:pt>
                <c:pt idx="9462">
                  <c:v>3.3538041663551816E-5</c:v>
                </c:pt>
                <c:pt idx="9463">
                  <c:v>0</c:v>
                </c:pt>
                <c:pt idx="9464">
                  <c:v>5.2333285019034253E-6</c:v>
                </c:pt>
                <c:pt idx="9465">
                  <c:v>8.8223889533035473E-5</c:v>
                </c:pt>
                <c:pt idx="9466">
                  <c:v>6.7322755847541935E-7</c:v>
                </c:pt>
                <c:pt idx="9467">
                  <c:v>2.9628525525468291E-5</c:v>
                </c:pt>
                <c:pt idx="9468">
                  <c:v>4.5887179762545333E-5</c:v>
                </c:pt>
                <c:pt idx="9469">
                  <c:v>7.8704919388454783E-6</c:v>
                </c:pt>
                <c:pt idx="9470">
                  <c:v>8.3641041611848245E-6</c:v>
                </c:pt>
                <c:pt idx="9471">
                  <c:v>2.5712394255016443E-4</c:v>
                </c:pt>
                <c:pt idx="9472">
                  <c:v>5.8979645513496814E-5</c:v>
                </c:pt>
                <c:pt idx="9473">
                  <c:v>2.630273860123438E-7</c:v>
                </c:pt>
                <c:pt idx="9474">
                  <c:v>1.5416514718834943E-5</c:v>
                </c:pt>
                <c:pt idx="9475">
                  <c:v>4.6023703427651823E-5</c:v>
                </c:pt>
                <c:pt idx="9476">
                  <c:v>2.0069760971198232E-5</c:v>
                </c:pt>
                <c:pt idx="9477">
                  <c:v>1.0762712712216567E-5</c:v>
                </c:pt>
                <c:pt idx="9478">
                  <c:v>1.7082990828335159E-6</c:v>
                </c:pt>
                <c:pt idx="9479">
                  <c:v>6.0672561130711995E-7</c:v>
                </c:pt>
                <c:pt idx="9480">
                  <c:v>1.6723743663906608E-7</c:v>
                </c:pt>
                <c:pt idx="9481">
                  <c:v>1.4960774635945162E-5</c:v>
                </c:pt>
                <c:pt idx="9482">
                  <c:v>1.9220399554777444E-3</c:v>
                </c:pt>
                <c:pt idx="9483">
                  <c:v>1.5685452095536974E-5</c:v>
                </c:pt>
                <c:pt idx="9484">
                  <c:v>1.7821016932676487E-5</c:v>
                </c:pt>
                <c:pt idx="9485">
                  <c:v>7.8244704030656126E-6</c:v>
                </c:pt>
                <c:pt idx="9486">
                  <c:v>4.4929115676485739E-6</c:v>
                </c:pt>
                <c:pt idx="9487">
                  <c:v>5.887603007716449E-6</c:v>
                </c:pt>
                <c:pt idx="9488">
                  <c:v>1.066040544061487E-5</c:v>
                </c:pt>
                <c:pt idx="9489">
                  <c:v>1.5514936473265081E-4</c:v>
                </c:pt>
                <c:pt idx="9490">
                  <c:v>1.5245917165249361E-5</c:v>
                </c:pt>
                <c:pt idx="9491">
                  <c:v>5.7754393104761074E-5</c:v>
                </c:pt>
                <c:pt idx="9492">
                  <c:v>4.975689081031122E-5</c:v>
                </c:pt>
                <c:pt idx="9493">
                  <c:v>1.3838751733837094E-5</c:v>
                </c:pt>
                <c:pt idx="9494">
                  <c:v>1.3724996740106025E-7</c:v>
                </c:pt>
                <c:pt idx="9495">
                  <c:v>2.0059030885373349E-5</c:v>
                </c:pt>
                <c:pt idx="9496">
                  <c:v>7.9692836716248044E-7</c:v>
                </c:pt>
                <c:pt idx="9497">
                  <c:v>0</c:v>
                </c:pt>
                <c:pt idx="9498">
                  <c:v>1.5593415888783587E-6</c:v>
                </c:pt>
                <c:pt idx="9499">
                  <c:v>1.6325576494236911E-4</c:v>
                </c:pt>
                <c:pt idx="9500">
                  <c:v>4.1131184938174102E-6</c:v>
                </c:pt>
                <c:pt idx="9501">
                  <c:v>1.0814626237628647E-5</c:v>
                </c:pt>
                <c:pt idx="9502">
                  <c:v>0</c:v>
                </c:pt>
                <c:pt idx="9503">
                  <c:v>3.252782946005508E-6</c:v>
                </c:pt>
                <c:pt idx="9504">
                  <c:v>1.5916766777178645E-5</c:v>
                </c:pt>
                <c:pt idx="9505">
                  <c:v>8.5289657903699668E-6</c:v>
                </c:pt>
                <c:pt idx="9506">
                  <c:v>1.7565898702924495E-6</c:v>
                </c:pt>
                <c:pt idx="9507">
                  <c:v>9.2073036149970628E-5</c:v>
                </c:pt>
                <c:pt idx="9508">
                  <c:v>1.8243042190338824E-7</c:v>
                </c:pt>
                <c:pt idx="9509">
                  <c:v>1.5461390691508611E-5</c:v>
                </c:pt>
                <c:pt idx="9510">
                  <c:v>3.8659994266615705E-5</c:v>
                </c:pt>
                <c:pt idx="9511">
                  <c:v>1.3958597589207769E-6</c:v>
                </c:pt>
                <c:pt idx="9512">
                  <c:v>3.524450316035171E-6</c:v>
                </c:pt>
                <c:pt idx="9513">
                  <c:v>5.6677331239762778E-5</c:v>
                </c:pt>
                <c:pt idx="9514">
                  <c:v>7.1707565862762324E-5</c:v>
                </c:pt>
                <c:pt idx="9515">
                  <c:v>5.8508888211922495E-6</c:v>
                </c:pt>
                <c:pt idx="9516">
                  <c:v>4.1248495685317366E-5</c:v>
                </c:pt>
                <c:pt idx="9517">
                  <c:v>2.1556976075793553E-5</c:v>
                </c:pt>
                <c:pt idx="9518">
                  <c:v>2.9422174387996088E-6</c:v>
                </c:pt>
                <c:pt idx="9519">
                  <c:v>0</c:v>
                </c:pt>
                <c:pt idx="9520">
                  <c:v>6.0187770228199415E-5</c:v>
                </c:pt>
                <c:pt idx="9521">
                  <c:v>7.6791027415997251E-5</c:v>
                </c:pt>
                <c:pt idx="9522">
                  <c:v>3.6696397543104967E-4</c:v>
                </c:pt>
                <c:pt idx="9523">
                  <c:v>3.1447549687730018E-5</c:v>
                </c:pt>
                <c:pt idx="9524">
                  <c:v>5.6456515068565974E-5</c:v>
                </c:pt>
                <c:pt idx="9525">
                  <c:v>3.0009752937649017E-5</c:v>
                </c:pt>
                <c:pt idx="9526">
                  <c:v>0</c:v>
                </c:pt>
                <c:pt idx="9527">
                  <c:v>9.2077281879483167E-6</c:v>
                </c:pt>
                <c:pt idx="9528">
                  <c:v>7.2925114258419956E-5</c:v>
                </c:pt>
                <c:pt idx="9529">
                  <c:v>4.5782584588742419E-6</c:v>
                </c:pt>
                <c:pt idx="9530">
                  <c:v>5.6824399933654001E-5</c:v>
                </c:pt>
                <c:pt idx="9531">
                  <c:v>9.8408983067141746E-6</c:v>
                </c:pt>
                <c:pt idx="9532">
                  <c:v>3.4344262338593982E-6</c:v>
                </c:pt>
                <c:pt idx="9533">
                  <c:v>3.1532840529968972E-5</c:v>
                </c:pt>
                <c:pt idx="9534">
                  <c:v>1.9077327656360445E-7</c:v>
                </c:pt>
                <c:pt idx="9535">
                  <c:v>1.2909183137077089E-5</c:v>
                </c:pt>
                <c:pt idx="9536">
                  <c:v>2.1922633073783579E-6</c:v>
                </c:pt>
                <c:pt idx="9537">
                  <c:v>7.4854332610977703E-6</c:v>
                </c:pt>
                <c:pt idx="9538">
                  <c:v>3.3981241657153353E-5</c:v>
                </c:pt>
                <c:pt idx="9539">
                  <c:v>2.2434829859201809E-5</c:v>
                </c:pt>
                <c:pt idx="9540">
                  <c:v>7.0607655923931621E-6</c:v>
                </c:pt>
                <c:pt idx="9541">
                  <c:v>1.2525766966547461E-5</c:v>
                </c:pt>
                <c:pt idx="9542">
                  <c:v>6.2961136935030649E-6</c:v>
                </c:pt>
                <c:pt idx="9543">
                  <c:v>1.4762649821926713E-5</c:v>
                </c:pt>
                <c:pt idx="9544">
                  <c:v>0</c:v>
                </c:pt>
                <c:pt idx="9545">
                  <c:v>8.0144169853269488E-6</c:v>
                </c:pt>
                <c:pt idx="9546">
                  <c:v>6.7018421031804255E-6</c:v>
                </c:pt>
                <c:pt idx="9547">
                  <c:v>5.7775603320412091E-6</c:v>
                </c:pt>
                <c:pt idx="9548">
                  <c:v>9.9020353566003153E-6</c:v>
                </c:pt>
                <c:pt idx="9549">
                  <c:v>5.4251260605951034E-6</c:v>
                </c:pt>
                <c:pt idx="9550">
                  <c:v>3.4616125638996081E-7</c:v>
                </c:pt>
                <c:pt idx="9551">
                  <c:v>1.354939576749124E-5</c:v>
                </c:pt>
                <c:pt idx="9552">
                  <c:v>3.6977532564360792E-4</c:v>
                </c:pt>
                <c:pt idx="9553">
                  <c:v>2.2591115985388209E-5</c:v>
                </c:pt>
                <c:pt idx="9554">
                  <c:v>2.6023357601068796E-6</c:v>
                </c:pt>
                <c:pt idx="9555">
                  <c:v>1.5905455874955238E-5</c:v>
                </c:pt>
                <c:pt idx="9556">
                  <c:v>2.2300964036564393E-5</c:v>
                </c:pt>
                <c:pt idx="9557">
                  <c:v>1.5514014954422931E-5</c:v>
                </c:pt>
                <c:pt idx="9558">
                  <c:v>2.0168921610307181E-5</c:v>
                </c:pt>
                <c:pt idx="9559">
                  <c:v>3.4615138146815825E-5</c:v>
                </c:pt>
                <c:pt idx="9560">
                  <c:v>4.8487980883329304E-5</c:v>
                </c:pt>
                <c:pt idx="9561">
                  <c:v>2.0780649815953909E-5</c:v>
                </c:pt>
                <c:pt idx="9562">
                  <c:v>1.1058668874143499E-5</c:v>
                </c:pt>
                <c:pt idx="9563">
                  <c:v>2.0030236883741056E-3</c:v>
                </c:pt>
                <c:pt idx="9564">
                  <c:v>3.4822625102067276E-4</c:v>
                </c:pt>
                <c:pt idx="9565">
                  <c:v>4.0527378463612005E-5</c:v>
                </c:pt>
                <c:pt idx="9566">
                  <c:v>1.1010572730515251E-6</c:v>
                </c:pt>
                <c:pt idx="9567">
                  <c:v>1.4250803397986766E-5</c:v>
                </c:pt>
                <c:pt idx="9568">
                  <c:v>5.534566802298592E-5</c:v>
                </c:pt>
                <c:pt idx="9569">
                  <c:v>6.0160400585086051E-5</c:v>
                </c:pt>
                <c:pt idx="9570">
                  <c:v>1.2349059672028173E-5</c:v>
                </c:pt>
                <c:pt idx="9571">
                  <c:v>1.0984254191842393E-7</c:v>
                </c:pt>
                <c:pt idx="9572">
                  <c:v>2.2975074024618601E-5</c:v>
                </c:pt>
                <c:pt idx="9573">
                  <c:v>2.6793891848235354E-5</c:v>
                </c:pt>
                <c:pt idx="9574">
                  <c:v>8.2469667448378169E-5</c:v>
                </c:pt>
                <c:pt idx="9575">
                  <c:v>1.5705972526490041E-4</c:v>
                </c:pt>
                <c:pt idx="9576">
                  <c:v>1.0147075899383087E-7</c:v>
                </c:pt>
                <c:pt idx="9577">
                  <c:v>4.3732945251713505E-5</c:v>
                </c:pt>
                <c:pt idx="9578">
                  <c:v>1.2495977279075045E-4</c:v>
                </c:pt>
                <c:pt idx="9579">
                  <c:v>2.0727279894358741E-4</c:v>
                </c:pt>
                <c:pt idx="9580">
                  <c:v>5.6182575411387094E-6</c:v>
                </c:pt>
                <c:pt idx="9581">
                  <c:v>2.0151133184176425E-6</c:v>
                </c:pt>
                <c:pt idx="9582">
                  <c:v>1.9320527176318396E-7</c:v>
                </c:pt>
                <c:pt idx="9583">
                  <c:v>8.6093445826568233E-6</c:v>
                </c:pt>
                <c:pt idx="9584">
                  <c:v>2.5750269465668812E-5</c:v>
                </c:pt>
                <c:pt idx="9585">
                  <c:v>9.4362042672320242E-6</c:v>
                </c:pt>
                <c:pt idx="9586">
                  <c:v>1.2166989603354748E-6</c:v>
                </c:pt>
                <c:pt idx="9587">
                  <c:v>0</c:v>
                </c:pt>
                <c:pt idx="9588">
                  <c:v>1.2730225604048745E-5</c:v>
                </c:pt>
                <c:pt idx="9589">
                  <c:v>8.0259121443452522E-5</c:v>
                </c:pt>
                <c:pt idx="9590">
                  <c:v>1.6363994210974865E-5</c:v>
                </c:pt>
                <c:pt idx="9591">
                  <c:v>5.4757104686602743E-6</c:v>
                </c:pt>
                <c:pt idx="9592">
                  <c:v>2.5930977482083455E-5</c:v>
                </c:pt>
                <c:pt idx="9593">
                  <c:v>0</c:v>
                </c:pt>
                <c:pt idx="9594">
                  <c:v>3.5988826981664156E-3</c:v>
                </c:pt>
                <c:pt idx="9595">
                  <c:v>7.7309681479995225E-6</c:v>
                </c:pt>
                <c:pt idx="9596">
                  <c:v>1.7365640795517629E-4</c:v>
                </c:pt>
                <c:pt idx="9597">
                  <c:v>0</c:v>
                </c:pt>
                <c:pt idx="9598">
                  <c:v>6.9083501933638113E-7</c:v>
                </c:pt>
                <c:pt idx="9599">
                  <c:v>1.4787362959804819E-5</c:v>
                </c:pt>
                <c:pt idx="9600">
                  <c:v>1.4460887531347163E-5</c:v>
                </c:pt>
                <c:pt idx="9601">
                  <c:v>0</c:v>
                </c:pt>
                <c:pt idx="9602">
                  <c:v>0</c:v>
                </c:pt>
                <c:pt idx="9603">
                  <c:v>2.0268407791996926E-4</c:v>
                </c:pt>
                <c:pt idx="9604">
                  <c:v>0</c:v>
                </c:pt>
                <c:pt idx="9605">
                  <c:v>8.0596656387650903E-6</c:v>
                </c:pt>
                <c:pt idx="9606">
                  <c:v>0</c:v>
                </c:pt>
                <c:pt idx="9607">
                  <c:v>3.610256781240829E-6</c:v>
                </c:pt>
                <c:pt idx="9608">
                  <c:v>5.4568666607233509E-6</c:v>
                </c:pt>
                <c:pt idx="9609">
                  <c:v>1.2938291320773904E-4</c:v>
                </c:pt>
                <c:pt idx="9610">
                  <c:v>2.3310562614856892E-6</c:v>
                </c:pt>
                <c:pt idx="9611">
                  <c:v>0</c:v>
                </c:pt>
                <c:pt idx="9612">
                  <c:v>1.6767325066209089E-5</c:v>
                </c:pt>
                <c:pt idx="9613">
                  <c:v>3.6082826360131878E-7</c:v>
                </c:pt>
                <c:pt idx="9614">
                  <c:v>1.8824578667403669E-5</c:v>
                </c:pt>
                <c:pt idx="9615">
                  <c:v>1.4618614737499978E-3</c:v>
                </c:pt>
                <c:pt idx="9616">
                  <c:v>5.3349164890710453E-6</c:v>
                </c:pt>
                <c:pt idx="9617">
                  <c:v>7.8660966438624995E-6</c:v>
                </c:pt>
                <c:pt idx="9618">
                  <c:v>2.5192859015137382E-5</c:v>
                </c:pt>
                <c:pt idx="9619">
                  <c:v>4.9606051069026136E-5</c:v>
                </c:pt>
                <c:pt idx="9620">
                  <c:v>4.5104940264001969E-7</c:v>
                </c:pt>
                <c:pt idx="9621">
                  <c:v>4.9990939623832655E-6</c:v>
                </c:pt>
                <c:pt idx="9622">
                  <c:v>7.1122449657716934E-6</c:v>
                </c:pt>
                <c:pt idx="9623">
                  <c:v>1.1834883044523861E-5</c:v>
                </c:pt>
                <c:pt idx="9624">
                  <c:v>1.5412893154476961E-4</c:v>
                </c:pt>
                <c:pt idx="9625">
                  <c:v>1.339018890874597E-6</c:v>
                </c:pt>
                <c:pt idx="9626">
                  <c:v>1.1135547785836369E-5</c:v>
                </c:pt>
                <c:pt idx="9627">
                  <c:v>6.7912447651679773E-5</c:v>
                </c:pt>
                <c:pt idx="9628">
                  <c:v>1.14192610722213E-5</c:v>
                </c:pt>
                <c:pt idx="9629">
                  <c:v>5.2269529386065174E-6</c:v>
                </c:pt>
                <c:pt idx="9630">
                  <c:v>2.6429511760423905E-6</c:v>
                </c:pt>
                <c:pt idx="9631">
                  <c:v>2.7143242784314725E-4</c:v>
                </c:pt>
                <c:pt idx="9632">
                  <c:v>3.6244021265575395E-5</c:v>
                </c:pt>
                <c:pt idx="9633">
                  <c:v>6.3058362791292604E-5</c:v>
                </c:pt>
                <c:pt idx="9634">
                  <c:v>9.4014297754335051E-6</c:v>
                </c:pt>
                <c:pt idx="9635">
                  <c:v>0</c:v>
                </c:pt>
                <c:pt idx="9636">
                  <c:v>2.2504069975796847E-6</c:v>
                </c:pt>
                <c:pt idx="9637">
                  <c:v>4.1102913290470743E-5</c:v>
                </c:pt>
                <c:pt idx="9638">
                  <c:v>8.7225947922790337E-6</c:v>
                </c:pt>
                <c:pt idx="9639">
                  <c:v>0</c:v>
                </c:pt>
                <c:pt idx="9640">
                  <c:v>4.8852109443786408E-6</c:v>
                </c:pt>
                <c:pt idx="9641">
                  <c:v>7.9440277075283641E-5</c:v>
                </c:pt>
                <c:pt idx="9642">
                  <c:v>1.0895344628825821E-4</c:v>
                </c:pt>
                <c:pt idx="9643">
                  <c:v>1.7960882421999336E-5</c:v>
                </c:pt>
                <c:pt idx="9644">
                  <c:v>1.7622077291669086E-5</c:v>
                </c:pt>
                <c:pt idx="9645">
                  <c:v>2.7972408443367568E-4</c:v>
                </c:pt>
                <c:pt idx="9646">
                  <c:v>8.310786122230681E-5</c:v>
                </c:pt>
                <c:pt idx="9647">
                  <c:v>1.2776213038992533E-3</c:v>
                </c:pt>
                <c:pt idx="9648">
                  <c:v>4.9077727163309077E-5</c:v>
                </c:pt>
                <c:pt idx="9649">
                  <c:v>3.433423522684971E-6</c:v>
                </c:pt>
                <c:pt idx="9650">
                  <c:v>0</c:v>
                </c:pt>
                <c:pt idx="9651">
                  <c:v>3.9099158571534883E-5</c:v>
                </c:pt>
                <c:pt idx="9652">
                  <c:v>2.5516119976045592E-6</c:v>
                </c:pt>
                <c:pt idx="9653">
                  <c:v>0</c:v>
                </c:pt>
                <c:pt idx="9654">
                  <c:v>1.4168556054366647E-5</c:v>
                </c:pt>
                <c:pt idx="9655">
                  <c:v>1.0209201027265461E-3</c:v>
                </c:pt>
                <c:pt idx="9656">
                  <c:v>0</c:v>
                </c:pt>
                <c:pt idx="9657">
                  <c:v>4.6995262700844723E-6</c:v>
                </c:pt>
                <c:pt idx="9658">
                  <c:v>9.9476724575274618E-7</c:v>
                </c:pt>
                <c:pt idx="9659">
                  <c:v>3.2891556066472599E-5</c:v>
                </c:pt>
                <c:pt idx="9660">
                  <c:v>4.7223149123003102E-5</c:v>
                </c:pt>
                <c:pt idx="9661">
                  <c:v>6.6073948088354694E-5</c:v>
                </c:pt>
                <c:pt idx="9662">
                  <c:v>4.5487601997666892E-5</c:v>
                </c:pt>
                <c:pt idx="9663">
                  <c:v>2.252403102793219E-5</c:v>
                </c:pt>
                <c:pt idx="9664">
                  <c:v>3.3421850400385538E-5</c:v>
                </c:pt>
                <c:pt idx="9665">
                  <c:v>1.8770492486180846E-5</c:v>
                </c:pt>
                <c:pt idx="9666">
                  <c:v>2.4868252426313558E-5</c:v>
                </c:pt>
                <c:pt idx="9667">
                  <c:v>6.0195565284013206E-6</c:v>
                </c:pt>
                <c:pt idx="9668">
                  <c:v>2.2071538018694899E-5</c:v>
                </c:pt>
                <c:pt idx="9669">
                  <c:v>3.302237407916378E-6</c:v>
                </c:pt>
                <c:pt idx="9670">
                  <c:v>5.0888642639847131E-5</c:v>
                </c:pt>
                <c:pt idx="9671">
                  <c:v>1.3050664829050983E-5</c:v>
                </c:pt>
                <c:pt idx="9672">
                  <c:v>4.7126716688257834E-6</c:v>
                </c:pt>
                <c:pt idx="9673">
                  <c:v>1.0092521727881021E-6</c:v>
                </c:pt>
                <c:pt idx="9674">
                  <c:v>4.1679544740315686E-5</c:v>
                </c:pt>
                <c:pt idx="9675">
                  <c:v>3.6770722937189918E-5</c:v>
                </c:pt>
                <c:pt idx="9676">
                  <c:v>1.5215440225752181E-5</c:v>
                </c:pt>
                <c:pt idx="9677">
                  <c:v>3.9204511252367955E-5</c:v>
                </c:pt>
                <c:pt idx="9678">
                  <c:v>1.127021332545768E-3</c:v>
                </c:pt>
                <c:pt idx="9679">
                  <c:v>6.7112321544776648E-5</c:v>
                </c:pt>
                <c:pt idx="9680">
                  <c:v>1.1001054824787803E-6</c:v>
                </c:pt>
                <c:pt idx="9681">
                  <c:v>2.117445895116541E-5</c:v>
                </c:pt>
                <c:pt idx="9682">
                  <c:v>6.0100435035700644E-7</c:v>
                </c:pt>
                <c:pt idx="9683">
                  <c:v>1.8682290647728207E-5</c:v>
                </c:pt>
                <c:pt idx="9684">
                  <c:v>2.2757760522424982E-6</c:v>
                </c:pt>
                <c:pt idx="9685">
                  <c:v>0</c:v>
                </c:pt>
                <c:pt idx="9686">
                  <c:v>5.3169843868819073E-5</c:v>
                </c:pt>
                <c:pt idx="9687">
                  <c:v>4.3471112737781505E-6</c:v>
                </c:pt>
                <c:pt idx="9688">
                  <c:v>0</c:v>
                </c:pt>
                <c:pt idx="9689">
                  <c:v>7.2505475255947389E-6</c:v>
                </c:pt>
                <c:pt idx="9690">
                  <c:v>2.1870946615766085E-5</c:v>
                </c:pt>
                <c:pt idx="9691">
                  <c:v>4.1031891614991474E-7</c:v>
                </c:pt>
                <c:pt idx="9692">
                  <c:v>6.2948037090022159E-6</c:v>
                </c:pt>
                <c:pt idx="9693">
                  <c:v>1.1796507992461947E-4</c:v>
                </c:pt>
                <c:pt idx="9694">
                  <c:v>1.8140592848368022E-5</c:v>
                </c:pt>
                <c:pt idx="9695">
                  <c:v>3.1477923096681705E-5</c:v>
                </c:pt>
                <c:pt idx="9696">
                  <c:v>3.7304721160551896E-5</c:v>
                </c:pt>
                <c:pt idx="9697">
                  <c:v>6.0245228142739031E-5</c:v>
                </c:pt>
                <c:pt idx="9698">
                  <c:v>1.7210678579018486E-5</c:v>
                </c:pt>
                <c:pt idx="9699">
                  <c:v>1.7734745735606632E-5</c:v>
                </c:pt>
                <c:pt idx="9700">
                  <c:v>1.8042075460297344E-5</c:v>
                </c:pt>
                <c:pt idx="9701">
                  <c:v>4.3413185963517571E-6</c:v>
                </c:pt>
                <c:pt idx="9702">
                  <c:v>1.0294017178641459E-7</c:v>
                </c:pt>
                <c:pt idx="9703">
                  <c:v>1.9992132206891595E-6</c:v>
                </c:pt>
                <c:pt idx="9704">
                  <c:v>6.9100054370742526E-6</c:v>
                </c:pt>
                <c:pt idx="9705">
                  <c:v>8.704977065838432E-6</c:v>
                </c:pt>
                <c:pt idx="9706">
                  <c:v>1.0571865291873524E-5</c:v>
                </c:pt>
                <c:pt idx="9707">
                  <c:v>8.5096930769528061E-5</c:v>
                </c:pt>
                <c:pt idx="9708">
                  <c:v>2.2731168725582686E-3</c:v>
                </c:pt>
                <c:pt idx="9709">
                  <c:v>4.9313722627878705E-7</c:v>
                </c:pt>
                <c:pt idx="9710">
                  <c:v>1.2377799351476609E-5</c:v>
                </c:pt>
                <c:pt idx="9711">
                  <c:v>2.3381113668726075E-6</c:v>
                </c:pt>
                <c:pt idx="9712">
                  <c:v>3.5738008464820562E-4</c:v>
                </c:pt>
                <c:pt idx="9713">
                  <c:v>8.329804058050348E-6</c:v>
                </c:pt>
                <c:pt idx="9714">
                  <c:v>1.0661892873362645E-5</c:v>
                </c:pt>
                <c:pt idx="9715">
                  <c:v>4.7667588486017982E-5</c:v>
                </c:pt>
                <c:pt idx="9716">
                  <c:v>1.1458897232857309E-5</c:v>
                </c:pt>
                <c:pt idx="9717">
                  <c:v>1.4410920814570553E-5</c:v>
                </c:pt>
                <c:pt idx="9718">
                  <c:v>7.7258972540340867E-7</c:v>
                </c:pt>
                <c:pt idx="9719">
                  <c:v>1.3359881322981923E-5</c:v>
                </c:pt>
                <c:pt idx="9720">
                  <c:v>3.9143411194896452E-5</c:v>
                </c:pt>
                <c:pt idx="9721">
                  <c:v>2.0945398661962915E-5</c:v>
                </c:pt>
                <c:pt idx="9722">
                  <c:v>3.3926267993068755E-4</c:v>
                </c:pt>
                <c:pt idx="9723">
                  <c:v>1.7431378124464873E-3</c:v>
                </c:pt>
                <c:pt idx="9724">
                  <c:v>4.6468568383039517E-6</c:v>
                </c:pt>
                <c:pt idx="9725">
                  <c:v>2.1515648807723669E-5</c:v>
                </c:pt>
                <c:pt idx="9726">
                  <c:v>1.8675579947574867E-5</c:v>
                </c:pt>
                <c:pt idx="9727">
                  <c:v>1.2888112337453727E-4</c:v>
                </c:pt>
                <c:pt idx="9728">
                  <c:v>1.8002125728531727E-6</c:v>
                </c:pt>
                <c:pt idx="9729">
                  <c:v>3.1915743889087917E-6</c:v>
                </c:pt>
                <c:pt idx="9730">
                  <c:v>7.3765587238716826E-6</c:v>
                </c:pt>
                <c:pt idx="9731">
                  <c:v>1.7614562041080879E-6</c:v>
                </c:pt>
                <c:pt idx="9732">
                  <c:v>1.7062815344518959E-4</c:v>
                </c:pt>
                <c:pt idx="9733">
                  <c:v>7.3230267787231429E-6</c:v>
                </c:pt>
                <c:pt idx="9734">
                  <c:v>1.6193975818381316E-6</c:v>
                </c:pt>
                <c:pt idx="9735">
                  <c:v>1.4818395410207975E-6</c:v>
                </c:pt>
                <c:pt idx="9736">
                  <c:v>3.6938149692861958E-5</c:v>
                </c:pt>
                <c:pt idx="9737">
                  <c:v>2.6111751775908487E-5</c:v>
                </c:pt>
                <c:pt idx="9738">
                  <c:v>1.3480483151664967E-5</c:v>
                </c:pt>
                <c:pt idx="9739">
                  <c:v>1.1752864008432115E-5</c:v>
                </c:pt>
                <c:pt idx="9740">
                  <c:v>3.9886437205098582E-7</c:v>
                </c:pt>
                <c:pt idx="9741">
                  <c:v>0</c:v>
                </c:pt>
                <c:pt idx="9742">
                  <c:v>0</c:v>
                </c:pt>
                <c:pt idx="9743">
                  <c:v>5.7888560944974375E-5</c:v>
                </c:pt>
                <c:pt idx="9744">
                  <c:v>1.5049610505353141E-5</c:v>
                </c:pt>
                <c:pt idx="9745">
                  <c:v>7.3788317818072567E-6</c:v>
                </c:pt>
                <c:pt idx="9746">
                  <c:v>2.1067982335104631E-3</c:v>
                </c:pt>
                <c:pt idx="9747">
                  <c:v>2.666225691470184E-3</c:v>
                </c:pt>
                <c:pt idx="9748">
                  <c:v>6.3413468280841187E-4</c:v>
                </c:pt>
                <c:pt idx="9749">
                  <c:v>2.5347763284990398E-5</c:v>
                </c:pt>
                <c:pt idx="9750">
                  <c:v>1.7383187513208302E-5</c:v>
                </c:pt>
                <c:pt idx="9751">
                  <c:v>3.5804928050509583E-6</c:v>
                </c:pt>
                <c:pt idx="9752">
                  <c:v>1.3534179203240424E-4</c:v>
                </c:pt>
                <c:pt idx="9753">
                  <c:v>6.1231596039311689E-6</c:v>
                </c:pt>
                <c:pt idx="9754">
                  <c:v>0</c:v>
                </c:pt>
                <c:pt idx="9755">
                  <c:v>1.1530287220428676E-5</c:v>
                </c:pt>
                <c:pt idx="9756">
                  <c:v>7.6757294876456661E-6</c:v>
                </c:pt>
                <c:pt idx="9757">
                  <c:v>7.5412760509768438E-7</c:v>
                </c:pt>
                <c:pt idx="9758">
                  <c:v>1.3962340192373955E-5</c:v>
                </c:pt>
                <c:pt idx="9759">
                  <c:v>3.5508366897707059E-4</c:v>
                </c:pt>
                <c:pt idx="9760">
                  <c:v>5.6511135798106506E-6</c:v>
                </c:pt>
                <c:pt idx="9761">
                  <c:v>7.2265800124487753E-7</c:v>
                </c:pt>
                <c:pt idx="9762">
                  <c:v>1.8828049807052962E-4</c:v>
                </c:pt>
                <c:pt idx="9763">
                  <c:v>6.1621163959084591E-6</c:v>
                </c:pt>
                <c:pt idx="9764">
                  <c:v>3.3543238335784742E-3</c:v>
                </c:pt>
                <c:pt idx="9765">
                  <c:v>1.2739282307627612E-4</c:v>
                </c:pt>
                <c:pt idx="9766">
                  <c:v>1.1354683275776001E-5</c:v>
                </c:pt>
                <c:pt idx="9767">
                  <c:v>5.0920330295621474E-5</c:v>
                </c:pt>
                <c:pt idx="9768">
                  <c:v>0</c:v>
                </c:pt>
                <c:pt idx="9769">
                  <c:v>2.1715393783566621E-5</c:v>
                </c:pt>
                <c:pt idx="9770">
                  <c:v>7.6605512380392129E-6</c:v>
                </c:pt>
                <c:pt idx="9771">
                  <c:v>1.0757685273469337E-6</c:v>
                </c:pt>
                <c:pt idx="9772">
                  <c:v>1.4860536443960938E-6</c:v>
                </c:pt>
                <c:pt idx="9773">
                  <c:v>1.7854844498837893E-4</c:v>
                </c:pt>
                <c:pt idx="9774">
                  <c:v>4.1123230733520918E-5</c:v>
                </c:pt>
                <c:pt idx="9775">
                  <c:v>1.8026029106460341E-5</c:v>
                </c:pt>
                <c:pt idx="9776">
                  <c:v>2.0873131396062184E-5</c:v>
                </c:pt>
                <c:pt idx="9777">
                  <c:v>3.3360236876008038E-6</c:v>
                </c:pt>
                <c:pt idx="9778">
                  <c:v>4.9631799144618514E-6</c:v>
                </c:pt>
                <c:pt idx="9779">
                  <c:v>3.9454214038198027E-6</c:v>
                </c:pt>
                <c:pt idx="9780">
                  <c:v>1.1448991315051464E-5</c:v>
                </c:pt>
                <c:pt idx="9781">
                  <c:v>5.4719765385426742E-6</c:v>
                </c:pt>
                <c:pt idx="9782">
                  <c:v>1.1979719326939524E-5</c:v>
                </c:pt>
                <c:pt idx="9783">
                  <c:v>1.0000538465801179E-5</c:v>
                </c:pt>
                <c:pt idx="9784">
                  <c:v>1.5427054410839102E-4</c:v>
                </c:pt>
                <c:pt idx="9785">
                  <c:v>2.679704688448641E-5</c:v>
                </c:pt>
                <c:pt idx="9786">
                  <c:v>1.2747042269758918E-5</c:v>
                </c:pt>
                <c:pt idx="9787">
                  <c:v>8.761710714304206E-6</c:v>
                </c:pt>
                <c:pt idx="9788">
                  <c:v>3.9943067749333518E-6</c:v>
                </c:pt>
                <c:pt idx="9789">
                  <c:v>5.2633118117008205E-6</c:v>
                </c:pt>
                <c:pt idx="9790">
                  <c:v>9.3126508603821557E-6</c:v>
                </c:pt>
                <c:pt idx="9791">
                  <c:v>1.5423482046323395E-6</c:v>
                </c:pt>
                <c:pt idx="9792">
                  <c:v>8.5842773826868705E-6</c:v>
                </c:pt>
                <c:pt idx="9793">
                  <c:v>1.3132394937924094E-4</c:v>
                </c:pt>
                <c:pt idx="9794">
                  <c:v>0</c:v>
                </c:pt>
                <c:pt idx="9795">
                  <c:v>0</c:v>
                </c:pt>
                <c:pt idx="9796">
                  <c:v>2.6513948736747687E-5</c:v>
                </c:pt>
                <c:pt idx="9797">
                  <c:v>0</c:v>
                </c:pt>
                <c:pt idx="9798">
                  <c:v>1.8753258679894011E-4</c:v>
                </c:pt>
                <c:pt idx="9799">
                  <c:v>4.9092141314788596E-5</c:v>
                </c:pt>
                <c:pt idx="9800">
                  <c:v>3.4020068935143177E-6</c:v>
                </c:pt>
                <c:pt idx="9801">
                  <c:v>1.1227577402581044E-5</c:v>
                </c:pt>
                <c:pt idx="9802">
                  <c:v>3.7276475497440101E-5</c:v>
                </c:pt>
                <c:pt idx="9803">
                  <c:v>1.0864288862021301E-5</c:v>
                </c:pt>
                <c:pt idx="9804">
                  <c:v>1.0001113687087335E-7</c:v>
                </c:pt>
                <c:pt idx="9805">
                  <c:v>3.8260808192042114E-7</c:v>
                </c:pt>
                <c:pt idx="9806">
                  <c:v>3.4626293084664662E-5</c:v>
                </c:pt>
                <c:pt idx="9807">
                  <c:v>1.0312950412142101E-5</c:v>
                </c:pt>
                <c:pt idx="9808">
                  <c:v>2.7594117370557247E-5</c:v>
                </c:pt>
                <c:pt idx="9809">
                  <c:v>3.1772583474329544E-6</c:v>
                </c:pt>
                <c:pt idx="9810">
                  <c:v>7.2129643273663605E-6</c:v>
                </c:pt>
                <c:pt idx="9811">
                  <c:v>2.3996291031103753E-6</c:v>
                </c:pt>
                <c:pt idx="9812">
                  <c:v>9.8784164523766808E-6</c:v>
                </c:pt>
                <c:pt idx="9813">
                  <c:v>3.6435644883480243E-6</c:v>
                </c:pt>
                <c:pt idx="9814">
                  <c:v>1.3494816862698383E-5</c:v>
                </c:pt>
                <c:pt idx="9815">
                  <c:v>0</c:v>
                </c:pt>
                <c:pt idx="9816">
                  <c:v>1.7527628771109845E-7</c:v>
                </c:pt>
                <c:pt idx="9817">
                  <c:v>6.0986368951350783E-5</c:v>
                </c:pt>
                <c:pt idx="9818">
                  <c:v>8.6110506485470437E-7</c:v>
                </c:pt>
                <c:pt idx="9819">
                  <c:v>2.2649608598882004E-5</c:v>
                </c:pt>
                <c:pt idx="9820">
                  <c:v>7.6667083320836927E-5</c:v>
                </c:pt>
                <c:pt idx="9821">
                  <c:v>8.3695658599718603E-4</c:v>
                </c:pt>
                <c:pt idx="9822">
                  <c:v>1.1074729330840781E-5</c:v>
                </c:pt>
                <c:pt idx="9823">
                  <c:v>9.1494158338541838E-6</c:v>
                </c:pt>
                <c:pt idx="9824">
                  <c:v>1.4777204423488974E-7</c:v>
                </c:pt>
                <c:pt idx="9825">
                  <c:v>3.0763031152118405E-5</c:v>
                </c:pt>
                <c:pt idx="9826">
                  <c:v>1.76808763280653E-5</c:v>
                </c:pt>
                <c:pt idx="9827">
                  <c:v>3.0676829065337991E-5</c:v>
                </c:pt>
                <c:pt idx="9828">
                  <c:v>2.15662146858789E-5</c:v>
                </c:pt>
                <c:pt idx="9829">
                  <c:v>1.1546899268356779E-5</c:v>
                </c:pt>
                <c:pt idx="9830">
                  <c:v>1.1143283194215592E-5</c:v>
                </c:pt>
                <c:pt idx="9831">
                  <c:v>4.5992687048903775E-7</c:v>
                </c:pt>
                <c:pt idx="9832">
                  <c:v>0</c:v>
                </c:pt>
                <c:pt idx="9833">
                  <c:v>7.6643381360491991E-5</c:v>
                </c:pt>
                <c:pt idx="9834">
                  <c:v>6.8782353371440216E-5</c:v>
                </c:pt>
                <c:pt idx="9835">
                  <c:v>6.96514828995649E-5</c:v>
                </c:pt>
                <c:pt idx="9836">
                  <c:v>7.7096648503456998E-6</c:v>
                </c:pt>
                <c:pt idx="9837">
                  <c:v>6.5680946155139216E-5</c:v>
                </c:pt>
                <c:pt idx="9838">
                  <c:v>0</c:v>
                </c:pt>
                <c:pt idx="9839">
                  <c:v>2.2163034727105861E-7</c:v>
                </c:pt>
                <c:pt idx="9840">
                  <c:v>1.1168516262644861E-5</c:v>
                </c:pt>
                <c:pt idx="9841">
                  <c:v>7.3658577342905422E-5</c:v>
                </c:pt>
                <c:pt idx="9842">
                  <c:v>4.0152744622891624E-5</c:v>
                </c:pt>
                <c:pt idx="9843">
                  <c:v>3.1821446738250996E-6</c:v>
                </c:pt>
                <c:pt idx="9844">
                  <c:v>2.3496657816862192E-4</c:v>
                </c:pt>
                <c:pt idx="9845">
                  <c:v>0</c:v>
                </c:pt>
                <c:pt idx="9846">
                  <c:v>3.6459295751191201E-5</c:v>
                </c:pt>
                <c:pt idx="9847">
                  <c:v>1.1744236008087774E-5</c:v>
                </c:pt>
                <c:pt idx="9848">
                  <c:v>1.8661726928428648E-5</c:v>
                </c:pt>
                <c:pt idx="9849">
                  <c:v>7.6945681507273539E-4</c:v>
                </c:pt>
                <c:pt idx="9850">
                  <c:v>2.1959317463227589E-5</c:v>
                </c:pt>
                <c:pt idx="9851">
                  <c:v>6.7144733955329074E-6</c:v>
                </c:pt>
                <c:pt idx="9852">
                  <c:v>2.4949633099491185E-5</c:v>
                </c:pt>
                <c:pt idx="9853">
                  <c:v>9.1818302572600026E-6</c:v>
                </c:pt>
                <c:pt idx="9854">
                  <c:v>1.0373757494970341E-5</c:v>
                </c:pt>
                <c:pt idx="9855">
                  <c:v>1.0609922092953321E-4</c:v>
                </c:pt>
                <c:pt idx="9856">
                  <c:v>1.2339888500557591E-6</c:v>
                </c:pt>
                <c:pt idx="9857">
                  <c:v>5.8140893674869025E-6</c:v>
                </c:pt>
                <c:pt idx="9858">
                  <c:v>6.4651255157829461E-6</c:v>
                </c:pt>
                <c:pt idx="9859">
                  <c:v>1.3973997290204222E-7</c:v>
                </c:pt>
                <c:pt idx="9860">
                  <c:v>7.4721760757872027E-5</c:v>
                </c:pt>
                <c:pt idx="9861">
                  <c:v>4.6257676368225013E-5</c:v>
                </c:pt>
                <c:pt idx="9862">
                  <c:v>3.8393561949875789E-5</c:v>
                </c:pt>
                <c:pt idx="9863">
                  <c:v>0</c:v>
                </c:pt>
                <c:pt idx="9864">
                  <c:v>7.7330959480365209E-7</c:v>
                </c:pt>
                <c:pt idx="9865">
                  <c:v>1.042678949317973E-6</c:v>
                </c:pt>
                <c:pt idx="9866">
                  <c:v>9.1279288502578806E-6</c:v>
                </c:pt>
                <c:pt idx="9867">
                  <c:v>1.3503031676855006E-5</c:v>
                </c:pt>
                <c:pt idx="9868">
                  <c:v>1.0211530350751701E-5</c:v>
                </c:pt>
                <c:pt idx="9869">
                  <c:v>7.9688344696349114E-5</c:v>
                </c:pt>
                <c:pt idx="9870">
                  <c:v>7.238393325223538E-5</c:v>
                </c:pt>
                <c:pt idx="9871">
                  <c:v>5.7212751572520348E-6</c:v>
                </c:pt>
                <c:pt idx="9872">
                  <c:v>5.1438634151373015E-7</c:v>
                </c:pt>
                <c:pt idx="9873">
                  <c:v>2.1120343765668419E-5</c:v>
                </c:pt>
                <c:pt idx="9874">
                  <c:v>5.3207147612972458E-5</c:v>
                </c:pt>
                <c:pt idx="9875">
                  <c:v>3.0578936581464759E-5</c:v>
                </c:pt>
                <c:pt idx="9876">
                  <c:v>1.2579548398538145E-5</c:v>
                </c:pt>
                <c:pt idx="9877">
                  <c:v>2.0500512993878046E-5</c:v>
                </c:pt>
                <c:pt idx="9878">
                  <c:v>1.2232810275164582E-7</c:v>
                </c:pt>
                <c:pt idx="9879">
                  <c:v>0</c:v>
                </c:pt>
                <c:pt idx="9880">
                  <c:v>1.1925533972315518E-6</c:v>
                </c:pt>
                <c:pt idx="9881">
                  <c:v>1.1277812238186978E-5</c:v>
                </c:pt>
                <c:pt idx="9882">
                  <c:v>3.4816357134018654E-5</c:v>
                </c:pt>
                <c:pt idx="9883">
                  <c:v>8.5600047486815667E-8</c:v>
                </c:pt>
                <c:pt idx="9884">
                  <c:v>1.6753975280187957E-6</c:v>
                </c:pt>
                <c:pt idx="9885">
                  <c:v>2.7661068472265453E-5</c:v>
                </c:pt>
                <c:pt idx="9886">
                  <c:v>1.7285534451066928E-7</c:v>
                </c:pt>
                <c:pt idx="9887">
                  <c:v>0</c:v>
                </c:pt>
                <c:pt idx="9888">
                  <c:v>9.1258507198353994E-5</c:v>
                </c:pt>
                <c:pt idx="9889">
                  <c:v>5.35403433204189E-5</c:v>
                </c:pt>
                <c:pt idx="9890">
                  <c:v>6.8161748818764933E-7</c:v>
                </c:pt>
                <c:pt idx="9891">
                  <c:v>7.5541611323374129E-7</c:v>
                </c:pt>
                <c:pt idx="9892">
                  <c:v>2.7850518740707215E-5</c:v>
                </c:pt>
                <c:pt idx="9893">
                  <c:v>1.3382969390317489E-5</c:v>
                </c:pt>
                <c:pt idx="9894">
                  <c:v>0</c:v>
                </c:pt>
                <c:pt idx="9895">
                  <c:v>3.5181712885754065E-6</c:v>
                </c:pt>
                <c:pt idx="9896">
                  <c:v>9.082164662207933E-6</c:v>
                </c:pt>
                <c:pt idx="9897">
                  <c:v>3.9701002999323785E-7</c:v>
                </c:pt>
                <c:pt idx="9898">
                  <c:v>6.4408073119911111E-5</c:v>
                </c:pt>
                <c:pt idx="9899">
                  <c:v>9.6746781509197524E-5</c:v>
                </c:pt>
                <c:pt idx="9900">
                  <c:v>0</c:v>
                </c:pt>
                <c:pt idx="9901">
                  <c:v>4.5585230882958563E-6</c:v>
                </c:pt>
                <c:pt idx="9902">
                  <c:v>6.1958161428782939E-6</c:v>
                </c:pt>
                <c:pt idx="9903">
                  <c:v>1.8508946153062961E-5</c:v>
                </c:pt>
                <c:pt idx="9904">
                  <c:v>0</c:v>
                </c:pt>
                <c:pt idx="9905">
                  <c:v>1.4466144556436681E-5</c:v>
                </c:pt>
                <c:pt idx="9906">
                  <c:v>1.6689201703276584E-5</c:v>
                </c:pt>
                <c:pt idx="9907">
                  <c:v>9.5076078098897057E-7</c:v>
                </c:pt>
                <c:pt idx="9908">
                  <c:v>4.2456079319839812E-4</c:v>
                </c:pt>
                <c:pt idx="9909">
                  <c:v>8.0656160136621514E-5</c:v>
                </c:pt>
                <c:pt idx="9910">
                  <c:v>8.0090123843777343E-6</c:v>
                </c:pt>
                <c:pt idx="9911">
                  <c:v>6.061877297829208E-5</c:v>
                </c:pt>
                <c:pt idx="9912">
                  <c:v>1.0832135264777109E-7</c:v>
                </c:pt>
                <c:pt idx="9913">
                  <c:v>6.9281513501786573E-5</c:v>
                </c:pt>
                <c:pt idx="9914">
                  <c:v>2.8682755051552806E-5</c:v>
                </c:pt>
                <c:pt idx="9915">
                  <c:v>1.3170236300707985E-5</c:v>
                </c:pt>
                <c:pt idx="9916">
                  <c:v>7.6607755224111679E-6</c:v>
                </c:pt>
                <c:pt idx="9917">
                  <c:v>8.8849849105145237E-4</c:v>
                </c:pt>
                <c:pt idx="9918">
                  <c:v>1.5039683002376999E-5</c:v>
                </c:pt>
                <c:pt idx="9919">
                  <c:v>0</c:v>
                </c:pt>
                <c:pt idx="9920">
                  <c:v>4.7987365950285494E-6</c:v>
                </c:pt>
                <c:pt idx="9921">
                  <c:v>1.4403146516030349E-5</c:v>
                </c:pt>
                <c:pt idx="9922">
                  <c:v>1.8505297062072808E-4</c:v>
                </c:pt>
                <c:pt idx="9923">
                  <c:v>2.0416501948112472E-5</c:v>
                </c:pt>
                <c:pt idx="9924">
                  <c:v>9.2970780131594168E-6</c:v>
                </c:pt>
                <c:pt idx="9925">
                  <c:v>9.7807572560285581E-6</c:v>
                </c:pt>
                <c:pt idx="9926">
                  <c:v>1.8712845450782811E-5</c:v>
                </c:pt>
                <c:pt idx="9927">
                  <c:v>8.5451974910795233E-7</c:v>
                </c:pt>
                <c:pt idx="9928">
                  <c:v>8.9622403134008912E-5</c:v>
                </c:pt>
                <c:pt idx="9929">
                  <c:v>3.679958714444142E-6</c:v>
                </c:pt>
                <c:pt idx="9930">
                  <c:v>0</c:v>
                </c:pt>
                <c:pt idx="9931">
                  <c:v>4.170223797894705E-6</c:v>
                </c:pt>
                <c:pt idx="9932">
                  <c:v>6.7124575172146219E-7</c:v>
                </c:pt>
                <c:pt idx="9933">
                  <c:v>1.6424437399456467E-6</c:v>
                </c:pt>
                <c:pt idx="9934">
                  <c:v>3.0444405633596314E-6</c:v>
                </c:pt>
                <c:pt idx="9935">
                  <c:v>1.5229450817933405E-5</c:v>
                </c:pt>
                <c:pt idx="9936">
                  <c:v>4.6051786674480976E-6</c:v>
                </c:pt>
                <c:pt idx="9937">
                  <c:v>2.8828319671440309E-5</c:v>
                </c:pt>
                <c:pt idx="9938">
                  <c:v>5.6505694705127804E-5</c:v>
                </c:pt>
                <c:pt idx="9939">
                  <c:v>8.0405886181893895E-6</c:v>
                </c:pt>
                <c:pt idx="9940">
                  <c:v>4.5768649021712017E-5</c:v>
                </c:pt>
                <c:pt idx="9941">
                  <c:v>3.0994095344782992E-7</c:v>
                </c:pt>
                <c:pt idx="9942">
                  <c:v>6.6878078968002795E-7</c:v>
                </c:pt>
                <c:pt idx="9943">
                  <c:v>3.4118242465402086E-6</c:v>
                </c:pt>
                <c:pt idx="9944">
                  <c:v>1.3229269592720257E-5</c:v>
                </c:pt>
                <c:pt idx="9945">
                  <c:v>9.0027387076798535E-5</c:v>
                </c:pt>
                <c:pt idx="9946">
                  <c:v>8.5597990639383798E-5</c:v>
                </c:pt>
                <c:pt idx="9947">
                  <c:v>1.4216526266683551E-5</c:v>
                </c:pt>
                <c:pt idx="9948">
                  <c:v>1.030654457087736E-4</c:v>
                </c:pt>
                <c:pt idx="9949">
                  <c:v>3.3125295858352051E-5</c:v>
                </c:pt>
                <c:pt idx="9950">
                  <c:v>4.5650312076579156E-5</c:v>
                </c:pt>
                <c:pt idx="9951">
                  <c:v>5.4389168770857015E-5</c:v>
                </c:pt>
                <c:pt idx="9952">
                  <c:v>2.0463909859068652E-5</c:v>
                </c:pt>
                <c:pt idx="9953">
                  <c:v>8.1112858733405828E-5</c:v>
                </c:pt>
                <c:pt idx="9954">
                  <c:v>1.5831455199511653E-4</c:v>
                </c:pt>
                <c:pt idx="9955">
                  <c:v>2.7237062172338069E-5</c:v>
                </c:pt>
                <c:pt idx="9956">
                  <c:v>7.4630288861173894E-5</c:v>
                </c:pt>
                <c:pt idx="9957">
                  <c:v>3.1374487339607181E-5</c:v>
                </c:pt>
                <c:pt idx="9958">
                  <c:v>2.4289445115738774E-4</c:v>
                </c:pt>
                <c:pt idx="9959">
                  <c:v>6.5885421869829675E-3</c:v>
                </c:pt>
                <c:pt idx="9960">
                  <c:v>1.5402403983129161E-5</c:v>
                </c:pt>
                <c:pt idx="9961">
                  <c:v>7.5927369966963349E-6</c:v>
                </c:pt>
                <c:pt idx="9962">
                  <c:v>0</c:v>
                </c:pt>
                <c:pt idx="9963">
                  <c:v>0</c:v>
                </c:pt>
                <c:pt idx="9964">
                  <c:v>1.092723864562532E-4</c:v>
                </c:pt>
                <c:pt idx="9965">
                  <c:v>4.4346110484272723E-5</c:v>
                </c:pt>
                <c:pt idx="9966">
                  <c:v>0</c:v>
                </c:pt>
                <c:pt idx="9967">
                  <c:v>3.6389107475310586E-5</c:v>
                </c:pt>
                <c:pt idx="9968">
                  <c:v>3.4151771522813586E-7</c:v>
                </c:pt>
                <c:pt idx="9969">
                  <c:v>2.2286587625661858E-5</c:v>
                </c:pt>
                <c:pt idx="9970">
                  <c:v>3.7846134264920867E-5</c:v>
                </c:pt>
                <c:pt idx="9971">
                  <c:v>1.9308380352936649E-5</c:v>
                </c:pt>
                <c:pt idx="9972">
                  <c:v>1.354007122162024E-5</c:v>
                </c:pt>
                <c:pt idx="9973">
                  <c:v>8.3202560427748703E-5</c:v>
                </c:pt>
                <c:pt idx="9974">
                  <c:v>3.1415510232063404E-5</c:v>
                </c:pt>
                <c:pt idx="9975">
                  <c:v>4.6229779934918125E-6</c:v>
                </c:pt>
                <c:pt idx="9976">
                  <c:v>1.562713041736416E-7</c:v>
                </c:pt>
                <c:pt idx="9977">
                  <c:v>1.6964880338112479E-5</c:v>
                </c:pt>
                <c:pt idx="9978">
                  <c:v>1.019627022044092E-5</c:v>
                </c:pt>
                <c:pt idx="9979">
                  <c:v>4.3528227205289173E-6</c:v>
                </c:pt>
                <c:pt idx="9980">
                  <c:v>1.2329698245036177E-5</c:v>
                </c:pt>
                <c:pt idx="9981">
                  <c:v>2.553480191369743E-6</c:v>
                </c:pt>
                <c:pt idx="9982">
                  <c:v>2.2510732638778966E-5</c:v>
                </c:pt>
                <c:pt idx="9983">
                  <c:v>0</c:v>
                </c:pt>
                <c:pt idx="9984">
                  <c:v>5.7779695061653685E-6</c:v>
                </c:pt>
                <c:pt idx="9985">
                  <c:v>7.179747526552273E-6</c:v>
                </c:pt>
                <c:pt idx="9986">
                  <c:v>9.2129942492236624E-5</c:v>
                </c:pt>
                <c:pt idx="9987">
                  <c:v>9.2438965003873381E-6</c:v>
                </c:pt>
                <c:pt idx="9988">
                  <c:v>1.5389654454294526E-4</c:v>
                </c:pt>
                <c:pt idx="9989">
                  <c:v>1.6688796871423645E-5</c:v>
                </c:pt>
                <c:pt idx="9990">
                  <c:v>2.4830807425738873E-7</c:v>
                </c:pt>
                <c:pt idx="9991">
                  <c:v>5.4701420202970294E-4</c:v>
                </c:pt>
                <c:pt idx="9992">
                  <c:v>1.8886941339401087E-5</c:v>
                </c:pt>
                <c:pt idx="9993">
                  <c:v>2.0570904567037842E-5</c:v>
                </c:pt>
                <c:pt idx="9994">
                  <c:v>0</c:v>
                </c:pt>
                <c:pt idx="9995">
                  <c:v>2.8193203800392411E-5</c:v>
                </c:pt>
                <c:pt idx="9996">
                  <c:v>1.534036696072548E-5</c:v>
                </c:pt>
                <c:pt idx="9997">
                  <c:v>5.7600905797361114E-6</c:v>
                </c:pt>
                <c:pt idx="9998">
                  <c:v>5.9998143823172112E-5</c:v>
                </c:pt>
                <c:pt idx="9999">
                  <c:v>8.8175588633024869E-6</c:v>
                </c:pt>
                <c:pt idx="10000">
                  <c:v>6.1495644197926595E-6</c:v>
                </c:pt>
                <c:pt idx="10001">
                  <c:v>3.8852715674876807E-6</c:v>
                </c:pt>
                <c:pt idx="10002">
                  <c:v>4.6817473544532298E-5</c:v>
                </c:pt>
                <c:pt idx="10003">
                  <c:v>1.5993666060963844E-6</c:v>
                </c:pt>
                <c:pt idx="10004">
                  <c:v>9.144585229722766E-7</c:v>
                </c:pt>
                <c:pt idx="10005">
                  <c:v>1.1034969183248801E-5</c:v>
                </c:pt>
                <c:pt idx="10006">
                  <c:v>7.5858565473408169E-6</c:v>
                </c:pt>
                <c:pt idx="10007">
                  <c:v>4.9432877657026411E-5</c:v>
                </c:pt>
                <c:pt idx="10008">
                  <c:v>0</c:v>
                </c:pt>
                <c:pt idx="10009">
                  <c:v>1.3028493498693462E-4</c:v>
                </c:pt>
                <c:pt idx="10010">
                  <c:v>6.3573799383792134E-6</c:v>
                </c:pt>
                <c:pt idx="10011">
                  <c:v>7.9418013285429774E-6</c:v>
                </c:pt>
                <c:pt idx="10012">
                  <c:v>1.1983668118305162E-5</c:v>
                </c:pt>
                <c:pt idx="10013">
                  <c:v>0</c:v>
                </c:pt>
                <c:pt idx="10014">
                  <c:v>1.8077200689651014E-5</c:v>
                </c:pt>
                <c:pt idx="10015">
                  <c:v>6.2137551371349854E-5</c:v>
                </c:pt>
                <c:pt idx="10016">
                  <c:v>0</c:v>
                </c:pt>
                <c:pt idx="10017">
                  <c:v>6.5249166657951204E-5</c:v>
                </c:pt>
                <c:pt idx="10018">
                  <c:v>6.5564323861859474E-4</c:v>
                </c:pt>
                <c:pt idx="10019">
                  <c:v>1.0299644936955309E-5</c:v>
                </c:pt>
                <c:pt idx="10020">
                  <c:v>3.375055157362825E-5</c:v>
                </c:pt>
                <c:pt idx="10021">
                  <c:v>9.2672106622882874E-7</c:v>
                </c:pt>
                <c:pt idx="10022">
                  <c:v>0</c:v>
                </c:pt>
                <c:pt idx="10023">
                  <c:v>1.8176770635944765E-4</c:v>
                </c:pt>
                <c:pt idx="10024">
                  <c:v>1.4003960548420419E-6</c:v>
                </c:pt>
                <c:pt idx="10025">
                  <c:v>4.4972553336343673E-5</c:v>
                </c:pt>
                <c:pt idx="10026">
                  <c:v>2.086239828520856E-5</c:v>
                </c:pt>
                <c:pt idx="10027">
                  <c:v>9.6707362587256282E-6</c:v>
                </c:pt>
                <c:pt idx="10028">
                  <c:v>2.9758034361993669E-3</c:v>
                </c:pt>
                <c:pt idx="10029">
                  <c:v>1.0581185742779419E-5</c:v>
                </c:pt>
                <c:pt idx="10030">
                  <c:v>1.0638606774252342E-4</c:v>
                </c:pt>
                <c:pt idx="10031">
                  <c:v>6.3520754889272577E-6</c:v>
                </c:pt>
                <c:pt idx="10032">
                  <c:v>1.0257554360394741E-5</c:v>
                </c:pt>
                <c:pt idx="10033">
                  <c:v>3.0639263153514325E-4</c:v>
                </c:pt>
                <c:pt idx="10034">
                  <c:v>0</c:v>
                </c:pt>
                <c:pt idx="10035">
                  <c:v>6.9111905748646627E-5</c:v>
                </c:pt>
                <c:pt idx="10036">
                  <c:v>3.3291666970121084E-6</c:v>
                </c:pt>
                <c:pt idx="10037">
                  <c:v>7.0779602945633684E-6</c:v>
                </c:pt>
                <c:pt idx="10038">
                  <c:v>8.7897010462963875E-6</c:v>
                </c:pt>
                <c:pt idx="10039">
                  <c:v>4.0370961387011892E-5</c:v>
                </c:pt>
                <c:pt idx="10040">
                  <c:v>1.0487606811971302E-5</c:v>
                </c:pt>
                <c:pt idx="10041">
                  <c:v>2.5915817381855263E-5</c:v>
                </c:pt>
                <c:pt idx="10042">
                  <c:v>1.8403880893174028E-4</c:v>
                </c:pt>
                <c:pt idx="10043">
                  <c:v>1.2040166130378627E-4</c:v>
                </c:pt>
                <c:pt idx="10044">
                  <c:v>1.1662017591713621E-5</c:v>
                </c:pt>
                <c:pt idx="10045">
                  <c:v>9.5152404302085364E-6</c:v>
                </c:pt>
                <c:pt idx="10046">
                  <c:v>6.935630093353668E-5</c:v>
                </c:pt>
                <c:pt idx="10047">
                  <c:v>6.3628967731500126E-6</c:v>
                </c:pt>
                <c:pt idx="10048">
                  <c:v>0</c:v>
                </c:pt>
                <c:pt idx="10049">
                  <c:v>7.9458765262781699E-7</c:v>
                </c:pt>
                <c:pt idx="10050">
                  <c:v>7.1074075812386375E-5</c:v>
                </c:pt>
                <c:pt idx="10051">
                  <c:v>2.3215488469260879E-6</c:v>
                </c:pt>
                <c:pt idx="10052">
                  <c:v>4.0745595475450223E-6</c:v>
                </c:pt>
                <c:pt idx="10053">
                  <c:v>1.1905851043914484E-5</c:v>
                </c:pt>
                <c:pt idx="10054">
                  <c:v>1.8643949752442088E-4</c:v>
                </c:pt>
                <c:pt idx="10055">
                  <c:v>3.5091247453882772E-6</c:v>
                </c:pt>
                <c:pt idx="10056">
                  <c:v>5.7597994541205071E-5</c:v>
                </c:pt>
                <c:pt idx="10057">
                  <c:v>2.5485552988084612E-5</c:v>
                </c:pt>
                <c:pt idx="10058">
                  <c:v>5.20697975771412E-4</c:v>
                </c:pt>
                <c:pt idx="10059">
                  <c:v>2.3818390798521637E-5</c:v>
                </c:pt>
                <c:pt idx="10060">
                  <c:v>1.7536993836973021E-6</c:v>
                </c:pt>
                <c:pt idx="10061">
                  <c:v>4.7870470636498293E-5</c:v>
                </c:pt>
                <c:pt idx="10062">
                  <c:v>1.0666462691384402E-4</c:v>
                </c:pt>
                <c:pt idx="10063">
                  <c:v>2.5892258868381638E-5</c:v>
                </c:pt>
                <c:pt idx="10064">
                  <c:v>5.8167009728018254E-7</c:v>
                </c:pt>
                <c:pt idx="10065">
                  <c:v>3.6979996970778361E-4</c:v>
                </c:pt>
                <c:pt idx="10066">
                  <c:v>1.3814875850939281E-5</c:v>
                </c:pt>
                <c:pt idx="10067">
                  <c:v>2.7150969753236212E-5</c:v>
                </c:pt>
                <c:pt idx="10068">
                  <c:v>8.7539787252616504E-6</c:v>
                </c:pt>
                <c:pt idx="10069">
                  <c:v>7.2896397968754589E-6</c:v>
                </c:pt>
                <c:pt idx="10070">
                  <c:v>4.5563326247229677E-6</c:v>
                </c:pt>
                <c:pt idx="10071">
                  <c:v>1.4300753703998693E-5</c:v>
                </c:pt>
                <c:pt idx="10072">
                  <c:v>8.7840279887397227E-6</c:v>
                </c:pt>
                <c:pt idx="10073">
                  <c:v>0</c:v>
                </c:pt>
                <c:pt idx="10074">
                  <c:v>2.5188174714926026E-5</c:v>
                </c:pt>
                <c:pt idx="10075">
                  <c:v>3.1557257851604573E-5</c:v>
                </c:pt>
                <c:pt idx="10076">
                  <c:v>6.0554653860029736E-5</c:v>
                </c:pt>
                <c:pt idx="10077">
                  <c:v>3.0841160323208876E-5</c:v>
                </c:pt>
                <c:pt idx="10078">
                  <c:v>0</c:v>
                </c:pt>
                <c:pt idx="10079">
                  <c:v>0</c:v>
                </c:pt>
                <c:pt idx="10080">
                  <c:v>3.4139448017896043E-5</c:v>
                </c:pt>
                <c:pt idx="10081">
                  <c:v>6.0115093345802418E-5</c:v>
                </c:pt>
                <c:pt idx="10082">
                  <c:v>1.5697109229151751E-6</c:v>
                </c:pt>
                <c:pt idx="10083">
                  <c:v>7.2553807660609421E-5</c:v>
                </c:pt>
                <c:pt idx="10084">
                  <c:v>8.0085491482189392E-7</c:v>
                </c:pt>
                <c:pt idx="10085">
                  <c:v>8.6401151769284028E-6</c:v>
                </c:pt>
                <c:pt idx="10086">
                  <c:v>1.6274985002105878E-6</c:v>
                </c:pt>
                <c:pt idx="10087">
                  <c:v>5.7645108425647954E-6</c:v>
                </c:pt>
                <c:pt idx="10088">
                  <c:v>3.1678539169981173E-6</c:v>
                </c:pt>
                <c:pt idx="10089">
                  <c:v>8.7107944255875242E-4</c:v>
                </c:pt>
                <c:pt idx="10090">
                  <c:v>1.1174274536429021E-5</c:v>
                </c:pt>
                <c:pt idx="10091">
                  <c:v>2.0763879929886985E-5</c:v>
                </c:pt>
                <c:pt idx="10092">
                  <c:v>4.4260492461719534E-6</c:v>
                </c:pt>
                <c:pt idx="10093">
                  <c:v>1.4479323697996113E-5</c:v>
                </c:pt>
                <c:pt idx="10094">
                  <c:v>1.1559879068314444E-5</c:v>
                </c:pt>
                <c:pt idx="10095">
                  <c:v>1.3637552062374605E-7</c:v>
                </c:pt>
                <c:pt idx="10096">
                  <c:v>1.3561952675736185E-5</c:v>
                </c:pt>
                <c:pt idx="10097">
                  <c:v>9.4534027293658165E-5</c:v>
                </c:pt>
                <c:pt idx="10098">
                  <c:v>6.1293985276827589E-6</c:v>
                </c:pt>
                <c:pt idx="10099">
                  <c:v>2.6879549081395383E-5</c:v>
                </c:pt>
                <c:pt idx="10100">
                  <c:v>2.2481144290449188E-5</c:v>
                </c:pt>
                <c:pt idx="10101">
                  <c:v>8.377413966786362E-5</c:v>
                </c:pt>
                <c:pt idx="10102">
                  <c:v>1.245016530067577E-5</c:v>
                </c:pt>
                <c:pt idx="10103">
                  <c:v>3.5873156387203826E-6</c:v>
                </c:pt>
                <c:pt idx="10104">
                  <c:v>5.8082846502145829E-5</c:v>
                </c:pt>
                <c:pt idx="10105">
                  <c:v>3.2150709138935272E-5</c:v>
                </c:pt>
                <c:pt idx="10106">
                  <c:v>7.2951791429247767E-5</c:v>
                </c:pt>
                <c:pt idx="10107">
                  <c:v>2.147098079242182E-5</c:v>
                </c:pt>
                <c:pt idx="10108">
                  <c:v>0</c:v>
                </c:pt>
                <c:pt idx="10109">
                  <c:v>9.1753508635895396E-6</c:v>
                </c:pt>
                <c:pt idx="10110">
                  <c:v>0</c:v>
                </c:pt>
                <c:pt idx="10111">
                  <c:v>0</c:v>
                </c:pt>
                <c:pt idx="10112">
                  <c:v>2.1017535084761425E-4</c:v>
                </c:pt>
                <c:pt idx="10113">
                  <c:v>0</c:v>
                </c:pt>
                <c:pt idx="10114">
                  <c:v>3.1693550747865514E-6</c:v>
                </c:pt>
                <c:pt idx="10115">
                  <c:v>1.3343325147085108E-5</c:v>
                </c:pt>
                <c:pt idx="10116">
                  <c:v>3.9736945954281629E-5</c:v>
                </c:pt>
                <c:pt idx="10117">
                  <c:v>5.7970263054361987E-5</c:v>
                </c:pt>
                <c:pt idx="10118">
                  <c:v>5.8257736632707226E-5</c:v>
                </c:pt>
                <c:pt idx="10119">
                  <c:v>7.0340075765976009E-4</c:v>
                </c:pt>
                <c:pt idx="10120">
                  <c:v>0</c:v>
                </c:pt>
                <c:pt idx="10121">
                  <c:v>5.0058907770289663E-7</c:v>
                </c:pt>
                <c:pt idx="10122">
                  <c:v>9.5844318908090608E-6</c:v>
                </c:pt>
                <c:pt idx="10123">
                  <c:v>4.3038286078790172E-6</c:v>
                </c:pt>
                <c:pt idx="10124">
                  <c:v>4.180267359518182E-5</c:v>
                </c:pt>
                <c:pt idx="10125">
                  <c:v>1.2296846059911729E-5</c:v>
                </c:pt>
                <c:pt idx="10126">
                  <c:v>4.2316867760949637E-5</c:v>
                </c:pt>
                <c:pt idx="10127">
                  <c:v>0</c:v>
                </c:pt>
                <c:pt idx="10128">
                  <c:v>3.4967513588026836E-5</c:v>
                </c:pt>
                <c:pt idx="10129">
                  <c:v>1.5580040177949323E-5</c:v>
                </c:pt>
                <c:pt idx="10130">
                  <c:v>1.5528429926726287E-5</c:v>
                </c:pt>
                <c:pt idx="10131">
                  <c:v>1.1847351633676093E-4</c:v>
                </c:pt>
                <c:pt idx="10132">
                  <c:v>3.6921066381448616E-6</c:v>
                </c:pt>
                <c:pt idx="10133">
                  <c:v>8.1262994263769226E-5</c:v>
                </c:pt>
                <c:pt idx="10134">
                  <c:v>3.2485677588897813E-6</c:v>
                </c:pt>
                <c:pt idx="10135">
                  <c:v>0</c:v>
                </c:pt>
                <c:pt idx="10136">
                  <c:v>4.2638489540092532E-5</c:v>
                </c:pt>
                <c:pt idx="10137">
                  <c:v>1.8103906213329623E-6</c:v>
                </c:pt>
                <c:pt idx="10138">
                  <c:v>1.3007519602552579E-6</c:v>
                </c:pt>
                <c:pt idx="10139">
                  <c:v>2.1217183843070267E-5</c:v>
                </c:pt>
                <c:pt idx="10140">
                  <c:v>3.4432352487088561E-5</c:v>
                </c:pt>
                <c:pt idx="10141">
                  <c:v>1.4316469930516241E-5</c:v>
                </c:pt>
                <c:pt idx="10142">
                  <c:v>2.500004184741521E-5</c:v>
                </c:pt>
                <c:pt idx="10143">
                  <c:v>1.3814845423877316E-5</c:v>
                </c:pt>
                <c:pt idx="10144">
                  <c:v>0</c:v>
                </c:pt>
                <c:pt idx="10145">
                  <c:v>4.9318011815411738E-5</c:v>
                </c:pt>
                <c:pt idx="10146">
                  <c:v>3.228957013639916E-5</c:v>
                </c:pt>
                <c:pt idx="10147">
                  <c:v>0</c:v>
                </c:pt>
                <c:pt idx="10148">
                  <c:v>2.6261318309798453E-5</c:v>
                </c:pt>
                <c:pt idx="10149">
                  <c:v>1.3611209230224467E-5</c:v>
                </c:pt>
                <c:pt idx="10150">
                  <c:v>0</c:v>
                </c:pt>
                <c:pt idx="10151">
                  <c:v>4.8521207131844412E-6</c:v>
                </c:pt>
                <c:pt idx="10152">
                  <c:v>3.8745153172676023E-5</c:v>
                </c:pt>
                <c:pt idx="10153">
                  <c:v>1.4365538320181863E-5</c:v>
                </c:pt>
                <c:pt idx="10154">
                  <c:v>3.0755537085140548E-5</c:v>
                </c:pt>
                <c:pt idx="10155">
                  <c:v>7.2722918076439686E-5</c:v>
                </c:pt>
                <c:pt idx="10156">
                  <c:v>1.8068186111850304E-5</c:v>
                </c:pt>
                <c:pt idx="10157">
                  <c:v>0</c:v>
                </c:pt>
                <c:pt idx="10158">
                  <c:v>1.0818901681446441E-5</c:v>
                </c:pt>
                <c:pt idx="10159">
                  <c:v>2.1468085848437234E-5</c:v>
                </c:pt>
                <c:pt idx="10160">
                  <c:v>3.4292610853841362E-5</c:v>
                </c:pt>
                <c:pt idx="10161">
                  <c:v>7.1266787539924636E-5</c:v>
                </c:pt>
                <c:pt idx="10162">
                  <c:v>6.0751473359903763E-6</c:v>
                </c:pt>
                <c:pt idx="10163">
                  <c:v>5.1487997407344471E-6</c:v>
                </c:pt>
                <c:pt idx="10164">
                  <c:v>1.2467322745204901E-5</c:v>
                </c:pt>
                <c:pt idx="10165">
                  <c:v>1.1815969396698894E-5</c:v>
                </c:pt>
                <c:pt idx="10166">
                  <c:v>3.3539006281020577E-6</c:v>
                </c:pt>
                <c:pt idx="10167">
                  <c:v>1.8782718166704563E-6</c:v>
                </c:pt>
                <c:pt idx="10168">
                  <c:v>8.7465567250533248E-6</c:v>
                </c:pt>
                <c:pt idx="10169">
                  <c:v>0</c:v>
                </c:pt>
                <c:pt idx="10170">
                  <c:v>1.7093403211874666E-5</c:v>
                </c:pt>
                <c:pt idx="10171">
                  <c:v>0</c:v>
                </c:pt>
                <c:pt idx="10172">
                  <c:v>2.6141643595188715E-5</c:v>
                </c:pt>
                <c:pt idx="10173">
                  <c:v>3.2146047518367157E-5</c:v>
                </c:pt>
                <c:pt idx="10174">
                  <c:v>1.6842190530120697E-4</c:v>
                </c:pt>
                <c:pt idx="10175">
                  <c:v>1.3828662300968607E-5</c:v>
                </c:pt>
                <c:pt idx="10176">
                  <c:v>0</c:v>
                </c:pt>
                <c:pt idx="10177">
                  <c:v>3.0827590201618882E-5</c:v>
                </c:pt>
                <c:pt idx="10178">
                  <c:v>0</c:v>
                </c:pt>
                <c:pt idx="10179">
                  <c:v>3.0077174007278017E-6</c:v>
                </c:pt>
                <c:pt idx="10180">
                  <c:v>8.8333869007561599E-5</c:v>
                </c:pt>
                <c:pt idx="10181">
                  <c:v>3.6132673977517913E-6</c:v>
                </c:pt>
                <c:pt idx="10182">
                  <c:v>4.5617827210871396E-5</c:v>
                </c:pt>
                <c:pt idx="10183">
                  <c:v>2.3545572912572993E-5</c:v>
                </c:pt>
                <c:pt idx="10184">
                  <c:v>6.2206942796380591E-5</c:v>
                </c:pt>
                <c:pt idx="10185">
                  <c:v>1.047126056933732E-6</c:v>
                </c:pt>
                <c:pt idx="10186">
                  <c:v>6.7590344694394487E-6</c:v>
                </c:pt>
                <c:pt idx="10187">
                  <c:v>2.6248586137298633E-5</c:v>
                </c:pt>
                <c:pt idx="10188">
                  <c:v>4.2155919729031938E-6</c:v>
                </c:pt>
                <c:pt idx="10189">
                  <c:v>6.1423230344589578E-5</c:v>
                </c:pt>
                <c:pt idx="10190">
                  <c:v>6.8143847061922491E-5</c:v>
                </c:pt>
                <c:pt idx="10191">
                  <c:v>1.0131473780668721E-3</c:v>
                </c:pt>
                <c:pt idx="10192">
                  <c:v>8.3349436856324638E-5</c:v>
                </c:pt>
                <c:pt idx="10193">
                  <c:v>0</c:v>
                </c:pt>
                <c:pt idx="10194">
                  <c:v>2.082447023146345E-5</c:v>
                </c:pt>
                <c:pt idx="10195">
                  <c:v>1.14371078841102E-4</c:v>
                </c:pt>
                <c:pt idx="10196">
                  <c:v>3.4775930849396056E-5</c:v>
                </c:pt>
                <c:pt idx="10197">
                  <c:v>5.4008230674237502E-6</c:v>
                </c:pt>
                <c:pt idx="10198">
                  <c:v>1.2715750743135766E-3</c:v>
                </c:pt>
                <c:pt idx="10199">
                  <c:v>5.8109944701334022E-5</c:v>
                </c:pt>
                <c:pt idx="10200">
                  <c:v>1.6616620198801906E-5</c:v>
                </c:pt>
                <c:pt idx="10201">
                  <c:v>5.9589094218752913E-4</c:v>
                </c:pt>
                <c:pt idx="10202">
                  <c:v>5.8192841055757772E-6</c:v>
                </c:pt>
                <c:pt idx="10203">
                  <c:v>1.683670712048438E-4</c:v>
                </c:pt>
                <c:pt idx="10204">
                  <c:v>0</c:v>
                </c:pt>
                <c:pt idx="10205">
                  <c:v>4.6666351782288964E-5</c:v>
                </c:pt>
                <c:pt idx="10206">
                  <c:v>1.0222779118781681E-5</c:v>
                </c:pt>
                <c:pt idx="10207">
                  <c:v>5.458192022328305E-5</c:v>
                </c:pt>
                <c:pt idx="10208">
                  <c:v>1.1208354218521028E-5</c:v>
                </c:pt>
                <c:pt idx="10209">
                  <c:v>3.6690385047485686E-5</c:v>
                </c:pt>
                <c:pt idx="10210">
                  <c:v>3.2069352541833787E-5</c:v>
                </c:pt>
                <c:pt idx="10211">
                  <c:v>2.3944938828721215E-5</c:v>
                </c:pt>
                <c:pt idx="10212">
                  <c:v>2.0814370195018164E-4</c:v>
                </c:pt>
                <c:pt idx="10213">
                  <c:v>6.4077621014935444E-6</c:v>
                </c:pt>
                <c:pt idx="10214">
                  <c:v>8.5083974343108496E-6</c:v>
                </c:pt>
                <c:pt idx="10215">
                  <c:v>4.4249426720544646E-6</c:v>
                </c:pt>
                <c:pt idx="10216">
                  <c:v>1.0038959107203742E-4</c:v>
                </c:pt>
                <c:pt idx="10217">
                  <c:v>3.8605061938543733E-7</c:v>
                </c:pt>
                <c:pt idx="10218">
                  <c:v>5.290274042826409E-6</c:v>
                </c:pt>
                <c:pt idx="10219">
                  <c:v>9.9753802442051952E-7</c:v>
                </c:pt>
                <c:pt idx="10220">
                  <c:v>0</c:v>
                </c:pt>
                <c:pt idx="10221">
                  <c:v>1.712727670884213E-4</c:v>
                </c:pt>
                <c:pt idx="10222">
                  <c:v>2.8356641892597463E-5</c:v>
                </c:pt>
                <c:pt idx="10223">
                  <c:v>4.0270604046134752E-5</c:v>
                </c:pt>
                <c:pt idx="10224">
                  <c:v>2.5173301321266378E-6</c:v>
                </c:pt>
                <c:pt idx="10225">
                  <c:v>0</c:v>
                </c:pt>
                <c:pt idx="10226">
                  <c:v>4.0154204093815132E-7</c:v>
                </c:pt>
                <c:pt idx="10227">
                  <c:v>3.0155916180738536E-5</c:v>
                </c:pt>
                <c:pt idx="10228">
                  <c:v>7.2933828285999021E-6</c:v>
                </c:pt>
                <c:pt idx="10229">
                  <c:v>1.1869995476076741E-6</c:v>
                </c:pt>
                <c:pt idx="10230">
                  <c:v>9.6660129894167375E-6</c:v>
                </c:pt>
                <c:pt idx="10231">
                  <c:v>7.2897421434387649E-5</c:v>
                </c:pt>
                <c:pt idx="10232">
                  <c:v>0</c:v>
                </c:pt>
                <c:pt idx="10233">
                  <c:v>2.9579614767710044E-6</c:v>
                </c:pt>
                <c:pt idx="10234">
                  <c:v>2.9088442291199799E-5</c:v>
                </c:pt>
                <c:pt idx="10235">
                  <c:v>3.5275917319853014E-6</c:v>
                </c:pt>
                <c:pt idx="10236">
                  <c:v>6.3262002698998894E-5</c:v>
                </c:pt>
                <c:pt idx="10237">
                  <c:v>2.1146237805135037E-5</c:v>
                </c:pt>
                <c:pt idx="10238">
                  <c:v>0</c:v>
                </c:pt>
                <c:pt idx="10239">
                  <c:v>2.3079966784892295E-6</c:v>
                </c:pt>
                <c:pt idx="10240">
                  <c:v>4.8861917957579038E-6</c:v>
                </c:pt>
                <c:pt idx="10241">
                  <c:v>1.5945065245473406E-5</c:v>
                </c:pt>
                <c:pt idx="10242">
                  <c:v>0</c:v>
                </c:pt>
                <c:pt idx="10243">
                  <c:v>2.9421698534794998E-5</c:v>
                </c:pt>
                <c:pt idx="10244">
                  <c:v>0</c:v>
                </c:pt>
                <c:pt idx="10245">
                  <c:v>8.9264737540623455E-5</c:v>
                </c:pt>
                <c:pt idx="10246">
                  <c:v>0</c:v>
                </c:pt>
                <c:pt idx="10247">
                  <c:v>3.5294058790510652E-5</c:v>
                </c:pt>
                <c:pt idx="10248">
                  <c:v>1.5513331795103581E-5</c:v>
                </c:pt>
                <c:pt idx="10249">
                  <c:v>2.3570423116626601E-5</c:v>
                </c:pt>
                <c:pt idx="10250">
                  <c:v>3.7639271014812632E-5</c:v>
                </c:pt>
                <c:pt idx="10251">
                  <c:v>2.1328948605586185E-5</c:v>
                </c:pt>
                <c:pt idx="10252">
                  <c:v>8.0025371475629781E-6</c:v>
                </c:pt>
                <c:pt idx="10253">
                  <c:v>4.6747435007072584E-5</c:v>
                </c:pt>
                <c:pt idx="10254">
                  <c:v>6.5748805498554863E-6</c:v>
                </c:pt>
                <c:pt idx="10255">
                  <c:v>5.5774041490204184E-6</c:v>
                </c:pt>
                <c:pt idx="10256">
                  <c:v>2.8223546674273106E-6</c:v>
                </c:pt>
                <c:pt idx="10257">
                  <c:v>1.05150410928406E-5</c:v>
                </c:pt>
                <c:pt idx="10258">
                  <c:v>8.0633504787186912E-6</c:v>
                </c:pt>
                <c:pt idx="10259">
                  <c:v>8.7193176809765414E-5</c:v>
                </c:pt>
                <c:pt idx="10260">
                  <c:v>5.0879713897701907E-6</c:v>
                </c:pt>
                <c:pt idx="10261">
                  <c:v>0</c:v>
                </c:pt>
                <c:pt idx="10262">
                  <c:v>8.0319370938129565E-5</c:v>
                </c:pt>
                <c:pt idx="10263">
                  <c:v>8.5840828100448095E-6</c:v>
                </c:pt>
                <c:pt idx="10264">
                  <c:v>6.0831269774753449E-3</c:v>
                </c:pt>
                <c:pt idx="10265">
                  <c:v>1.3464840590606623E-4</c:v>
                </c:pt>
                <c:pt idx="10266">
                  <c:v>2.6015743811745653E-5</c:v>
                </c:pt>
                <c:pt idx="10267">
                  <c:v>6.5587804626252258E-6</c:v>
                </c:pt>
                <c:pt idx="10268">
                  <c:v>1.7806908005165924E-5</c:v>
                </c:pt>
                <c:pt idx="10269">
                  <c:v>4.3841322093143893E-5</c:v>
                </c:pt>
                <c:pt idx="10270">
                  <c:v>1.1939464074047221E-4</c:v>
                </c:pt>
                <c:pt idx="10271">
                  <c:v>6.3809785862855437E-6</c:v>
                </c:pt>
                <c:pt idx="10272">
                  <c:v>3.3884639736206925E-6</c:v>
                </c:pt>
                <c:pt idx="10273">
                  <c:v>4.6665591887346038E-6</c:v>
                </c:pt>
                <c:pt idx="10274">
                  <c:v>7.6009311691284011E-6</c:v>
                </c:pt>
                <c:pt idx="10275">
                  <c:v>3.101122827813706E-5</c:v>
                </c:pt>
                <c:pt idx="10276">
                  <c:v>3.6621608366293964E-6</c:v>
                </c:pt>
                <c:pt idx="10277">
                  <c:v>0</c:v>
                </c:pt>
                <c:pt idx="10278">
                  <c:v>6.0255686986301604E-5</c:v>
                </c:pt>
                <c:pt idx="10279">
                  <c:v>5.0830223786239447E-6</c:v>
                </c:pt>
                <c:pt idx="10280">
                  <c:v>0</c:v>
                </c:pt>
                <c:pt idx="10281">
                  <c:v>3.4887107543966984E-5</c:v>
                </c:pt>
                <c:pt idx="10282">
                  <c:v>2.4973249976562351E-6</c:v>
                </c:pt>
                <c:pt idx="10283">
                  <c:v>4.0070851042303602E-6</c:v>
                </c:pt>
                <c:pt idx="10284">
                  <c:v>1.2803126709964474E-5</c:v>
                </c:pt>
                <c:pt idx="10285">
                  <c:v>5.1909184219565784E-5</c:v>
                </c:pt>
                <c:pt idx="10286">
                  <c:v>8.9429628718378768E-6</c:v>
                </c:pt>
                <c:pt idx="10287">
                  <c:v>6.904259656879035E-6</c:v>
                </c:pt>
                <c:pt idx="10288">
                  <c:v>1.1921142224894801E-5</c:v>
                </c:pt>
                <c:pt idx="10289">
                  <c:v>1.6382911099338562E-6</c:v>
                </c:pt>
                <c:pt idx="10290">
                  <c:v>5.6555143873192629E-6</c:v>
                </c:pt>
                <c:pt idx="10291">
                  <c:v>1.5485809732410953E-5</c:v>
                </c:pt>
                <c:pt idx="10292">
                  <c:v>1.6853965686310532E-5</c:v>
                </c:pt>
                <c:pt idx="10293">
                  <c:v>1.6680997096262131E-4</c:v>
                </c:pt>
                <c:pt idx="10294">
                  <c:v>4.0261886565867269E-5</c:v>
                </c:pt>
                <c:pt idx="10295">
                  <c:v>7.1341100416269064E-6</c:v>
                </c:pt>
                <c:pt idx="10296">
                  <c:v>6.1220135565428724E-6</c:v>
                </c:pt>
                <c:pt idx="10297">
                  <c:v>1.6732686927685735E-5</c:v>
                </c:pt>
                <c:pt idx="10298">
                  <c:v>0</c:v>
                </c:pt>
                <c:pt idx="10299">
                  <c:v>9.0049351977973244E-6</c:v>
                </c:pt>
                <c:pt idx="10300">
                  <c:v>1.4263403733344497E-4</c:v>
                </c:pt>
                <c:pt idx="10301">
                  <c:v>1.5574428799804122E-4</c:v>
                </c:pt>
                <c:pt idx="10302">
                  <c:v>0</c:v>
                </c:pt>
                <c:pt idx="10303">
                  <c:v>1.3375109342392497E-4</c:v>
                </c:pt>
                <c:pt idx="10304">
                  <c:v>2.8340743213666411E-5</c:v>
                </c:pt>
                <c:pt idx="10305">
                  <c:v>0</c:v>
                </c:pt>
                <c:pt idx="10306">
                  <c:v>1.6830186567364385E-5</c:v>
                </c:pt>
                <c:pt idx="10307">
                  <c:v>1.0649960812514347E-5</c:v>
                </c:pt>
                <c:pt idx="10308">
                  <c:v>5.1610112877117012E-5</c:v>
                </c:pt>
                <c:pt idx="10309">
                  <c:v>1.7155218718653007E-6</c:v>
                </c:pt>
                <c:pt idx="10310">
                  <c:v>1.71188281061445E-5</c:v>
                </c:pt>
                <c:pt idx="10311">
                  <c:v>0</c:v>
                </c:pt>
                <c:pt idx="10312">
                  <c:v>3.5547251382322731E-5</c:v>
                </c:pt>
                <c:pt idx="10313">
                  <c:v>4.2664567334824676E-6</c:v>
                </c:pt>
                <c:pt idx="10314">
                  <c:v>0</c:v>
                </c:pt>
                <c:pt idx="10315">
                  <c:v>6.1592374759850586E-6</c:v>
                </c:pt>
                <c:pt idx="10316">
                  <c:v>5.1334649270888403E-4</c:v>
                </c:pt>
                <c:pt idx="10317">
                  <c:v>8.7500004332788105E-6</c:v>
                </c:pt>
                <c:pt idx="10318">
                  <c:v>5.835536721889908E-6</c:v>
                </c:pt>
                <c:pt idx="10319">
                  <c:v>1.156175326220327E-5</c:v>
                </c:pt>
                <c:pt idx="10320">
                  <c:v>1.16706488734095E-4</c:v>
                </c:pt>
                <c:pt idx="10321">
                  <c:v>5.0482238570692134E-5</c:v>
                </c:pt>
                <c:pt idx="10322">
                  <c:v>4.7322330486122693E-5</c:v>
                </c:pt>
                <c:pt idx="10323">
                  <c:v>0</c:v>
                </c:pt>
                <c:pt idx="10324">
                  <c:v>1.7605082005790266E-5</c:v>
                </c:pt>
                <c:pt idx="10325">
                  <c:v>1.8999985933304568E-5</c:v>
                </c:pt>
                <c:pt idx="10326">
                  <c:v>0</c:v>
                </c:pt>
                <c:pt idx="10327">
                  <c:v>3.8619179631042284E-5</c:v>
                </c:pt>
                <c:pt idx="10328">
                  <c:v>2.0977720220105454E-5</c:v>
                </c:pt>
                <c:pt idx="10329">
                  <c:v>4.7579135913361904E-5</c:v>
                </c:pt>
                <c:pt idx="10330">
                  <c:v>5.8358847522149088E-7</c:v>
                </c:pt>
                <c:pt idx="10331">
                  <c:v>4.6134133175082084E-6</c:v>
                </c:pt>
                <c:pt idx="10332">
                  <c:v>2.6127598253821034E-6</c:v>
                </c:pt>
                <c:pt idx="10333">
                  <c:v>8.6452538724936648E-6</c:v>
                </c:pt>
                <c:pt idx="10334">
                  <c:v>0</c:v>
                </c:pt>
                <c:pt idx="10335">
                  <c:v>1.2362173938533085E-5</c:v>
                </c:pt>
                <c:pt idx="10336">
                  <c:v>4.5533107485811917E-5</c:v>
                </c:pt>
                <c:pt idx="10337">
                  <c:v>3.252967856538089E-6</c:v>
                </c:pt>
                <c:pt idx="10338">
                  <c:v>2.5320934665698236E-5</c:v>
                </c:pt>
                <c:pt idx="10339">
                  <c:v>5.5703613382939289E-4</c:v>
                </c:pt>
                <c:pt idx="10340">
                  <c:v>1.2028160061771701E-5</c:v>
                </c:pt>
                <c:pt idx="10341">
                  <c:v>9.5258135468288193E-6</c:v>
                </c:pt>
                <c:pt idx="10342">
                  <c:v>3.248895771896146E-5</c:v>
                </c:pt>
                <c:pt idx="10343">
                  <c:v>2.2492432174851025E-5</c:v>
                </c:pt>
                <c:pt idx="10344">
                  <c:v>2.0691016259406652E-5</c:v>
                </c:pt>
                <c:pt idx="10345">
                  <c:v>1.4525915080279833E-5</c:v>
                </c:pt>
                <c:pt idx="10346">
                  <c:v>8.0508136491842916E-4</c:v>
                </c:pt>
                <c:pt idx="10347">
                  <c:v>5.7177108505597783E-6</c:v>
                </c:pt>
                <c:pt idx="10348">
                  <c:v>1.8609832493730948E-5</c:v>
                </c:pt>
                <c:pt idx="10349">
                  <c:v>8.7721812869640132E-7</c:v>
                </c:pt>
                <c:pt idx="10350">
                  <c:v>0</c:v>
                </c:pt>
                <c:pt idx="10351">
                  <c:v>0</c:v>
                </c:pt>
                <c:pt idx="10352">
                  <c:v>9.5147416648588026E-6</c:v>
                </c:pt>
                <c:pt idx="10353">
                  <c:v>2.0707856994312839E-5</c:v>
                </c:pt>
                <c:pt idx="10354">
                  <c:v>3.1529502819919018E-5</c:v>
                </c:pt>
                <c:pt idx="10355">
                  <c:v>1.0295594163460947E-5</c:v>
                </c:pt>
                <c:pt idx="10356">
                  <c:v>0</c:v>
                </c:pt>
                <c:pt idx="10357">
                  <c:v>8.8452385656358017E-5</c:v>
                </c:pt>
                <c:pt idx="10358">
                  <c:v>1.0972551542338686E-5</c:v>
                </c:pt>
                <c:pt idx="10359">
                  <c:v>9.1492337760713703E-6</c:v>
                </c:pt>
                <c:pt idx="10360">
                  <c:v>1.3891352504129423E-5</c:v>
                </c:pt>
                <c:pt idx="10361">
                  <c:v>2.3164223345517428E-5</c:v>
                </c:pt>
                <c:pt idx="10362">
                  <c:v>2.4869148269976627E-4</c:v>
                </c:pt>
                <c:pt idx="10363">
                  <c:v>6.6766385577522319E-6</c:v>
                </c:pt>
                <c:pt idx="10364">
                  <c:v>2.4669168054577896E-7</c:v>
                </c:pt>
                <c:pt idx="10365">
                  <c:v>1.0531716128988481E-5</c:v>
                </c:pt>
                <c:pt idx="10366">
                  <c:v>2.2728660276563235E-5</c:v>
                </c:pt>
                <c:pt idx="10367">
                  <c:v>5.5683098300819631E-6</c:v>
                </c:pt>
                <c:pt idx="10368">
                  <c:v>0</c:v>
                </c:pt>
                <c:pt idx="10369">
                  <c:v>5.6530125900083194E-5</c:v>
                </c:pt>
                <c:pt idx="10370">
                  <c:v>4.0143132643307474E-6</c:v>
                </c:pt>
                <c:pt idx="10371">
                  <c:v>4.5617638886398635E-6</c:v>
                </c:pt>
                <c:pt idx="10372">
                  <c:v>9.8660358917912007E-6</c:v>
                </c:pt>
                <c:pt idx="10373">
                  <c:v>1.6419755636106394E-5</c:v>
                </c:pt>
                <c:pt idx="10374">
                  <c:v>2.2023852669047913E-5</c:v>
                </c:pt>
                <c:pt idx="10375">
                  <c:v>0</c:v>
                </c:pt>
                <c:pt idx="10376">
                  <c:v>1.5885691018416344E-5</c:v>
                </c:pt>
                <c:pt idx="10377">
                  <c:v>7.6464082237735393E-7</c:v>
                </c:pt>
                <c:pt idx="10378">
                  <c:v>2.6592091603054402E-5</c:v>
                </c:pt>
                <c:pt idx="10379">
                  <c:v>0</c:v>
                </c:pt>
                <c:pt idx="10380">
                  <c:v>3.2247873214257647E-8</c:v>
                </c:pt>
                <c:pt idx="10381">
                  <c:v>1.2421053866539359E-5</c:v>
                </c:pt>
                <c:pt idx="10382">
                  <c:v>4.3639049052144874E-5</c:v>
                </c:pt>
                <c:pt idx="10383">
                  <c:v>2.1556993960580036E-5</c:v>
                </c:pt>
                <c:pt idx="10384">
                  <c:v>0</c:v>
                </c:pt>
                <c:pt idx="10385">
                  <c:v>1.4129530419033387E-5</c:v>
                </c:pt>
                <c:pt idx="10386">
                  <c:v>1.7434919048320521E-4</c:v>
                </c:pt>
                <c:pt idx="10387">
                  <c:v>0</c:v>
                </c:pt>
                <c:pt idx="10388">
                  <c:v>7.9487274240000005E-5</c:v>
                </c:pt>
                <c:pt idx="10389">
                  <c:v>1.5356885215583651E-4</c:v>
                </c:pt>
                <c:pt idx="10390">
                  <c:v>1.2378712296807133E-6</c:v>
                </c:pt>
                <c:pt idx="10391">
                  <c:v>4.4608574352891728E-5</c:v>
                </c:pt>
                <c:pt idx="10392">
                  <c:v>4.2500798672487999E-6</c:v>
                </c:pt>
                <c:pt idx="10393">
                  <c:v>0</c:v>
                </c:pt>
                <c:pt idx="10394">
                  <c:v>4.7757311846609967E-7</c:v>
                </c:pt>
                <c:pt idx="10395">
                  <c:v>3.9598877678184034E-6</c:v>
                </c:pt>
                <c:pt idx="10396">
                  <c:v>2.309333389718562E-7</c:v>
                </c:pt>
                <c:pt idx="10397">
                  <c:v>3.2317191367127446E-6</c:v>
                </c:pt>
                <c:pt idx="10398">
                  <c:v>5.4907748099336522E-5</c:v>
                </c:pt>
                <c:pt idx="10399">
                  <c:v>5.5983770106374493E-7</c:v>
                </c:pt>
                <c:pt idx="10400">
                  <c:v>1.6695299820017865E-5</c:v>
                </c:pt>
                <c:pt idx="10401">
                  <c:v>9.848105242935824E-6</c:v>
                </c:pt>
                <c:pt idx="10402">
                  <c:v>7.4492440364152062E-5</c:v>
                </c:pt>
                <c:pt idx="10403">
                  <c:v>2.5635121423596219E-5</c:v>
                </c:pt>
                <c:pt idx="10404">
                  <c:v>0</c:v>
                </c:pt>
                <c:pt idx="10405">
                  <c:v>6.4901769009311383E-4</c:v>
                </c:pt>
                <c:pt idx="10406">
                  <c:v>3.5135526575652556E-5</c:v>
                </c:pt>
                <c:pt idx="10407">
                  <c:v>9.6849800412218527E-5</c:v>
                </c:pt>
                <c:pt idx="10408">
                  <c:v>3.7250858780698416E-6</c:v>
                </c:pt>
                <c:pt idx="10409">
                  <c:v>1.6788181829691097E-5</c:v>
                </c:pt>
                <c:pt idx="10410">
                  <c:v>1.678237509346611E-5</c:v>
                </c:pt>
                <c:pt idx="10411">
                  <c:v>5.8946242742326122E-6</c:v>
                </c:pt>
                <c:pt idx="10412">
                  <c:v>1.0415608314759921E-5</c:v>
                </c:pt>
                <c:pt idx="10413">
                  <c:v>3.8804576345208046E-5</c:v>
                </c:pt>
                <c:pt idx="10414">
                  <c:v>2.3569180223595E-5</c:v>
                </c:pt>
                <c:pt idx="10415">
                  <c:v>0</c:v>
                </c:pt>
                <c:pt idx="10416">
                  <c:v>3.2171815259010448E-5</c:v>
                </c:pt>
                <c:pt idx="10417">
                  <c:v>9.4595667832542229E-6</c:v>
                </c:pt>
                <c:pt idx="10418">
                  <c:v>2.8614367184341686E-6</c:v>
                </c:pt>
                <c:pt idx="10419">
                  <c:v>1.1488435352399609E-4</c:v>
                </c:pt>
                <c:pt idx="10420">
                  <c:v>0</c:v>
                </c:pt>
                <c:pt idx="10421">
                  <c:v>2.7975763922297658E-6</c:v>
                </c:pt>
                <c:pt idx="10422">
                  <c:v>3.5524318887342049E-6</c:v>
                </c:pt>
                <c:pt idx="10423">
                  <c:v>7.4992678465133612E-6</c:v>
                </c:pt>
                <c:pt idx="10424">
                  <c:v>5.5749560782243758E-6</c:v>
                </c:pt>
                <c:pt idx="10425">
                  <c:v>5.4580900979215349E-6</c:v>
                </c:pt>
                <c:pt idx="10426">
                  <c:v>5.4435193063088638E-5</c:v>
                </c:pt>
                <c:pt idx="10427">
                  <c:v>2.5625002902019709E-5</c:v>
                </c:pt>
                <c:pt idx="10428">
                  <c:v>2.9361793217564216E-4</c:v>
                </c:pt>
                <c:pt idx="10429">
                  <c:v>2.4364014990024293E-5</c:v>
                </c:pt>
                <c:pt idx="10430">
                  <c:v>2.0015052714071918E-5</c:v>
                </c:pt>
                <c:pt idx="10431">
                  <c:v>8.0145136823944467E-6</c:v>
                </c:pt>
                <c:pt idx="10432">
                  <c:v>7.3373719355932518E-5</c:v>
                </c:pt>
                <c:pt idx="10433">
                  <c:v>1.7305180111922442E-4</c:v>
                </c:pt>
                <c:pt idx="10434">
                  <c:v>1.3951983362293021E-3</c:v>
                </c:pt>
                <c:pt idx="10435">
                  <c:v>2.211380063117241E-5</c:v>
                </c:pt>
                <c:pt idx="10436">
                  <c:v>2.3619173056025505E-5</c:v>
                </c:pt>
                <c:pt idx="10437">
                  <c:v>5.2549570952290114E-5</c:v>
                </c:pt>
                <c:pt idx="10438">
                  <c:v>2.1113886550375957E-5</c:v>
                </c:pt>
                <c:pt idx="10439">
                  <c:v>1.2602338346434433E-5</c:v>
                </c:pt>
                <c:pt idx="10440">
                  <c:v>1.2134074990816768E-5</c:v>
                </c:pt>
                <c:pt idx="10441">
                  <c:v>4.4122943700412522E-5</c:v>
                </c:pt>
                <c:pt idx="10442">
                  <c:v>1.3432783105007284E-5</c:v>
                </c:pt>
                <c:pt idx="10443">
                  <c:v>3.6253554294648212E-7</c:v>
                </c:pt>
                <c:pt idx="10444">
                  <c:v>3.8366092692070292E-5</c:v>
                </c:pt>
                <c:pt idx="10445">
                  <c:v>7.8775355412571122E-6</c:v>
                </c:pt>
                <c:pt idx="10446">
                  <c:v>8.5312626949728202E-6</c:v>
                </c:pt>
                <c:pt idx="10447">
                  <c:v>1.0405889303001204E-4</c:v>
                </c:pt>
                <c:pt idx="10448">
                  <c:v>1.0523279031115874E-5</c:v>
                </c:pt>
                <c:pt idx="10449">
                  <c:v>1.4814729116547214E-5</c:v>
                </c:pt>
                <c:pt idx="10450">
                  <c:v>3.5609122128098146E-5</c:v>
                </c:pt>
                <c:pt idx="10451">
                  <c:v>8.7435302307133759E-5</c:v>
                </c:pt>
                <c:pt idx="10452">
                  <c:v>1.841087373456193E-5</c:v>
                </c:pt>
                <c:pt idx="10453">
                  <c:v>4.3724442739561128E-5</c:v>
                </c:pt>
                <c:pt idx="10454">
                  <c:v>1.4105620130202829E-5</c:v>
                </c:pt>
                <c:pt idx="10455">
                  <c:v>6.2724309483717106E-6</c:v>
                </c:pt>
                <c:pt idx="10456">
                  <c:v>0</c:v>
                </c:pt>
                <c:pt idx="10457">
                  <c:v>3.7481555348116346E-5</c:v>
                </c:pt>
                <c:pt idx="10458">
                  <c:v>3.9733306462545506E-5</c:v>
                </c:pt>
                <c:pt idx="10459">
                  <c:v>0</c:v>
                </c:pt>
                <c:pt idx="10460">
                  <c:v>3.2049883693040033E-5</c:v>
                </c:pt>
                <c:pt idx="10461">
                  <c:v>0</c:v>
                </c:pt>
                <c:pt idx="10462">
                  <c:v>1.2298708327716703E-4</c:v>
                </c:pt>
                <c:pt idx="10463">
                  <c:v>1.9485959245927496E-5</c:v>
                </c:pt>
                <c:pt idx="10464">
                  <c:v>4.8257739950338716E-5</c:v>
                </c:pt>
                <c:pt idx="10465">
                  <c:v>6.9137078452359969E-6</c:v>
                </c:pt>
                <c:pt idx="10466">
                  <c:v>4.4905247795142513E-6</c:v>
                </c:pt>
                <c:pt idx="10467">
                  <c:v>6.0884312993209104E-6</c:v>
                </c:pt>
                <c:pt idx="10468">
                  <c:v>7.974276410722895E-6</c:v>
                </c:pt>
                <c:pt idx="10469">
                  <c:v>9.2770853685597905E-6</c:v>
                </c:pt>
                <c:pt idx="10470">
                  <c:v>2.9239322637967941E-6</c:v>
                </c:pt>
                <c:pt idx="10471">
                  <c:v>1.9927909144223657E-7</c:v>
                </c:pt>
                <c:pt idx="10472">
                  <c:v>6.1050171367636225E-6</c:v>
                </c:pt>
                <c:pt idx="10473">
                  <c:v>1.5355493254628251E-7</c:v>
                </c:pt>
                <c:pt idx="10474">
                  <c:v>2.7866577235169624E-6</c:v>
                </c:pt>
                <c:pt idx="10475">
                  <c:v>1.5532539279784091E-5</c:v>
                </c:pt>
                <c:pt idx="10476">
                  <c:v>1.8784857207593302E-4</c:v>
                </c:pt>
                <c:pt idx="10477">
                  <c:v>1.7733582926160671E-5</c:v>
                </c:pt>
                <c:pt idx="10478">
                  <c:v>1.0562200747274801E-3</c:v>
                </c:pt>
                <c:pt idx="10479">
                  <c:v>7.0907510266181654E-6</c:v>
                </c:pt>
                <c:pt idx="10480">
                  <c:v>1.6148907896521383E-4</c:v>
                </c:pt>
                <c:pt idx="10481">
                  <c:v>1.6626427417688845E-6</c:v>
                </c:pt>
                <c:pt idx="10482">
                  <c:v>0</c:v>
                </c:pt>
                <c:pt idx="10483">
                  <c:v>2.3008205514267858E-6</c:v>
                </c:pt>
                <c:pt idx="10484">
                  <c:v>1.055654002532832E-5</c:v>
                </c:pt>
                <c:pt idx="10485">
                  <c:v>3.4374117978881012E-5</c:v>
                </c:pt>
                <c:pt idx="10486">
                  <c:v>2.0674108385306922E-7</c:v>
                </c:pt>
                <c:pt idx="10487">
                  <c:v>7.607845726301212E-6</c:v>
                </c:pt>
                <c:pt idx="10488">
                  <c:v>9.6756837263002588E-6</c:v>
                </c:pt>
                <c:pt idx="10489">
                  <c:v>3.9925432959339092E-4</c:v>
                </c:pt>
                <c:pt idx="10490">
                  <c:v>2.3040113808105013E-5</c:v>
                </c:pt>
                <c:pt idx="10491">
                  <c:v>1.5337478874637033E-5</c:v>
                </c:pt>
                <c:pt idx="10492">
                  <c:v>0</c:v>
                </c:pt>
                <c:pt idx="10493">
                  <c:v>3.6677784417021844E-5</c:v>
                </c:pt>
                <c:pt idx="10494">
                  <c:v>1.9174033429591069E-5</c:v>
                </c:pt>
                <c:pt idx="10495">
                  <c:v>1.7835652664627741E-5</c:v>
                </c:pt>
                <c:pt idx="10496">
                  <c:v>1.88475201714233E-6</c:v>
                </c:pt>
                <c:pt idx="10497">
                  <c:v>5.898563558868157E-6</c:v>
                </c:pt>
                <c:pt idx="10498">
                  <c:v>1.2330353883802401E-5</c:v>
                </c:pt>
                <c:pt idx="10499">
                  <c:v>1.4199271729814242E-4</c:v>
                </c:pt>
                <c:pt idx="10500">
                  <c:v>6.3310451089530711E-6</c:v>
                </c:pt>
                <c:pt idx="10501">
                  <c:v>3.0306292939371149E-5</c:v>
                </c:pt>
                <c:pt idx="10502">
                  <c:v>2.2805447621687194E-3</c:v>
                </c:pt>
                <c:pt idx="10503">
                  <c:v>7.9624848148689971E-6</c:v>
                </c:pt>
                <c:pt idx="10504">
                  <c:v>3.6231605593789732E-6</c:v>
                </c:pt>
                <c:pt idx="10505">
                  <c:v>3.9194074935880222E-6</c:v>
                </c:pt>
                <c:pt idx="10506">
                  <c:v>6.8370499296538953E-5</c:v>
                </c:pt>
                <c:pt idx="10507">
                  <c:v>1.9656639176815354E-6</c:v>
                </c:pt>
                <c:pt idx="10508">
                  <c:v>6.9142137804262143E-7</c:v>
                </c:pt>
                <c:pt idx="10509">
                  <c:v>6.4177811683812982E-5</c:v>
                </c:pt>
                <c:pt idx="10510">
                  <c:v>2.2211602922870946E-5</c:v>
                </c:pt>
                <c:pt idx="10511">
                  <c:v>9.4086683191703474E-7</c:v>
                </c:pt>
                <c:pt idx="10512">
                  <c:v>3.2032451390165125E-6</c:v>
                </c:pt>
                <c:pt idx="10513">
                  <c:v>1.981261059518369E-5</c:v>
                </c:pt>
                <c:pt idx="10514">
                  <c:v>4.2934293827565644E-5</c:v>
                </c:pt>
                <c:pt idx="10515">
                  <c:v>2.2292758594438992E-6</c:v>
                </c:pt>
                <c:pt idx="10516">
                  <c:v>2.3309154998190745E-5</c:v>
                </c:pt>
                <c:pt idx="10517">
                  <c:v>8.3146875335175037E-4</c:v>
                </c:pt>
                <c:pt idx="10518">
                  <c:v>6.7250372330878973E-5</c:v>
                </c:pt>
                <c:pt idx="10519">
                  <c:v>2.031371646427478E-5</c:v>
                </c:pt>
                <c:pt idx="10520">
                  <c:v>1.8663596369435156E-5</c:v>
                </c:pt>
                <c:pt idx="10521">
                  <c:v>3.5142694681329368E-4</c:v>
                </c:pt>
                <c:pt idx="10522">
                  <c:v>1.7217638317503281E-4</c:v>
                </c:pt>
                <c:pt idx="10523">
                  <c:v>4.0661567683448305E-6</c:v>
                </c:pt>
                <c:pt idx="10524">
                  <c:v>0</c:v>
                </c:pt>
                <c:pt idx="10525">
                  <c:v>1.4585622939220661E-6</c:v>
                </c:pt>
                <c:pt idx="10526">
                  <c:v>8.3985374212788266E-6</c:v>
                </c:pt>
                <c:pt idx="10527">
                  <c:v>8.8424411849590994E-6</c:v>
                </c:pt>
                <c:pt idx="10528">
                  <c:v>8.8493336980869625E-6</c:v>
                </c:pt>
                <c:pt idx="10529">
                  <c:v>2.2171561612176679E-4</c:v>
                </c:pt>
                <c:pt idx="10530">
                  <c:v>0</c:v>
                </c:pt>
                <c:pt idx="10531">
                  <c:v>3.8771285205107807E-5</c:v>
                </c:pt>
                <c:pt idx="10532">
                  <c:v>9.976763804465823E-4</c:v>
                </c:pt>
                <c:pt idx="10533">
                  <c:v>1.3652429391897245E-7</c:v>
                </c:pt>
                <c:pt idx="10534">
                  <c:v>1.4599685353848287E-5</c:v>
                </c:pt>
                <c:pt idx="10535">
                  <c:v>6.0396194367075504E-5</c:v>
                </c:pt>
                <c:pt idx="10536">
                  <c:v>0</c:v>
                </c:pt>
                <c:pt idx="10537">
                  <c:v>2.6258518071859282E-5</c:v>
                </c:pt>
                <c:pt idx="10538">
                  <c:v>9.7297242963725677E-6</c:v>
                </c:pt>
                <c:pt idx="10539">
                  <c:v>3.973675385186474E-6</c:v>
                </c:pt>
                <c:pt idx="10540">
                  <c:v>8.9546849575550358E-5</c:v>
                </c:pt>
                <c:pt idx="10541">
                  <c:v>1.6283483710862926E-4</c:v>
                </c:pt>
                <c:pt idx="10542">
                  <c:v>1.1073689261766918E-5</c:v>
                </c:pt>
                <c:pt idx="10543">
                  <c:v>2.5693946141267183E-5</c:v>
                </c:pt>
                <c:pt idx="10544">
                  <c:v>8.573405848997283E-6</c:v>
                </c:pt>
                <c:pt idx="10545">
                  <c:v>1.1235017899221103E-5</c:v>
                </c:pt>
                <c:pt idx="10546">
                  <c:v>0</c:v>
                </c:pt>
                <c:pt idx="10547">
                  <c:v>5.750709510262525E-6</c:v>
                </c:pt>
                <c:pt idx="10548">
                  <c:v>1.5156801463358906E-5</c:v>
                </c:pt>
                <c:pt idx="10549">
                  <c:v>2.948746077857753E-6</c:v>
                </c:pt>
                <c:pt idx="10550">
                  <c:v>0</c:v>
                </c:pt>
                <c:pt idx="10551">
                  <c:v>3.442955172028669E-5</c:v>
                </c:pt>
                <c:pt idx="10552">
                  <c:v>4.4951266049037446E-5</c:v>
                </c:pt>
                <c:pt idx="10553">
                  <c:v>1.9143927511256953E-5</c:v>
                </c:pt>
                <c:pt idx="10554">
                  <c:v>0</c:v>
                </c:pt>
                <c:pt idx="10555">
                  <c:v>8.9861942371627648E-6</c:v>
                </c:pt>
                <c:pt idx="10556">
                  <c:v>8.6396773129705366E-7</c:v>
                </c:pt>
                <c:pt idx="10557">
                  <c:v>0</c:v>
                </c:pt>
                <c:pt idx="10558">
                  <c:v>0</c:v>
                </c:pt>
                <c:pt idx="10559">
                  <c:v>5.1415049116530933E-5</c:v>
                </c:pt>
                <c:pt idx="10560">
                  <c:v>0</c:v>
                </c:pt>
                <c:pt idx="10561">
                  <c:v>1.0342059526826941E-5</c:v>
                </c:pt>
                <c:pt idx="10562">
                  <c:v>1.1260405986982469E-5</c:v>
                </c:pt>
                <c:pt idx="10563">
                  <c:v>1.0706130036159499E-5</c:v>
                </c:pt>
                <c:pt idx="10564">
                  <c:v>6.1283712743718892E-4</c:v>
                </c:pt>
                <c:pt idx="10565">
                  <c:v>3.6171659214790702E-5</c:v>
                </c:pt>
                <c:pt idx="10566">
                  <c:v>1.1126980839142443E-5</c:v>
                </c:pt>
                <c:pt idx="10567">
                  <c:v>8.15077707744426E-6</c:v>
                </c:pt>
                <c:pt idx="10568">
                  <c:v>2.3295965236209038E-5</c:v>
                </c:pt>
                <c:pt idx="10569">
                  <c:v>4.1304618539719833E-5</c:v>
                </c:pt>
                <c:pt idx="10570">
                  <c:v>1.4621934100647825E-5</c:v>
                </c:pt>
                <c:pt idx="10571">
                  <c:v>7.3645724220686246E-5</c:v>
                </c:pt>
                <c:pt idx="10572">
                  <c:v>1.6183214462731717E-5</c:v>
                </c:pt>
                <c:pt idx="10573">
                  <c:v>2.4004926076895994E-5</c:v>
                </c:pt>
                <c:pt idx="10574">
                  <c:v>1.5808126980615762E-6</c:v>
                </c:pt>
                <c:pt idx="10575">
                  <c:v>6.6493297771811114E-4</c:v>
                </c:pt>
                <c:pt idx="10576">
                  <c:v>2.2962198187287801E-4</c:v>
                </c:pt>
                <c:pt idx="10577">
                  <c:v>0</c:v>
                </c:pt>
                <c:pt idx="10578">
                  <c:v>3.3876250990811814E-6</c:v>
                </c:pt>
                <c:pt idx="10579">
                  <c:v>0</c:v>
                </c:pt>
                <c:pt idx="10580">
                  <c:v>1.1875041363769398E-5</c:v>
                </c:pt>
                <c:pt idx="10581">
                  <c:v>2.3713871860791842E-4</c:v>
                </c:pt>
                <c:pt idx="10582">
                  <c:v>2.3442609146867638E-3</c:v>
                </c:pt>
                <c:pt idx="10583">
                  <c:v>2.5836853473648913E-5</c:v>
                </c:pt>
                <c:pt idx="10584">
                  <c:v>3.1790161581470958E-7</c:v>
                </c:pt>
                <c:pt idx="10585">
                  <c:v>0</c:v>
                </c:pt>
                <c:pt idx="10586">
                  <c:v>3.5658019678306961E-5</c:v>
                </c:pt>
                <c:pt idx="10587">
                  <c:v>1.3403996078240381E-5</c:v>
                </c:pt>
                <c:pt idx="10588">
                  <c:v>5.4826687900862134E-5</c:v>
                </c:pt>
                <c:pt idx="10589">
                  <c:v>8.2786189208505719E-5</c:v>
                </c:pt>
                <c:pt idx="10590">
                  <c:v>1.0036282024139332E-4</c:v>
                </c:pt>
                <c:pt idx="10591">
                  <c:v>2.5521845167716328E-5</c:v>
                </c:pt>
                <c:pt idx="10592">
                  <c:v>5.757782779449641E-5</c:v>
                </c:pt>
                <c:pt idx="10593">
                  <c:v>2.0669799185704656E-5</c:v>
                </c:pt>
                <c:pt idx="10594">
                  <c:v>1.1072735656207629E-4</c:v>
                </c:pt>
                <c:pt idx="10595">
                  <c:v>1.9256084598251649E-5</c:v>
                </c:pt>
                <c:pt idx="10596">
                  <c:v>1.1424035295096325E-4</c:v>
                </c:pt>
                <c:pt idx="10597">
                  <c:v>1.6352840588171306E-5</c:v>
                </c:pt>
                <c:pt idx="10598">
                  <c:v>0</c:v>
                </c:pt>
                <c:pt idx="10599">
                  <c:v>2.5129973780265894E-7</c:v>
                </c:pt>
                <c:pt idx="10600">
                  <c:v>1.2803757475255416E-5</c:v>
                </c:pt>
                <c:pt idx="10601">
                  <c:v>1.6959066980664001E-5</c:v>
                </c:pt>
                <c:pt idx="10602">
                  <c:v>9.6962006488667674E-5</c:v>
                </c:pt>
                <c:pt idx="10603">
                  <c:v>1.0592246799002987E-5</c:v>
                </c:pt>
                <c:pt idx="10604">
                  <c:v>2.4046514153471641E-3</c:v>
                </c:pt>
                <c:pt idx="10605">
                  <c:v>0</c:v>
                </c:pt>
                <c:pt idx="10606">
                  <c:v>7.8553047302239428E-6</c:v>
                </c:pt>
                <c:pt idx="10607">
                  <c:v>1.1100593514396669E-5</c:v>
                </c:pt>
                <c:pt idx="10608">
                  <c:v>8.4036047425628711E-6</c:v>
                </c:pt>
                <c:pt idx="10609">
                  <c:v>4.4951499687836678E-5</c:v>
                </c:pt>
                <c:pt idx="10610">
                  <c:v>7.8589511855427024E-6</c:v>
                </c:pt>
                <c:pt idx="10611">
                  <c:v>4.2989596274352803E-7</c:v>
                </c:pt>
                <c:pt idx="10612">
                  <c:v>3.8017912533270348E-5</c:v>
                </c:pt>
                <c:pt idx="10613">
                  <c:v>9.039112915496307E-6</c:v>
                </c:pt>
                <c:pt idx="10614">
                  <c:v>5.590464799103391E-5</c:v>
                </c:pt>
                <c:pt idx="10615">
                  <c:v>1.1542409581110323E-6</c:v>
                </c:pt>
                <c:pt idx="10616">
                  <c:v>7.593186564216779E-6</c:v>
                </c:pt>
                <c:pt idx="10617">
                  <c:v>1.2964699360170123E-3</c:v>
                </c:pt>
                <c:pt idx="10618">
                  <c:v>4.0943150872631582E-4</c:v>
                </c:pt>
                <c:pt idx="10619">
                  <c:v>1.479206284379928E-5</c:v>
                </c:pt>
                <c:pt idx="10620">
                  <c:v>5.2264662124736895E-5</c:v>
                </c:pt>
                <c:pt idx="10621">
                  <c:v>5.027215748161773E-6</c:v>
                </c:pt>
                <c:pt idx="10622">
                  <c:v>1.6104690971323409E-5</c:v>
                </c:pt>
                <c:pt idx="10623">
                  <c:v>1.1782815268313215E-5</c:v>
                </c:pt>
                <c:pt idx="10624">
                  <c:v>0</c:v>
                </c:pt>
                <c:pt idx="10625">
                  <c:v>3.5913634648944728E-6</c:v>
                </c:pt>
                <c:pt idx="10626">
                  <c:v>3.735535495750083E-6</c:v>
                </c:pt>
                <c:pt idx="10627">
                  <c:v>0</c:v>
                </c:pt>
                <c:pt idx="10628">
                  <c:v>2.4310616441521691E-5</c:v>
                </c:pt>
                <c:pt idx="10629">
                  <c:v>2.2732517579083845E-6</c:v>
                </c:pt>
                <c:pt idx="10630">
                  <c:v>1.2817699290323761E-3</c:v>
                </c:pt>
                <c:pt idx="10631">
                  <c:v>4.2494753023022342E-6</c:v>
                </c:pt>
                <c:pt idx="10632">
                  <c:v>3.0429013225730826E-6</c:v>
                </c:pt>
                <c:pt idx="10633">
                  <c:v>4.4894806309272741E-5</c:v>
                </c:pt>
                <c:pt idx="10634">
                  <c:v>2.0122374323237489E-6</c:v>
                </c:pt>
                <c:pt idx="10635">
                  <c:v>1.8463356077461112E-4</c:v>
                </c:pt>
                <c:pt idx="10636">
                  <c:v>8.080692651586783E-6</c:v>
                </c:pt>
                <c:pt idx="10637">
                  <c:v>4.7546727457256632E-5</c:v>
                </c:pt>
                <c:pt idx="10638">
                  <c:v>2.283503299685222E-7</c:v>
                </c:pt>
                <c:pt idx="10639">
                  <c:v>1.1640072608709378E-5</c:v>
                </c:pt>
                <c:pt idx="10640">
                  <c:v>7.1852247721851605E-6</c:v>
                </c:pt>
                <c:pt idx="10641">
                  <c:v>1.7384694526806409E-5</c:v>
                </c:pt>
                <c:pt idx="10642">
                  <c:v>1.1430791255758715E-6</c:v>
                </c:pt>
                <c:pt idx="10643">
                  <c:v>0</c:v>
                </c:pt>
                <c:pt idx="10644">
                  <c:v>6.1169835974137038E-5</c:v>
                </c:pt>
                <c:pt idx="10645">
                  <c:v>4.6949236507991482E-5</c:v>
                </c:pt>
                <c:pt idx="10646">
                  <c:v>8.2115003582905709E-7</c:v>
                </c:pt>
                <c:pt idx="10647">
                  <c:v>1.4010531323282865E-6</c:v>
                </c:pt>
                <c:pt idx="10648">
                  <c:v>1.1877256918109521E-6</c:v>
                </c:pt>
                <c:pt idx="10649">
                  <c:v>0</c:v>
                </c:pt>
                <c:pt idx="10650">
                  <c:v>7.4496639617411783E-5</c:v>
                </c:pt>
                <c:pt idx="10651">
                  <c:v>0</c:v>
                </c:pt>
                <c:pt idx="10652">
                  <c:v>1.9494885862912312E-5</c:v>
                </c:pt>
                <c:pt idx="10653">
                  <c:v>1.4760906632662458E-5</c:v>
                </c:pt>
                <c:pt idx="10654">
                  <c:v>2.3403698032630892E-6</c:v>
                </c:pt>
                <c:pt idx="10655">
                  <c:v>2.3600526784546402E-5</c:v>
                </c:pt>
                <c:pt idx="10656">
                  <c:v>0</c:v>
                </c:pt>
                <c:pt idx="10657">
                  <c:v>0</c:v>
                </c:pt>
                <c:pt idx="10658">
                  <c:v>2.503759258614232E-3</c:v>
                </c:pt>
                <c:pt idx="10659">
                  <c:v>6.1300242370199183E-6</c:v>
                </c:pt>
                <c:pt idx="10660">
                  <c:v>6.6885578397920902E-5</c:v>
                </c:pt>
                <c:pt idx="10661">
                  <c:v>1.4876068119332135E-5</c:v>
                </c:pt>
                <c:pt idx="10662">
                  <c:v>1.0349651668036879E-4</c:v>
                </c:pt>
                <c:pt idx="10663">
                  <c:v>5.4590681239796911E-5</c:v>
                </c:pt>
                <c:pt idx="10664">
                  <c:v>1.6469933857415684E-5</c:v>
                </c:pt>
                <c:pt idx="10665">
                  <c:v>7.3516856785701894E-5</c:v>
                </c:pt>
                <c:pt idx="10666">
                  <c:v>4.1531173481987863E-7</c:v>
                </c:pt>
                <c:pt idx="10667">
                  <c:v>5.9321183264511507E-5</c:v>
                </c:pt>
                <c:pt idx="10668">
                  <c:v>2.1266337703449334E-5</c:v>
                </c:pt>
                <c:pt idx="10669">
                  <c:v>2.2296249053047496E-6</c:v>
                </c:pt>
                <c:pt idx="10670">
                  <c:v>5.700635859714194E-5</c:v>
                </c:pt>
                <c:pt idx="10671">
                  <c:v>1.4394453873541533E-6</c:v>
                </c:pt>
                <c:pt idx="10672">
                  <c:v>8.9600062357467473E-6</c:v>
                </c:pt>
                <c:pt idx="10673">
                  <c:v>7.8125630278530937E-6</c:v>
                </c:pt>
                <c:pt idx="10674">
                  <c:v>5.0847731669136969E-5</c:v>
                </c:pt>
                <c:pt idx="10675">
                  <c:v>0</c:v>
                </c:pt>
                <c:pt idx="10676">
                  <c:v>0</c:v>
                </c:pt>
                <c:pt idx="10677">
                  <c:v>1.3347805093794928E-5</c:v>
                </c:pt>
                <c:pt idx="10678">
                  <c:v>6.6170226801945604E-5</c:v>
                </c:pt>
                <c:pt idx="10679">
                  <c:v>8.4315192321308267E-6</c:v>
                </c:pt>
                <c:pt idx="10680">
                  <c:v>3.031099615926292E-6</c:v>
                </c:pt>
                <c:pt idx="10681">
                  <c:v>1.0837487968256645E-5</c:v>
                </c:pt>
                <c:pt idx="10682">
                  <c:v>7.7693405566751924E-5</c:v>
                </c:pt>
                <c:pt idx="10683">
                  <c:v>1.5157542655443871E-5</c:v>
                </c:pt>
                <c:pt idx="10684">
                  <c:v>4.0294505486351391E-6</c:v>
                </c:pt>
                <c:pt idx="10685">
                  <c:v>1.385151266600077E-5</c:v>
                </c:pt>
                <c:pt idx="10686">
                  <c:v>7.1441112651305164E-5</c:v>
                </c:pt>
                <c:pt idx="10687">
                  <c:v>4.9262480962546464E-6</c:v>
                </c:pt>
                <c:pt idx="10688">
                  <c:v>1.4573133233130822E-4</c:v>
                </c:pt>
                <c:pt idx="10689">
                  <c:v>1.3632794799628599E-5</c:v>
                </c:pt>
                <c:pt idx="10690">
                  <c:v>6.3587580842609344E-6</c:v>
                </c:pt>
                <c:pt idx="10691">
                  <c:v>4.4388842484623762E-6</c:v>
                </c:pt>
                <c:pt idx="10692">
                  <c:v>1.0180092415324621E-7</c:v>
                </c:pt>
                <c:pt idx="10693">
                  <c:v>1.6216751604046949E-3</c:v>
                </c:pt>
                <c:pt idx="10694">
                  <c:v>3.2617174108312657E-6</c:v>
                </c:pt>
                <c:pt idx="10695">
                  <c:v>6.1016861215468392E-5</c:v>
                </c:pt>
                <c:pt idx="10696">
                  <c:v>1.4121446822919431E-5</c:v>
                </c:pt>
                <c:pt idx="10697">
                  <c:v>1.4026758941039865E-5</c:v>
                </c:pt>
                <c:pt idx="10698">
                  <c:v>5.2806772211272461E-5</c:v>
                </c:pt>
                <c:pt idx="10699">
                  <c:v>7.5286222417815809E-6</c:v>
                </c:pt>
                <c:pt idx="10700">
                  <c:v>2.6920194904469479E-6</c:v>
                </c:pt>
                <c:pt idx="10701">
                  <c:v>1.2403635924149141E-5</c:v>
                </c:pt>
                <c:pt idx="10702">
                  <c:v>3.0035657656247907E-5</c:v>
                </c:pt>
                <c:pt idx="10703">
                  <c:v>2.0552529007100358E-5</c:v>
                </c:pt>
                <c:pt idx="10704">
                  <c:v>1.2904121874099599E-5</c:v>
                </c:pt>
                <c:pt idx="10705">
                  <c:v>2.5085076110176966E-5</c:v>
                </c:pt>
                <c:pt idx="10706">
                  <c:v>3.4596767252023774E-5</c:v>
                </c:pt>
                <c:pt idx="10707">
                  <c:v>1.7720691117361652E-6</c:v>
                </c:pt>
                <c:pt idx="10708">
                  <c:v>7.4916167228879764E-5</c:v>
                </c:pt>
                <c:pt idx="10709">
                  <c:v>2.0324627774408894E-5</c:v>
                </c:pt>
                <c:pt idx="10710">
                  <c:v>7.909740190201112E-6</c:v>
                </c:pt>
                <c:pt idx="10711">
                  <c:v>4.1110723720099023E-6</c:v>
                </c:pt>
                <c:pt idx="10712">
                  <c:v>8.8494656814527066E-5</c:v>
                </c:pt>
                <c:pt idx="10713">
                  <c:v>1.3042456997197586E-5</c:v>
                </c:pt>
                <c:pt idx="10714">
                  <c:v>1.9943126264092719E-6</c:v>
                </c:pt>
                <c:pt idx="10715">
                  <c:v>1.0569870728524038E-7</c:v>
                </c:pt>
                <c:pt idx="10716">
                  <c:v>8.1422212214961855E-6</c:v>
                </c:pt>
                <c:pt idx="10717">
                  <c:v>2.0671241382973941E-5</c:v>
                </c:pt>
                <c:pt idx="10718">
                  <c:v>1.3581948351680201E-3</c:v>
                </c:pt>
                <c:pt idx="10719">
                  <c:v>4.8440883067255106E-5</c:v>
                </c:pt>
                <c:pt idx="10720">
                  <c:v>0</c:v>
                </c:pt>
                <c:pt idx="10721">
                  <c:v>6.8428033100224259E-7</c:v>
                </c:pt>
                <c:pt idx="10722">
                  <c:v>6.876088619872059E-6</c:v>
                </c:pt>
                <c:pt idx="10723">
                  <c:v>1.6501606429879308E-5</c:v>
                </c:pt>
                <c:pt idx="10724">
                  <c:v>7.3819483228809966E-6</c:v>
                </c:pt>
                <c:pt idx="10725">
                  <c:v>3.6400175317731391E-6</c:v>
                </c:pt>
                <c:pt idx="10726">
                  <c:v>7.7792480701781498E-6</c:v>
                </c:pt>
                <c:pt idx="10727">
                  <c:v>5.7082233496693538E-5</c:v>
                </c:pt>
                <c:pt idx="10728">
                  <c:v>9.5116610259166746E-6</c:v>
                </c:pt>
                <c:pt idx="10729">
                  <c:v>1.8106463653268935E-5</c:v>
                </c:pt>
                <c:pt idx="10730">
                  <c:v>1.4233199160144247E-4</c:v>
                </c:pt>
                <c:pt idx="10731">
                  <c:v>7.3240631326275476E-6</c:v>
                </c:pt>
                <c:pt idx="10732">
                  <c:v>2.5498209543838951E-5</c:v>
                </c:pt>
                <c:pt idx="10733">
                  <c:v>2.4496533616511615E-5</c:v>
                </c:pt>
                <c:pt idx="10734">
                  <c:v>7.8286502220693552E-6</c:v>
                </c:pt>
                <c:pt idx="10735">
                  <c:v>5.3455643086824334E-5</c:v>
                </c:pt>
                <c:pt idx="10736">
                  <c:v>1.702020808637721E-6</c:v>
                </c:pt>
                <c:pt idx="10737">
                  <c:v>3.8110919475968345E-5</c:v>
                </c:pt>
                <c:pt idx="10738">
                  <c:v>1.2876915539068901E-5</c:v>
                </c:pt>
                <c:pt idx="10739">
                  <c:v>1.8237225259460792E-5</c:v>
                </c:pt>
                <c:pt idx="10740">
                  <c:v>1.8040811386668713E-5</c:v>
                </c:pt>
                <c:pt idx="10741">
                  <c:v>4.5932535786023942E-6</c:v>
                </c:pt>
                <c:pt idx="10742">
                  <c:v>0</c:v>
                </c:pt>
                <c:pt idx="10743">
                  <c:v>1.1436951536666679E-5</c:v>
                </c:pt>
                <c:pt idx="10744">
                  <c:v>1.5033678988088923E-5</c:v>
                </c:pt>
                <c:pt idx="10745">
                  <c:v>1.5775832015928581E-3</c:v>
                </c:pt>
                <c:pt idx="10746">
                  <c:v>4.03403960351305E-6</c:v>
                </c:pt>
                <c:pt idx="10747">
                  <c:v>0</c:v>
                </c:pt>
                <c:pt idx="10748">
                  <c:v>3.8346025910709537E-6</c:v>
                </c:pt>
                <c:pt idx="10749">
                  <c:v>8.4066367270050531E-5</c:v>
                </c:pt>
                <c:pt idx="10750">
                  <c:v>0</c:v>
                </c:pt>
                <c:pt idx="10751">
                  <c:v>2.3527352928923737E-5</c:v>
                </c:pt>
                <c:pt idx="10752">
                  <c:v>3.122810596859166E-7</c:v>
                </c:pt>
                <c:pt idx="10753">
                  <c:v>5.3322889067462269E-7</c:v>
                </c:pt>
                <c:pt idx="10754">
                  <c:v>0</c:v>
                </c:pt>
                <c:pt idx="10755">
                  <c:v>3.5819237968392411E-5</c:v>
                </c:pt>
                <c:pt idx="10756">
                  <c:v>1.5820861470036973E-5</c:v>
                </c:pt>
                <c:pt idx="10757">
                  <c:v>9.5076821703656776E-6</c:v>
                </c:pt>
                <c:pt idx="10758">
                  <c:v>1.2273443964241329E-6</c:v>
                </c:pt>
                <c:pt idx="10759">
                  <c:v>0</c:v>
                </c:pt>
                <c:pt idx="10760">
                  <c:v>5.4511395046172831E-5</c:v>
                </c:pt>
                <c:pt idx="10761">
                  <c:v>6.2030072663099934E-6</c:v>
                </c:pt>
                <c:pt idx="10762">
                  <c:v>2.3673738025269928E-4</c:v>
                </c:pt>
                <c:pt idx="10763">
                  <c:v>2.2429026154843809E-6</c:v>
                </c:pt>
                <c:pt idx="10764">
                  <c:v>1.483659924309278E-4</c:v>
                </c:pt>
                <c:pt idx="10765">
                  <c:v>2.8018045393818646E-7</c:v>
                </c:pt>
                <c:pt idx="10766">
                  <c:v>1.350903572118799E-5</c:v>
                </c:pt>
                <c:pt idx="10767">
                  <c:v>2.3475775303606439E-5</c:v>
                </c:pt>
                <c:pt idx="10768">
                  <c:v>1.7731251714022706E-5</c:v>
                </c:pt>
                <c:pt idx="10769">
                  <c:v>5.2836230739023883E-5</c:v>
                </c:pt>
                <c:pt idx="10770">
                  <c:v>8.093372654225041E-6</c:v>
                </c:pt>
                <c:pt idx="10771">
                  <c:v>1.6561753208785781E-4</c:v>
                </c:pt>
                <c:pt idx="10772">
                  <c:v>1.0160862943255283E-6</c:v>
                </c:pt>
                <c:pt idx="10773">
                  <c:v>1.0949724519580303E-5</c:v>
                </c:pt>
                <c:pt idx="10774">
                  <c:v>7.6750940659851988E-6</c:v>
                </c:pt>
                <c:pt idx="10775">
                  <c:v>6.0014433285587908E-5</c:v>
                </c:pt>
                <c:pt idx="10776">
                  <c:v>9.1610131827033717E-5</c:v>
                </c:pt>
                <c:pt idx="10777">
                  <c:v>9.893423269093725E-5</c:v>
                </c:pt>
                <c:pt idx="10778">
                  <c:v>9.7528352576013743E-6</c:v>
                </c:pt>
                <c:pt idx="10779">
                  <c:v>0</c:v>
                </c:pt>
                <c:pt idx="10780">
                  <c:v>1.9434975114614584E-5</c:v>
                </c:pt>
                <c:pt idx="10781">
                  <c:v>2.7178341525382939E-5</c:v>
                </c:pt>
                <c:pt idx="10782">
                  <c:v>9.6214656933060915E-6</c:v>
                </c:pt>
                <c:pt idx="10783">
                  <c:v>8.8338508092466653E-6</c:v>
                </c:pt>
                <c:pt idx="10784">
                  <c:v>3.9784254722323987E-6</c:v>
                </c:pt>
                <c:pt idx="10785">
                  <c:v>2.4695913848636039E-5</c:v>
                </c:pt>
                <c:pt idx="10786">
                  <c:v>0</c:v>
                </c:pt>
                <c:pt idx="10787">
                  <c:v>4.0114847448493984E-5</c:v>
                </c:pt>
                <c:pt idx="10788">
                  <c:v>7.71576323772699E-6</c:v>
                </c:pt>
                <c:pt idx="10789">
                  <c:v>2.9351946067408757E-5</c:v>
                </c:pt>
                <c:pt idx="10790">
                  <c:v>0</c:v>
                </c:pt>
                <c:pt idx="10791">
                  <c:v>4.4741586314453562E-6</c:v>
                </c:pt>
                <c:pt idx="10792">
                  <c:v>1.2208740310398181E-4</c:v>
                </c:pt>
                <c:pt idx="10793">
                  <c:v>4.659769757105201E-5</c:v>
                </c:pt>
                <c:pt idx="10794">
                  <c:v>8.7351114708398349E-5</c:v>
                </c:pt>
                <c:pt idx="10795">
                  <c:v>2.223517934162446E-5</c:v>
                </c:pt>
                <c:pt idx="10796">
                  <c:v>8.780316763811459E-7</c:v>
                </c:pt>
                <c:pt idx="10797">
                  <c:v>0</c:v>
                </c:pt>
                <c:pt idx="10798">
                  <c:v>4.4562273933771321E-5</c:v>
                </c:pt>
                <c:pt idx="10799">
                  <c:v>3.4340781198758195E-5</c:v>
                </c:pt>
                <c:pt idx="10800">
                  <c:v>6.5711982906430397E-6</c:v>
                </c:pt>
                <c:pt idx="10801">
                  <c:v>3.9491429785283214E-6</c:v>
                </c:pt>
                <c:pt idx="10802">
                  <c:v>3.7520007690676131E-6</c:v>
                </c:pt>
                <c:pt idx="10803">
                  <c:v>1.7854626476647164E-3</c:v>
                </c:pt>
                <c:pt idx="10804">
                  <c:v>9.1561762175923625E-5</c:v>
                </c:pt>
                <c:pt idx="10805">
                  <c:v>7.0427223309134964E-4</c:v>
                </c:pt>
                <c:pt idx="10806">
                  <c:v>6.1797283618756408E-6</c:v>
                </c:pt>
                <c:pt idx="10807">
                  <c:v>5.37882246815434E-7</c:v>
                </c:pt>
                <c:pt idx="10808">
                  <c:v>0</c:v>
                </c:pt>
                <c:pt idx="10809">
                  <c:v>2.606351238403455E-6</c:v>
                </c:pt>
                <c:pt idx="10810">
                  <c:v>0</c:v>
                </c:pt>
                <c:pt idx="10811">
                  <c:v>2.1746469730361275E-5</c:v>
                </c:pt>
                <c:pt idx="10812">
                  <c:v>1.2385900768079901E-5</c:v>
                </c:pt>
                <c:pt idx="10813">
                  <c:v>1.3512163651969347E-5</c:v>
                </c:pt>
                <c:pt idx="10814">
                  <c:v>1.1799393580421858E-5</c:v>
                </c:pt>
                <c:pt idx="10815">
                  <c:v>3.5664758904702951E-5</c:v>
                </c:pt>
                <c:pt idx="10816">
                  <c:v>6.5462990592400639E-6</c:v>
                </c:pt>
                <c:pt idx="10817">
                  <c:v>5.3462147103069333E-5</c:v>
                </c:pt>
                <c:pt idx="10818">
                  <c:v>1.5671348860602135E-5</c:v>
                </c:pt>
                <c:pt idx="10819">
                  <c:v>1.6142951298832529E-6</c:v>
                </c:pt>
                <c:pt idx="10820">
                  <c:v>1.457374258655744E-5</c:v>
                </c:pt>
                <c:pt idx="10821">
                  <c:v>3.0136405556291855E-5</c:v>
                </c:pt>
                <c:pt idx="10822">
                  <c:v>2.8598615986117704E-5</c:v>
                </c:pt>
                <c:pt idx="10823">
                  <c:v>2.9021119166839732E-5</c:v>
                </c:pt>
                <c:pt idx="10824">
                  <c:v>6.2948029403784184E-5</c:v>
                </c:pt>
                <c:pt idx="10825">
                  <c:v>6.6937180424440451E-6</c:v>
                </c:pt>
                <c:pt idx="10826">
                  <c:v>0</c:v>
                </c:pt>
                <c:pt idx="10827">
                  <c:v>2.8272342788230621E-5</c:v>
                </c:pt>
                <c:pt idx="10828">
                  <c:v>2.1483560981047694E-5</c:v>
                </c:pt>
                <c:pt idx="10829">
                  <c:v>2.241781410470294E-4</c:v>
                </c:pt>
                <c:pt idx="10830">
                  <c:v>7.8707503274162295E-6</c:v>
                </c:pt>
                <c:pt idx="10831">
                  <c:v>0</c:v>
                </c:pt>
                <c:pt idx="10832">
                  <c:v>4.733588842903352E-5</c:v>
                </c:pt>
                <c:pt idx="10833">
                  <c:v>1.2886458844272964E-5</c:v>
                </c:pt>
                <c:pt idx="10834">
                  <c:v>2.1499387058509811E-5</c:v>
                </c:pt>
                <c:pt idx="10835">
                  <c:v>2.7791469903582996E-5</c:v>
                </c:pt>
                <c:pt idx="10836">
                  <c:v>7.2600032907020554E-6</c:v>
                </c:pt>
                <c:pt idx="10837">
                  <c:v>2.3197573636042904E-5</c:v>
                </c:pt>
                <c:pt idx="10838">
                  <c:v>8.1704116757497485E-5</c:v>
                </c:pt>
                <c:pt idx="10839">
                  <c:v>1.1518574432889026E-6</c:v>
                </c:pt>
                <c:pt idx="10840">
                  <c:v>8.252558161448923E-6</c:v>
                </c:pt>
                <c:pt idx="10841">
                  <c:v>5.3376470592754725E-5</c:v>
                </c:pt>
                <c:pt idx="10842">
                  <c:v>1.8079493175800973E-5</c:v>
                </c:pt>
                <c:pt idx="10843">
                  <c:v>1.0047518667610872E-5</c:v>
                </c:pt>
                <c:pt idx="10844">
                  <c:v>0</c:v>
                </c:pt>
                <c:pt idx="10845">
                  <c:v>2.3700603272274824E-5</c:v>
                </c:pt>
                <c:pt idx="10846">
                  <c:v>1.3543662986940281E-6</c:v>
                </c:pt>
                <c:pt idx="10847">
                  <c:v>1.2947196911203361E-5</c:v>
                </c:pt>
                <c:pt idx="10848">
                  <c:v>1.3549121611038961E-6</c:v>
                </c:pt>
                <c:pt idx="10849">
                  <c:v>1.3747329461982699E-3</c:v>
                </c:pt>
                <c:pt idx="10850">
                  <c:v>1.2144428898071919E-5</c:v>
                </c:pt>
                <c:pt idx="10851">
                  <c:v>4.3113208809454183E-5</c:v>
                </c:pt>
                <c:pt idx="10852">
                  <c:v>1.0619923479791978E-5</c:v>
                </c:pt>
                <c:pt idx="10853">
                  <c:v>1.1659776632625928E-7</c:v>
                </c:pt>
                <c:pt idx="10854">
                  <c:v>3.3834315600147634E-5</c:v>
                </c:pt>
                <c:pt idx="10855">
                  <c:v>7.6207926509866116E-4</c:v>
                </c:pt>
                <c:pt idx="10856">
                  <c:v>1.3307091605074617E-5</c:v>
                </c:pt>
                <c:pt idx="10857">
                  <c:v>1.0957211312808065E-5</c:v>
                </c:pt>
                <c:pt idx="10858">
                  <c:v>1.3062602525543599E-5</c:v>
                </c:pt>
                <c:pt idx="10859">
                  <c:v>2.317243030678726E-5</c:v>
                </c:pt>
                <c:pt idx="10860">
                  <c:v>1.9398236751206743E-5</c:v>
                </c:pt>
                <c:pt idx="10861">
                  <c:v>3.6312245004173071E-5</c:v>
                </c:pt>
                <c:pt idx="10862">
                  <c:v>5.1436443157799065E-7</c:v>
                </c:pt>
                <c:pt idx="10863">
                  <c:v>4.5362730061967592E-4</c:v>
                </c:pt>
                <c:pt idx="10864">
                  <c:v>1.6987638446886645E-5</c:v>
                </c:pt>
                <c:pt idx="10865">
                  <c:v>3.0593844948257991E-5</c:v>
                </c:pt>
                <c:pt idx="10866">
                  <c:v>2.7831119961243353E-7</c:v>
                </c:pt>
                <c:pt idx="10867">
                  <c:v>4.0310890739449036E-5</c:v>
                </c:pt>
                <c:pt idx="10868">
                  <c:v>4.7306232449631943E-6</c:v>
                </c:pt>
                <c:pt idx="10869">
                  <c:v>0</c:v>
                </c:pt>
                <c:pt idx="10870">
                  <c:v>3.5907153665151289E-5</c:v>
                </c:pt>
                <c:pt idx="10871">
                  <c:v>1.7115903567262445E-5</c:v>
                </c:pt>
                <c:pt idx="10872">
                  <c:v>8.3246736442099894E-6</c:v>
                </c:pt>
                <c:pt idx="10873">
                  <c:v>6.658539704722027E-4</c:v>
                </c:pt>
                <c:pt idx="10874">
                  <c:v>1.9094032272028973E-5</c:v>
                </c:pt>
                <c:pt idx="10875">
                  <c:v>2.1589523190176698E-7</c:v>
                </c:pt>
                <c:pt idx="10876">
                  <c:v>1.7661845920969197E-5</c:v>
                </c:pt>
                <c:pt idx="10877">
                  <c:v>3.7557469712503328E-5</c:v>
                </c:pt>
                <c:pt idx="10878">
                  <c:v>1.5237280111029939E-6</c:v>
                </c:pt>
                <c:pt idx="10879">
                  <c:v>2.7493313397257011E-5</c:v>
                </c:pt>
                <c:pt idx="10880">
                  <c:v>0</c:v>
                </c:pt>
                <c:pt idx="10881">
                  <c:v>1.8962787458091039E-5</c:v>
                </c:pt>
                <c:pt idx="10882">
                  <c:v>7.246375061603759E-6</c:v>
                </c:pt>
                <c:pt idx="10883">
                  <c:v>2.3064272636781432E-5</c:v>
                </c:pt>
                <c:pt idx="10884">
                  <c:v>5.6570037676993121E-6</c:v>
                </c:pt>
                <c:pt idx="10885">
                  <c:v>0</c:v>
                </c:pt>
                <c:pt idx="10886">
                  <c:v>4.5610698350309335E-5</c:v>
                </c:pt>
                <c:pt idx="10887">
                  <c:v>1.9448591410667683E-5</c:v>
                </c:pt>
                <c:pt idx="10888">
                  <c:v>1.8029446492449062E-4</c:v>
                </c:pt>
                <c:pt idx="10889">
                  <c:v>3.6662530239683682E-6</c:v>
                </c:pt>
                <c:pt idx="10890">
                  <c:v>4.4738907529572082E-3</c:v>
                </c:pt>
                <c:pt idx="10891">
                  <c:v>1.0277938326812821E-4</c:v>
                </c:pt>
                <c:pt idx="10892">
                  <c:v>0</c:v>
                </c:pt>
                <c:pt idx="10893">
                  <c:v>9.0591660210282996E-5</c:v>
                </c:pt>
                <c:pt idx="10894">
                  <c:v>0</c:v>
                </c:pt>
                <c:pt idx="10895">
                  <c:v>4.6254671051315557E-4</c:v>
                </c:pt>
                <c:pt idx="10896">
                  <c:v>3.4102913633387703E-6</c:v>
                </c:pt>
                <c:pt idx="10897">
                  <c:v>3.3097377011136609E-5</c:v>
                </c:pt>
                <c:pt idx="10898">
                  <c:v>5.2746832064488895E-7</c:v>
                </c:pt>
                <c:pt idx="10899">
                  <c:v>7.8151916793749513E-7</c:v>
                </c:pt>
                <c:pt idx="10900">
                  <c:v>5.4059608976172324E-7</c:v>
                </c:pt>
                <c:pt idx="10901">
                  <c:v>1.5473724643763644E-5</c:v>
                </c:pt>
                <c:pt idx="10902">
                  <c:v>4.2696187446228943E-7</c:v>
                </c:pt>
                <c:pt idx="10903">
                  <c:v>8.7477446197579891E-5</c:v>
                </c:pt>
                <c:pt idx="10904">
                  <c:v>1.713831158119486E-6</c:v>
                </c:pt>
                <c:pt idx="10905">
                  <c:v>0</c:v>
                </c:pt>
                <c:pt idx="10906">
                  <c:v>7.0181049760029926E-6</c:v>
                </c:pt>
                <c:pt idx="10907">
                  <c:v>1.8198178240857618E-5</c:v>
                </c:pt>
                <c:pt idx="10908">
                  <c:v>2.8917610928068612E-3</c:v>
                </c:pt>
                <c:pt idx="10909">
                  <c:v>1.0387710314595783E-4</c:v>
                </c:pt>
                <c:pt idx="10910">
                  <c:v>0</c:v>
                </c:pt>
                <c:pt idx="10911">
                  <c:v>3.3032584025507774E-7</c:v>
                </c:pt>
                <c:pt idx="10912">
                  <c:v>8.8946211667126167E-6</c:v>
                </c:pt>
                <c:pt idx="10913">
                  <c:v>2.2077291578941553E-6</c:v>
                </c:pt>
                <c:pt idx="10914">
                  <c:v>4.4148458074148103E-5</c:v>
                </c:pt>
                <c:pt idx="10915">
                  <c:v>5.8677282828771446E-6</c:v>
                </c:pt>
                <c:pt idx="10916">
                  <c:v>3.4012823903876654E-5</c:v>
                </c:pt>
                <c:pt idx="10917">
                  <c:v>9.3918830719455208E-6</c:v>
                </c:pt>
                <c:pt idx="10918">
                  <c:v>1.58326891879791E-5</c:v>
                </c:pt>
                <c:pt idx="10919">
                  <c:v>0</c:v>
                </c:pt>
                <c:pt idx="10920">
                  <c:v>1.7344173783364427E-5</c:v>
                </c:pt>
                <c:pt idx="10921">
                  <c:v>1.9288239989007142E-6</c:v>
                </c:pt>
                <c:pt idx="10922">
                  <c:v>5.8118880424443804E-6</c:v>
                </c:pt>
                <c:pt idx="10923">
                  <c:v>3.8902909360589394E-5</c:v>
                </c:pt>
                <c:pt idx="10924">
                  <c:v>1.2417289050038263E-5</c:v>
                </c:pt>
                <c:pt idx="10925">
                  <c:v>1.3871069322770081E-3</c:v>
                </c:pt>
                <c:pt idx="10926">
                  <c:v>2.1955661302712886E-7</c:v>
                </c:pt>
                <c:pt idx="10927">
                  <c:v>5.3820268588648411E-6</c:v>
                </c:pt>
                <c:pt idx="10928">
                  <c:v>0</c:v>
                </c:pt>
                <c:pt idx="10929">
                  <c:v>1.3349606623736263E-5</c:v>
                </c:pt>
                <c:pt idx="10930">
                  <c:v>2.3364012003859592E-3</c:v>
                </c:pt>
                <c:pt idx="10931">
                  <c:v>5.4041538479646882E-6</c:v>
                </c:pt>
                <c:pt idx="10932">
                  <c:v>7.9421424389189546E-5</c:v>
                </c:pt>
                <c:pt idx="10933">
                  <c:v>7.1800893913750161E-5</c:v>
                </c:pt>
                <c:pt idx="10934">
                  <c:v>3.288372148011923E-4</c:v>
                </c:pt>
                <c:pt idx="10935">
                  <c:v>7.76120624467425E-7</c:v>
                </c:pt>
                <c:pt idx="10936">
                  <c:v>0</c:v>
                </c:pt>
                <c:pt idx="10937">
                  <c:v>7.6626172017230437E-5</c:v>
                </c:pt>
                <c:pt idx="10938">
                  <c:v>0</c:v>
                </c:pt>
                <c:pt idx="10939">
                  <c:v>3.0623312257518223E-7</c:v>
                </c:pt>
                <c:pt idx="10940">
                  <c:v>2.2772383963011218E-5</c:v>
                </c:pt>
                <c:pt idx="10941">
                  <c:v>4.0270589951270824E-6</c:v>
                </c:pt>
                <c:pt idx="10942">
                  <c:v>8.9609857926222294E-5</c:v>
                </c:pt>
                <c:pt idx="10943">
                  <c:v>0</c:v>
                </c:pt>
                <c:pt idx="10944">
                  <c:v>6.588363854992282E-6</c:v>
                </c:pt>
                <c:pt idx="10945">
                  <c:v>0</c:v>
                </c:pt>
                <c:pt idx="10946">
                  <c:v>2.185517507804165E-5</c:v>
                </c:pt>
                <c:pt idx="10947">
                  <c:v>2.7292772794963193E-5</c:v>
                </c:pt>
                <c:pt idx="10948">
                  <c:v>4.6475486737706111E-7</c:v>
                </c:pt>
                <c:pt idx="10949">
                  <c:v>8.6489259495789844E-7</c:v>
                </c:pt>
                <c:pt idx="10950">
                  <c:v>2.3490513078656094E-6</c:v>
                </c:pt>
                <c:pt idx="10951">
                  <c:v>4.4901276789658023E-5</c:v>
                </c:pt>
                <c:pt idx="10952">
                  <c:v>1.0164254585090786E-5</c:v>
                </c:pt>
                <c:pt idx="10953">
                  <c:v>3.6812610807778842E-6</c:v>
                </c:pt>
                <c:pt idx="10954">
                  <c:v>1.8750742728859201E-5</c:v>
                </c:pt>
                <c:pt idx="10955">
                  <c:v>0</c:v>
                </c:pt>
                <c:pt idx="10956">
                  <c:v>2.9076834399962312E-5</c:v>
                </c:pt>
                <c:pt idx="10957">
                  <c:v>2.6054988192806275E-4</c:v>
                </c:pt>
                <c:pt idx="10958">
                  <c:v>7.6230248293233038E-4</c:v>
                </c:pt>
                <c:pt idx="10959">
                  <c:v>0</c:v>
                </c:pt>
                <c:pt idx="10960">
                  <c:v>1.6247381120996465E-5</c:v>
                </c:pt>
                <c:pt idx="10961">
                  <c:v>1.3264880349403189E-5</c:v>
                </c:pt>
                <c:pt idx="10962">
                  <c:v>1.4443403612750789E-5</c:v>
                </c:pt>
                <c:pt idx="10963">
                  <c:v>1.2438635099251981E-5</c:v>
                </c:pt>
                <c:pt idx="10964">
                  <c:v>3.8328870484415352E-6</c:v>
                </c:pt>
                <c:pt idx="10965">
                  <c:v>5.4795640852422295E-6</c:v>
                </c:pt>
                <c:pt idx="10966">
                  <c:v>4.7206289493972992E-5</c:v>
                </c:pt>
                <c:pt idx="10967">
                  <c:v>0</c:v>
                </c:pt>
                <c:pt idx="10968">
                  <c:v>8.9720938547962169E-6</c:v>
                </c:pt>
                <c:pt idx="10969">
                  <c:v>0</c:v>
                </c:pt>
                <c:pt idx="10970">
                  <c:v>2.6853601288224735E-5</c:v>
                </c:pt>
                <c:pt idx="10971">
                  <c:v>1.6971817729742867E-5</c:v>
                </c:pt>
                <c:pt idx="10972">
                  <c:v>1.0984235589945862E-5</c:v>
                </c:pt>
                <c:pt idx="10973">
                  <c:v>3.2176792374236142E-5</c:v>
                </c:pt>
                <c:pt idx="10974">
                  <c:v>1.1886670676531351E-5</c:v>
                </c:pt>
                <c:pt idx="10975">
                  <c:v>1.1782970045657158E-5</c:v>
                </c:pt>
                <c:pt idx="10976">
                  <c:v>7.9894397927210718E-7</c:v>
                </c:pt>
                <c:pt idx="10977">
                  <c:v>9.1349463208672223E-7</c:v>
                </c:pt>
                <c:pt idx="10978">
                  <c:v>1.0917010904669195E-5</c:v>
                </c:pt>
                <c:pt idx="10979">
                  <c:v>1.1681985103929232E-5</c:v>
                </c:pt>
                <c:pt idx="10980">
                  <c:v>2.3693434764509386E-5</c:v>
                </c:pt>
                <c:pt idx="10981">
                  <c:v>0</c:v>
                </c:pt>
                <c:pt idx="10982">
                  <c:v>0</c:v>
                </c:pt>
                <c:pt idx="10983">
                  <c:v>1.1697578384526196E-5</c:v>
                </c:pt>
                <c:pt idx="10984">
                  <c:v>2.1283230604970927E-4</c:v>
                </c:pt>
                <c:pt idx="10985">
                  <c:v>3.6735989068216402E-7</c:v>
                </c:pt>
                <c:pt idx="10986">
                  <c:v>5.055095992795512E-5</c:v>
                </c:pt>
                <c:pt idx="10987">
                  <c:v>6.2933470872367904E-6</c:v>
                </c:pt>
                <c:pt idx="10988">
                  <c:v>3.4101550921195598E-4</c:v>
                </c:pt>
                <c:pt idx="10989">
                  <c:v>1.390525215841382E-7</c:v>
                </c:pt>
                <c:pt idx="10990">
                  <c:v>5.3302134768675536E-6</c:v>
                </c:pt>
                <c:pt idx="10991">
                  <c:v>1.2551469042930378E-4</c:v>
                </c:pt>
                <c:pt idx="10992">
                  <c:v>0</c:v>
                </c:pt>
                <c:pt idx="10993">
                  <c:v>1.7544009732578202E-7</c:v>
                </c:pt>
                <c:pt idx="10994">
                  <c:v>8.4990492103008717E-5</c:v>
                </c:pt>
                <c:pt idx="10995">
                  <c:v>3.2104109516009057E-5</c:v>
                </c:pt>
                <c:pt idx="10996">
                  <c:v>1.6898015945955347E-4</c:v>
                </c:pt>
                <c:pt idx="10997">
                  <c:v>3.4188459222278451E-7</c:v>
                </c:pt>
                <c:pt idx="10998">
                  <c:v>5.0377315694025333E-5</c:v>
                </c:pt>
                <c:pt idx="10999">
                  <c:v>5.4027646620531333E-5</c:v>
                </c:pt>
                <c:pt idx="11000">
                  <c:v>1.3237272124534631E-4</c:v>
                </c:pt>
                <c:pt idx="11001">
                  <c:v>7.5858913136886516E-7</c:v>
                </c:pt>
                <c:pt idx="11002">
                  <c:v>1.8524929856253056E-5</c:v>
                </c:pt>
                <c:pt idx="11003">
                  <c:v>2.1041943078726126E-5</c:v>
                </c:pt>
                <c:pt idx="11004">
                  <c:v>1.3270864659440623E-5</c:v>
                </c:pt>
                <c:pt idx="11005">
                  <c:v>9.0367509573231925E-6</c:v>
                </c:pt>
                <c:pt idx="11006">
                  <c:v>2.7069520369388351E-5</c:v>
                </c:pt>
                <c:pt idx="11007">
                  <c:v>3.1968497492014494E-6</c:v>
                </c:pt>
                <c:pt idx="11008">
                  <c:v>7.9402353855366486E-5</c:v>
                </c:pt>
                <c:pt idx="11009">
                  <c:v>1.2035091419464745E-5</c:v>
                </c:pt>
                <c:pt idx="11010">
                  <c:v>1.2293444933764623E-7</c:v>
                </c:pt>
                <c:pt idx="11011">
                  <c:v>4.0230841727134417E-5</c:v>
                </c:pt>
                <c:pt idx="11012">
                  <c:v>2.9107419816953489E-6</c:v>
                </c:pt>
                <c:pt idx="11013">
                  <c:v>1.6361230991886119E-6</c:v>
                </c:pt>
                <c:pt idx="11014">
                  <c:v>2.0310078132816956E-6</c:v>
                </c:pt>
                <c:pt idx="11015">
                  <c:v>9.5181228428385008E-6</c:v>
                </c:pt>
                <c:pt idx="11016">
                  <c:v>1.9668311285359247E-5</c:v>
                </c:pt>
                <c:pt idx="11017">
                  <c:v>8.1353123501473769E-6</c:v>
                </c:pt>
                <c:pt idx="11018">
                  <c:v>8.8882220724391544E-5</c:v>
                </c:pt>
                <c:pt idx="11019">
                  <c:v>1.474849353690211E-5</c:v>
                </c:pt>
                <c:pt idx="11020">
                  <c:v>3.2365673127342401E-7</c:v>
                </c:pt>
                <c:pt idx="11021">
                  <c:v>0</c:v>
                </c:pt>
                <c:pt idx="11022">
                  <c:v>7.166802956774387E-6</c:v>
                </c:pt>
                <c:pt idx="11023">
                  <c:v>2.0524457552523503E-6</c:v>
                </c:pt>
                <c:pt idx="11024">
                  <c:v>8.7401971781618522E-6</c:v>
                </c:pt>
                <c:pt idx="11025">
                  <c:v>3.3221367866505933E-5</c:v>
                </c:pt>
                <c:pt idx="11026">
                  <c:v>2.6912249631748286E-6</c:v>
                </c:pt>
                <c:pt idx="11027">
                  <c:v>3.6444436902831254E-5</c:v>
                </c:pt>
                <c:pt idx="11028">
                  <c:v>2.4360188564348181E-5</c:v>
                </c:pt>
                <c:pt idx="11029">
                  <c:v>0</c:v>
                </c:pt>
                <c:pt idx="11030">
                  <c:v>4.5745009068485712E-5</c:v>
                </c:pt>
                <c:pt idx="11031">
                  <c:v>5.4994834156398437E-5</c:v>
                </c:pt>
                <c:pt idx="11032">
                  <c:v>9.8331884157774519E-5</c:v>
                </c:pt>
                <c:pt idx="11033">
                  <c:v>3.5882683663859899E-5</c:v>
                </c:pt>
                <c:pt idx="11034">
                  <c:v>9.3077273002833624E-6</c:v>
                </c:pt>
                <c:pt idx="11035">
                  <c:v>3.8154655312720668E-7</c:v>
                </c:pt>
                <c:pt idx="11036">
                  <c:v>1.0588934911589182E-3</c:v>
                </c:pt>
                <c:pt idx="11037">
                  <c:v>3.0186091005408167E-5</c:v>
                </c:pt>
                <c:pt idx="11038">
                  <c:v>6.9905122651284773E-6</c:v>
                </c:pt>
                <c:pt idx="11039">
                  <c:v>0</c:v>
                </c:pt>
                <c:pt idx="11040">
                  <c:v>0</c:v>
                </c:pt>
                <c:pt idx="11041">
                  <c:v>4.5878546158360706E-6</c:v>
                </c:pt>
                <c:pt idx="11042">
                  <c:v>2.7405175256317142E-5</c:v>
                </c:pt>
                <c:pt idx="11043">
                  <c:v>2.0135738262531602E-5</c:v>
                </c:pt>
                <c:pt idx="11044">
                  <c:v>0</c:v>
                </c:pt>
                <c:pt idx="11045">
                  <c:v>1.9912551938057966E-5</c:v>
                </c:pt>
                <c:pt idx="11046">
                  <c:v>9.2020820386311513E-5</c:v>
                </c:pt>
                <c:pt idx="11047">
                  <c:v>1.1190022296157111E-7</c:v>
                </c:pt>
                <c:pt idx="11048">
                  <c:v>2.2198584040879258E-5</c:v>
                </c:pt>
                <c:pt idx="11049">
                  <c:v>0</c:v>
                </c:pt>
                <c:pt idx="11050">
                  <c:v>2.5905680535943503E-5</c:v>
                </c:pt>
                <c:pt idx="11051">
                  <c:v>1.7391337698725852E-5</c:v>
                </c:pt>
                <c:pt idx="11052">
                  <c:v>8.5143304078100376E-4</c:v>
                </c:pt>
                <c:pt idx="11053">
                  <c:v>2.3161353154296541E-5</c:v>
                </c:pt>
                <c:pt idx="11054">
                  <c:v>7.7211446752989003E-5</c:v>
                </c:pt>
                <c:pt idx="11055">
                  <c:v>5.0115996742166421E-6</c:v>
                </c:pt>
                <c:pt idx="11056">
                  <c:v>2.6546804138036218E-5</c:v>
                </c:pt>
                <c:pt idx="11057">
                  <c:v>2.0424507850894811E-5</c:v>
                </c:pt>
                <c:pt idx="11058">
                  <c:v>2.3700733221548626E-4</c:v>
                </c:pt>
                <c:pt idx="11059">
                  <c:v>1.6359401604560914E-5</c:v>
                </c:pt>
                <c:pt idx="11060">
                  <c:v>8.7498058254114868E-6</c:v>
                </c:pt>
                <c:pt idx="11061">
                  <c:v>1.9158843173873571E-5</c:v>
                </c:pt>
                <c:pt idx="11062">
                  <c:v>1.2311618881990864E-6</c:v>
                </c:pt>
                <c:pt idx="11063">
                  <c:v>0</c:v>
                </c:pt>
                <c:pt idx="11064">
                  <c:v>6.4476152226474492E-5</c:v>
                </c:pt>
                <c:pt idx="11065">
                  <c:v>0</c:v>
                </c:pt>
                <c:pt idx="11066">
                  <c:v>2.9305481246655737E-3</c:v>
                </c:pt>
                <c:pt idx="11067">
                  <c:v>7.9304163653712752E-6</c:v>
                </c:pt>
                <c:pt idx="11068">
                  <c:v>1.505375551557709E-5</c:v>
                </c:pt>
                <c:pt idx="11069">
                  <c:v>9.5462122779025464E-6</c:v>
                </c:pt>
                <c:pt idx="11070">
                  <c:v>6.9511665347503045E-7</c:v>
                </c:pt>
                <c:pt idx="11071">
                  <c:v>1.5695542671051767E-5</c:v>
                </c:pt>
                <c:pt idx="11072">
                  <c:v>0</c:v>
                </c:pt>
                <c:pt idx="11073">
                  <c:v>0</c:v>
                </c:pt>
                <c:pt idx="11074">
                  <c:v>5.0817049926996246E-4</c:v>
                </c:pt>
                <c:pt idx="11075">
                  <c:v>2.34609397598528E-5</c:v>
                </c:pt>
                <c:pt idx="11076">
                  <c:v>1.1703498131342809E-5</c:v>
                </c:pt>
                <c:pt idx="11077">
                  <c:v>1.1918936596629759E-5</c:v>
                </c:pt>
                <c:pt idx="11078">
                  <c:v>0</c:v>
                </c:pt>
                <c:pt idx="11079">
                  <c:v>2.0899904381551196E-5</c:v>
                </c:pt>
                <c:pt idx="11080">
                  <c:v>9.6512354133395768E-6</c:v>
                </c:pt>
                <c:pt idx="11081">
                  <c:v>5.0545921569108512E-5</c:v>
                </c:pt>
                <c:pt idx="11082">
                  <c:v>1.8914153720428004E-5</c:v>
                </c:pt>
                <c:pt idx="11083">
                  <c:v>1.6240076404015822E-5</c:v>
                </c:pt>
                <c:pt idx="11084">
                  <c:v>4.8721741749961864E-5</c:v>
                </c:pt>
                <c:pt idx="11085">
                  <c:v>3.5455950736643769E-5</c:v>
                </c:pt>
                <c:pt idx="11086">
                  <c:v>7.7091095007671118E-6</c:v>
                </c:pt>
                <c:pt idx="11087">
                  <c:v>5.8795158390249093E-5</c:v>
                </c:pt>
                <c:pt idx="11088">
                  <c:v>9.3396094403545069E-6</c:v>
                </c:pt>
                <c:pt idx="11089">
                  <c:v>4.0123170264052947E-5</c:v>
                </c:pt>
                <c:pt idx="11090">
                  <c:v>2.9923096048339642E-5</c:v>
                </c:pt>
                <c:pt idx="11091">
                  <c:v>5.5794292439224127E-6</c:v>
                </c:pt>
                <c:pt idx="11092">
                  <c:v>6.6837698922908287E-6</c:v>
                </c:pt>
                <c:pt idx="11093">
                  <c:v>2.9047887406416885E-5</c:v>
                </c:pt>
                <c:pt idx="11094">
                  <c:v>1.8170418414231194E-6</c:v>
                </c:pt>
                <c:pt idx="11095">
                  <c:v>2.6910134709491836E-7</c:v>
                </c:pt>
                <c:pt idx="11096">
                  <c:v>8.9145227039106834E-8</c:v>
                </c:pt>
                <c:pt idx="11097">
                  <c:v>0</c:v>
                </c:pt>
                <c:pt idx="11098">
                  <c:v>4.7003682525687542E-5</c:v>
                </c:pt>
                <c:pt idx="11099">
                  <c:v>4.5402665162808896E-5</c:v>
                </c:pt>
                <c:pt idx="11100">
                  <c:v>2.0968459718547623E-5</c:v>
                </c:pt>
                <c:pt idx="11101">
                  <c:v>6.4952142613193925E-6</c:v>
                </c:pt>
                <c:pt idx="11102">
                  <c:v>2.9152828247479439E-5</c:v>
                </c:pt>
                <c:pt idx="11103">
                  <c:v>2.59471701501921E-5</c:v>
                </c:pt>
                <c:pt idx="11104">
                  <c:v>1.7525840785922346E-5</c:v>
                </c:pt>
                <c:pt idx="11105">
                  <c:v>1.1563752260103198E-4</c:v>
                </c:pt>
                <c:pt idx="11106">
                  <c:v>0</c:v>
                </c:pt>
                <c:pt idx="11107">
                  <c:v>2.467674486926525E-6</c:v>
                </c:pt>
                <c:pt idx="11108">
                  <c:v>7.2987293504823726E-6</c:v>
                </c:pt>
                <c:pt idx="11109">
                  <c:v>1.0713399940788412E-6</c:v>
                </c:pt>
                <c:pt idx="11110">
                  <c:v>9.8234840857958777E-4</c:v>
                </c:pt>
                <c:pt idx="11111">
                  <c:v>4.8898748350162324E-6</c:v>
                </c:pt>
                <c:pt idx="11112">
                  <c:v>6.7043361272324578E-7</c:v>
                </c:pt>
                <c:pt idx="11113">
                  <c:v>0</c:v>
                </c:pt>
                <c:pt idx="11114">
                  <c:v>0</c:v>
                </c:pt>
                <c:pt idx="11115">
                  <c:v>7.2725053126207049E-6</c:v>
                </c:pt>
                <c:pt idx="11116">
                  <c:v>6.785534290542468E-6</c:v>
                </c:pt>
                <c:pt idx="11117">
                  <c:v>1.4330935075280745E-5</c:v>
                </c:pt>
                <c:pt idx="11118">
                  <c:v>1.534602050975944E-5</c:v>
                </c:pt>
                <c:pt idx="11119">
                  <c:v>1.9788769918982509E-5</c:v>
                </c:pt>
                <c:pt idx="11120">
                  <c:v>8.6889582954714223E-6</c:v>
                </c:pt>
                <c:pt idx="11121">
                  <c:v>2.6776346128440143E-4</c:v>
                </c:pt>
                <c:pt idx="11122">
                  <c:v>3.8743023415476933E-5</c:v>
                </c:pt>
                <c:pt idx="11123">
                  <c:v>2.9153739326313106E-6</c:v>
                </c:pt>
                <c:pt idx="11124">
                  <c:v>4.3073469565921911E-5</c:v>
                </c:pt>
                <c:pt idx="11125">
                  <c:v>1.9081930629215138E-5</c:v>
                </c:pt>
                <c:pt idx="11126">
                  <c:v>1.4351172861371379E-6</c:v>
                </c:pt>
                <c:pt idx="11127">
                  <c:v>6.0897129630791614E-7</c:v>
                </c:pt>
                <c:pt idx="11128">
                  <c:v>6.3116137885744089E-6</c:v>
                </c:pt>
                <c:pt idx="11129">
                  <c:v>1.2621688130787327E-5</c:v>
                </c:pt>
                <c:pt idx="11130">
                  <c:v>1.9193213706259023E-5</c:v>
                </c:pt>
                <c:pt idx="11131">
                  <c:v>3.0591205844723075E-5</c:v>
                </c:pt>
                <c:pt idx="11132">
                  <c:v>7.0664579509984131E-6</c:v>
                </c:pt>
                <c:pt idx="11133">
                  <c:v>4.4818301155329041E-6</c:v>
                </c:pt>
                <c:pt idx="11134">
                  <c:v>1.5015242823219324E-5</c:v>
                </c:pt>
                <c:pt idx="11135">
                  <c:v>2.9183195357728199E-7</c:v>
                </c:pt>
                <c:pt idx="11136">
                  <c:v>1.7773324612968173E-5</c:v>
                </c:pt>
                <c:pt idx="11137">
                  <c:v>9.2832963704012957E-7</c:v>
                </c:pt>
                <c:pt idx="11138">
                  <c:v>2.8748241846499582E-4</c:v>
                </c:pt>
                <c:pt idx="11139">
                  <c:v>1.8434788621674186E-6</c:v>
                </c:pt>
                <c:pt idx="11140">
                  <c:v>5.4359235056405071E-5</c:v>
                </c:pt>
                <c:pt idx="11141">
                  <c:v>1.3274722362283128E-4</c:v>
                </c:pt>
                <c:pt idx="11142">
                  <c:v>2.3358152539670892E-6</c:v>
                </c:pt>
                <c:pt idx="11143">
                  <c:v>2.8590491247864031E-5</c:v>
                </c:pt>
                <c:pt idx="11144">
                  <c:v>1.5468282033393379E-3</c:v>
                </c:pt>
                <c:pt idx="11145">
                  <c:v>1.991761769404224E-5</c:v>
                </c:pt>
                <c:pt idx="11146">
                  <c:v>8.6448751388595369E-5</c:v>
                </c:pt>
                <c:pt idx="11147">
                  <c:v>1.7954287756100785E-5</c:v>
                </c:pt>
                <c:pt idx="11148">
                  <c:v>8.3391163110507307E-5</c:v>
                </c:pt>
                <c:pt idx="11149">
                  <c:v>3.8558744288304707E-5</c:v>
                </c:pt>
                <c:pt idx="11150">
                  <c:v>1.7538172094265639E-3</c:v>
                </c:pt>
                <c:pt idx="11151">
                  <c:v>1.4618109205778826E-5</c:v>
                </c:pt>
                <c:pt idx="11152">
                  <c:v>2.1608486075382438E-4</c:v>
                </c:pt>
                <c:pt idx="11153">
                  <c:v>1.1114428534067489E-3</c:v>
                </c:pt>
                <c:pt idx="11154">
                  <c:v>1.2556582216627856E-6</c:v>
                </c:pt>
                <c:pt idx="11155">
                  <c:v>7.4000485013810843E-7</c:v>
                </c:pt>
                <c:pt idx="11156">
                  <c:v>0</c:v>
                </c:pt>
                <c:pt idx="11157">
                  <c:v>4.4909307210188094E-7</c:v>
                </c:pt>
                <c:pt idx="11158">
                  <c:v>0</c:v>
                </c:pt>
                <c:pt idx="11159">
                  <c:v>9.6107636240519897E-6</c:v>
                </c:pt>
                <c:pt idx="11160">
                  <c:v>2.4144116585810717E-6</c:v>
                </c:pt>
                <c:pt idx="11161">
                  <c:v>6.3833621628777031E-8</c:v>
                </c:pt>
                <c:pt idx="11162">
                  <c:v>3.0997040247347814E-5</c:v>
                </c:pt>
                <c:pt idx="11163">
                  <c:v>4.3280756580457327E-6</c:v>
                </c:pt>
                <c:pt idx="11164">
                  <c:v>8.3319147748477735E-6</c:v>
                </c:pt>
                <c:pt idx="11165">
                  <c:v>5.7760461336421717E-7</c:v>
                </c:pt>
                <c:pt idx="11166">
                  <c:v>1.0386619364913607E-5</c:v>
                </c:pt>
                <c:pt idx="11167">
                  <c:v>2.7066592477315416E-6</c:v>
                </c:pt>
                <c:pt idx="11168">
                  <c:v>1.6324661132246501E-3</c:v>
                </c:pt>
                <c:pt idx="11169">
                  <c:v>2.19710089486996E-5</c:v>
                </c:pt>
                <c:pt idx="11170">
                  <c:v>1.7063027323864464E-4</c:v>
                </c:pt>
                <c:pt idx="11171">
                  <c:v>5.6869552948716003E-7</c:v>
                </c:pt>
                <c:pt idx="11172">
                  <c:v>3.7614985553934018E-5</c:v>
                </c:pt>
                <c:pt idx="11173">
                  <c:v>4.1306960467100296E-5</c:v>
                </c:pt>
                <c:pt idx="11174">
                  <c:v>1.7971633189065576E-6</c:v>
                </c:pt>
                <c:pt idx="11175">
                  <c:v>3.0700546006589655E-6</c:v>
                </c:pt>
                <c:pt idx="11176">
                  <c:v>3.1380268176995219E-5</c:v>
                </c:pt>
                <c:pt idx="11177">
                  <c:v>9.4594890586792117E-6</c:v>
                </c:pt>
                <c:pt idx="11178">
                  <c:v>3.8599226281235178E-5</c:v>
                </c:pt>
                <c:pt idx="11179">
                  <c:v>1.2785291004554101E-5</c:v>
                </c:pt>
                <c:pt idx="11180">
                  <c:v>9.7521549883848809E-6</c:v>
                </c:pt>
                <c:pt idx="11181">
                  <c:v>1.6181261572566601E-4</c:v>
                </c:pt>
                <c:pt idx="11182">
                  <c:v>4.8114058019641521E-5</c:v>
                </c:pt>
                <c:pt idx="11183">
                  <c:v>1.293374030920807E-5</c:v>
                </c:pt>
                <c:pt idx="11184">
                  <c:v>1.5830998916420361E-5</c:v>
                </c:pt>
                <c:pt idx="11185">
                  <c:v>1.3253157967084602E-5</c:v>
                </c:pt>
                <c:pt idx="11186">
                  <c:v>2.8281076416055435E-5</c:v>
                </c:pt>
                <c:pt idx="11187">
                  <c:v>3.6954341288504841E-5</c:v>
                </c:pt>
                <c:pt idx="11188">
                  <c:v>1.1660595888893103E-5</c:v>
                </c:pt>
                <c:pt idx="11189">
                  <c:v>1.7140884225502746E-5</c:v>
                </c:pt>
                <c:pt idx="11190">
                  <c:v>3.2615642895813488E-5</c:v>
                </c:pt>
                <c:pt idx="11191">
                  <c:v>1.8351940000533487E-5</c:v>
                </c:pt>
                <c:pt idx="11192">
                  <c:v>3.6305563447950012E-5</c:v>
                </c:pt>
                <c:pt idx="11193">
                  <c:v>2.2975400912792836E-6</c:v>
                </c:pt>
                <c:pt idx="11194">
                  <c:v>1.1205607403693621E-5</c:v>
                </c:pt>
                <c:pt idx="11195">
                  <c:v>1.0012628121153021E-5</c:v>
                </c:pt>
                <c:pt idx="11196">
                  <c:v>4.9680366928798298E-5</c:v>
                </c:pt>
                <c:pt idx="11197">
                  <c:v>9.4158261905273238E-6</c:v>
                </c:pt>
                <c:pt idx="11198">
                  <c:v>6.2488305189037945E-6</c:v>
                </c:pt>
                <c:pt idx="11199">
                  <c:v>4.0439954616704504E-6</c:v>
                </c:pt>
                <c:pt idx="11200">
                  <c:v>2.584700170304345E-3</c:v>
                </c:pt>
                <c:pt idx="11201">
                  <c:v>4.116251879322138E-6</c:v>
                </c:pt>
                <c:pt idx="11202">
                  <c:v>3.4244701677389816E-5</c:v>
                </c:pt>
                <c:pt idx="11203">
                  <c:v>4.972010919353911E-5</c:v>
                </c:pt>
                <c:pt idx="11204">
                  <c:v>3.8028917674004883E-4</c:v>
                </c:pt>
                <c:pt idx="11205">
                  <c:v>3.3476866453335847E-5</c:v>
                </c:pt>
                <c:pt idx="11206">
                  <c:v>6.1530787986058589E-6</c:v>
                </c:pt>
                <c:pt idx="11207">
                  <c:v>2.6253033618411549E-5</c:v>
                </c:pt>
                <c:pt idx="11208">
                  <c:v>7.1086751052979066E-6</c:v>
                </c:pt>
                <c:pt idx="11209">
                  <c:v>2.0069781842285643E-5</c:v>
                </c:pt>
                <c:pt idx="11210">
                  <c:v>0</c:v>
                </c:pt>
                <c:pt idx="11211">
                  <c:v>3.4915552697920223E-7</c:v>
                </c:pt>
                <c:pt idx="11212">
                  <c:v>5.2286436907483994E-5</c:v>
                </c:pt>
                <c:pt idx="11213">
                  <c:v>1.2239249103927868E-5</c:v>
                </c:pt>
                <c:pt idx="11214">
                  <c:v>0</c:v>
                </c:pt>
                <c:pt idx="11215">
                  <c:v>2.6775202658670122E-6</c:v>
                </c:pt>
                <c:pt idx="11216">
                  <c:v>7.7807696094043987E-5</c:v>
                </c:pt>
                <c:pt idx="11217">
                  <c:v>5.4330135494033542E-4</c:v>
                </c:pt>
                <c:pt idx="11218">
                  <c:v>0</c:v>
                </c:pt>
                <c:pt idx="11219">
                  <c:v>3.3742961547808812E-6</c:v>
                </c:pt>
                <c:pt idx="11220">
                  <c:v>1.937487349324945E-6</c:v>
                </c:pt>
                <c:pt idx="11221">
                  <c:v>2.5870641756995383E-5</c:v>
                </c:pt>
                <c:pt idx="11222">
                  <c:v>5.7619998946031321E-5</c:v>
                </c:pt>
                <c:pt idx="11223">
                  <c:v>1.0209346528200256E-4</c:v>
                </c:pt>
                <c:pt idx="11224">
                  <c:v>1.4058779878542222E-6</c:v>
                </c:pt>
                <c:pt idx="11225">
                  <c:v>8.4338253601077707E-6</c:v>
                </c:pt>
                <c:pt idx="11226">
                  <c:v>0</c:v>
                </c:pt>
                <c:pt idx="11227">
                  <c:v>0</c:v>
                </c:pt>
                <c:pt idx="11228">
                  <c:v>1.1120191599329952E-5</c:v>
                </c:pt>
                <c:pt idx="11229">
                  <c:v>3.5234089650467408E-6</c:v>
                </c:pt>
                <c:pt idx="11230">
                  <c:v>8.2203012928510962E-5</c:v>
                </c:pt>
                <c:pt idx="11231">
                  <c:v>2.2151922713022637E-6</c:v>
                </c:pt>
                <c:pt idx="11232">
                  <c:v>2.0742641341280213E-7</c:v>
                </c:pt>
                <c:pt idx="11233">
                  <c:v>1.5806226278775923E-5</c:v>
                </c:pt>
                <c:pt idx="11234">
                  <c:v>1.27561772138226E-5</c:v>
                </c:pt>
                <c:pt idx="11235">
                  <c:v>1.1651457598694598E-6</c:v>
                </c:pt>
                <c:pt idx="11236">
                  <c:v>1.4058695170307064E-5</c:v>
                </c:pt>
                <c:pt idx="11237">
                  <c:v>1.1630831638325313E-5</c:v>
                </c:pt>
                <c:pt idx="11238">
                  <c:v>4.8653286385306989E-6</c:v>
                </c:pt>
                <c:pt idx="11239">
                  <c:v>0</c:v>
                </c:pt>
                <c:pt idx="11240">
                  <c:v>3.4281666332068792E-5</c:v>
                </c:pt>
                <c:pt idx="11241">
                  <c:v>2.7233425897505315E-4</c:v>
                </c:pt>
                <c:pt idx="11242">
                  <c:v>6.8061889763624911E-6</c:v>
                </c:pt>
                <c:pt idx="11243">
                  <c:v>7.2680841242670795E-5</c:v>
                </c:pt>
                <c:pt idx="11244">
                  <c:v>2.5067816839714462E-5</c:v>
                </c:pt>
                <c:pt idx="11245">
                  <c:v>7.7852559390559833E-5</c:v>
                </c:pt>
                <c:pt idx="11246">
                  <c:v>7.5370542825633704E-5</c:v>
                </c:pt>
                <c:pt idx="11247">
                  <c:v>2.1274014082529471E-5</c:v>
                </c:pt>
                <c:pt idx="11248">
                  <c:v>9.8578939088991145E-7</c:v>
                </c:pt>
                <c:pt idx="11249">
                  <c:v>0</c:v>
                </c:pt>
                <c:pt idx="11250">
                  <c:v>1.2455544440402541E-6</c:v>
                </c:pt>
                <c:pt idx="11251">
                  <c:v>1.5031339629429567E-4</c:v>
                </c:pt>
                <c:pt idx="11252">
                  <c:v>1.9682410863778248E-6</c:v>
                </c:pt>
                <c:pt idx="11253">
                  <c:v>3.4731816031726866E-6</c:v>
                </c:pt>
                <c:pt idx="11254">
                  <c:v>3.4215836553321126E-5</c:v>
                </c:pt>
                <c:pt idx="11255">
                  <c:v>6.2656184409815686E-6</c:v>
                </c:pt>
                <c:pt idx="11256">
                  <c:v>7.8502783192443087E-6</c:v>
                </c:pt>
                <c:pt idx="11257">
                  <c:v>8.5578849330861307E-6</c:v>
                </c:pt>
                <c:pt idx="11258">
                  <c:v>8.5505497360010526E-6</c:v>
                </c:pt>
                <c:pt idx="11259">
                  <c:v>2.3789935881276158E-7</c:v>
                </c:pt>
                <c:pt idx="11260">
                  <c:v>3.3402006574588621E-5</c:v>
                </c:pt>
                <c:pt idx="11261">
                  <c:v>2.2891259839625688E-6</c:v>
                </c:pt>
                <c:pt idx="11262">
                  <c:v>4.4982135842000968E-6</c:v>
                </c:pt>
                <c:pt idx="11263">
                  <c:v>5.4014261238042515E-6</c:v>
                </c:pt>
                <c:pt idx="11264">
                  <c:v>2.5971698030993524E-5</c:v>
                </c:pt>
                <c:pt idx="11265">
                  <c:v>5.7325350142575928E-7</c:v>
                </c:pt>
                <c:pt idx="11266">
                  <c:v>7.0155476646916008E-6</c:v>
                </c:pt>
                <c:pt idx="11267">
                  <c:v>1.2653991848388623E-5</c:v>
                </c:pt>
                <c:pt idx="11268">
                  <c:v>3.8607491849885957E-6</c:v>
                </c:pt>
                <c:pt idx="11269">
                  <c:v>4.8153075197125922E-5</c:v>
                </c:pt>
                <c:pt idx="11270">
                  <c:v>4.7596578128444907E-8</c:v>
                </c:pt>
                <c:pt idx="11271">
                  <c:v>1.4380235213591424E-4</c:v>
                </c:pt>
                <c:pt idx="11272">
                  <c:v>3.8548212890461259E-5</c:v>
                </c:pt>
                <c:pt idx="11273">
                  <c:v>1.4376928340241332E-4</c:v>
                </c:pt>
                <c:pt idx="11274">
                  <c:v>2.3550513871454882E-5</c:v>
                </c:pt>
                <c:pt idx="11275">
                  <c:v>1.339026694081364E-4</c:v>
                </c:pt>
                <c:pt idx="11276">
                  <c:v>4.4655160972030034E-6</c:v>
                </c:pt>
                <c:pt idx="11277">
                  <c:v>0</c:v>
                </c:pt>
                <c:pt idx="11278">
                  <c:v>1.5388448185594747E-6</c:v>
                </c:pt>
                <c:pt idx="11279">
                  <c:v>3.0955834771410651E-5</c:v>
                </c:pt>
                <c:pt idx="11280">
                  <c:v>6.156339828401707E-6</c:v>
                </c:pt>
                <c:pt idx="11281">
                  <c:v>1.4966529144745985E-5</c:v>
                </c:pt>
                <c:pt idx="11282">
                  <c:v>9.2077463071654352E-6</c:v>
                </c:pt>
                <c:pt idx="11283">
                  <c:v>4.3003678477466514E-6</c:v>
                </c:pt>
                <c:pt idx="11284">
                  <c:v>3.8665648543584887E-5</c:v>
                </c:pt>
                <c:pt idx="11285">
                  <c:v>8.4685570971601132E-6</c:v>
                </c:pt>
                <c:pt idx="11286">
                  <c:v>4.0751365876956893E-6</c:v>
                </c:pt>
                <c:pt idx="11287">
                  <c:v>3.3085635578208945E-5</c:v>
                </c:pt>
                <c:pt idx="11288">
                  <c:v>2.5946114431626314E-6</c:v>
                </c:pt>
                <c:pt idx="11289">
                  <c:v>8.7349614341912891E-7</c:v>
                </c:pt>
                <c:pt idx="11290">
                  <c:v>0</c:v>
                </c:pt>
                <c:pt idx="11291">
                  <c:v>2.5001983373421243E-5</c:v>
                </c:pt>
                <c:pt idx="11292">
                  <c:v>3.7770805661687461E-7</c:v>
                </c:pt>
                <c:pt idx="11293">
                  <c:v>8.8154490995464996E-6</c:v>
                </c:pt>
                <c:pt idx="11294">
                  <c:v>8.2224130014053039E-6</c:v>
                </c:pt>
                <c:pt idx="11295">
                  <c:v>8.9205260500718748E-6</c:v>
                </c:pt>
                <c:pt idx="11296">
                  <c:v>0</c:v>
                </c:pt>
                <c:pt idx="11297">
                  <c:v>2.7482527615009286E-6</c:v>
                </c:pt>
                <c:pt idx="11298">
                  <c:v>2.2995223871399726E-4</c:v>
                </c:pt>
                <c:pt idx="11299">
                  <c:v>1.7633982008056623E-5</c:v>
                </c:pt>
                <c:pt idx="11300">
                  <c:v>3.1302922532366199E-5</c:v>
                </c:pt>
                <c:pt idx="11301">
                  <c:v>2.5192147585327384E-5</c:v>
                </c:pt>
                <c:pt idx="11302">
                  <c:v>9.1369188805282917E-7</c:v>
                </c:pt>
                <c:pt idx="11303">
                  <c:v>1.6726026616172728E-5</c:v>
                </c:pt>
                <c:pt idx="11304">
                  <c:v>5.3137777896649435E-5</c:v>
                </c:pt>
                <c:pt idx="11305">
                  <c:v>3.3206805510188256E-4</c:v>
                </c:pt>
                <c:pt idx="11306">
                  <c:v>1.6121551709951606E-5</c:v>
                </c:pt>
                <c:pt idx="11307">
                  <c:v>2.3394349279008112E-6</c:v>
                </c:pt>
                <c:pt idx="11308">
                  <c:v>1.3820560242799501E-6</c:v>
                </c:pt>
                <c:pt idx="11309">
                  <c:v>8.5025570654037807E-6</c:v>
                </c:pt>
                <c:pt idx="11310">
                  <c:v>0</c:v>
                </c:pt>
                <c:pt idx="11311">
                  <c:v>2.8478424219146068E-4</c:v>
                </c:pt>
                <c:pt idx="11312">
                  <c:v>1.0912403536629041E-5</c:v>
                </c:pt>
                <c:pt idx="11313">
                  <c:v>1.8621280799775356E-5</c:v>
                </c:pt>
                <c:pt idx="11314">
                  <c:v>2.2110063270726245E-6</c:v>
                </c:pt>
                <c:pt idx="11315">
                  <c:v>2.4705449536504101E-6</c:v>
                </c:pt>
                <c:pt idx="11316">
                  <c:v>1.859274980369966E-5</c:v>
                </c:pt>
                <c:pt idx="11317">
                  <c:v>1.72645427862978E-5</c:v>
                </c:pt>
                <c:pt idx="11318">
                  <c:v>3.1315631937256044E-5</c:v>
                </c:pt>
                <c:pt idx="11319">
                  <c:v>4.1151765672542071E-4</c:v>
                </c:pt>
                <c:pt idx="11320">
                  <c:v>1.0159539872468661E-4</c:v>
                </c:pt>
                <c:pt idx="11321">
                  <c:v>9.2167731535897729E-6</c:v>
                </c:pt>
                <c:pt idx="11322">
                  <c:v>8.2750735155807237E-4</c:v>
                </c:pt>
                <c:pt idx="11323">
                  <c:v>1.8685033727859408E-5</c:v>
                </c:pt>
                <c:pt idx="11324">
                  <c:v>1.27962628332863E-5</c:v>
                </c:pt>
                <c:pt idx="11325">
                  <c:v>9.3794919134805298E-5</c:v>
                </c:pt>
                <c:pt idx="11326">
                  <c:v>2.96606510393877E-4</c:v>
                </c:pt>
                <c:pt idx="11327">
                  <c:v>3.8748091112336902E-5</c:v>
                </c:pt>
                <c:pt idx="11328">
                  <c:v>1.2151304653243143E-5</c:v>
                </c:pt>
                <c:pt idx="11329">
                  <c:v>0</c:v>
                </c:pt>
                <c:pt idx="11330">
                  <c:v>8.8568967823882473E-7</c:v>
                </c:pt>
                <c:pt idx="11331">
                  <c:v>9.1501040413128766E-6</c:v>
                </c:pt>
                <c:pt idx="11332">
                  <c:v>5.4107165216129503E-5</c:v>
                </c:pt>
                <c:pt idx="11333">
                  <c:v>2.2782841148066733E-5</c:v>
                </c:pt>
                <c:pt idx="11334">
                  <c:v>2.3867883552267653E-7</c:v>
                </c:pt>
                <c:pt idx="11335">
                  <c:v>3.8377702860386451E-5</c:v>
                </c:pt>
                <c:pt idx="11336">
                  <c:v>0</c:v>
                </c:pt>
                <c:pt idx="11337">
                  <c:v>1.3138368233524063E-5</c:v>
                </c:pt>
                <c:pt idx="11338">
                  <c:v>2.6449778955956365E-5</c:v>
                </c:pt>
                <c:pt idx="11339">
                  <c:v>1.2260332919948651E-7</c:v>
                </c:pt>
                <c:pt idx="11340">
                  <c:v>1.1088912892594434E-4</c:v>
                </c:pt>
                <c:pt idx="11341">
                  <c:v>8.1146857572633818E-6</c:v>
                </c:pt>
                <c:pt idx="11342">
                  <c:v>1.4498150934574728E-5</c:v>
                </c:pt>
                <c:pt idx="11343">
                  <c:v>3.4506666452232811E-6</c:v>
                </c:pt>
                <c:pt idx="11344">
                  <c:v>1.1671825217219193E-5</c:v>
                </c:pt>
                <c:pt idx="11345">
                  <c:v>4.6583715587740103E-5</c:v>
                </c:pt>
                <c:pt idx="11346">
                  <c:v>3.4680765996049884E-6</c:v>
                </c:pt>
                <c:pt idx="11347">
                  <c:v>0</c:v>
                </c:pt>
                <c:pt idx="11348">
                  <c:v>1.8712097803876661E-5</c:v>
                </c:pt>
                <c:pt idx="11349">
                  <c:v>2.8562145059253494E-5</c:v>
                </c:pt>
                <c:pt idx="11350">
                  <c:v>7.1387427525405105E-5</c:v>
                </c:pt>
                <c:pt idx="11351">
                  <c:v>2.4868353961847306E-5</c:v>
                </c:pt>
                <c:pt idx="11352">
                  <c:v>8.2539200819893609E-6</c:v>
                </c:pt>
                <c:pt idx="11353">
                  <c:v>2.8524539281969237E-7</c:v>
                </c:pt>
                <c:pt idx="11354">
                  <c:v>5.1795530984889441E-5</c:v>
                </c:pt>
                <c:pt idx="11355">
                  <c:v>3.5947638687798043E-5</c:v>
                </c:pt>
                <c:pt idx="11356">
                  <c:v>6.3792797891172026E-5</c:v>
                </c:pt>
                <c:pt idx="11357">
                  <c:v>1.5200153244414342E-5</c:v>
                </c:pt>
                <c:pt idx="11358">
                  <c:v>0</c:v>
                </c:pt>
                <c:pt idx="11359">
                  <c:v>4.2193377586379814E-5</c:v>
                </c:pt>
                <c:pt idx="11360">
                  <c:v>1.4938352469237089E-6</c:v>
                </c:pt>
                <c:pt idx="11361">
                  <c:v>1.1129915386334029E-5</c:v>
                </c:pt>
                <c:pt idx="11362">
                  <c:v>6.7725571855286013E-6</c:v>
                </c:pt>
                <c:pt idx="11363">
                  <c:v>2.2171404713447812E-5</c:v>
                </c:pt>
                <c:pt idx="11364">
                  <c:v>4.8853961954218619E-6</c:v>
                </c:pt>
                <c:pt idx="11365">
                  <c:v>1.6809813200361393E-5</c:v>
                </c:pt>
                <c:pt idx="11366">
                  <c:v>2.1703247249319368E-5</c:v>
                </c:pt>
                <c:pt idx="11367">
                  <c:v>3.0005722207656493E-5</c:v>
                </c:pt>
                <c:pt idx="11368">
                  <c:v>1.2077244115591299E-6</c:v>
                </c:pt>
                <c:pt idx="11369">
                  <c:v>1.2887472000023261E-3</c:v>
                </c:pt>
                <c:pt idx="11370">
                  <c:v>2.4218248622077801E-5</c:v>
                </c:pt>
                <c:pt idx="11371">
                  <c:v>1.7628695912729527E-4</c:v>
                </c:pt>
                <c:pt idx="11372">
                  <c:v>1.304190710172787E-5</c:v>
                </c:pt>
                <c:pt idx="11373">
                  <c:v>0</c:v>
                </c:pt>
                <c:pt idx="11374">
                  <c:v>1.8178556273520989E-7</c:v>
                </c:pt>
                <c:pt idx="11375">
                  <c:v>4.250242486362675E-5</c:v>
                </c:pt>
                <c:pt idx="11376">
                  <c:v>4.7469317079559904E-5</c:v>
                </c:pt>
                <c:pt idx="11377">
                  <c:v>0</c:v>
                </c:pt>
                <c:pt idx="11378">
                  <c:v>1.9887487028297911E-5</c:v>
                </c:pt>
                <c:pt idx="11379">
                  <c:v>2.924201341169837E-5</c:v>
                </c:pt>
                <c:pt idx="11380">
                  <c:v>8.0451815904868237E-5</c:v>
                </c:pt>
                <c:pt idx="11381">
                  <c:v>6.5438937313697828E-5</c:v>
                </c:pt>
                <c:pt idx="11382">
                  <c:v>5.4051460354756643E-5</c:v>
                </c:pt>
                <c:pt idx="11383">
                  <c:v>4.4916349232557534E-5</c:v>
                </c:pt>
                <c:pt idx="11384">
                  <c:v>9.7054934756093384E-6</c:v>
                </c:pt>
                <c:pt idx="11385">
                  <c:v>0</c:v>
                </c:pt>
                <c:pt idx="11386">
                  <c:v>0</c:v>
                </c:pt>
                <c:pt idx="11387">
                  <c:v>1.4215465341183415E-5</c:v>
                </c:pt>
                <c:pt idx="11388">
                  <c:v>6.6390231398249716E-6</c:v>
                </c:pt>
                <c:pt idx="11389">
                  <c:v>2.5958059353221879E-6</c:v>
                </c:pt>
                <c:pt idx="11390">
                  <c:v>2.8992900600865251E-6</c:v>
                </c:pt>
                <c:pt idx="11391">
                  <c:v>9.2647411372387346E-6</c:v>
                </c:pt>
                <c:pt idx="11392">
                  <c:v>6.552684070360771E-7</c:v>
                </c:pt>
                <c:pt idx="11393">
                  <c:v>3.9988665917887685E-6</c:v>
                </c:pt>
                <c:pt idx="11394">
                  <c:v>7.4469475965759986E-6</c:v>
                </c:pt>
                <c:pt idx="11395">
                  <c:v>1.3963782986053786E-5</c:v>
                </c:pt>
                <c:pt idx="11396">
                  <c:v>8.1788588786160365E-4</c:v>
                </c:pt>
                <c:pt idx="11397">
                  <c:v>4.3812440577508826E-6</c:v>
                </c:pt>
                <c:pt idx="11398">
                  <c:v>1.9763349565871661E-4</c:v>
                </c:pt>
                <c:pt idx="11399">
                  <c:v>4.2505405779521594E-6</c:v>
                </c:pt>
                <c:pt idx="11400">
                  <c:v>1.6159997143541758E-3</c:v>
                </c:pt>
                <c:pt idx="11401">
                  <c:v>1.414936494318547E-5</c:v>
                </c:pt>
                <c:pt idx="11402">
                  <c:v>5.4400706917097266E-4</c:v>
                </c:pt>
                <c:pt idx="11403">
                  <c:v>5.1618301864769712E-5</c:v>
                </c:pt>
                <c:pt idx="11404">
                  <c:v>0</c:v>
                </c:pt>
                <c:pt idx="11405">
                  <c:v>6.7831393675163408E-6</c:v>
                </c:pt>
                <c:pt idx="11406">
                  <c:v>3.365925007484109E-6</c:v>
                </c:pt>
                <c:pt idx="11407">
                  <c:v>5.277128055793141E-6</c:v>
                </c:pt>
                <c:pt idx="11408">
                  <c:v>1.9441131120063838E-5</c:v>
                </c:pt>
                <c:pt idx="11409">
                  <c:v>1.2685171303676074E-5</c:v>
                </c:pt>
                <c:pt idx="11410">
                  <c:v>0</c:v>
                </c:pt>
                <c:pt idx="11411">
                  <c:v>1.445980293639982E-5</c:v>
                </c:pt>
                <c:pt idx="11412">
                  <c:v>3.9607535624092958E-6</c:v>
                </c:pt>
                <c:pt idx="11413">
                  <c:v>2.3548712453295214E-5</c:v>
                </c:pt>
                <c:pt idx="11414">
                  <c:v>1.35816137822289E-5</c:v>
                </c:pt>
                <c:pt idx="11415">
                  <c:v>7.8255894637336003E-7</c:v>
                </c:pt>
                <c:pt idx="11416">
                  <c:v>1.4309794078714709E-5</c:v>
                </c:pt>
                <c:pt idx="11417">
                  <c:v>8.7214526793258293E-6</c:v>
                </c:pt>
                <c:pt idx="11418">
                  <c:v>1.3460023764669968E-5</c:v>
                </c:pt>
                <c:pt idx="11419">
                  <c:v>5.0282385037121455E-6</c:v>
                </c:pt>
                <c:pt idx="11420">
                  <c:v>1.4173810395433844E-5</c:v>
                </c:pt>
                <c:pt idx="11421">
                  <c:v>0</c:v>
                </c:pt>
                <c:pt idx="11422">
                  <c:v>1.9321997193205222E-6</c:v>
                </c:pt>
                <c:pt idx="11423">
                  <c:v>1.9294537111809722E-6</c:v>
                </c:pt>
                <c:pt idx="11424">
                  <c:v>1.1939510304007269E-5</c:v>
                </c:pt>
                <c:pt idx="11425">
                  <c:v>1.1320725652659913E-4</c:v>
                </c:pt>
                <c:pt idx="11426">
                  <c:v>6.4820848375138552E-6</c:v>
                </c:pt>
                <c:pt idx="11427">
                  <c:v>8.6173072426688226E-6</c:v>
                </c:pt>
                <c:pt idx="11428">
                  <c:v>1.1743969201440405E-5</c:v>
                </c:pt>
                <c:pt idx="11429">
                  <c:v>1.3730997242356343E-5</c:v>
                </c:pt>
                <c:pt idx="11430">
                  <c:v>7.124547545870678E-6</c:v>
                </c:pt>
                <c:pt idx="11431">
                  <c:v>1.0804077801648459E-5</c:v>
                </c:pt>
                <c:pt idx="11432">
                  <c:v>4.3724840236936711E-6</c:v>
                </c:pt>
                <c:pt idx="11433">
                  <c:v>0</c:v>
                </c:pt>
                <c:pt idx="11434">
                  <c:v>1.1518020913937588E-5</c:v>
                </c:pt>
                <c:pt idx="11435">
                  <c:v>5.5929535576097563E-5</c:v>
                </c:pt>
                <c:pt idx="11436">
                  <c:v>1.9247801792212174E-6</c:v>
                </c:pt>
                <c:pt idx="11437">
                  <c:v>8.9400118429401205E-6</c:v>
                </c:pt>
                <c:pt idx="11438">
                  <c:v>1.1087005235429932E-5</c:v>
                </c:pt>
                <c:pt idx="11439">
                  <c:v>0</c:v>
                </c:pt>
                <c:pt idx="11440">
                  <c:v>4.5145185680880357E-6</c:v>
                </c:pt>
                <c:pt idx="11441">
                  <c:v>1.0515144926753817E-5</c:v>
                </c:pt>
                <c:pt idx="11442">
                  <c:v>3.0450554663932451E-6</c:v>
                </c:pt>
                <c:pt idx="11443">
                  <c:v>3.522059325008524E-7</c:v>
                </c:pt>
                <c:pt idx="11444">
                  <c:v>1.9821680125328844E-4</c:v>
                </c:pt>
                <c:pt idx="11445">
                  <c:v>5.9800360909516489E-5</c:v>
                </c:pt>
                <c:pt idx="11446">
                  <c:v>0</c:v>
                </c:pt>
                <c:pt idx="11447">
                  <c:v>1.7777721930511932E-5</c:v>
                </c:pt>
                <c:pt idx="11448">
                  <c:v>6.1289453435845137E-4</c:v>
                </c:pt>
                <c:pt idx="11449">
                  <c:v>1.2957247186951398E-5</c:v>
                </c:pt>
                <c:pt idx="11450">
                  <c:v>4.4327426542698005E-4</c:v>
                </c:pt>
                <c:pt idx="11451">
                  <c:v>0</c:v>
                </c:pt>
                <c:pt idx="11452">
                  <c:v>1.8733674354494336E-5</c:v>
                </c:pt>
                <c:pt idx="11453">
                  <c:v>2.2933510298073284E-3</c:v>
                </c:pt>
                <c:pt idx="11454">
                  <c:v>3.3332817911465849E-5</c:v>
                </c:pt>
                <c:pt idx="11455">
                  <c:v>7.0309077924050166E-6</c:v>
                </c:pt>
                <c:pt idx="11456">
                  <c:v>1.7647938757555848E-5</c:v>
                </c:pt>
                <c:pt idx="11457">
                  <c:v>2.2315909590566342E-5</c:v>
                </c:pt>
                <c:pt idx="11458">
                  <c:v>2.5471772386198834E-6</c:v>
                </c:pt>
                <c:pt idx="11459">
                  <c:v>1.9334815846776358E-5</c:v>
                </c:pt>
                <c:pt idx="11460">
                  <c:v>1.07230097587886E-4</c:v>
                </c:pt>
                <c:pt idx="11461">
                  <c:v>7.058305882664794E-7</c:v>
                </c:pt>
                <c:pt idx="11462">
                  <c:v>2.0711787908856819E-6</c:v>
                </c:pt>
                <c:pt idx="11463">
                  <c:v>1.5484392699448663E-5</c:v>
                </c:pt>
                <c:pt idx="11464">
                  <c:v>1.5655866446684108E-6</c:v>
                </c:pt>
                <c:pt idx="11465">
                  <c:v>2.2302069904874025E-5</c:v>
                </c:pt>
                <c:pt idx="11466">
                  <c:v>2.2635158064731825E-5</c:v>
                </c:pt>
                <c:pt idx="11467">
                  <c:v>4.6898434533639264E-6</c:v>
                </c:pt>
                <c:pt idx="11468">
                  <c:v>4.5717614352429985E-7</c:v>
                </c:pt>
                <c:pt idx="11469">
                  <c:v>2.805376693721406E-7</c:v>
                </c:pt>
                <c:pt idx="11470">
                  <c:v>7.1248989428781889E-3</c:v>
                </c:pt>
                <c:pt idx="11471">
                  <c:v>1.6064944699949101E-5</c:v>
                </c:pt>
                <c:pt idx="11472">
                  <c:v>1.9508416931126532E-5</c:v>
                </c:pt>
                <c:pt idx="11473">
                  <c:v>1.0385185968749567E-5</c:v>
                </c:pt>
                <c:pt idx="11474">
                  <c:v>7.0085732789429907E-6</c:v>
                </c:pt>
                <c:pt idx="11475">
                  <c:v>0</c:v>
                </c:pt>
                <c:pt idx="11476">
                  <c:v>1.4712563025936256E-5</c:v>
                </c:pt>
                <c:pt idx="11477">
                  <c:v>0</c:v>
                </c:pt>
                <c:pt idx="11478">
                  <c:v>5.2284231360080334E-4</c:v>
                </c:pt>
                <c:pt idx="11479">
                  <c:v>3.1259712286392303E-5</c:v>
                </c:pt>
                <c:pt idx="11480">
                  <c:v>4.4511558467250382E-3</c:v>
                </c:pt>
                <c:pt idx="11481">
                  <c:v>6.8662262202281511E-4</c:v>
                </c:pt>
                <c:pt idx="11482">
                  <c:v>8.8753640536311392E-6</c:v>
                </c:pt>
                <c:pt idx="11483">
                  <c:v>6.9235327812852557E-5</c:v>
                </c:pt>
                <c:pt idx="11484">
                  <c:v>7.6263656170083124E-5</c:v>
                </c:pt>
                <c:pt idx="11485">
                  <c:v>7.3490296531416512E-6</c:v>
                </c:pt>
                <c:pt idx="11486">
                  <c:v>1.9680394758820008E-5</c:v>
                </c:pt>
                <c:pt idx="11487">
                  <c:v>5.1986789589663824E-6</c:v>
                </c:pt>
                <c:pt idx="11488">
                  <c:v>3.0889490960359821E-4</c:v>
                </c:pt>
                <c:pt idx="11489">
                  <c:v>3.2332119353179115E-5</c:v>
                </c:pt>
                <c:pt idx="11490">
                  <c:v>9.9334184312740873E-6</c:v>
                </c:pt>
                <c:pt idx="11491">
                  <c:v>5.2759704285648607E-5</c:v>
                </c:pt>
                <c:pt idx="11492">
                  <c:v>0</c:v>
                </c:pt>
                <c:pt idx="11493">
                  <c:v>0</c:v>
                </c:pt>
                <c:pt idx="11494">
                  <c:v>4.0396678601869512E-5</c:v>
                </c:pt>
                <c:pt idx="11495">
                  <c:v>7.5118409019042359E-8</c:v>
                </c:pt>
                <c:pt idx="11496">
                  <c:v>6.0812502143260426E-8</c:v>
                </c:pt>
                <c:pt idx="11497">
                  <c:v>1.9481656898141445E-6</c:v>
                </c:pt>
                <c:pt idx="11498">
                  <c:v>3.4207176072893271E-6</c:v>
                </c:pt>
                <c:pt idx="11499">
                  <c:v>4.1433584543403983E-6</c:v>
                </c:pt>
                <c:pt idx="11500">
                  <c:v>1.5545975026228233E-6</c:v>
                </c:pt>
                <c:pt idx="11501">
                  <c:v>0</c:v>
                </c:pt>
                <c:pt idx="11502">
                  <c:v>4.5527455883501933E-6</c:v>
                </c:pt>
                <c:pt idx="11503">
                  <c:v>0</c:v>
                </c:pt>
                <c:pt idx="11504">
                  <c:v>1.107190011084496E-6</c:v>
                </c:pt>
                <c:pt idx="11505">
                  <c:v>0</c:v>
                </c:pt>
                <c:pt idx="11506">
                  <c:v>1.5126583733971515E-7</c:v>
                </c:pt>
                <c:pt idx="11507">
                  <c:v>8.1805200372072663E-4</c:v>
                </c:pt>
                <c:pt idx="11508">
                  <c:v>2.6841107119829021E-5</c:v>
                </c:pt>
                <c:pt idx="11509">
                  <c:v>7.1771393819729343E-7</c:v>
                </c:pt>
                <c:pt idx="11510">
                  <c:v>1.4201186080558237E-7</c:v>
                </c:pt>
                <c:pt idx="11511">
                  <c:v>3.9864883347173142E-6</c:v>
                </c:pt>
                <c:pt idx="11512">
                  <c:v>5.2639094602598889E-6</c:v>
                </c:pt>
                <c:pt idx="11513">
                  <c:v>7.299389257520917E-6</c:v>
                </c:pt>
                <c:pt idx="11514">
                  <c:v>2.0574345885343848E-5</c:v>
                </c:pt>
                <c:pt idx="11515">
                  <c:v>1.4536085740562371E-7</c:v>
                </c:pt>
                <c:pt idx="11516">
                  <c:v>2.8760433967764352E-5</c:v>
                </c:pt>
                <c:pt idx="11517">
                  <c:v>1.2104436342345083E-4</c:v>
                </c:pt>
                <c:pt idx="11518">
                  <c:v>1.7977351631867026E-4</c:v>
                </c:pt>
                <c:pt idx="11519">
                  <c:v>8.5312476248586505E-5</c:v>
                </c:pt>
                <c:pt idx="11520">
                  <c:v>0</c:v>
                </c:pt>
                <c:pt idx="11521">
                  <c:v>1.1263040930799408E-4</c:v>
                </c:pt>
                <c:pt idx="11522">
                  <c:v>2.2034604372579573E-5</c:v>
                </c:pt>
                <c:pt idx="11523">
                  <c:v>0</c:v>
                </c:pt>
                <c:pt idx="11524">
                  <c:v>6.406862393915468E-5</c:v>
                </c:pt>
                <c:pt idx="11525">
                  <c:v>4.1869898921482312E-7</c:v>
                </c:pt>
                <c:pt idx="11526">
                  <c:v>1.2360836410319872E-5</c:v>
                </c:pt>
                <c:pt idx="11527">
                  <c:v>2.6645613118406685E-5</c:v>
                </c:pt>
                <c:pt idx="11528">
                  <c:v>2.6388170656654652E-3</c:v>
                </c:pt>
                <c:pt idx="11529">
                  <c:v>1.1288546755478466E-6</c:v>
                </c:pt>
                <c:pt idx="11530">
                  <c:v>0</c:v>
                </c:pt>
                <c:pt idx="11531">
                  <c:v>1.0363434150636183E-5</c:v>
                </c:pt>
                <c:pt idx="11532">
                  <c:v>3.9886590003932054E-5</c:v>
                </c:pt>
                <c:pt idx="11533">
                  <c:v>0</c:v>
                </c:pt>
                <c:pt idx="11534">
                  <c:v>8.8169460645488651E-6</c:v>
                </c:pt>
                <c:pt idx="11535">
                  <c:v>9.7651004800456728E-6</c:v>
                </c:pt>
                <c:pt idx="11536">
                  <c:v>6.278291108313931E-7</c:v>
                </c:pt>
                <c:pt idx="11537">
                  <c:v>0</c:v>
                </c:pt>
                <c:pt idx="11538">
                  <c:v>1.3675081927830521E-4</c:v>
                </c:pt>
                <c:pt idx="11539">
                  <c:v>1.0791575542612427E-6</c:v>
                </c:pt>
                <c:pt idx="11540">
                  <c:v>5.7731721719534101E-6</c:v>
                </c:pt>
                <c:pt idx="11541">
                  <c:v>1.5255989696273208E-5</c:v>
                </c:pt>
                <c:pt idx="11542">
                  <c:v>4.0544471736067523E-7</c:v>
                </c:pt>
                <c:pt idx="11543">
                  <c:v>0</c:v>
                </c:pt>
                <c:pt idx="11544">
                  <c:v>0</c:v>
                </c:pt>
                <c:pt idx="11545">
                  <c:v>0</c:v>
                </c:pt>
                <c:pt idx="11546">
                  <c:v>0</c:v>
                </c:pt>
                <c:pt idx="11547">
                  <c:v>5.9300194952908185E-5</c:v>
                </c:pt>
                <c:pt idx="11548">
                  <c:v>1.8647840325551341E-5</c:v>
                </c:pt>
                <c:pt idx="11549">
                  <c:v>8.2990351614660067E-5</c:v>
                </c:pt>
                <c:pt idx="11550">
                  <c:v>0</c:v>
                </c:pt>
                <c:pt idx="11551">
                  <c:v>1.4247356836193033E-4</c:v>
                </c:pt>
                <c:pt idx="11552">
                  <c:v>3.0864852218223936E-5</c:v>
                </c:pt>
                <c:pt idx="11553">
                  <c:v>0</c:v>
                </c:pt>
                <c:pt idx="11554">
                  <c:v>3.6486933153613793E-6</c:v>
                </c:pt>
                <c:pt idx="11555">
                  <c:v>1.2322279760910198E-5</c:v>
                </c:pt>
                <c:pt idx="11556">
                  <c:v>9.8800475862414153E-7</c:v>
                </c:pt>
                <c:pt idx="11557">
                  <c:v>0</c:v>
                </c:pt>
                <c:pt idx="11558">
                  <c:v>1.4945798136408247E-5</c:v>
                </c:pt>
                <c:pt idx="11559">
                  <c:v>1.831653481265852E-5</c:v>
                </c:pt>
                <c:pt idx="11560">
                  <c:v>0</c:v>
                </c:pt>
                <c:pt idx="11561">
                  <c:v>3.9334430309587835E-5</c:v>
                </c:pt>
                <c:pt idx="11562">
                  <c:v>2.1577115418228444E-7</c:v>
                </c:pt>
                <c:pt idx="11563">
                  <c:v>0</c:v>
                </c:pt>
                <c:pt idx="11564">
                  <c:v>3.8039528977733293E-5</c:v>
                </c:pt>
                <c:pt idx="11565">
                  <c:v>3.0977917936208305E-5</c:v>
                </c:pt>
                <c:pt idx="11566">
                  <c:v>1.145212812955217E-5</c:v>
                </c:pt>
                <c:pt idx="11567">
                  <c:v>6.5203390778202324E-5</c:v>
                </c:pt>
                <c:pt idx="11568">
                  <c:v>9.5784277046040084E-7</c:v>
                </c:pt>
                <c:pt idx="11569">
                  <c:v>6.2184346754330822E-6</c:v>
                </c:pt>
                <c:pt idx="11570">
                  <c:v>1.0405815085287526E-6</c:v>
                </c:pt>
                <c:pt idx="11571">
                  <c:v>2.0838286566543995E-6</c:v>
                </c:pt>
                <c:pt idx="11572">
                  <c:v>0</c:v>
                </c:pt>
                <c:pt idx="11573">
                  <c:v>0</c:v>
                </c:pt>
                <c:pt idx="11574">
                  <c:v>0</c:v>
                </c:pt>
                <c:pt idx="11575">
                  <c:v>1.5744853128513804E-5</c:v>
                </c:pt>
                <c:pt idx="11576">
                  <c:v>1.5707005347522217E-7</c:v>
                </c:pt>
                <c:pt idx="11577">
                  <c:v>3.4127923773732192E-5</c:v>
                </c:pt>
                <c:pt idx="11578">
                  <c:v>0</c:v>
                </c:pt>
                <c:pt idx="11579">
                  <c:v>2.4454494661548048E-5</c:v>
                </c:pt>
                <c:pt idx="11580">
                  <c:v>1.4076660766223489E-5</c:v>
                </c:pt>
                <c:pt idx="11581">
                  <c:v>1.3139035695063854E-5</c:v>
                </c:pt>
                <c:pt idx="11582">
                  <c:v>6.4351896471662103E-5</c:v>
                </c:pt>
                <c:pt idx="11583">
                  <c:v>1.068428107193822E-5</c:v>
                </c:pt>
                <c:pt idx="11584">
                  <c:v>1.7244569021111088E-3</c:v>
                </c:pt>
                <c:pt idx="11585">
                  <c:v>4.3622208552659474E-7</c:v>
                </c:pt>
                <c:pt idx="11586">
                  <c:v>0</c:v>
                </c:pt>
                <c:pt idx="11587">
                  <c:v>2.5692920837981489E-5</c:v>
                </c:pt>
                <c:pt idx="11588">
                  <c:v>3.321389408949616E-5</c:v>
                </c:pt>
                <c:pt idx="11589">
                  <c:v>3.5230417807582413E-7</c:v>
                </c:pt>
                <c:pt idx="11590">
                  <c:v>0</c:v>
                </c:pt>
                <c:pt idx="11591">
                  <c:v>2.4284722398264606E-7</c:v>
                </c:pt>
                <c:pt idx="11592">
                  <c:v>5.6733750523189557E-6</c:v>
                </c:pt>
                <c:pt idx="11593">
                  <c:v>0</c:v>
                </c:pt>
                <c:pt idx="11594">
                  <c:v>1.5698063874937191E-5</c:v>
                </c:pt>
                <c:pt idx="11595">
                  <c:v>3.4215612949822033E-6</c:v>
                </c:pt>
                <c:pt idx="11596">
                  <c:v>4.166843494761387E-5</c:v>
                </c:pt>
                <c:pt idx="11597">
                  <c:v>2.6562203828262524E-6</c:v>
                </c:pt>
                <c:pt idx="11598">
                  <c:v>0</c:v>
                </c:pt>
                <c:pt idx="11599">
                  <c:v>1.617701393147913E-4</c:v>
                </c:pt>
                <c:pt idx="11600">
                  <c:v>1.7555707593042045E-5</c:v>
                </c:pt>
                <c:pt idx="11601">
                  <c:v>7.2884468118159133E-5</c:v>
                </c:pt>
                <c:pt idx="11602">
                  <c:v>5.197362145054147E-5</c:v>
                </c:pt>
                <c:pt idx="11603">
                  <c:v>4.6544948052160086E-5</c:v>
                </c:pt>
                <c:pt idx="11604">
                  <c:v>0</c:v>
                </c:pt>
                <c:pt idx="11605">
                  <c:v>1.3836577828754931E-5</c:v>
                </c:pt>
                <c:pt idx="11606">
                  <c:v>1.0855368179696245E-6</c:v>
                </c:pt>
                <c:pt idx="11607">
                  <c:v>2.0257651525746758E-6</c:v>
                </c:pt>
                <c:pt idx="11608">
                  <c:v>0</c:v>
                </c:pt>
                <c:pt idx="11609">
                  <c:v>7.9879011019184172E-4</c:v>
                </c:pt>
                <c:pt idx="11610">
                  <c:v>6.0583737465997067E-6</c:v>
                </c:pt>
                <c:pt idx="11611">
                  <c:v>2.9380599223032007E-5</c:v>
                </c:pt>
                <c:pt idx="11612">
                  <c:v>3.7994615612298106E-5</c:v>
                </c:pt>
                <c:pt idx="11613">
                  <c:v>6.4488354604453924E-5</c:v>
                </c:pt>
                <c:pt idx="11614">
                  <c:v>1.5611603343298728E-6</c:v>
                </c:pt>
                <c:pt idx="11615">
                  <c:v>8.7785502078401495E-6</c:v>
                </c:pt>
                <c:pt idx="11616">
                  <c:v>1.7944797726175444E-5</c:v>
                </c:pt>
                <c:pt idx="11617">
                  <c:v>1.890701341561084E-4</c:v>
                </c:pt>
                <c:pt idx="11618">
                  <c:v>1.2578617447115225E-4</c:v>
                </c:pt>
                <c:pt idx="11619">
                  <c:v>1.3364248285629069E-5</c:v>
                </c:pt>
                <c:pt idx="11620">
                  <c:v>2.0461146515979541E-5</c:v>
                </c:pt>
                <c:pt idx="11621">
                  <c:v>1.4311317081280793E-5</c:v>
                </c:pt>
                <c:pt idx="11622">
                  <c:v>0</c:v>
                </c:pt>
                <c:pt idx="11623">
                  <c:v>1.1049851014754948E-5</c:v>
                </c:pt>
                <c:pt idx="11624">
                  <c:v>1.1970222374407961E-5</c:v>
                </c:pt>
                <c:pt idx="11625">
                  <c:v>5.5555655983575026E-4</c:v>
                </c:pt>
                <c:pt idx="11626">
                  <c:v>2.8838707446148411E-6</c:v>
                </c:pt>
                <c:pt idx="11627">
                  <c:v>1.1198186979117487E-5</c:v>
                </c:pt>
                <c:pt idx="11628">
                  <c:v>1.7120784085960264E-4</c:v>
                </c:pt>
                <c:pt idx="11629">
                  <c:v>8.5819017514915719E-5</c:v>
                </c:pt>
                <c:pt idx="11630">
                  <c:v>1.8443479330135865E-5</c:v>
                </c:pt>
                <c:pt idx="11631">
                  <c:v>1.1658532920533551E-5</c:v>
                </c:pt>
                <c:pt idx="11632">
                  <c:v>3.4628133026702949E-5</c:v>
                </c:pt>
                <c:pt idx="11633">
                  <c:v>1.0070640249967818E-5</c:v>
                </c:pt>
                <c:pt idx="11634">
                  <c:v>0</c:v>
                </c:pt>
                <c:pt idx="11635">
                  <c:v>3.9960386917663442E-3</c:v>
                </c:pt>
                <c:pt idx="11636">
                  <c:v>1.7515334247829211E-4</c:v>
                </c:pt>
                <c:pt idx="11637">
                  <c:v>0</c:v>
                </c:pt>
                <c:pt idx="11638">
                  <c:v>5.171152896256941E-7</c:v>
                </c:pt>
                <c:pt idx="11639">
                  <c:v>1.5522143686226926E-5</c:v>
                </c:pt>
                <c:pt idx="11640">
                  <c:v>7.3494704815951642E-4</c:v>
                </c:pt>
                <c:pt idx="11641">
                  <c:v>2.1465686159602974E-6</c:v>
                </c:pt>
                <c:pt idx="11642">
                  <c:v>3.3491686732935547E-7</c:v>
                </c:pt>
                <c:pt idx="11643">
                  <c:v>1.5375082567075103E-4</c:v>
                </c:pt>
                <c:pt idx="11644">
                  <c:v>1.5909214278253701E-3</c:v>
                </c:pt>
                <c:pt idx="11645">
                  <c:v>2.2816303311428443E-5</c:v>
                </c:pt>
                <c:pt idx="11646">
                  <c:v>4.1919027075251583E-5</c:v>
                </c:pt>
                <c:pt idx="11647">
                  <c:v>4.5165249350120527E-5</c:v>
                </c:pt>
                <c:pt idx="11648">
                  <c:v>3.4097588348681944E-5</c:v>
                </c:pt>
                <c:pt idx="11649">
                  <c:v>1.1911187287469125E-4</c:v>
                </c:pt>
                <c:pt idx="11650">
                  <c:v>1.5708312043631432E-5</c:v>
                </c:pt>
                <c:pt idx="11651">
                  <c:v>1.0462519656813631E-5</c:v>
                </c:pt>
                <c:pt idx="11652">
                  <c:v>1.6263711513977849E-5</c:v>
                </c:pt>
                <c:pt idx="11653">
                  <c:v>3.1160174456822001E-4</c:v>
                </c:pt>
                <c:pt idx="11654">
                  <c:v>3.5416664753509749E-3</c:v>
                </c:pt>
                <c:pt idx="11655">
                  <c:v>8.0314833627026692E-7</c:v>
                </c:pt>
                <c:pt idx="11656">
                  <c:v>7.9600864982111325E-6</c:v>
                </c:pt>
                <c:pt idx="11657">
                  <c:v>5.682772072759026E-7</c:v>
                </c:pt>
                <c:pt idx="11658">
                  <c:v>1.4239290371357661E-6</c:v>
                </c:pt>
                <c:pt idx="11659">
                  <c:v>5.9723010974488381E-6</c:v>
                </c:pt>
                <c:pt idx="11660">
                  <c:v>1.5796860046000542E-5</c:v>
                </c:pt>
                <c:pt idx="11661">
                  <c:v>3.3032258353913415E-5</c:v>
                </c:pt>
                <c:pt idx="11662">
                  <c:v>2.0077102046907698E-7</c:v>
                </c:pt>
                <c:pt idx="11663">
                  <c:v>8.9126597978719543E-6</c:v>
                </c:pt>
                <c:pt idx="11664">
                  <c:v>3.2361869764769242E-6</c:v>
                </c:pt>
                <c:pt idx="11665">
                  <c:v>8.0056088192730249E-6</c:v>
                </c:pt>
                <c:pt idx="11666">
                  <c:v>2.9013371960417865E-5</c:v>
                </c:pt>
                <c:pt idx="11667">
                  <c:v>7.4369155766510537E-6</c:v>
                </c:pt>
                <c:pt idx="11668">
                  <c:v>1.1281530185828737E-4</c:v>
                </c:pt>
                <c:pt idx="11669">
                  <c:v>0</c:v>
                </c:pt>
                <c:pt idx="11670">
                  <c:v>2.2683197758272444E-6</c:v>
                </c:pt>
                <c:pt idx="11671">
                  <c:v>0</c:v>
                </c:pt>
                <c:pt idx="11672">
                  <c:v>3.2675896779720313E-6</c:v>
                </c:pt>
                <c:pt idx="11673">
                  <c:v>1.2057775674765053E-5</c:v>
                </c:pt>
                <c:pt idx="11674">
                  <c:v>1.7682359715471353E-4</c:v>
                </c:pt>
                <c:pt idx="11675">
                  <c:v>2.8123012835251011E-5</c:v>
                </c:pt>
                <c:pt idx="11676">
                  <c:v>0</c:v>
                </c:pt>
                <c:pt idx="11677">
                  <c:v>6.2278470026420124E-3</c:v>
                </c:pt>
                <c:pt idx="11678">
                  <c:v>8.6232173287036617E-6</c:v>
                </c:pt>
                <c:pt idx="11679">
                  <c:v>7.0453352376216992E-6</c:v>
                </c:pt>
                <c:pt idx="11680">
                  <c:v>4.5777165841055914E-5</c:v>
                </c:pt>
                <c:pt idx="11681">
                  <c:v>6.7091255890147462E-5</c:v>
                </c:pt>
                <c:pt idx="11682">
                  <c:v>1.6030136579615821E-6</c:v>
                </c:pt>
                <c:pt idx="11683">
                  <c:v>1.1712794225463009E-5</c:v>
                </c:pt>
                <c:pt idx="11684">
                  <c:v>2.3761125220668672E-6</c:v>
                </c:pt>
                <c:pt idx="11685">
                  <c:v>2.6144881615610423E-5</c:v>
                </c:pt>
                <c:pt idx="11686">
                  <c:v>1.4203539615785935E-3</c:v>
                </c:pt>
                <c:pt idx="11687">
                  <c:v>1.912645620062674E-5</c:v>
                </c:pt>
                <c:pt idx="11688">
                  <c:v>3.3886383514190193E-5</c:v>
                </c:pt>
                <c:pt idx="11689">
                  <c:v>3.1652856678739336E-6</c:v>
                </c:pt>
                <c:pt idx="11690">
                  <c:v>8.4605800219964904E-6</c:v>
                </c:pt>
                <c:pt idx="11691">
                  <c:v>8.0089776648651517E-5</c:v>
                </c:pt>
                <c:pt idx="11692">
                  <c:v>4.056387417428886E-6</c:v>
                </c:pt>
                <c:pt idx="11693">
                  <c:v>3.0059821388669652E-6</c:v>
                </c:pt>
                <c:pt idx="11694">
                  <c:v>4.3521016834380412E-5</c:v>
                </c:pt>
                <c:pt idx="11695">
                  <c:v>1.3148313449705924E-5</c:v>
                </c:pt>
                <c:pt idx="11696">
                  <c:v>0</c:v>
                </c:pt>
                <c:pt idx="11697">
                  <c:v>1.9609416482494161E-6</c:v>
                </c:pt>
                <c:pt idx="11698">
                  <c:v>3.2938980952225985E-5</c:v>
                </c:pt>
                <c:pt idx="11699">
                  <c:v>9.5392999472900425E-7</c:v>
                </c:pt>
                <c:pt idx="11700">
                  <c:v>8.2267065902803187E-6</c:v>
                </c:pt>
                <c:pt idx="11701">
                  <c:v>9.8511857657308867E-6</c:v>
                </c:pt>
                <c:pt idx="11702">
                  <c:v>3.5345002350908654E-5</c:v>
                </c:pt>
                <c:pt idx="11703">
                  <c:v>3.2681508657968713E-5</c:v>
                </c:pt>
                <c:pt idx="11704">
                  <c:v>6.0669759996042313E-6</c:v>
                </c:pt>
                <c:pt idx="11705">
                  <c:v>9.4434060687310128E-6</c:v>
                </c:pt>
                <c:pt idx="11706">
                  <c:v>8.5593927811789642E-6</c:v>
                </c:pt>
                <c:pt idx="11707">
                  <c:v>9.4649477139030044E-7</c:v>
                </c:pt>
                <c:pt idx="11708">
                  <c:v>2.9057437488764355E-5</c:v>
                </c:pt>
                <c:pt idx="11709">
                  <c:v>1.2117517402107189E-5</c:v>
                </c:pt>
                <c:pt idx="11710">
                  <c:v>7.4371140268131972E-5</c:v>
                </c:pt>
                <c:pt idx="11711">
                  <c:v>7.5428378609142016E-4</c:v>
                </c:pt>
                <c:pt idx="11712">
                  <c:v>1.5474059458826996E-5</c:v>
                </c:pt>
                <c:pt idx="11713">
                  <c:v>7.6467161572239395E-6</c:v>
                </c:pt>
                <c:pt idx="11714">
                  <c:v>1.6256975164603586E-5</c:v>
                </c:pt>
                <c:pt idx="11715">
                  <c:v>0</c:v>
                </c:pt>
                <c:pt idx="11716">
                  <c:v>5.3098468791758134E-6</c:v>
                </c:pt>
                <c:pt idx="11717">
                  <c:v>0</c:v>
                </c:pt>
                <c:pt idx="11718">
                  <c:v>1.87419116381095E-5</c:v>
                </c:pt>
                <c:pt idx="11719">
                  <c:v>1.0365880822677445E-4</c:v>
                </c:pt>
                <c:pt idx="11720">
                  <c:v>0</c:v>
                </c:pt>
                <c:pt idx="11721">
                  <c:v>5.5480044375957513E-6</c:v>
                </c:pt>
                <c:pt idx="11722">
                  <c:v>2.5738668009987081E-5</c:v>
                </c:pt>
                <c:pt idx="11723">
                  <c:v>5.2000250453902125E-7</c:v>
                </c:pt>
                <c:pt idx="11724">
                  <c:v>4.6475956334607172E-6</c:v>
                </c:pt>
                <c:pt idx="11725">
                  <c:v>1.6040634081600416E-5</c:v>
                </c:pt>
                <c:pt idx="11726">
                  <c:v>0</c:v>
                </c:pt>
                <c:pt idx="11727">
                  <c:v>1.7768276075292903E-5</c:v>
                </c:pt>
                <c:pt idx="11728">
                  <c:v>2.5719761592352441E-5</c:v>
                </c:pt>
                <c:pt idx="11729">
                  <c:v>1.9425189439560994E-7</c:v>
                </c:pt>
                <c:pt idx="11730">
                  <c:v>4.2912874767054554E-5</c:v>
                </c:pt>
                <c:pt idx="11731">
                  <c:v>5.2461167093728073E-5</c:v>
                </c:pt>
                <c:pt idx="11732">
                  <c:v>4.8731557723653163E-6</c:v>
                </c:pt>
                <c:pt idx="11733">
                  <c:v>3.3446478512890463E-5</c:v>
                </c:pt>
                <c:pt idx="11734">
                  <c:v>1.4786739258931774E-5</c:v>
                </c:pt>
                <c:pt idx="11735">
                  <c:v>1.080110534379732E-5</c:v>
                </c:pt>
                <c:pt idx="11736">
                  <c:v>0</c:v>
                </c:pt>
                <c:pt idx="11737">
                  <c:v>1.6184291616282333E-7</c:v>
                </c:pt>
                <c:pt idx="11738">
                  <c:v>1.6716019958912447E-7</c:v>
                </c:pt>
                <c:pt idx="11739">
                  <c:v>8.3340751595810228E-6</c:v>
                </c:pt>
                <c:pt idx="11740">
                  <c:v>4.4660008914810508E-7</c:v>
                </c:pt>
                <c:pt idx="11741">
                  <c:v>7.8054624469997331E-6</c:v>
                </c:pt>
                <c:pt idx="11742">
                  <c:v>1.4008056535935823E-5</c:v>
                </c:pt>
                <c:pt idx="11743">
                  <c:v>1.2473149776650264E-6</c:v>
                </c:pt>
                <c:pt idx="11744">
                  <c:v>2.1175416030463145E-5</c:v>
                </c:pt>
                <c:pt idx="11745">
                  <c:v>0</c:v>
                </c:pt>
                <c:pt idx="11746">
                  <c:v>1.8031902966932126E-3</c:v>
                </c:pt>
                <c:pt idx="11747">
                  <c:v>2.7874553541180254E-5</c:v>
                </c:pt>
                <c:pt idx="11748">
                  <c:v>1.2331374870570711E-5</c:v>
                </c:pt>
                <c:pt idx="11749">
                  <c:v>6.637055124091552E-5</c:v>
                </c:pt>
                <c:pt idx="11750">
                  <c:v>1.1886107983577971E-3</c:v>
                </c:pt>
                <c:pt idx="11751">
                  <c:v>1.1486987401892981E-5</c:v>
                </c:pt>
                <c:pt idx="11752">
                  <c:v>0</c:v>
                </c:pt>
                <c:pt idx="11753">
                  <c:v>0</c:v>
                </c:pt>
                <c:pt idx="11754">
                  <c:v>2.2927374281813881E-5</c:v>
                </c:pt>
                <c:pt idx="11755">
                  <c:v>1.7185382376911867E-4</c:v>
                </c:pt>
                <c:pt idx="11756">
                  <c:v>1.5880374465149214E-3</c:v>
                </c:pt>
                <c:pt idx="11757">
                  <c:v>1.8181282224630443E-5</c:v>
                </c:pt>
                <c:pt idx="11758">
                  <c:v>9.2420299164031719E-6</c:v>
                </c:pt>
                <c:pt idx="11759">
                  <c:v>0</c:v>
                </c:pt>
                <c:pt idx="11760">
                  <c:v>1.0864630311030593E-5</c:v>
                </c:pt>
                <c:pt idx="11761">
                  <c:v>4.8238122604479806E-5</c:v>
                </c:pt>
                <c:pt idx="11762">
                  <c:v>0</c:v>
                </c:pt>
                <c:pt idx="11763">
                  <c:v>1.9276363644068897E-5</c:v>
                </c:pt>
                <c:pt idx="11764">
                  <c:v>3.3955827948028289E-5</c:v>
                </c:pt>
                <c:pt idx="11765">
                  <c:v>4.3387143242169314E-6</c:v>
                </c:pt>
                <c:pt idx="11766">
                  <c:v>2.3507238777768408E-4</c:v>
                </c:pt>
                <c:pt idx="11767">
                  <c:v>0</c:v>
                </c:pt>
                <c:pt idx="11768">
                  <c:v>3.2435049158117901E-5</c:v>
                </c:pt>
                <c:pt idx="11769">
                  <c:v>0</c:v>
                </c:pt>
                <c:pt idx="11770">
                  <c:v>6.3294086999159334E-6</c:v>
                </c:pt>
                <c:pt idx="11771">
                  <c:v>2.0418932039530688E-3</c:v>
                </c:pt>
                <c:pt idx="11772">
                  <c:v>5.205723230661882E-5</c:v>
                </c:pt>
                <c:pt idx="11773">
                  <c:v>1.3006267605149783E-5</c:v>
                </c:pt>
                <c:pt idx="11774">
                  <c:v>0</c:v>
                </c:pt>
                <c:pt idx="11775">
                  <c:v>1.1543893362611864E-5</c:v>
                </c:pt>
                <c:pt idx="11776">
                  <c:v>1.1422481744638182E-4</c:v>
                </c:pt>
                <c:pt idx="11777">
                  <c:v>3.5231349746980192E-5</c:v>
                </c:pt>
                <c:pt idx="11778">
                  <c:v>2.6277726869501452E-3</c:v>
                </c:pt>
                <c:pt idx="11779">
                  <c:v>1.5679626250858114E-5</c:v>
                </c:pt>
                <c:pt idx="11780">
                  <c:v>3.8918975124579877E-4</c:v>
                </c:pt>
                <c:pt idx="11781">
                  <c:v>1.8624471235761834E-5</c:v>
                </c:pt>
                <c:pt idx="11782">
                  <c:v>3.1389517392432832E-5</c:v>
                </c:pt>
                <c:pt idx="11783">
                  <c:v>3.9475990150854967E-5</c:v>
                </c:pt>
                <c:pt idx="11784">
                  <c:v>2.9484063077322965E-6</c:v>
                </c:pt>
                <c:pt idx="11785">
                  <c:v>4.1943856219561785E-3</c:v>
                </c:pt>
                <c:pt idx="11786">
                  <c:v>3.9442037203162967E-5</c:v>
                </c:pt>
                <c:pt idx="11787">
                  <c:v>2.8546693886189749E-5</c:v>
                </c:pt>
                <c:pt idx="11788">
                  <c:v>1.1495462592687488E-7</c:v>
                </c:pt>
                <c:pt idx="11789">
                  <c:v>1.1706426093274865E-5</c:v>
                </c:pt>
                <c:pt idx="11790">
                  <c:v>4.5097298010955111E-5</c:v>
                </c:pt>
                <c:pt idx="11791">
                  <c:v>3.8795305622320596E-4</c:v>
                </c:pt>
                <c:pt idx="11792">
                  <c:v>2.2176903977735775E-5</c:v>
                </c:pt>
                <c:pt idx="11793">
                  <c:v>2.6128826162989231E-5</c:v>
                </c:pt>
                <c:pt idx="11794">
                  <c:v>5.9536091237815609E-5</c:v>
                </c:pt>
                <c:pt idx="11795">
                  <c:v>3.4674987528463619E-5</c:v>
                </c:pt>
                <c:pt idx="11796">
                  <c:v>1.1241185271640418E-6</c:v>
                </c:pt>
                <c:pt idx="11797">
                  <c:v>3.3958324632071642E-6</c:v>
                </c:pt>
                <c:pt idx="11798">
                  <c:v>3.3560514629162402E-5</c:v>
                </c:pt>
                <c:pt idx="11799">
                  <c:v>4.1679643051493414E-7</c:v>
                </c:pt>
                <c:pt idx="11800">
                  <c:v>1.0878637206287362E-5</c:v>
                </c:pt>
                <c:pt idx="11801">
                  <c:v>0</c:v>
                </c:pt>
                <c:pt idx="11802">
                  <c:v>1.4856628206674725E-4</c:v>
                </c:pt>
                <c:pt idx="11803">
                  <c:v>1.4250495328807389E-5</c:v>
                </c:pt>
                <c:pt idx="11804">
                  <c:v>2.8705718067687776E-5</c:v>
                </c:pt>
                <c:pt idx="11805">
                  <c:v>0</c:v>
                </c:pt>
                <c:pt idx="11806">
                  <c:v>9.823176564028627E-8</c:v>
                </c:pt>
                <c:pt idx="11807">
                  <c:v>2.4571869724719048E-5</c:v>
                </c:pt>
                <c:pt idx="11808">
                  <c:v>5.1577109744132324E-5</c:v>
                </c:pt>
                <c:pt idx="11809">
                  <c:v>0</c:v>
                </c:pt>
                <c:pt idx="11810">
                  <c:v>1.2713754696083674E-5</c:v>
                </c:pt>
                <c:pt idx="11811">
                  <c:v>1.236097665318168E-5</c:v>
                </c:pt>
                <c:pt idx="11812">
                  <c:v>1.7039860786290205E-5</c:v>
                </c:pt>
                <c:pt idx="11813">
                  <c:v>1.0342749539316078E-7</c:v>
                </c:pt>
                <c:pt idx="11814">
                  <c:v>8.4179651181499871E-6</c:v>
                </c:pt>
                <c:pt idx="11815">
                  <c:v>1.0748486867269388E-5</c:v>
                </c:pt>
                <c:pt idx="11816">
                  <c:v>2.8588316018546666E-6</c:v>
                </c:pt>
                <c:pt idx="11817">
                  <c:v>0</c:v>
                </c:pt>
                <c:pt idx="11818">
                  <c:v>6.2570114995071766E-5</c:v>
                </c:pt>
                <c:pt idx="11819">
                  <c:v>3.1131161548687553E-7</c:v>
                </c:pt>
                <c:pt idx="11820">
                  <c:v>4.1875122894575485E-5</c:v>
                </c:pt>
                <c:pt idx="11821">
                  <c:v>7.236533231702419E-6</c:v>
                </c:pt>
                <c:pt idx="11822">
                  <c:v>1.4126168981236682E-4</c:v>
                </c:pt>
                <c:pt idx="11823">
                  <c:v>0</c:v>
                </c:pt>
                <c:pt idx="11824">
                  <c:v>2.71883981351434E-6</c:v>
                </c:pt>
                <c:pt idx="11825">
                  <c:v>3.0185026088311531E-5</c:v>
                </c:pt>
                <c:pt idx="11826">
                  <c:v>2.5164332889631088E-5</c:v>
                </c:pt>
                <c:pt idx="11827">
                  <c:v>4.061270613720828E-6</c:v>
                </c:pt>
                <c:pt idx="11828">
                  <c:v>9.3452006561351261E-6</c:v>
                </c:pt>
                <c:pt idx="11829">
                  <c:v>1.0154571879026296E-5</c:v>
                </c:pt>
                <c:pt idx="11830">
                  <c:v>2.183941628798718E-5</c:v>
                </c:pt>
                <c:pt idx="11831">
                  <c:v>1.8245637512202509E-5</c:v>
                </c:pt>
                <c:pt idx="11832">
                  <c:v>6.9161829923493283E-6</c:v>
                </c:pt>
                <c:pt idx="11833">
                  <c:v>1.2902666548181961E-5</c:v>
                </c:pt>
                <c:pt idx="11834">
                  <c:v>3.975198580234064E-6</c:v>
                </c:pt>
                <c:pt idx="11835">
                  <c:v>0</c:v>
                </c:pt>
                <c:pt idx="11836">
                  <c:v>6.0088137145070995E-6</c:v>
                </c:pt>
                <c:pt idx="11837">
                  <c:v>0</c:v>
                </c:pt>
                <c:pt idx="11838">
                  <c:v>7.5137946670678784E-4</c:v>
                </c:pt>
                <c:pt idx="11839">
                  <c:v>9.0286000239253945E-6</c:v>
                </c:pt>
                <c:pt idx="11840">
                  <c:v>0</c:v>
                </c:pt>
                <c:pt idx="11841">
                  <c:v>0</c:v>
                </c:pt>
                <c:pt idx="11842">
                  <c:v>9.3486506045112687E-8</c:v>
                </c:pt>
                <c:pt idx="11843">
                  <c:v>2.1324929688957652E-5</c:v>
                </c:pt>
                <c:pt idx="11844">
                  <c:v>1.6623512502474981E-5</c:v>
                </c:pt>
                <c:pt idx="11845">
                  <c:v>1.5794106297988283E-5</c:v>
                </c:pt>
                <c:pt idx="11846">
                  <c:v>2.6922411290652798E-5</c:v>
                </c:pt>
                <c:pt idx="11847">
                  <c:v>8.3349302605301068E-6</c:v>
                </c:pt>
                <c:pt idx="11848">
                  <c:v>2.0651687745158216E-5</c:v>
                </c:pt>
                <c:pt idx="11849">
                  <c:v>4.014291482994402E-5</c:v>
                </c:pt>
                <c:pt idx="11850">
                  <c:v>2.3394156683123452E-3</c:v>
                </c:pt>
                <c:pt idx="11851">
                  <c:v>1.2996705070546515E-5</c:v>
                </c:pt>
                <c:pt idx="11852">
                  <c:v>1.3263497457908809E-5</c:v>
                </c:pt>
                <c:pt idx="11853">
                  <c:v>1.3968642488365511E-5</c:v>
                </c:pt>
                <c:pt idx="11854">
                  <c:v>2.9192159890335241E-6</c:v>
                </c:pt>
                <c:pt idx="11855">
                  <c:v>1.0082295666445643E-5</c:v>
                </c:pt>
                <c:pt idx="11856">
                  <c:v>1.2512678988579237E-6</c:v>
                </c:pt>
                <c:pt idx="11857">
                  <c:v>1.6406024636731228E-5</c:v>
                </c:pt>
                <c:pt idx="11858">
                  <c:v>1.2511429748628013E-5</c:v>
                </c:pt>
                <c:pt idx="11859">
                  <c:v>6.0121504138260932E-5</c:v>
                </c:pt>
                <c:pt idx="11860">
                  <c:v>1.4963809657551106E-5</c:v>
                </c:pt>
                <c:pt idx="11861">
                  <c:v>4.4888663390022958E-6</c:v>
                </c:pt>
                <c:pt idx="11862">
                  <c:v>1.2919863304282446E-7</c:v>
                </c:pt>
                <c:pt idx="11863">
                  <c:v>5.752048023416744E-6</c:v>
                </c:pt>
                <c:pt idx="11864">
                  <c:v>5.8037324685709202E-6</c:v>
                </c:pt>
                <c:pt idx="11865">
                  <c:v>7.8681329145052923E-6</c:v>
                </c:pt>
                <c:pt idx="11866">
                  <c:v>9.2230794412783443E-5</c:v>
                </c:pt>
                <c:pt idx="11867">
                  <c:v>7.292545251052904E-6</c:v>
                </c:pt>
                <c:pt idx="11868">
                  <c:v>2.5475332458529154E-5</c:v>
                </c:pt>
                <c:pt idx="11869">
                  <c:v>7.5532900409881218E-7</c:v>
                </c:pt>
                <c:pt idx="11870">
                  <c:v>4.0570897391573784E-5</c:v>
                </c:pt>
                <c:pt idx="11871">
                  <c:v>0</c:v>
                </c:pt>
                <c:pt idx="11872">
                  <c:v>6.589165686904332E-6</c:v>
                </c:pt>
                <c:pt idx="11873">
                  <c:v>1.7512627872143699E-5</c:v>
                </c:pt>
                <c:pt idx="11874">
                  <c:v>1.2356945360463182E-4</c:v>
                </c:pt>
                <c:pt idx="11875">
                  <c:v>1.9931664041005999E-5</c:v>
                </c:pt>
                <c:pt idx="11876">
                  <c:v>0</c:v>
                </c:pt>
                <c:pt idx="11877">
                  <c:v>2.1636355693947817E-5</c:v>
                </c:pt>
                <c:pt idx="11878">
                  <c:v>7.2239170933077735E-5</c:v>
                </c:pt>
                <c:pt idx="11879">
                  <c:v>1.4638786102550263E-4</c:v>
                </c:pt>
                <c:pt idx="11880">
                  <c:v>8.732032814712875E-6</c:v>
                </c:pt>
                <c:pt idx="11881">
                  <c:v>4.8714439586746881E-5</c:v>
                </c:pt>
                <c:pt idx="11882">
                  <c:v>9.8255631025650068E-5</c:v>
                </c:pt>
                <c:pt idx="11883">
                  <c:v>5.5523097561944082E-7</c:v>
                </c:pt>
                <c:pt idx="11884">
                  <c:v>2.1034291482192897E-5</c:v>
                </c:pt>
                <c:pt idx="11885">
                  <c:v>7.8457727018858863E-5</c:v>
                </c:pt>
                <c:pt idx="11886">
                  <c:v>1.6130978258648529E-6</c:v>
                </c:pt>
                <c:pt idx="11887">
                  <c:v>2.2473126377928149E-5</c:v>
                </c:pt>
                <c:pt idx="11888">
                  <c:v>1.291971815217076E-5</c:v>
                </c:pt>
                <c:pt idx="11889">
                  <c:v>6.5759804564436128E-6</c:v>
                </c:pt>
                <c:pt idx="11890">
                  <c:v>1.1106253783541215E-4</c:v>
                </c:pt>
                <c:pt idx="11891">
                  <c:v>6.1595161357297433E-5</c:v>
                </c:pt>
                <c:pt idx="11892">
                  <c:v>1.4107221090055901E-6</c:v>
                </c:pt>
                <c:pt idx="11893">
                  <c:v>4.5016074722968248E-5</c:v>
                </c:pt>
                <c:pt idx="11894">
                  <c:v>5.5189103600189947E-5</c:v>
                </c:pt>
                <c:pt idx="11895">
                  <c:v>6.3882111352629567E-6</c:v>
                </c:pt>
                <c:pt idx="11896">
                  <c:v>0</c:v>
                </c:pt>
                <c:pt idx="11897">
                  <c:v>1.7285065726388339E-5</c:v>
                </c:pt>
                <c:pt idx="11898">
                  <c:v>1.7432101854837666E-5</c:v>
                </c:pt>
                <c:pt idx="11899">
                  <c:v>1.9360408269128456E-5</c:v>
                </c:pt>
                <c:pt idx="11900">
                  <c:v>2.8785130162630033E-5</c:v>
                </c:pt>
                <c:pt idx="11901">
                  <c:v>6.3085569935549838E-6</c:v>
                </c:pt>
                <c:pt idx="11902">
                  <c:v>0</c:v>
                </c:pt>
                <c:pt idx="11903">
                  <c:v>1.2575210727606593E-6</c:v>
                </c:pt>
                <c:pt idx="11904">
                  <c:v>0</c:v>
                </c:pt>
                <c:pt idx="11905">
                  <c:v>1.1821773783306952E-6</c:v>
                </c:pt>
                <c:pt idx="11906">
                  <c:v>8.5130896953410539E-6</c:v>
                </c:pt>
                <c:pt idx="11907">
                  <c:v>0</c:v>
                </c:pt>
                <c:pt idx="11908">
                  <c:v>1.4912301742057095E-5</c:v>
                </c:pt>
                <c:pt idx="11909">
                  <c:v>1.402814879738791E-6</c:v>
                </c:pt>
                <c:pt idx="11910">
                  <c:v>2.7263833054694117E-3</c:v>
                </c:pt>
                <c:pt idx="11911">
                  <c:v>3.4819757712600081E-5</c:v>
                </c:pt>
                <c:pt idx="11912">
                  <c:v>8.1616068811612681E-6</c:v>
                </c:pt>
                <c:pt idx="11913">
                  <c:v>1.1962023180722983E-4</c:v>
                </c:pt>
                <c:pt idx="11914">
                  <c:v>0</c:v>
                </c:pt>
                <c:pt idx="11915">
                  <c:v>0</c:v>
                </c:pt>
                <c:pt idx="11916">
                  <c:v>6.60649843799933E-5</c:v>
                </c:pt>
                <c:pt idx="11917">
                  <c:v>7.320329443307347E-6</c:v>
                </c:pt>
                <c:pt idx="11918">
                  <c:v>2.8182244680907014E-4</c:v>
                </c:pt>
                <c:pt idx="11919">
                  <c:v>9.163809010019062E-5</c:v>
                </c:pt>
                <c:pt idx="11920">
                  <c:v>6.4981688511320614E-6</c:v>
                </c:pt>
                <c:pt idx="11921">
                  <c:v>1.8440730305902651E-6</c:v>
                </c:pt>
                <c:pt idx="11922">
                  <c:v>1.2622930849564603E-5</c:v>
                </c:pt>
                <c:pt idx="11923">
                  <c:v>7.7733279902243204E-6</c:v>
                </c:pt>
                <c:pt idx="11924">
                  <c:v>8.6494549439261194E-5</c:v>
                </c:pt>
                <c:pt idx="11925">
                  <c:v>2.9714066842190801E-6</c:v>
                </c:pt>
                <c:pt idx="11926">
                  <c:v>1.4433957114786683E-5</c:v>
                </c:pt>
                <c:pt idx="11927">
                  <c:v>2.1688076045900876E-6</c:v>
                </c:pt>
                <c:pt idx="11928">
                  <c:v>3.4201629484736104E-4</c:v>
                </c:pt>
                <c:pt idx="11929">
                  <c:v>5.2095207654267992E-6</c:v>
                </c:pt>
                <c:pt idx="11930">
                  <c:v>1.0330948791129201E-6</c:v>
                </c:pt>
                <c:pt idx="11931">
                  <c:v>1.6657498490659222E-5</c:v>
                </c:pt>
                <c:pt idx="11932">
                  <c:v>2.3755030664464798E-5</c:v>
                </c:pt>
                <c:pt idx="11933">
                  <c:v>2.5990299028116376E-5</c:v>
                </c:pt>
                <c:pt idx="11934">
                  <c:v>1.7454174575281981E-5</c:v>
                </c:pt>
                <c:pt idx="11935">
                  <c:v>2.3475812255350417E-5</c:v>
                </c:pt>
                <c:pt idx="11936">
                  <c:v>1.6911793165638444E-6</c:v>
                </c:pt>
                <c:pt idx="11937">
                  <c:v>7.7467566469415099E-6</c:v>
                </c:pt>
                <c:pt idx="11938">
                  <c:v>2.8411489983072263E-6</c:v>
                </c:pt>
                <c:pt idx="11939">
                  <c:v>1.0158057583256813E-7</c:v>
                </c:pt>
                <c:pt idx="11940">
                  <c:v>4.6538408609237324E-6</c:v>
                </c:pt>
                <c:pt idx="11941">
                  <c:v>1.4611917385298382E-5</c:v>
                </c:pt>
                <c:pt idx="11942">
                  <c:v>8.6916844334793003E-6</c:v>
                </c:pt>
                <c:pt idx="11943">
                  <c:v>1.2212967950216459E-5</c:v>
                </c:pt>
                <c:pt idx="11944">
                  <c:v>2.0287427636177311E-5</c:v>
                </c:pt>
                <c:pt idx="11945">
                  <c:v>2.8869483829454215E-6</c:v>
                </c:pt>
                <c:pt idx="11946">
                  <c:v>0</c:v>
                </c:pt>
                <c:pt idx="11947">
                  <c:v>1.413726928299328E-5</c:v>
                </c:pt>
                <c:pt idx="11948">
                  <c:v>2.1073507230518638E-5</c:v>
                </c:pt>
                <c:pt idx="11949">
                  <c:v>5.5850682297327436E-6</c:v>
                </c:pt>
                <c:pt idx="11950">
                  <c:v>1.8407784769270474E-5</c:v>
                </c:pt>
                <c:pt idx="11951">
                  <c:v>3.0722919953408782E-5</c:v>
                </c:pt>
                <c:pt idx="11952">
                  <c:v>2.2563730144181712E-5</c:v>
                </c:pt>
                <c:pt idx="11953">
                  <c:v>3.7701024202004304E-6</c:v>
                </c:pt>
                <c:pt idx="11954">
                  <c:v>5.7628726164078512E-5</c:v>
                </c:pt>
                <c:pt idx="11955">
                  <c:v>2.4608031087640104E-5</c:v>
                </c:pt>
                <c:pt idx="11956">
                  <c:v>4.1380085031941632E-5</c:v>
                </c:pt>
                <c:pt idx="11957">
                  <c:v>0</c:v>
                </c:pt>
                <c:pt idx="11958">
                  <c:v>1.7165577629920682E-4</c:v>
                </c:pt>
                <c:pt idx="11959">
                  <c:v>5.0336981012796815E-5</c:v>
                </c:pt>
                <c:pt idx="11960">
                  <c:v>6.6127449059255935E-6</c:v>
                </c:pt>
                <c:pt idx="11961">
                  <c:v>4.3881537102211931E-5</c:v>
                </c:pt>
                <c:pt idx="11962">
                  <c:v>6.6777559271332182E-5</c:v>
                </c:pt>
                <c:pt idx="11963">
                  <c:v>3.2549216994678299E-5</c:v>
                </c:pt>
                <c:pt idx="11964">
                  <c:v>2.5754359940083991E-7</c:v>
                </c:pt>
                <c:pt idx="11965">
                  <c:v>1.9469841790952902E-5</c:v>
                </c:pt>
                <c:pt idx="11966">
                  <c:v>1.7888700115108162E-7</c:v>
                </c:pt>
                <c:pt idx="11967">
                  <c:v>2.2738423720621571E-6</c:v>
                </c:pt>
                <c:pt idx="11968">
                  <c:v>3.2211740682660185E-5</c:v>
                </c:pt>
                <c:pt idx="11969">
                  <c:v>1.9947392324963644E-5</c:v>
                </c:pt>
                <c:pt idx="11970">
                  <c:v>1.407393984720009E-6</c:v>
                </c:pt>
                <c:pt idx="11971">
                  <c:v>4.0616329330580939E-5</c:v>
                </c:pt>
                <c:pt idx="11972">
                  <c:v>5.9778878368369993E-6</c:v>
                </c:pt>
                <c:pt idx="11973">
                  <c:v>1.5209334378097262E-5</c:v>
                </c:pt>
                <c:pt idx="11974">
                  <c:v>0</c:v>
                </c:pt>
                <c:pt idx="11975">
                  <c:v>4.090166885322392E-6</c:v>
                </c:pt>
                <c:pt idx="11976">
                  <c:v>7.1749840098995403E-6</c:v>
                </c:pt>
                <c:pt idx="11977">
                  <c:v>1.3931741055808922E-5</c:v>
                </c:pt>
                <c:pt idx="11978">
                  <c:v>4.89282668346821E-5</c:v>
                </c:pt>
                <c:pt idx="11979">
                  <c:v>1.2087211136558481E-6</c:v>
                </c:pt>
                <c:pt idx="11980">
                  <c:v>2.6096291370345812E-5</c:v>
                </c:pt>
                <c:pt idx="11981">
                  <c:v>3.3637661620769344E-5</c:v>
                </c:pt>
                <c:pt idx="11982">
                  <c:v>4.2813049059062341E-6</c:v>
                </c:pt>
                <c:pt idx="11983">
                  <c:v>7.7618768668699591E-8</c:v>
                </c:pt>
                <c:pt idx="11984">
                  <c:v>4.9850293862516147E-6</c:v>
                </c:pt>
                <c:pt idx="11985">
                  <c:v>1.9983826007617536E-4</c:v>
                </c:pt>
                <c:pt idx="11986">
                  <c:v>2.2381830306282752E-4</c:v>
                </c:pt>
                <c:pt idx="11987">
                  <c:v>5.5676813304388502E-7</c:v>
                </c:pt>
                <c:pt idx="11988">
                  <c:v>5.905143349125695E-5</c:v>
                </c:pt>
                <c:pt idx="11989">
                  <c:v>1.6207645147970561E-6</c:v>
                </c:pt>
                <c:pt idx="11990">
                  <c:v>8.8716785515555706E-4</c:v>
                </c:pt>
                <c:pt idx="11991">
                  <c:v>1.3756322917008403E-4</c:v>
                </c:pt>
                <c:pt idx="11992">
                  <c:v>1.7558594832173009E-6</c:v>
                </c:pt>
                <c:pt idx="11993">
                  <c:v>0</c:v>
                </c:pt>
                <c:pt idx="11994">
                  <c:v>3.8040980728420065E-4</c:v>
                </c:pt>
                <c:pt idx="11995">
                  <c:v>1.9159297271047043E-5</c:v>
                </c:pt>
                <c:pt idx="11996">
                  <c:v>4.2212699490538754E-6</c:v>
                </c:pt>
                <c:pt idx="11997">
                  <c:v>8.2236928357855743E-4</c:v>
                </c:pt>
                <c:pt idx="11998">
                  <c:v>2.6115668505235186E-7</c:v>
                </c:pt>
                <c:pt idx="11999">
                  <c:v>8.4990485639344098E-5</c:v>
                </c:pt>
                <c:pt idx="12000">
                  <c:v>7.9237953524906823E-6</c:v>
                </c:pt>
                <c:pt idx="12001">
                  <c:v>3.0403174124528385E-5</c:v>
                </c:pt>
                <c:pt idx="12002">
                  <c:v>0</c:v>
                </c:pt>
                <c:pt idx="12003">
                  <c:v>3.3205201111508812E-4</c:v>
                </c:pt>
                <c:pt idx="12004">
                  <c:v>0</c:v>
                </c:pt>
                <c:pt idx="12005">
                  <c:v>8.1406384290815464E-5</c:v>
                </c:pt>
                <c:pt idx="12006">
                  <c:v>6.9930374174899008E-5</c:v>
                </c:pt>
                <c:pt idx="12007">
                  <c:v>0</c:v>
                </c:pt>
                <c:pt idx="12008">
                  <c:v>4.4378428617410853E-7</c:v>
                </c:pt>
                <c:pt idx="12009">
                  <c:v>7.0212853844066109E-6</c:v>
                </c:pt>
                <c:pt idx="12010">
                  <c:v>2.5117181320736008E-3</c:v>
                </c:pt>
                <c:pt idx="12011">
                  <c:v>5.0787092939643147E-6</c:v>
                </c:pt>
                <c:pt idx="12012">
                  <c:v>0</c:v>
                </c:pt>
                <c:pt idx="12013">
                  <c:v>4.430472710086779E-6</c:v>
                </c:pt>
                <c:pt idx="12014">
                  <c:v>2.6605107743437975E-5</c:v>
                </c:pt>
                <c:pt idx="12015">
                  <c:v>3.4735261785034817E-5</c:v>
                </c:pt>
                <c:pt idx="12016">
                  <c:v>1.3563235100410692E-5</c:v>
                </c:pt>
                <c:pt idx="12017">
                  <c:v>5.9612931400997653E-6</c:v>
                </c:pt>
                <c:pt idx="12018">
                  <c:v>2.7434225253881308E-5</c:v>
                </c:pt>
                <c:pt idx="12019">
                  <c:v>0</c:v>
                </c:pt>
                <c:pt idx="12020">
                  <c:v>3.4737568776576716E-5</c:v>
                </c:pt>
                <c:pt idx="12021">
                  <c:v>9.0332923360900552E-7</c:v>
                </c:pt>
                <c:pt idx="12022">
                  <c:v>7.6692625023676482E-4</c:v>
                </c:pt>
                <c:pt idx="12023">
                  <c:v>6.5385806088774518E-5</c:v>
                </c:pt>
                <c:pt idx="12024">
                  <c:v>3.3124054183679641E-5</c:v>
                </c:pt>
                <c:pt idx="12025">
                  <c:v>1.1740415455386684E-5</c:v>
                </c:pt>
                <c:pt idx="12026">
                  <c:v>9.6645401564995266E-6</c:v>
                </c:pt>
                <c:pt idx="12027">
                  <c:v>3.263035578186939E-5</c:v>
                </c:pt>
                <c:pt idx="12028">
                  <c:v>1.5060226909265857E-5</c:v>
                </c:pt>
                <c:pt idx="12029">
                  <c:v>0</c:v>
                </c:pt>
                <c:pt idx="12030">
                  <c:v>4.6475072361618506E-5</c:v>
                </c:pt>
                <c:pt idx="12031">
                  <c:v>8.1023795091137243E-5</c:v>
                </c:pt>
                <c:pt idx="12032">
                  <c:v>6.8846297361339818E-7</c:v>
                </c:pt>
                <c:pt idx="12033">
                  <c:v>1.0103601289286351E-7</c:v>
                </c:pt>
                <c:pt idx="12034">
                  <c:v>9.5852969854991852E-5</c:v>
                </c:pt>
                <c:pt idx="12035">
                  <c:v>3.3946377956137155E-5</c:v>
                </c:pt>
                <c:pt idx="12036">
                  <c:v>6.0250397597578532E-5</c:v>
                </c:pt>
                <c:pt idx="12037">
                  <c:v>0</c:v>
                </c:pt>
                <c:pt idx="12038">
                  <c:v>8.6453753834622241E-5</c:v>
                </c:pt>
                <c:pt idx="12039">
                  <c:v>3.0773724514816345E-5</c:v>
                </c:pt>
                <c:pt idx="12040">
                  <c:v>9.2716844026024279E-7</c:v>
                </c:pt>
                <c:pt idx="12041">
                  <c:v>6.8389634459797134E-6</c:v>
                </c:pt>
                <c:pt idx="12042">
                  <c:v>0</c:v>
                </c:pt>
                <c:pt idx="12043">
                  <c:v>1.0914674438186301E-3</c:v>
                </c:pt>
                <c:pt idx="12044">
                  <c:v>9.5157400415827537E-6</c:v>
                </c:pt>
                <c:pt idx="12045">
                  <c:v>1.4111550032354418E-5</c:v>
                </c:pt>
                <c:pt idx="12046">
                  <c:v>5.6008871869598886E-7</c:v>
                </c:pt>
                <c:pt idx="12047">
                  <c:v>3.2883213943050494E-6</c:v>
                </c:pt>
                <c:pt idx="12048">
                  <c:v>3.3921444229623501E-5</c:v>
                </c:pt>
                <c:pt idx="12049">
                  <c:v>3.8472020721045262E-5</c:v>
                </c:pt>
                <c:pt idx="12050">
                  <c:v>1.375616634414039E-5</c:v>
                </c:pt>
                <c:pt idx="12051">
                  <c:v>1.6656425041744356E-5</c:v>
                </c:pt>
                <c:pt idx="12052">
                  <c:v>1.0816235836681201E-5</c:v>
                </c:pt>
                <c:pt idx="12053">
                  <c:v>4.9181778608114103E-7</c:v>
                </c:pt>
                <c:pt idx="12054">
                  <c:v>3.5248044869214259E-5</c:v>
                </c:pt>
                <c:pt idx="12055">
                  <c:v>3.1884948845570712E-5</c:v>
                </c:pt>
                <c:pt idx="12056">
                  <c:v>0</c:v>
                </c:pt>
                <c:pt idx="12057">
                  <c:v>4.836172020825588E-5</c:v>
                </c:pt>
                <c:pt idx="12058">
                  <c:v>6.5413964001344074E-7</c:v>
                </c:pt>
                <c:pt idx="12059">
                  <c:v>4.3237466568627394E-5</c:v>
                </c:pt>
                <c:pt idx="12060">
                  <c:v>2.0791953844771951E-3</c:v>
                </c:pt>
                <c:pt idx="12061">
                  <c:v>1.7292033303191906E-5</c:v>
                </c:pt>
                <c:pt idx="12062">
                  <c:v>1.3134409410857924E-5</c:v>
                </c:pt>
                <c:pt idx="12063">
                  <c:v>6.256424424898483E-6</c:v>
                </c:pt>
                <c:pt idx="12064">
                  <c:v>2.8462352402146882E-5</c:v>
                </c:pt>
                <c:pt idx="12065">
                  <c:v>0</c:v>
                </c:pt>
                <c:pt idx="12066">
                  <c:v>1.1378196304496491E-5</c:v>
                </c:pt>
                <c:pt idx="12067">
                  <c:v>4.5146922494260531E-7</c:v>
                </c:pt>
                <c:pt idx="12068">
                  <c:v>2.6486768277571847E-5</c:v>
                </c:pt>
                <c:pt idx="12069">
                  <c:v>2.708617155898728E-5</c:v>
                </c:pt>
                <c:pt idx="12070">
                  <c:v>2.0402392617444749E-5</c:v>
                </c:pt>
                <c:pt idx="12071">
                  <c:v>7.6851481387897043E-6</c:v>
                </c:pt>
                <c:pt idx="12072">
                  <c:v>9.4031300524160067E-6</c:v>
                </c:pt>
                <c:pt idx="12073">
                  <c:v>1.4794691889816489E-5</c:v>
                </c:pt>
                <c:pt idx="12074">
                  <c:v>5.2879321836124028E-5</c:v>
                </c:pt>
                <c:pt idx="12075">
                  <c:v>0</c:v>
                </c:pt>
                <c:pt idx="12076">
                  <c:v>9.8125036352680008E-5</c:v>
                </c:pt>
                <c:pt idx="12077">
                  <c:v>8.7334210245533244E-6</c:v>
                </c:pt>
                <c:pt idx="12078">
                  <c:v>3.5947470318795302E-5</c:v>
                </c:pt>
                <c:pt idx="12079">
                  <c:v>4.3107137397409006E-6</c:v>
                </c:pt>
                <c:pt idx="12080">
                  <c:v>9.931055554689279E-6</c:v>
                </c:pt>
                <c:pt idx="12081">
                  <c:v>4.4898520451070302E-4</c:v>
                </c:pt>
                <c:pt idx="12082">
                  <c:v>4.6055244464922601E-5</c:v>
                </c:pt>
                <c:pt idx="12083">
                  <c:v>1.0275594257040781E-5</c:v>
                </c:pt>
                <c:pt idx="12084">
                  <c:v>7.589562473101634E-5</c:v>
                </c:pt>
                <c:pt idx="12085">
                  <c:v>9.3984093625012848E-4</c:v>
                </c:pt>
                <c:pt idx="12086">
                  <c:v>1.7097337391090285E-5</c:v>
                </c:pt>
                <c:pt idx="12087">
                  <c:v>3.3985304402134894E-5</c:v>
                </c:pt>
                <c:pt idx="12088">
                  <c:v>2.4538491008799952E-5</c:v>
                </c:pt>
                <c:pt idx="12089">
                  <c:v>1.9388529540736874E-5</c:v>
                </c:pt>
                <c:pt idx="12090">
                  <c:v>1.1458928162354045E-5</c:v>
                </c:pt>
                <c:pt idx="12091">
                  <c:v>0</c:v>
                </c:pt>
                <c:pt idx="12092">
                  <c:v>2.208581702076919E-4</c:v>
                </c:pt>
                <c:pt idx="12093">
                  <c:v>2.6024877170511868E-5</c:v>
                </c:pt>
                <c:pt idx="12094">
                  <c:v>6.6745272105076872E-3</c:v>
                </c:pt>
                <c:pt idx="12095">
                  <c:v>2.4901909533781408E-5</c:v>
                </c:pt>
                <c:pt idx="12096">
                  <c:v>4.2817296368461165E-4</c:v>
                </c:pt>
                <c:pt idx="12097">
                  <c:v>9.9907878618835352E-5</c:v>
                </c:pt>
                <c:pt idx="12098">
                  <c:v>1.0585919015757781E-4</c:v>
                </c:pt>
                <c:pt idx="12099">
                  <c:v>5.114302808442592E-5</c:v>
                </c:pt>
                <c:pt idx="12100">
                  <c:v>5.5967995229614968E-6</c:v>
                </c:pt>
                <c:pt idx="12101">
                  <c:v>1.8544793406790758E-5</c:v>
                </c:pt>
                <c:pt idx="12102">
                  <c:v>2.5008642003511464E-5</c:v>
                </c:pt>
                <c:pt idx="12103">
                  <c:v>1.1049365172995609E-5</c:v>
                </c:pt>
                <c:pt idx="12104">
                  <c:v>0</c:v>
                </c:pt>
                <c:pt idx="12105">
                  <c:v>5.7891821668475886E-5</c:v>
                </c:pt>
                <c:pt idx="12106">
                  <c:v>1.8273188461025315E-5</c:v>
                </c:pt>
                <c:pt idx="12107">
                  <c:v>1.8555506554286897E-5</c:v>
                </c:pt>
                <c:pt idx="12108">
                  <c:v>1.3924321045182695E-5</c:v>
                </c:pt>
                <c:pt idx="12109">
                  <c:v>2.7591685121452627E-5</c:v>
                </c:pt>
                <c:pt idx="12110">
                  <c:v>0</c:v>
                </c:pt>
                <c:pt idx="12111">
                  <c:v>3.4705411951426991E-5</c:v>
                </c:pt>
                <c:pt idx="12112">
                  <c:v>7.7450688139817104E-6</c:v>
                </c:pt>
                <c:pt idx="12113">
                  <c:v>1.0630365717305469E-5</c:v>
                </c:pt>
                <c:pt idx="12114">
                  <c:v>4.6513739790698199E-6</c:v>
                </c:pt>
                <c:pt idx="12115">
                  <c:v>1.8778386630956958E-5</c:v>
                </c:pt>
                <c:pt idx="12116">
                  <c:v>8.2446216987625282E-6</c:v>
                </c:pt>
                <c:pt idx="12117">
                  <c:v>7.8502444019856874E-6</c:v>
                </c:pt>
                <c:pt idx="12118">
                  <c:v>2.1246990373275681E-5</c:v>
                </c:pt>
                <c:pt idx="12119">
                  <c:v>2.3612948592991334E-5</c:v>
                </c:pt>
                <c:pt idx="12120">
                  <c:v>1.3137833950267718E-6</c:v>
                </c:pt>
                <c:pt idx="12121">
                  <c:v>1.1218323982413847E-5</c:v>
                </c:pt>
                <c:pt idx="12122">
                  <c:v>1.4438522048572153E-5</c:v>
                </c:pt>
                <c:pt idx="12123">
                  <c:v>1.1080860910429402E-5</c:v>
                </c:pt>
                <c:pt idx="12124">
                  <c:v>2.2270671354777813E-4</c:v>
                </c:pt>
                <c:pt idx="12125">
                  <c:v>1.1387668647422389E-4</c:v>
                </c:pt>
                <c:pt idx="12126">
                  <c:v>2.7703903970926812E-5</c:v>
                </c:pt>
                <c:pt idx="12127">
                  <c:v>2.7802203476274069E-6</c:v>
                </c:pt>
                <c:pt idx="12128">
                  <c:v>1.0328645145251281E-4</c:v>
                </c:pt>
                <c:pt idx="12129">
                  <c:v>4.8298780345483487E-7</c:v>
                </c:pt>
                <c:pt idx="12130">
                  <c:v>0</c:v>
                </c:pt>
                <c:pt idx="12131">
                  <c:v>2.2942924296562151E-5</c:v>
                </c:pt>
                <c:pt idx="12132">
                  <c:v>4.0586425063835191E-5</c:v>
                </c:pt>
                <c:pt idx="12133">
                  <c:v>6.4458345849033283E-7</c:v>
                </c:pt>
                <c:pt idx="12134">
                  <c:v>1.6027615065004419E-5</c:v>
                </c:pt>
                <c:pt idx="12135">
                  <c:v>4.4566391208477173E-5</c:v>
                </c:pt>
                <c:pt idx="12136">
                  <c:v>1.8537117660473807E-5</c:v>
                </c:pt>
                <c:pt idx="12137">
                  <c:v>2.0171192794642092E-5</c:v>
                </c:pt>
                <c:pt idx="12138">
                  <c:v>5.3873840686995906E-5</c:v>
                </c:pt>
                <c:pt idx="12139">
                  <c:v>1.2284946910871358E-5</c:v>
                </c:pt>
                <c:pt idx="12140">
                  <c:v>8.9550875366608167E-6</c:v>
                </c:pt>
                <c:pt idx="12141">
                  <c:v>0</c:v>
                </c:pt>
                <c:pt idx="12142">
                  <c:v>7.8287588623448826E-6</c:v>
                </c:pt>
                <c:pt idx="12143">
                  <c:v>0</c:v>
                </c:pt>
                <c:pt idx="12144">
                  <c:v>0</c:v>
                </c:pt>
                <c:pt idx="12145">
                  <c:v>1.8134950771197506E-5</c:v>
                </c:pt>
                <c:pt idx="12146">
                  <c:v>2.7127855727201419E-5</c:v>
                </c:pt>
                <c:pt idx="12147">
                  <c:v>7.8375561248993536E-5</c:v>
                </c:pt>
                <c:pt idx="12148">
                  <c:v>1.4826831004448583E-5</c:v>
                </c:pt>
                <c:pt idx="12149">
                  <c:v>1.3534035879530763E-4</c:v>
                </c:pt>
                <c:pt idx="12150">
                  <c:v>3.4454203405058292E-5</c:v>
                </c:pt>
                <c:pt idx="12151">
                  <c:v>2.0863648031681152E-5</c:v>
                </c:pt>
                <c:pt idx="12152">
                  <c:v>2.7666018398765714E-6</c:v>
                </c:pt>
                <c:pt idx="12153">
                  <c:v>2.0696902330604927E-7</c:v>
                </c:pt>
                <c:pt idx="12154">
                  <c:v>0</c:v>
                </c:pt>
                <c:pt idx="12155">
                  <c:v>0</c:v>
                </c:pt>
                <c:pt idx="12156">
                  <c:v>3.9947119695943551E-6</c:v>
                </c:pt>
                <c:pt idx="12157">
                  <c:v>1.4560645216357799E-5</c:v>
                </c:pt>
                <c:pt idx="12158">
                  <c:v>2.2039093249998496E-5</c:v>
                </c:pt>
                <c:pt idx="12159">
                  <c:v>1.0906873688805387E-6</c:v>
                </c:pt>
                <c:pt idx="12160">
                  <c:v>3.0731070649240487E-5</c:v>
                </c:pt>
                <c:pt idx="12161">
                  <c:v>3.1850391478392877E-5</c:v>
                </c:pt>
                <c:pt idx="12162">
                  <c:v>5.5283635862010476E-6</c:v>
                </c:pt>
                <c:pt idx="12163">
                  <c:v>1.2557402553410601E-5</c:v>
                </c:pt>
                <c:pt idx="12164">
                  <c:v>5.9371755340153534E-6</c:v>
                </c:pt>
                <c:pt idx="12165">
                  <c:v>5.3805531511567354E-5</c:v>
                </c:pt>
                <c:pt idx="12166">
                  <c:v>0</c:v>
                </c:pt>
                <c:pt idx="12167">
                  <c:v>3.4792113200786746E-6</c:v>
                </c:pt>
                <c:pt idx="12168">
                  <c:v>0</c:v>
                </c:pt>
                <c:pt idx="12169">
                  <c:v>8.7950393985631503E-6</c:v>
                </c:pt>
                <c:pt idx="12170">
                  <c:v>5.7874461245995628E-6</c:v>
                </c:pt>
                <c:pt idx="12171">
                  <c:v>3.6299036050830596E-6</c:v>
                </c:pt>
                <c:pt idx="12172">
                  <c:v>1.3496620562609863E-5</c:v>
                </c:pt>
                <c:pt idx="12173">
                  <c:v>4.0565722557454518E-6</c:v>
                </c:pt>
                <c:pt idx="12174">
                  <c:v>1.8125514492921501E-6</c:v>
                </c:pt>
                <c:pt idx="12175">
                  <c:v>5.419818671726223E-6</c:v>
                </c:pt>
                <c:pt idx="12176">
                  <c:v>2.3319366973533496E-7</c:v>
                </c:pt>
                <c:pt idx="12177">
                  <c:v>0</c:v>
                </c:pt>
                <c:pt idx="12178">
                  <c:v>3.4849805673476953E-5</c:v>
                </c:pt>
                <c:pt idx="12179">
                  <c:v>2.9357108397422061E-3</c:v>
                </c:pt>
                <c:pt idx="12180">
                  <c:v>1.5753429659938253E-5</c:v>
                </c:pt>
                <c:pt idx="12181">
                  <c:v>3.1569566290123181E-5</c:v>
                </c:pt>
                <c:pt idx="12182">
                  <c:v>0</c:v>
                </c:pt>
                <c:pt idx="12183">
                  <c:v>8.630039110660631E-8</c:v>
                </c:pt>
                <c:pt idx="12184">
                  <c:v>1.5497613299977614E-5</c:v>
                </c:pt>
                <c:pt idx="12185">
                  <c:v>1.4604050207692903E-5</c:v>
                </c:pt>
                <c:pt idx="12186">
                  <c:v>1.4891721532809605E-5</c:v>
                </c:pt>
                <c:pt idx="12187">
                  <c:v>1.3044050101069707E-5</c:v>
                </c:pt>
                <c:pt idx="12188">
                  <c:v>2.2006941867404688E-4</c:v>
                </c:pt>
                <c:pt idx="12189">
                  <c:v>1.2383634313265301E-5</c:v>
                </c:pt>
                <c:pt idx="12190">
                  <c:v>1.8530923618657715E-5</c:v>
                </c:pt>
                <c:pt idx="12191">
                  <c:v>2.3388045275693392E-3</c:v>
                </c:pt>
                <c:pt idx="12192">
                  <c:v>1.8559129574865875E-5</c:v>
                </c:pt>
                <c:pt idx="12193">
                  <c:v>6.7908322910891364E-6</c:v>
                </c:pt>
                <c:pt idx="12194">
                  <c:v>4.201285186923715E-6</c:v>
                </c:pt>
                <c:pt idx="12195">
                  <c:v>4.2367984098364846E-5</c:v>
                </c:pt>
                <c:pt idx="12196">
                  <c:v>9.9132294277026523E-6</c:v>
                </c:pt>
                <c:pt idx="12197">
                  <c:v>3.7634782765998747E-5</c:v>
                </c:pt>
                <c:pt idx="12198">
                  <c:v>0</c:v>
                </c:pt>
                <c:pt idx="12199">
                  <c:v>1.0831117149657492E-4</c:v>
                </c:pt>
                <c:pt idx="12200">
                  <c:v>3.280751467623395E-5</c:v>
                </c:pt>
                <c:pt idx="12201">
                  <c:v>3.5428763282388175E-5</c:v>
                </c:pt>
                <c:pt idx="12202">
                  <c:v>5.4079924381795625E-5</c:v>
                </c:pt>
                <c:pt idx="12203">
                  <c:v>4.7882955431853486E-6</c:v>
                </c:pt>
                <c:pt idx="12204">
                  <c:v>8.9166071509315687E-6</c:v>
                </c:pt>
                <c:pt idx="12205">
                  <c:v>1.2826984083964278E-5</c:v>
                </c:pt>
                <c:pt idx="12206">
                  <c:v>3.7697192514501528E-5</c:v>
                </c:pt>
                <c:pt idx="12207">
                  <c:v>2.2886656830055011E-5</c:v>
                </c:pt>
                <c:pt idx="12208">
                  <c:v>1.763595085359206E-5</c:v>
                </c:pt>
                <c:pt idx="12209">
                  <c:v>2.8717733602653074E-5</c:v>
                </c:pt>
                <c:pt idx="12210">
                  <c:v>4.4270207193535438E-4</c:v>
                </c:pt>
                <c:pt idx="12211">
                  <c:v>9.0076679313416905E-6</c:v>
                </c:pt>
                <c:pt idx="12212">
                  <c:v>2.4752698552616831E-7</c:v>
                </c:pt>
                <c:pt idx="12213">
                  <c:v>0</c:v>
                </c:pt>
                <c:pt idx="12214">
                  <c:v>1.3934630150694599E-5</c:v>
                </c:pt>
                <c:pt idx="12215">
                  <c:v>0</c:v>
                </c:pt>
                <c:pt idx="12216">
                  <c:v>4.1212352586149585E-5</c:v>
                </c:pt>
                <c:pt idx="12217">
                  <c:v>2.0181881172514247E-5</c:v>
                </c:pt>
                <c:pt idx="12218">
                  <c:v>3.3534003100180006E-5</c:v>
                </c:pt>
                <c:pt idx="12219">
                  <c:v>1.3783299182039247E-5</c:v>
                </c:pt>
                <c:pt idx="12220">
                  <c:v>3.6563560882342348E-4</c:v>
                </c:pt>
                <c:pt idx="12221">
                  <c:v>9.4010819993423683E-6</c:v>
                </c:pt>
                <c:pt idx="12222">
                  <c:v>8.3377064355259862E-5</c:v>
                </c:pt>
                <c:pt idx="12223">
                  <c:v>2.9953771972195816E-5</c:v>
                </c:pt>
                <c:pt idx="12224">
                  <c:v>1.0147953737728703E-4</c:v>
                </c:pt>
                <c:pt idx="12225">
                  <c:v>1.8377281275825487E-5</c:v>
                </c:pt>
                <c:pt idx="12226">
                  <c:v>1.8398821114861406E-5</c:v>
                </c:pt>
                <c:pt idx="12227">
                  <c:v>4.8158327529858124E-6</c:v>
                </c:pt>
                <c:pt idx="12228">
                  <c:v>3.2849591551687466E-5</c:v>
                </c:pt>
                <c:pt idx="12229">
                  <c:v>0</c:v>
                </c:pt>
                <c:pt idx="12230">
                  <c:v>1.408239587962964E-5</c:v>
                </c:pt>
                <c:pt idx="12231">
                  <c:v>1.1003174203995211E-5</c:v>
                </c:pt>
                <c:pt idx="12232">
                  <c:v>3.7451392948997798E-6</c:v>
                </c:pt>
                <c:pt idx="12233">
                  <c:v>7.1483752847436862E-6</c:v>
                </c:pt>
                <c:pt idx="12234">
                  <c:v>1.7086957234966191E-5</c:v>
                </c:pt>
                <c:pt idx="12235">
                  <c:v>2.090660006557803E-5</c:v>
                </c:pt>
                <c:pt idx="12236">
                  <c:v>0</c:v>
                </c:pt>
                <c:pt idx="12237">
                  <c:v>2.0741863097901117E-6</c:v>
                </c:pt>
                <c:pt idx="12238">
                  <c:v>4.0513122220156508E-6</c:v>
                </c:pt>
                <c:pt idx="12239">
                  <c:v>9.3728210936481763E-6</c:v>
                </c:pt>
                <c:pt idx="12240">
                  <c:v>5.7717557006242533E-6</c:v>
                </c:pt>
                <c:pt idx="12241">
                  <c:v>4.7887768895499923E-4</c:v>
                </c:pt>
                <c:pt idx="12242">
                  <c:v>1.2266500757585184E-5</c:v>
                </c:pt>
                <c:pt idx="12243">
                  <c:v>4.8782398355507755E-6</c:v>
                </c:pt>
                <c:pt idx="12244">
                  <c:v>8.8176034234552626E-4</c:v>
                </c:pt>
                <c:pt idx="12245">
                  <c:v>1.117971450674169E-5</c:v>
                </c:pt>
                <c:pt idx="12246">
                  <c:v>1.0413240834296038E-4</c:v>
                </c:pt>
                <c:pt idx="12247">
                  <c:v>4.06321260505625E-6</c:v>
                </c:pt>
                <c:pt idx="12248">
                  <c:v>2.1199162869147691E-4</c:v>
                </c:pt>
                <c:pt idx="12249">
                  <c:v>9.8166191567378811E-7</c:v>
                </c:pt>
                <c:pt idx="12250">
                  <c:v>2.6912110953415264E-5</c:v>
                </c:pt>
                <c:pt idx="12251">
                  <c:v>2.568420606739026E-5</c:v>
                </c:pt>
                <c:pt idx="12252">
                  <c:v>2.0485895935310216E-5</c:v>
                </c:pt>
                <c:pt idx="12253">
                  <c:v>5.5350564460476187E-5</c:v>
                </c:pt>
                <c:pt idx="12254">
                  <c:v>5.349335751555687E-6</c:v>
                </c:pt>
                <c:pt idx="12255">
                  <c:v>2.4461071346834692E-6</c:v>
                </c:pt>
                <c:pt idx="12256">
                  <c:v>9.948311783175541E-6</c:v>
                </c:pt>
                <c:pt idx="12257">
                  <c:v>6.4627986367614537E-6</c:v>
                </c:pt>
                <c:pt idx="12258">
                  <c:v>1.0006029265793233E-5</c:v>
                </c:pt>
                <c:pt idx="12259">
                  <c:v>1.5705014171207586E-5</c:v>
                </c:pt>
                <c:pt idx="12260">
                  <c:v>0</c:v>
                </c:pt>
                <c:pt idx="12261">
                  <c:v>1.1256884416779763E-5</c:v>
                </c:pt>
                <c:pt idx="12262">
                  <c:v>3.1183934645794059E-3</c:v>
                </c:pt>
                <c:pt idx="12263">
                  <c:v>1.0500837580809303E-5</c:v>
                </c:pt>
                <c:pt idx="12264">
                  <c:v>5.7484463927859047E-5</c:v>
                </c:pt>
                <c:pt idx="12265">
                  <c:v>4.8765062510570313E-5</c:v>
                </c:pt>
                <c:pt idx="12266">
                  <c:v>3.0698430766735224E-7</c:v>
                </c:pt>
                <c:pt idx="12267">
                  <c:v>5.9187431337344715E-5</c:v>
                </c:pt>
                <c:pt idx="12268">
                  <c:v>5.5001798371417734E-5</c:v>
                </c:pt>
                <c:pt idx="12269">
                  <c:v>3.3495233742669836E-5</c:v>
                </c:pt>
                <c:pt idx="12270">
                  <c:v>1.4921205862165258E-5</c:v>
                </c:pt>
                <c:pt idx="12271">
                  <c:v>5.7404993962544227E-6</c:v>
                </c:pt>
                <c:pt idx="12272">
                  <c:v>1.2857429614428783E-5</c:v>
                </c:pt>
                <c:pt idx="12273">
                  <c:v>0</c:v>
                </c:pt>
                <c:pt idx="12274">
                  <c:v>4.5927392178134324E-5</c:v>
                </c:pt>
                <c:pt idx="12275">
                  <c:v>5.2745659440374184E-5</c:v>
                </c:pt>
                <c:pt idx="12276">
                  <c:v>1.2579520840059127E-5</c:v>
                </c:pt>
                <c:pt idx="12277">
                  <c:v>9.9093057096120825E-6</c:v>
                </c:pt>
                <c:pt idx="12278">
                  <c:v>2.5768772895338131E-5</c:v>
                </c:pt>
                <c:pt idx="12279">
                  <c:v>1.9623237924101605E-5</c:v>
                </c:pt>
                <c:pt idx="12280">
                  <c:v>2.38992388723904E-6</c:v>
                </c:pt>
                <c:pt idx="12281">
                  <c:v>5.5483583517575876E-5</c:v>
                </c:pt>
                <c:pt idx="12282">
                  <c:v>5.2109210756211528E-6</c:v>
                </c:pt>
                <c:pt idx="12283">
                  <c:v>3.8552936667292651E-5</c:v>
                </c:pt>
                <c:pt idx="12284">
                  <c:v>4.3319795444072904E-5</c:v>
                </c:pt>
                <c:pt idx="12285">
                  <c:v>2.1796731522373354E-4</c:v>
                </c:pt>
                <c:pt idx="12286">
                  <c:v>3.3194104440464958E-5</c:v>
                </c:pt>
                <c:pt idx="12287">
                  <c:v>3.0739017088506261E-5</c:v>
                </c:pt>
                <c:pt idx="12288">
                  <c:v>3.0992655847352003E-5</c:v>
                </c:pt>
                <c:pt idx="12289">
                  <c:v>4.1957241270331328E-5</c:v>
                </c:pt>
                <c:pt idx="12290">
                  <c:v>4.5552702001398161E-5</c:v>
                </c:pt>
                <c:pt idx="12291">
                  <c:v>5.530829288274658E-7</c:v>
                </c:pt>
                <c:pt idx="12292">
                  <c:v>7.527949770923172E-5</c:v>
                </c:pt>
                <c:pt idx="12293">
                  <c:v>4.0257687904828953E-6</c:v>
                </c:pt>
                <c:pt idx="12294">
                  <c:v>2.2754048986495257E-6</c:v>
                </c:pt>
                <c:pt idx="12295">
                  <c:v>2.1103669560572325E-5</c:v>
                </c:pt>
                <c:pt idx="12296">
                  <c:v>2.621543243595993E-5</c:v>
                </c:pt>
                <c:pt idx="12297">
                  <c:v>1.647791842695102E-4</c:v>
                </c:pt>
                <c:pt idx="12298">
                  <c:v>2.8729482725746751E-5</c:v>
                </c:pt>
                <c:pt idx="12299">
                  <c:v>1.5086257264248376E-5</c:v>
                </c:pt>
                <c:pt idx="12300">
                  <c:v>1.0732338735988654E-5</c:v>
                </c:pt>
                <c:pt idx="12301">
                  <c:v>7.4061670671744928E-5</c:v>
                </c:pt>
                <c:pt idx="12302">
                  <c:v>0</c:v>
                </c:pt>
                <c:pt idx="12303">
                  <c:v>0</c:v>
                </c:pt>
                <c:pt idx="12304">
                  <c:v>2.9301943327386226E-4</c:v>
                </c:pt>
                <c:pt idx="12305">
                  <c:v>2.3943860136228031E-3</c:v>
                </c:pt>
                <c:pt idx="12306">
                  <c:v>0</c:v>
                </c:pt>
                <c:pt idx="12307">
                  <c:v>1.0861261842326431E-5</c:v>
                </c:pt>
                <c:pt idx="12308">
                  <c:v>2.6218003371310888E-7</c:v>
                </c:pt>
                <c:pt idx="12309">
                  <c:v>2.0871449353650844E-5</c:v>
                </c:pt>
                <c:pt idx="12310">
                  <c:v>2.2892793187530474E-6</c:v>
                </c:pt>
                <c:pt idx="12311">
                  <c:v>4.0392907793066591E-5</c:v>
                </c:pt>
                <c:pt idx="12312">
                  <c:v>7.7142313014448834E-6</c:v>
                </c:pt>
                <c:pt idx="12313">
                  <c:v>5.888066684661778E-5</c:v>
                </c:pt>
                <c:pt idx="12314">
                  <c:v>8.8440086982927507E-5</c:v>
                </c:pt>
                <c:pt idx="12315">
                  <c:v>2.2700822431885812E-4</c:v>
                </c:pt>
                <c:pt idx="12316">
                  <c:v>8.0610187294976277E-6</c:v>
                </c:pt>
                <c:pt idx="12317">
                  <c:v>3.6972234052455888E-5</c:v>
                </c:pt>
                <c:pt idx="12318">
                  <c:v>4.9898418096095821E-6</c:v>
                </c:pt>
                <c:pt idx="12319">
                  <c:v>5.3258623306764664E-6</c:v>
                </c:pt>
                <c:pt idx="12320">
                  <c:v>0</c:v>
                </c:pt>
                <c:pt idx="12321">
                  <c:v>7.4095835238701527E-5</c:v>
                </c:pt>
                <c:pt idx="12322">
                  <c:v>2.7033007029903657E-5</c:v>
                </c:pt>
                <c:pt idx="12323">
                  <c:v>2.1856626484190456E-7</c:v>
                </c:pt>
                <c:pt idx="12324">
                  <c:v>5.290456893965597E-6</c:v>
                </c:pt>
                <c:pt idx="12325">
                  <c:v>1.1217892648177051E-5</c:v>
                </c:pt>
                <c:pt idx="12326">
                  <c:v>3.3551741898025047E-5</c:v>
                </c:pt>
                <c:pt idx="12327">
                  <c:v>2.5426233407484281E-6</c:v>
                </c:pt>
                <c:pt idx="12328">
                  <c:v>9.7933002761718167E-5</c:v>
                </c:pt>
                <c:pt idx="12329">
                  <c:v>0</c:v>
                </c:pt>
                <c:pt idx="12330">
                  <c:v>1.4147823006625684E-6</c:v>
                </c:pt>
                <c:pt idx="12331">
                  <c:v>1.7836855281007594E-5</c:v>
                </c:pt>
                <c:pt idx="12332">
                  <c:v>2.8164996139617041E-6</c:v>
                </c:pt>
                <c:pt idx="12333">
                  <c:v>0</c:v>
                </c:pt>
                <c:pt idx="12334">
                  <c:v>1.6678658781228572E-5</c:v>
                </c:pt>
                <c:pt idx="12335">
                  <c:v>1.9537755708735948E-5</c:v>
                </c:pt>
                <c:pt idx="12336">
                  <c:v>2.1863939646061718E-5</c:v>
                </c:pt>
                <c:pt idx="12337">
                  <c:v>3.0914618469200675E-4</c:v>
                </c:pt>
                <c:pt idx="12338">
                  <c:v>7.0321577077401732E-6</c:v>
                </c:pt>
                <c:pt idx="12339">
                  <c:v>3.1391915888819984E-5</c:v>
                </c:pt>
                <c:pt idx="12340">
                  <c:v>5.4993505565026277E-6</c:v>
                </c:pt>
                <c:pt idx="12341">
                  <c:v>7.4394353870439576E-6</c:v>
                </c:pt>
                <c:pt idx="12342">
                  <c:v>1.2738821864835066E-5</c:v>
                </c:pt>
                <c:pt idx="12343">
                  <c:v>1.4914868077999123E-5</c:v>
                </c:pt>
                <c:pt idx="12344">
                  <c:v>1.2709665881182235E-5</c:v>
                </c:pt>
                <c:pt idx="12345">
                  <c:v>9.9521437990697643E-6</c:v>
                </c:pt>
                <c:pt idx="12346">
                  <c:v>2.8116720220436045E-5</c:v>
                </c:pt>
                <c:pt idx="12347">
                  <c:v>2.7712706049341497E-4</c:v>
                </c:pt>
                <c:pt idx="12348">
                  <c:v>9.7951364873955578E-5</c:v>
                </c:pt>
                <c:pt idx="12349">
                  <c:v>6.8460724145621797E-6</c:v>
                </c:pt>
                <c:pt idx="12350">
                  <c:v>2.1504627939097088E-5</c:v>
                </c:pt>
                <c:pt idx="12351">
                  <c:v>3.139039645322139E-5</c:v>
                </c:pt>
                <c:pt idx="12352">
                  <c:v>1.6905196809267631E-4</c:v>
                </c:pt>
                <c:pt idx="12353">
                  <c:v>1.035789595565874E-5</c:v>
                </c:pt>
                <c:pt idx="12354">
                  <c:v>1.57660628773109E-5</c:v>
                </c:pt>
                <c:pt idx="12355">
                  <c:v>7.2250466685732872E-5</c:v>
                </c:pt>
                <c:pt idx="12356">
                  <c:v>9.3752227338028536E-5</c:v>
                </c:pt>
                <c:pt idx="12357">
                  <c:v>7.9145940269564803E-6</c:v>
                </c:pt>
                <c:pt idx="12358">
                  <c:v>4.0155049237469317E-5</c:v>
                </c:pt>
                <c:pt idx="12359">
                  <c:v>2.0034520200396792E-5</c:v>
                </c:pt>
                <c:pt idx="12360">
                  <c:v>1.7507358165687713E-6</c:v>
                </c:pt>
                <c:pt idx="12361">
                  <c:v>2.966524774691984E-5</c:v>
                </c:pt>
                <c:pt idx="12362">
                  <c:v>4.8775831628801632E-6</c:v>
                </c:pt>
                <c:pt idx="12363">
                  <c:v>1.0491188951909321E-6</c:v>
                </c:pt>
                <c:pt idx="12364">
                  <c:v>1.5226517542062428E-5</c:v>
                </c:pt>
                <c:pt idx="12365">
                  <c:v>0</c:v>
                </c:pt>
                <c:pt idx="12366">
                  <c:v>3.3583072556795601E-5</c:v>
                </c:pt>
                <c:pt idx="12367">
                  <c:v>6.0620866514769577E-5</c:v>
                </c:pt>
                <c:pt idx="12368">
                  <c:v>2.2441765098915417E-5</c:v>
                </c:pt>
                <c:pt idx="12369">
                  <c:v>1.4645702651869307E-5</c:v>
                </c:pt>
                <c:pt idx="12370">
                  <c:v>9.8540234501071219E-6</c:v>
                </c:pt>
                <c:pt idx="12371">
                  <c:v>2.0602502309104852E-3</c:v>
                </c:pt>
                <c:pt idx="12372">
                  <c:v>2.315457742351446E-4</c:v>
                </c:pt>
                <c:pt idx="12373">
                  <c:v>8.0657109678997801E-5</c:v>
                </c:pt>
                <c:pt idx="12374">
                  <c:v>2.2420871316004657E-5</c:v>
                </c:pt>
                <c:pt idx="12375">
                  <c:v>2.0404940314823406E-6</c:v>
                </c:pt>
                <c:pt idx="12376">
                  <c:v>1.3316847050762804E-6</c:v>
                </c:pt>
                <c:pt idx="12377">
                  <c:v>9.6820639376239912E-5</c:v>
                </c:pt>
                <c:pt idx="12378">
                  <c:v>1.0621655497419931E-6</c:v>
                </c:pt>
                <c:pt idx="12379">
                  <c:v>5.477568524758427E-6</c:v>
                </c:pt>
                <c:pt idx="12380">
                  <c:v>4.7532754503813355E-6</c:v>
                </c:pt>
                <c:pt idx="12381">
                  <c:v>2.8682915792377466E-5</c:v>
                </c:pt>
                <c:pt idx="12382">
                  <c:v>7.6273979555902381E-5</c:v>
                </c:pt>
                <c:pt idx="12383">
                  <c:v>3.6530219912629743E-5</c:v>
                </c:pt>
                <c:pt idx="12384">
                  <c:v>2.8398022099047275E-4</c:v>
                </c:pt>
                <c:pt idx="12385">
                  <c:v>1.8128875618342369E-5</c:v>
                </c:pt>
                <c:pt idx="12386">
                  <c:v>1.5407727196395379E-5</c:v>
                </c:pt>
                <c:pt idx="12387">
                  <c:v>6.8348826425094606E-6</c:v>
                </c:pt>
                <c:pt idx="12388">
                  <c:v>8.9591891331353177E-6</c:v>
                </c:pt>
                <c:pt idx="12389">
                  <c:v>9.9269303129630109E-6</c:v>
                </c:pt>
                <c:pt idx="12390">
                  <c:v>8.1108686135573207E-6</c:v>
                </c:pt>
                <c:pt idx="12391">
                  <c:v>1.3281724201565366E-4</c:v>
                </c:pt>
                <c:pt idx="12392">
                  <c:v>5.2284531241435847E-5</c:v>
                </c:pt>
                <c:pt idx="12393">
                  <c:v>1.6825168291847369E-5</c:v>
                </c:pt>
                <c:pt idx="12394">
                  <c:v>1.7550787662276153E-6</c:v>
                </c:pt>
                <c:pt idx="12395">
                  <c:v>2.9414572979722642E-5</c:v>
                </c:pt>
                <c:pt idx="12396">
                  <c:v>4.0020227805828067E-4</c:v>
                </c:pt>
                <c:pt idx="12397">
                  <c:v>6.1368200940268777E-6</c:v>
                </c:pt>
                <c:pt idx="12398">
                  <c:v>8.0531858490981878E-4</c:v>
                </c:pt>
                <c:pt idx="12399">
                  <c:v>3.7784950925730089E-5</c:v>
                </c:pt>
                <c:pt idx="12400">
                  <c:v>1.8774036427069071E-5</c:v>
                </c:pt>
                <c:pt idx="12401">
                  <c:v>2.6002393075427621E-5</c:v>
                </c:pt>
                <c:pt idx="12402">
                  <c:v>2.4534953797168918E-4</c:v>
                </c:pt>
                <c:pt idx="12403">
                  <c:v>1.6466687685271356E-5</c:v>
                </c:pt>
                <c:pt idx="12404">
                  <c:v>9.563510350308478E-6</c:v>
                </c:pt>
                <c:pt idx="12405">
                  <c:v>5.2221854615575936E-6</c:v>
                </c:pt>
                <c:pt idx="12406">
                  <c:v>4.2282376753353989E-7</c:v>
                </c:pt>
                <c:pt idx="12407">
                  <c:v>1.7520337332881106E-5</c:v>
                </c:pt>
                <c:pt idx="12408">
                  <c:v>1.1243361825030104E-5</c:v>
                </c:pt>
                <c:pt idx="12409">
                  <c:v>0</c:v>
                </c:pt>
                <c:pt idx="12410">
                  <c:v>7.0795982864386909E-6</c:v>
                </c:pt>
                <c:pt idx="12411">
                  <c:v>1.1008778402781034E-5</c:v>
                </c:pt>
                <c:pt idx="12412">
                  <c:v>3.5495341057072339E-5</c:v>
                </c:pt>
                <c:pt idx="12413">
                  <c:v>3.1226757534250215E-5</c:v>
                </c:pt>
                <c:pt idx="12414">
                  <c:v>1.176668536932783E-3</c:v>
                </c:pt>
                <c:pt idx="12415">
                  <c:v>6.9128469855292437E-6</c:v>
                </c:pt>
                <c:pt idx="12416">
                  <c:v>8.2037347622998665E-5</c:v>
                </c:pt>
                <c:pt idx="12417">
                  <c:v>0</c:v>
                </c:pt>
                <c:pt idx="12418">
                  <c:v>2.4060848708958179E-6</c:v>
                </c:pt>
                <c:pt idx="12419">
                  <c:v>4.4064743196238482E-5</c:v>
                </c:pt>
                <c:pt idx="12420">
                  <c:v>4.1369974691813402E-5</c:v>
                </c:pt>
                <c:pt idx="12421">
                  <c:v>1.002331354074818E-5</c:v>
                </c:pt>
                <c:pt idx="12422">
                  <c:v>4.6389020713610794E-7</c:v>
                </c:pt>
                <c:pt idx="12423">
                  <c:v>3.5368246845139256E-5</c:v>
                </c:pt>
                <c:pt idx="12424">
                  <c:v>6.2861863000142114E-6</c:v>
                </c:pt>
                <c:pt idx="12425">
                  <c:v>1.4205729901048822E-5</c:v>
                </c:pt>
                <c:pt idx="12426">
                  <c:v>0</c:v>
                </c:pt>
                <c:pt idx="12427">
                  <c:v>1.1079844418563036E-5</c:v>
                </c:pt>
                <c:pt idx="12428">
                  <c:v>5.196600615695479E-6</c:v>
                </c:pt>
                <c:pt idx="12429">
                  <c:v>1.5175333281614712E-6</c:v>
                </c:pt>
                <c:pt idx="12430">
                  <c:v>1.5486244375646513E-5</c:v>
                </c:pt>
                <c:pt idx="12431">
                  <c:v>1.1454411143747717E-5</c:v>
                </c:pt>
                <c:pt idx="12432">
                  <c:v>0</c:v>
                </c:pt>
                <c:pt idx="12433">
                  <c:v>4.5689382222309693E-6</c:v>
                </c:pt>
                <c:pt idx="12434">
                  <c:v>1.0085138573431009E-4</c:v>
                </c:pt>
                <c:pt idx="12435">
                  <c:v>7.5724207355752981E-6</c:v>
                </c:pt>
                <c:pt idx="12436">
                  <c:v>1.9610754109531337E-6</c:v>
                </c:pt>
                <c:pt idx="12437">
                  <c:v>1.5243134750811049E-5</c:v>
                </c:pt>
                <c:pt idx="12438">
                  <c:v>3.3999411607633296E-5</c:v>
                </c:pt>
                <c:pt idx="12439">
                  <c:v>1.8216656600777172E-3</c:v>
                </c:pt>
                <c:pt idx="12440">
                  <c:v>5.0396690734574869E-6</c:v>
                </c:pt>
                <c:pt idx="12441">
                  <c:v>6.657845576012449E-5</c:v>
                </c:pt>
                <c:pt idx="12442">
                  <c:v>0</c:v>
                </c:pt>
                <c:pt idx="12443">
                  <c:v>8.2261570818572265E-7</c:v>
                </c:pt>
                <c:pt idx="12444">
                  <c:v>6.1547837422487283E-6</c:v>
                </c:pt>
                <c:pt idx="12445">
                  <c:v>7.9683219646610212E-6</c:v>
                </c:pt>
                <c:pt idx="12446">
                  <c:v>5.0351092714734097E-5</c:v>
                </c:pt>
                <c:pt idx="12447">
                  <c:v>1.0024332485557565E-5</c:v>
                </c:pt>
                <c:pt idx="12448">
                  <c:v>0</c:v>
                </c:pt>
                <c:pt idx="12449">
                  <c:v>8.5974529017915527E-6</c:v>
                </c:pt>
                <c:pt idx="12450">
                  <c:v>9.157406622117919E-5</c:v>
                </c:pt>
                <c:pt idx="12451">
                  <c:v>6.4270568205740129E-5</c:v>
                </c:pt>
                <c:pt idx="12452">
                  <c:v>2.0053118229311848E-5</c:v>
                </c:pt>
                <c:pt idx="12453">
                  <c:v>1.3342250055569272E-5</c:v>
                </c:pt>
                <c:pt idx="12454">
                  <c:v>2.8740674020325707E-5</c:v>
                </c:pt>
                <c:pt idx="12455">
                  <c:v>2.5562368032116074E-6</c:v>
                </c:pt>
                <c:pt idx="12456">
                  <c:v>1.0247630327843801E-6</c:v>
                </c:pt>
                <c:pt idx="12457">
                  <c:v>2.0416265418038875E-5</c:v>
                </c:pt>
                <c:pt idx="12458">
                  <c:v>3.5964638489233662E-5</c:v>
                </c:pt>
                <c:pt idx="12459">
                  <c:v>5.3396863233312294E-5</c:v>
                </c:pt>
                <c:pt idx="12460">
                  <c:v>1.2574648138340441E-6</c:v>
                </c:pt>
                <c:pt idx="12461">
                  <c:v>8.0429958272911867E-5</c:v>
                </c:pt>
                <c:pt idx="12462">
                  <c:v>1.0447024972687385E-5</c:v>
                </c:pt>
                <c:pt idx="12463">
                  <c:v>6.6501113064453964E-6</c:v>
                </c:pt>
                <c:pt idx="12464">
                  <c:v>2.96337528166937E-5</c:v>
                </c:pt>
                <c:pt idx="12465">
                  <c:v>0</c:v>
                </c:pt>
                <c:pt idx="12466">
                  <c:v>0</c:v>
                </c:pt>
                <c:pt idx="12467">
                  <c:v>1.3571042623732865E-4</c:v>
                </c:pt>
                <c:pt idx="12468">
                  <c:v>2.9475780405002162E-5</c:v>
                </c:pt>
                <c:pt idx="12469">
                  <c:v>3.0540019699833909E-5</c:v>
                </c:pt>
                <c:pt idx="12470">
                  <c:v>2.0036352537892094E-6</c:v>
                </c:pt>
                <c:pt idx="12471">
                  <c:v>1.0594391451687341E-4</c:v>
                </c:pt>
                <c:pt idx="12472">
                  <c:v>2.9337838130530856E-5</c:v>
                </c:pt>
                <c:pt idx="12473">
                  <c:v>0</c:v>
                </c:pt>
                <c:pt idx="12474">
                  <c:v>2.7447433216628959E-5</c:v>
                </c:pt>
                <c:pt idx="12475">
                  <c:v>4.1238732021632804E-5</c:v>
                </c:pt>
                <c:pt idx="12476">
                  <c:v>5.1943788299688703E-5</c:v>
                </c:pt>
                <c:pt idx="12477">
                  <c:v>4.8628409896162954E-5</c:v>
                </c:pt>
                <c:pt idx="12478">
                  <c:v>1.0613583830500221E-5</c:v>
                </c:pt>
                <c:pt idx="12479">
                  <c:v>1.2869431784197965E-4</c:v>
                </c:pt>
                <c:pt idx="12480">
                  <c:v>5.1844087536053361E-6</c:v>
                </c:pt>
                <c:pt idx="12481">
                  <c:v>1.9402182293146297E-4</c:v>
                </c:pt>
                <c:pt idx="12482">
                  <c:v>6.5043234169951713E-7</c:v>
                </c:pt>
                <c:pt idx="12483">
                  <c:v>1.2514726942572424E-7</c:v>
                </c:pt>
                <c:pt idx="12484">
                  <c:v>2.8768555604265086E-5</c:v>
                </c:pt>
                <c:pt idx="12485">
                  <c:v>2.2331921157033728E-5</c:v>
                </c:pt>
                <c:pt idx="12486">
                  <c:v>2.1826633475453575E-6</c:v>
                </c:pt>
                <c:pt idx="12487">
                  <c:v>2.7309608516008307E-6</c:v>
                </c:pt>
                <c:pt idx="12488">
                  <c:v>2.3488543682648004E-5</c:v>
                </c:pt>
                <c:pt idx="12489">
                  <c:v>1.1568089394751758E-5</c:v>
                </c:pt>
                <c:pt idx="12490">
                  <c:v>5.5507646151828931E-5</c:v>
                </c:pt>
                <c:pt idx="12491">
                  <c:v>2.2098034493733246E-5</c:v>
                </c:pt>
                <c:pt idx="12492">
                  <c:v>3.1407576889384191E-7</c:v>
                </c:pt>
                <c:pt idx="12493">
                  <c:v>9.9410604411724512E-5</c:v>
                </c:pt>
                <c:pt idx="12494">
                  <c:v>4.4482521593782409E-6</c:v>
                </c:pt>
                <c:pt idx="12495">
                  <c:v>6.4414916300200033E-5</c:v>
                </c:pt>
                <c:pt idx="12496">
                  <c:v>5.4620175875942122E-5</c:v>
                </c:pt>
                <c:pt idx="12497">
                  <c:v>0</c:v>
                </c:pt>
                <c:pt idx="12498">
                  <c:v>4.0650651622510418E-5</c:v>
                </c:pt>
                <c:pt idx="12499">
                  <c:v>9.1315691973763705E-5</c:v>
                </c:pt>
                <c:pt idx="12500">
                  <c:v>7.3223117168272834E-6</c:v>
                </c:pt>
                <c:pt idx="12501">
                  <c:v>5.1797381239709512E-5</c:v>
                </c:pt>
                <c:pt idx="12502">
                  <c:v>3.6439897425474302E-6</c:v>
                </c:pt>
                <c:pt idx="12503">
                  <c:v>1.6709884727418557E-6</c:v>
                </c:pt>
                <c:pt idx="12504">
                  <c:v>1.9405110085751846E-5</c:v>
                </c:pt>
                <c:pt idx="12505">
                  <c:v>3.7517378744755895E-6</c:v>
                </c:pt>
                <c:pt idx="12506">
                  <c:v>1.9099025932245146E-5</c:v>
                </c:pt>
                <c:pt idx="12507">
                  <c:v>1.6646660766646578E-5</c:v>
                </c:pt>
                <c:pt idx="12508">
                  <c:v>2.8297471526958978E-6</c:v>
                </c:pt>
                <c:pt idx="12509">
                  <c:v>4.4468061972208332E-5</c:v>
                </c:pt>
                <c:pt idx="12510">
                  <c:v>4.5981740212860772E-5</c:v>
                </c:pt>
                <c:pt idx="12511">
                  <c:v>7.8632721637552854E-6</c:v>
                </c:pt>
                <c:pt idx="12512">
                  <c:v>6.1235349081979752E-6</c:v>
                </c:pt>
                <c:pt idx="12513">
                  <c:v>4.0207544082396334E-5</c:v>
                </c:pt>
                <c:pt idx="12514">
                  <c:v>1.7705423094411397E-6</c:v>
                </c:pt>
                <c:pt idx="12515">
                  <c:v>7.1615159838947089E-5</c:v>
                </c:pt>
                <c:pt idx="12516">
                  <c:v>8.3741318961961752E-5</c:v>
                </c:pt>
                <c:pt idx="12517">
                  <c:v>1.4241293064942783E-5</c:v>
                </c:pt>
                <c:pt idx="12518">
                  <c:v>3.5759683969693469E-6</c:v>
                </c:pt>
                <c:pt idx="12519">
                  <c:v>7.8245657674866404E-6</c:v>
                </c:pt>
                <c:pt idx="12520">
                  <c:v>4.0092202736628404E-6</c:v>
                </c:pt>
                <c:pt idx="12521">
                  <c:v>1.0302867582068231E-5</c:v>
                </c:pt>
                <c:pt idx="12522">
                  <c:v>7.7278987448884586E-6</c:v>
                </c:pt>
                <c:pt idx="12523">
                  <c:v>5.9235795905717036E-5</c:v>
                </c:pt>
                <c:pt idx="12524">
                  <c:v>3.7750705576794029E-5</c:v>
                </c:pt>
                <c:pt idx="12525">
                  <c:v>6.4172318211935651E-6</c:v>
                </c:pt>
                <c:pt idx="12526">
                  <c:v>1.5818044257959261E-3</c:v>
                </c:pt>
                <c:pt idx="12527">
                  <c:v>5.7578923021557598E-6</c:v>
                </c:pt>
                <c:pt idx="12528">
                  <c:v>8.5447731841974629E-6</c:v>
                </c:pt>
                <c:pt idx="12529">
                  <c:v>2.1886147496698093E-5</c:v>
                </c:pt>
                <c:pt idx="12530">
                  <c:v>0</c:v>
                </c:pt>
                <c:pt idx="12531">
                  <c:v>5.2250818752143524E-6</c:v>
                </c:pt>
                <c:pt idx="12532">
                  <c:v>1.2165010242651313E-5</c:v>
                </c:pt>
                <c:pt idx="12533">
                  <c:v>0</c:v>
                </c:pt>
                <c:pt idx="12534">
                  <c:v>2.246417463479916E-3</c:v>
                </c:pt>
                <c:pt idx="12535">
                  <c:v>8.7328097975093591E-4</c:v>
                </c:pt>
                <c:pt idx="12536">
                  <c:v>0</c:v>
                </c:pt>
                <c:pt idx="12537">
                  <c:v>1.7517411462424545E-5</c:v>
                </c:pt>
                <c:pt idx="12538">
                  <c:v>7.6524783692654294E-6</c:v>
                </c:pt>
                <c:pt idx="12539">
                  <c:v>2.1962174442719365E-5</c:v>
                </c:pt>
                <c:pt idx="12540">
                  <c:v>0</c:v>
                </c:pt>
                <c:pt idx="12541">
                  <c:v>4.9178171765839232E-5</c:v>
                </c:pt>
                <c:pt idx="12542">
                  <c:v>1.5340785151201865E-4</c:v>
                </c:pt>
                <c:pt idx="12543">
                  <c:v>3.1886488091965865E-5</c:v>
                </c:pt>
                <c:pt idx="12544">
                  <c:v>2.5197436797125495E-7</c:v>
                </c:pt>
                <c:pt idx="12545">
                  <c:v>2.4129047198079191E-5</c:v>
                </c:pt>
                <c:pt idx="12546">
                  <c:v>5.8143642874783275E-6</c:v>
                </c:pt>
                <c:pt idx="12547">
                  <c:v>1.9359386915325603E-6</c:v>
                </c:pt>
                <c:pt idx="12548">
                  <c:v>0</c:v>
                </c:pt>
                <c:pt idx="12549">
                  <c:v>5.8146743692887883E-6</c:v>
                </c:pt>
                <c:pt idx="12550">
                  <c:v>0</c:v>
                </c:pt>
                <c:pt idx="12551">
                  <c:v>6.2311084018237487E-6</c:v>
                </c:pt>
                <c:pt idx="12552">
                  <c:v>8.0273152490113468E-6</c:v>
                </c:pt>
                <c:pt idx="12553">
                  <c:v>6.5585386634687829E-6</c:v>
                </c:pt>
                <c:pt idx="12554">
                  <c:v>5.5890384103634643E-5</c:v>
                </c:pt>
                <c:pt idx="12555">
                  <c:v>5.4604273554210707E-6</c:v>
                </c:pt>
                <c:pt idx="12556">
                  <c:v>0</c:v>
                </c:pt>
                <c:pt idx="12557">
                  <c:v>1.5170251969526246E-5</c:v>
                </c:pt>
                <c:pt idx="12558">
                  <c:v>3.4366974646597813E-5</c:v>
                </c:pt>
                <c:pt idx="12559">
                  <c:v>1.1798093970492169E-5</c:v>
                </c:pt>
                <c:pt idx="12560">
                  <c:v>9.0492347162752953E-4</c:v>
                </c:pt>
                <c:pt idx="12561">
                  <c:v>1.6155528709664333E-4</c:v>
                </c:pt>
                <c:pt idx="12562">
                  <c:v>1.0950860113931211E-5</c:v>
                </c:pt>
                <c:pt idx="12563">
                  <c:v>6.31379627955005E-5</c:v>
                </c:pt>
                <c:pt idx="12564">
                  <c:v>1.0593982798314905E-5</c:v>
                </c:pt>
                <c:pt idx="12565">
                  <c:v>2.0765586740994032E-7</c:v>
                </c:pt>
                <c:pt idx="12566">
                  <c:v>1.1666647950509509E-5</c:v>
                </c:pt>
                <c:pt idx="12567">
                  <c:v>5.6368030691140579E-4</c:v>
                </c:pt>
                <c:pt idx="12568">
                  <c:v>1.9043466608347999E-5</c:v>
                </c:pt>
                <c:pt idx="12569">
                  <c:v>8.5555654917948178E-7</c:v>
                </c:pt>
                <c:pt idx="12570">
                  <c:v>3.4614535229081627E-5</c:v>
                </c:pt>
                <c:pt idx="12571">
                  <c:v>3.1448026487202678E-5</c:v>
                </c:pt>
                <c:pt idx="12572">
                  <c:v>7.2290012479746449E-6</c:v>
                </c:pt>
                <c:pt idx="12573">
                  <c:v>5.7062931885839438E-6</c:v>
                </c:pt>
                <c:pt idx="12574">
                  <c:v>1.6735676990426681E-5</c:v>
                </c:pt>
                <c:pt idx="12575">
                  <c:v>3.1405759555029616E-6</c:v>
                </c:pt>
                <c:pt idx="12576">
                  <c:v>6.4236658022329737E-4</c:v>
                </c:pt>
                <c:pt idx="12577">
                  <c:v>1.2150831329904827E-5</c:v>
                </c:pt>
                <c:pt idx="12578">
                  <c:v>1.4914519723525262E-5</c:v>
                </c:pt>
                <c:pt idx="12579">
                  <c:v>2.8345596390781717E-5</c:v>
                </c:pt>
                <c:pt idx="12580">
                  <c:v>4.5245822758510632E-6</c:v>
                </c:pt>
                <c:pt idx="12581">
                  <c:v>3.8236694215741605E-5</c:v>
                </c:pt>
                <c:pt idx="12582">
                  <c:v>4.4114214288116797E-5</c:v>
                </c:pt>
                <c:pt idx="12583">
                  <c:v>1.9621512233169774E-4</c:v>
                </c:pt>
                <c:pt idx="12584">
                  <c:v>5.3879132199890589E-4</c:v>
                </c:pt>
                <c:pt idx="12585">
                  <c:v>0</c:v>
                </c:pt>
                <c:pt idx="12586">
                  <c:v>0</c:v>
                </c:pt>
                <c:pt idx="12587">
                  <c:v>1.7027108141943105E-7</c:v>
                </c:pt>
                <c:pt idx="12588">
                  <c:v>2.7010480047536641E-5</c:v>
                </c:pt>
                <c:pt idx="12589">
                  <c:v>2.5555060296489402E-5</c:v>
                </c:pt>
                <c:pt idx="12590">
                  <c:v>7.0423770194789375E-7</c:v>
                </c:pt>
                <c:pt idx="12591">
                  <c:v>6.4703677572665002E-5</c:v>
                </c:pt>
                <c:pt idx="12592">
                  <c:v>4.677304344638206E-6</c:v>
                </c:pt>
                <c:pt idx="12593">
                  <c:v>1.0755320641174142E-5</c:v>
                </c:pt>
                <c:pt idx="12594">
                  <c:v>6.7359271757845221E-6</c:v>
                </c:pt>
                <c:pt idx="12595">
                  <c:v>7.1449320225201793E-6</c:v>
                </c:pt>
                <c:pt idx="12596">
                  <c:v>1.9939894991455269E-5</c:v>
                </c:pt>
                <c:pt idx="12597">
                  <c:v>4.3156341107003366E-5</c:v>
                </c:pt>
                <c:pt idx="12598">
                  <c:v>9.890711941443011E-6</c:v>
                </c:pt>
                <c:pt idx="12599">
                  <c:v>0</c:v>
                </c:pt>
                <c:pt idx="12600">
                  <c:v>6.7788065883749664E-5</c:v>
                </c:pt>
                <c:pt idx="12601">
                  <c:v>2.3230666885292607E-5</c:v>
                </c:pt>
                <c:pt idx="12602">
                  <c:v>3.7386146675049328E-5</c:v>
                </c:pt>
                <c:pt idx="12603">
                  <c:v>1.5969983436061406E-5</c:v>
                </c:pt>
                <c:pt idx="12604">
                  <c:v>2.0593342978605936E-5</c:v>
                </c:pt>
                <c:pt idx="12605">
                  <c:v>3.7858227202241771E-5</c:v>
                </c:pt>
                <c:pt idx="12606">
                  <c:v>1.6620593053858074E-5</c:v>
                </c:pt>
                <c:pt idx="12607">
                  <c:v>5.6847786932748951E-6</c:v>
                </c:pt>
                <c:pt idx="12608">
                  <c:v>1.9677731733391625E-4</c:v>
                </c:pt>
                <c:pt idx="12609">
                  <c:v>2.7153357327253008E-5</c:v>
                </c:pt>
                <c:pt idx="12610">
                  <c:v>6.7001346453411508E-6</c:v>
                </c:pt>
                <c:pt idx="12611">
                  <c:v>2.0650938960127078E-5</c:v>
                </c:pt>
                <c:pt idx="12612">
                  <c:v>8.6707074727487528E-4</c:v>
                </c:pt>
                <c:pt idx="12613">
                  <c:v>1.8854321004556391E-5</c:v>
                </c:pt>
                <c:pt idx="12614">
                  <c:v>4.3013583523606404E-5</c:v>
                </c:pt>
                <c:pt idx="12615">
                  <c:v>3.2710181667302251E-5</c:v>
                </c:pt>
                <c:pt idx="12616">
                  <c:v>1.5131537886005662E-5</c:v>
                </c:pt>
                <c:pt idx="12617">
                  <c:v>2.8491330029727531E-5</c:v>
                </c:pt>
                <c:pt idx="12618">
                  <c:v>9.6537481654127526E-5</c:v>
                </c:pt>
                <c:pt idx="12619">
                  <c:v>0</c:v>
                </c:pt>
                <c:pt idx="12620">
                  <c:v>1.6953909032459263E-5</c:v>
                </c:pt>
                <c:pt idx="12621">
                  <c:v>0</c:v>
                </c:pt>
                <c:pt idx="12622">
                  <c:v>1.3494816415059063E-4</c:v>
                </c:pt>
                <c:pt idx="12623">
                  <c:v>2.0780911897260484E-6</c:v>
                </c:pt>
                <c:pt idx="12624">
                  <c:v>8.1846854776079249E-4</c:v>
                </c:pt>
                <c:pt idx="12625">
                  <c:v>1.5184515251827264E-3</c:v>
                </c:pt>
                <c:pt idx="12626">
                  <c:v>1.0379558253922068E-5</c:v>
                </c:pt>
                <c:pt idx="12627">
                  <c:v>7.9140538969230646E-5</c:v>
                </c:pt>
                <c:pt idx="12628">
                  <c:v>8.2748741368573663E-6</c:v>
                </c:pt>
                <c:pt idx="12629">
                  <c:v>7.3382366159903609E-5</c:v>
                </c:pt>
                <c:pt idx="12630">
                  <c:v>1.969268166417367E-4</c:v>
                </c:pt>
                <c:pt idx="12631">
                  <c:v>4.8631708917641311E-6</c:v>
                </c:pt>
                <c:pt idx="12632">
                  <c:v>2.8573927192389712E-5</c:v>
                </c:pt>
                <c:pt idx="12633">
                  <c:v>6.0568750028190387E-5</c:v>
                </c:pt>
                <c:pt idx="12634">
                  <c:v>7.7709553452916469E-5</c:v>
                </c:pt>
                <c:pt idx="12635">
                  <c:v>5.0017585625990199E-5</c:v>
                </c:pt>
                <c:pt idx="12636">
                  <c:v>5.5267741773069393E-6</c:v>
                </c:pt>
                <c:pt idx="12637">
                  <c:v>1.0134094739398081E-4</c:v>
                </c:pt>
                <c:pt idx="12638">
                  <c:v>2.7405864678765999E-5</c:v>
                </c:pt>
                <c:pt idx="12639">
                  <c:v>7.7021920315679802E-7</c:v>
                </c:pt>
                <c:pt idx="12640">
                  <c:v>6.9196045136833933E-5</c:v>
                </c:pt>
                <c:pt idx="12641">
                  <c:v>4.8070954773402401E-5</c:v>
                </c:pt>
                <c:pt idx="12642">
                  <c:v>6.1161565125905783E-6</c:v>
                </c:pt>
                <c:pt idx="12643">
                  <c:v>4.3706573886372694E-7</c:v>
                </c:pt>
                <c:pt idx="12644">
                  <c:v>8.3364364713750625E-5</c:v>
                </c:pt>
                <c:pt idx="12645">
                  <c:v>5.0317902008927167E-6</c:v>
                </c:pt>
                <c:pt idx="12646">
                  <c:v>5.6926708767806437E-6</c:v>
                </c:pt>
                <c:pt idx="12647">
                  <c:v>1.313358409343015E-4</c:v>
                </c:pt>
                <c:pt idx="12648">
                  <c:v>1.0807875215377382E-5</c:v>
                </c:pt>
                <c:pt idx="12649">
                  <c:v>1.0367784921152401E-4</c:v>
                </c:pt>
                <c:pt idx="12650">
                  <c:v>3.0073037774557697E-5</c:v>
                </c:pt>
                <c:pt idx="12651">
                  <c:v>1.397526653434036E-5</c:v>
                </c:pt>
                <c:pt idx="12652">
                  <c:v>3.7931076050440238E-7</c:v>
                </c:pt>
                <c:pt idx="12653">
                  <c:v>2.1810039847001163E-5</c:v>
                </c:pt>
                <c:pt idx="12654">
                  <c:v>0</c:v>
                </c:pt>
                <c:pt idx="12655">
                  <c:v>0</c:v>
                </c:pt>
                <c:pt idx="12656">
                  <c:v>3.0505427695465205E-4</c:v>
                </c:pt>
                <c:pt idx="12657">
                  <c:v>5.374012013031614E-5</c:v>
                </c:pt>
                <c:pt idx="12658">
                  <c:v>8.5820868123378852E-6</c:v>
                </c:pt>
                <c:pt idx="12659">
                  <c:v>7.0618859577053478E-5</c:v>
                </c:pt>
                <c:pt idx="12660">
                  <c:v>9.6739796050074773E-6</c:v>
                </c:pt>
                <c:pt idx="12661">
                  <c:v>5.5881279790249484E-5</c:v>
                </c:pt>
                <c:pt idx="12662">
                  <c:v>1.4517559401644551E-5</c:v>
                </c:pt>
                <c:pt idx="12663">
                  <c:v>1.0272075491561326E-6</c:v>
                </c:pt>
                <c:pt idx="12664">
                  <c:v>7.0954859483965524E-5</c:v>
                </c:pt>
                <c:pt idx="12665">
                  <c:v>1.8607838606113618E-5</c:v>
                </c:pt>
                <c:pt idx="12666">
                  <c:v>1.2405037387207158E-5</c:v>
                </c:pt>
                <c:pt idx="12667">
                  <c:v>9.1663009912847069E-6</c:v>
                </c:pt>
                <c:pt idx="12668">
                  <c:v>7.2613870051701398E-5</c:v>
                </c:pt>
                <c:pt idx="12669">
                  <c:v>6.4197410296077345E-6</c:v>
                </c:pt>
                <c:pt idx="12670">
                  <c:v>2.0347057738183881E-7</c:v>
                </c:pt>
                <c:pt idx="12671">
                  <c:v>0</c:v>
                </c:pt>
                <c:pt idx="12672">
                  <c:v>6.6180189104621448E-7</c:v>
                </c:pt>
                <c:pt idx="12673">
                  <c:v>1.0200686885594704E-5</c:v>
                </c:pt>
                <c:pt idx="12674">
                  <c:v>4.4512553909132991E-6</c:v>
                </c:pt>
                <c:pt idx="12675">
                  <c:v>2.0746966418318556E-4</c:v>
                </c:pt>
                <c:pt idx="12676">
                  <c:v>1.9447652178156109E-6</c:v>
                </c:pt>
                <c:pt idx="12677">
                  <c:v>1.647740481757019E-5</c:v>
                </c:pt>
                <c:pt idx="12678">
                  <c:v>1.1801626966358499E-5</c:v>
                </c:pt>
                <c:pt idx="12679">
                  <c:v>5.1093485626147733E-6</c:v>
                </c:pt>
                <c:pt idx="12680">
                  <c:v>5.9273282427882901E-4</c:v>
                </c:pt>
                <c:pt idx="12681">
                  <c:v>0</c:v>
                </c:pt>
                <c:pt idx="12682">
                  <c:v>1.1125733672664989E-5</c:v>
                </c:pt>
                <c:pt idx="12683">
                  <c:v>2.5928301676600309E-7</c:v>
                </c:pt>
                <c:pt idx="12684">
                  <c:v>1.0396088460842361E-4</c:v>
                </c:pt>
                <c:pt idx="12685">
                  <c:v>8.0245572015204461E-6</c:v>
                </c:pt>
                <c:pt idx="12686">
                  <c:v>1.3230396668259573E-5</c:v>
                </c:pt>
                <c:pt idx="12687">
                  <c:v>9.3237939304862696E-4</c:v>
                </c:pt>
                <c:pt idx="12688">
                  <c:v>4.4120848526126174E-4</c:v>
                </c:pt>
                <c:pt idx="12689">
                  <c:v>6.1829265585828632E-5</c:v>
                </c:pt>
                <c:pt idx="12690">
                  <c:v>8.6311836319884401E-7</c:v>
                </c:pt>
                <c:pt idx="12691">
                  <c:v>0</c:v>
                </c:pt>
                <c:pt idx="12692">
                  <c:v>1.0087855678130224E-5</c:v>
                </c:pt>
                <c:pt idx="12693">
                  <c:v>2.6239546528877506E-7</c:v>
                </c:pt>
                <c:pt idx="12694">
                  <c:v>7.5342035196134335E-6</c:v>
                </c:pt>
                <c:pt idx="12695">
                  <c:v>0</c:v>
                </c:pt>
                <c:pt idx="12696">
                  <c:v>2.2145010755777661E-3</c:v>
                </c:pt>
                <c:pt idx="12697">
                  <c:v>1.2461962161413725E-5</c:v>
                </c:pt>
                <c:pt idx="12698">
                  <c:v>2.537540100671867E-6</c:v>
                </c:pt>
                <c:pt idx="12699">
                  <c:v>2.5451576009835408E-4</c:v>
                </c:pt>
                <c:pt idx="12700">
                  <c:v>1.0667501627951924E-5</c:v>
                </c:pt>
                <c:pt idx="12701">
                  <c:v>1.2974393327901853E-5</c:v>
                </c:pt>
                <c:pt idx="12702">
                  <c:v>2.7101661472179225E-4</c:v>
                </c:pt>
                <c:pt idx="12703">
                  <c:v>4.8638279333449449E-5</c:v>
                </c:pt>
                <c:pt idx="12704">
                  <c:v>8.679808544129286E-6</c:v>
                </c:pt>
                <c:pt idx="12705">
                  <c:v>8.8419653410302202E-6</c:v>
                </c:pt>
                <c:pt idx="12706">
                  <c:v>4.2347957625393272E-6</c:v>
                </c:pt>
                <c:pt idx="12707">
                  <c:v>4.6447485316469694E-6</c:v>
                </c:pt>
                <c:pt idx="12708">
                  <c:v>0</c:v>
                </c:pt>
                <c:pt idx="12709">
                  <c:v>1.2578384457567368E-5</c:v>
                </c:pt>
                <c:pt idx="12710">
                  <c:v>2.3413855426361549E-5</c:v>
                </c:pt>
                <c:pt idx="12711">
                  <c:v>2.085698415293519E-5</c:v>
                </c:pt>
                <c:pt idx="12712">
                  <c:v>9.2058785399635859E-6</c:v>
                </c:pt>
                <c:pt idx="12713">
                  <c:v>1.1497038170261589E-4</c:v>
                </c:pt>
                <c:pt idx="12714">
                  <c:v>1.7875695162381609E-4</c:v>
                </c:pt>
                <c:pt idx="12715">
                  <c:v>3.6775877378186284E-5</c:v>
                </c:pt>
                <c:pt idx="12716">
                  <c:v>5.9667286194401975E-5</c:v>
                </c:pt>
                <c:pt idx="12717">
                  <c:v>1.7768767095816911E-5</c:v>
                </c:pt>
                <c:pt idx="12718">
                  <c:v>3.1897433524532654E-6</c:v>
                </c:pt>
                <c:pt idx="12719">
                  <c:v>4.9528558849434445E-5</c:v>
                </c:pt>
                <c:pt idx="12720">
                  <c:v>3.0292991896344751E-5</c:v>
                </c:pt>
                <c:pt idx="12721">
                  <c:v>2.2729164471193726E-5</c:v>
                </c:pt>
                <c:pt idx="12722">
                  <c:v>3.0912161085083408E-5</c:v>
                </c:pt>
                <c:pt idx="12723">
                  <c:v>1.0536418373098322E-5</c:v>
                </c:pt>
                <c:pt idx="12724">
                  <c:v>1.5538876476549023E-3</c:v>
                </c:pt>
                <c:pt idx="12725">
                  <c:v>1.055870077854254E-5</c:v>
                </c:pt>
                <c:pt idx="12726">
                  <c:v>2.4520768147422039E-3</c:v>
                </c:pt>
                <c:pt idx="12727">
                  <c:v>3.4787380692098657E-6</c:v>
                </c:pt>
                <c:pt idx="12728">
                  <c:v>2.9338460269846741E-4</c:v>
                </c:pt>
                <c:pt idx="12729">
                  <c:v>2.6348419744545602E-5</c:v>
                </c:pt>
                <c:pt idx="12730">
                  <c:v>1.2607960910909641E-6</c:v>
                </c:pt>
                <c:pt idx="12731">
                  <c:v>5.1084800511812024E-6</c:v>
                </c:pt>
                <c:pt idx="12732">
                  <c:v>5.0186209489654514E-6</c:v>
                </c:pt>
                <c:pt idx="12733">
                  <c:v>1.1131579286023029E-5</c:v>
                </c:pt>
                <c:pt idx="12734">
                  <c:v>9.6532772020778743E-5</c:v>
                </c:pt>
                <c:pt idx="12735">
                  <c:v>0</c:v>
                </c:pt>
                <c:pt idx="12736">
                  <c:v>3.7204842160017823E-6</c:v>
                </c:pt>
                <c:pt idx="12737">
                  <c:v>2.569761863300948E-6</c:v>
                </c:pt>
                <c:pt idx="12738">
                  <c:v>0</c:v>
                </c:pt>
                <c:pt idx="12739">
                  <c:v>3.011604712548234E-5</c:v>
                </c:pt>
                <c:pt idx="12740">
                  <c:v>1.9759400635498991E-3</c:v>
                </c:pt>
                <c:pt idx="12741">
                  <c:v>3.2892126966538053E-6</c:v>
                </c:pt>
                <c:pt idx="12742">
                  <c:v>3.4989397048744744E-6</c:v>
                </c:pt>
                <c:pt idx="12743">
                  <c:v>7.2163023838331726E-6</c:v>
                </c:pt>
                <c:pt idx="12744">
                  <c:v>3.5442883896061802E-5</c:v>
                </c:pt>
                <c:pt idx="12745">
                  <c:v>5.7270627649333974E-5</c:v>
                </c:pt>
                <c:pt idx="12746">
                  <c:v>2.3997088146556885E-5</c:v>
                </c:pt>
                <c:pt idx="12747">
                  <c:v>6.9840829019142485E-7</c:v>
                </c:pt>
                <c:pt idx="12748">
                  <c:v>0</c:v>
                </c:pt>
                <c:pt idx="12749">
                  <c:v>4.2528045237832384E-5</c:v>
                </c:pt>
                <c:pt idx="12750">
                  <c:v>3.633142241769383E-5</c:v>
                </c:pt>
                <c:pt idx="12751">
                  <c:v>9.0460708067071567E-5</c:v>
                </c:pt>
                <c:pt idx="12752">
                  <c:v>2.1581475525969903E-3</c:v>
                </c:pt>
                <c:pt idx="12753">
                  <c:v>2.1532559705445751E-5</c:v>
                </c:pt>
                <c:pt idx="12754">
                  <c:v>5.3973584991358273E-6</c:v>
                </c:pt>
                <c:pt idx="12755">
                  <c:v>4.0339866312270583E-6</c:v>
                </c:pt>
                <c:pt idx="12756">
                  <c:v>4.7139499186974575E-8</c:v>
                </c:pt>
                <c:pt idx="12757">
                  <c:v>6.9300644392614346E-5</c:v>
                </c:pt>
                <c:pt idx="12758">
                  <c:v>1.871832370911772E-4</c:v>
                </c:pt>
                <c:pt idx="12759">
                  <c:v>1.8299616457524769E-5</c:v>
                </c:pt>
                <c:pt idx="12760">
                  <c:v>1.1337632819520567E-5</c:v>
                </c:pt>
                <c:pt idx="12761">
                  <c:v>5.4166825517462048E-6</c:v>
                </c:pt>
                <c:pt idx="12762">
                  <c:v>1.5712687035541285E-4</c:v>
                </c:pt>
                <c:pt idx="12763">
                  <c:v>0</c:v>
                </c:pt>
                <c:pt idx="12764">
                  <c:v>3.1256435555207E-5</c:v>
                </c:pt>
                <c:pt idx="12765">
                  <c:v>3.360527237718917E-5</c:v>
                </c:pt>
                <c:pt idx="12766">
                  <c:v>5.3088490989419253E-7</c:v>
                </c:pt>
                <c:pt idx="12767">
                  <c:v>0</c:v>
                </c:pt>
                <c:pt idx="12768">
                  <c:v>1.8471588679110848E-7</c:v>
                </c:pt>
                <c:pt idx="12769">
                  <c:v>2.1606116645470207E-6</c:v>
                </c:pt>
                <c:pt idx="12770">
                  <c:v>1.2695878600803373E-5</c:v>
                </c:pt>
                <c:pt idx="12771">
                  <c:v>3.284019583608936E-5</c:v>
                </c:pt>
                <c:pt idx="12772">
                  <c:v>2.6920404093330853E-6</c:v>
                </c:pt>
                <c:pt idx="12773">
                  <c:v>6.3834278416849424E-6</c:v>
                </c:pt>
                <c:pt idx="12774">
                  <c:v>8.5422992571163085E-7</c:v>
                </c:pt>
                <c:pt idx="12775">
                  <c:v>2.3465113017323341E-5</c:v>
                </c:pt>
                <c:pt idx="12776">
                  <c:v>3.2714103714220018E-5</c:v>
                </c:pt>
                <c:pt idx="12777">
                  <c:v>1.3202770023163375E-4</c:v>
                </c:pt>
                <c:pt idx="12778">
                  <c:v>3.4668838944421909E-5</c:v>
                </c:pt>
                <c:pt idx="12779">
                  <c:v>9.9744614836847246E-5</c:v>
                </c:pt>
                <c:pt idx="12780">
                  <c:v>7.9442276108186488E-5</c:v>
                </c:pt>
                <c:pt idx="12781">
                  <c:v>2.7523851660762852E-5</c:v>
                </c:pt>
                <c:pt idx="12782">
                  <c:v>9.8372574075114597E-6</c:v>
                </c:pt>
                <c:pt idx="12783">
                  <c:v>7.0018650086298791E-6</c:v>
                </c:pt>
                <c:pt idx="12784">
                  <c:v>0</c:v>
                </c:pt>
                <c:pt idx="12785">
                  <c:v>3.1801376159423182E-4</c:v>
                </c:pt>
                <c:pt idx="12786">
                  <c:v>9.564408458412546E-7</c:v>
                </c:pt>
                <c:pt idx="12787">
                  <c:v>4.6006944150471675E-6</c:v>
                </c:pt>
                <c:pt idx="12788">
                  <c:v>1.5134355739714414E-5</c:v>
                </c:pt>
                <c:pt idx="12789">
                  <c:v>3.4798054385994396E-4</c:v>
                </c:pt>
                <c:pt idx="12790">
                  <c:v>5.5045316514017911E-6</c:v>
                </c:pt>
                <c:pt idx="12791">
                  <c:v>1.5494835179240521E-4</c:v>
                </c:pt>
                <c:pt idx="12792">
                  <c:v>2.8267720589336175E-5</c:v>
                </c:pt>
                <c:pt idx="12793">
                  <c:v>1.3777197193363957E-5</c:v>
                </c:pt>
                <c:pt idx="12794">
                  <c:v>1.4072056160049044E-4</c:v>
                </c:pt>
                <c:pt idx="12795">
                  <c:v>1.5550067982074312E-3</c:v>
                </c:pt>
                <c:pt idx="12796">
                  <c:v>9.0587266840343345E-6</c:v>
                </c:pt>
                <c:pt idx="12797">
                  <c:v>5.4040571381455521E-5</c:v>
                </c:pt>
                <c:pt idx="12798">
                  <c:v>0</c:v>
                </c:pt>
                <c:pt idx="12799">
                  <c:v>0</c:v>
                </c:pt>
                <c:pt idx="12800">
                  <c:v>2.190829383687221E-5</c:v>
                </c:pt>
                <c:pt idx="12801">
                  <c:v>8.9950639751044137E-6</c:v>
                </c:pt>
                <c:pt idx="12802">
                  <c:v>4.6290012071697807E-5</c:v>
                </c:pt>
                <c:pt idx="12803">
                  <c:v>2.2099310037271609E-5</c:v>
                </c:pt>
                <c:pt idx="12804">
                  <c:v>4.9087910780307028E-6</c:v>
                </c:pt>
                <c:pt idx="12805">
                  <c:v>2.6946441128485458E-5</c:v>
                </c:pt>
                <c:pt idx="12806">
                  <c:v>1.8589777614473862E-4</c:v>
                </c:pt>
                <c:pt idx="12807">
                  <c:v>0</c:v>
                </c:pt>
                <c:pt idx="12808">
                  <c:v>1.0364626674211821E-4</c:v>
                </c:pt>
                <c:pt idx="12809">
                  <c:v>7.7987572103480697E-7</c:v>
                </c:pt>
                <c:pt idx="12810">
                  <c:v>0</c:v>
                </c:pt>
                <c:pt idx="12811">
                  <c:v>1.1296820711713451E-6</c:v>
                </c:pt>
                <c:pt idx="12812">
                  <c:v>0</c:v>
                </c:pt>
                <c:pt idx="12813">
                  <c:v>1.6716067095157986E-5</c:v>
                </c:pt>
                <c:pt idx="12814">
                  <c:v>0</c:v>
                </c:pt>
                <c:pt idx="12815">
                  <c:v>3.3958411695151381E-5</c:v>
                </c:pt>
                <c:pt idx="12816">
                  <c:v>1.5874917897540578E-6</c:v>
                </c:pt>
                <c:pt idx="12817">
                  <c:v>8.1240598818847727E-5</c:v>
                </c:pt>
                <c:pt idx="12818">
                  <c:v>4.0349347945712006E-5</c:v>
                </c:pt>
                <c:pt idx="12819">
                  <c:v>0</c:v>
                </c:pt>
                <c:pt idx="12820">
                  <c:v>2.6439379759964895E-5</c:v>
                </c:pt>
                <c:pt idx="12821">
                  <c:v>9.337782014348089E-5</c:v>
                </c:pt>
                <c:pt idx="12822">
                  <c:v>2.2036964843075803E-5</c:v>
                </c:pt>
                <c:pt idx="12823">
                  <c:v>0</c:v>
                </c:pt>
                <c:pt idx="12824">
                  <c:v>0</c:v>
                </c:pt>
                <c:pt idx="12825">
                  <c:v>8.5622263238020819E-5</c:v>
                </c:pt>
                <c:pt idx="12826">
                  <c:v>5.3600072503023888E-4</c:v>
                </c:pt>
                <c:pt idx="12827">
                  <c:v>6.2783352159485313E-6</c:v>
                </c:pt>
                <c:pt idx="12828">
                  <c:v>4.8618086508411812E-4</c:v>
                </c:pt>
                <c:pt idx="12829">
                  <c:v>2.3946671453431935E-4</c:v>
                </c:pt>
                <c:pt idx="12830">
                  <c:v>7.4566396877230533E-7</c:v>
                </c:pt>
                <c:pt idx="12831">
                  <c:v>3.3306772992805597E-5</c:v>
                </c:pt>
                <c:pt idx="12832">
                  <c:v>9.6139427618034147E-4</c:v>
                </c:pt>
                <c:pt idx="12833">
                  <c:v>1.7353634127263088E-5</c:v>
                </c:pt>
                <c:pt idx="12834">
                  <c:v>2.2930524226823537E-5</c:v>
                </c:pt>
                <c:pt idx="12835">
                  <c:v>5.7810964964844706E-4</c:v>
                </c:pt>
                <c:pt idx="12836">
                  <c:v>4.7078046538468702E-4</c:v>
                </c:pt>
                <c:pt idx="12837">
                  <c:v>2.8539988870535996E-5</c:v>
                </c:pt>
                <c:pt idx="12838">
                  <c:v>1.5086356943408869E-5</c:v>
                </c:pt>
                <c:pt idx="12839">
                  <c:v>1.2587560811422337E-5</c:v>
                </c:pt>
                <c:pt idx="12840">
                  <c:v>1.7636773192696823E-4</c:v>
                </c:pt>
                <c:pt idx="12841">
                  <c:v>2.2877922389703465E-6</c:v>
                </c:pt>
                <c:pt idx="12842">
                  <c:v>1.3908729876273169E-5</c:v>
                </c:pt>
                <c:pt idx="12843">
                  <c:v>8.8291293696307253E-6</c:v>
                </c:pt>
                <c:pt idx="12844">
                  <c:v>1.7418360009344091E-5</c:v>
                </c:pt>
                <c:pt idx="12845">
                  <c:v>0</c:v>
                </c:pt>
                <c:pt idx="12846">
                  <c:v>4.2137547911468134E-4</c:v>
                </c:pt>
                <c:pt idx="12847">
                  <c:v>1.7933620699925884E-4</c:v>
                </c:pt>
                <c:pt idx="12848">
                  <c:v>4.1449343846610943E-5</c:v>
                </c:pt>
                <c:pt idx="12849">
                  <c:v>0</c:v>
                </c:pt>
                <c:pt idx="12850">
                  <c:v>1.1806346172238101E-6</c:v>
                </c:pt>
                <c:pt idx="12851">
                  <c:v>0</c:v>
                </c:pt>
                <c:pt idx="12852">
                  <c:v>2.1311540917855188E-4</c:v>
                </c:pt>
                <c:pt idx="12853">
                  <c:v>0</c:v>
                </c:pt>
                <c:pt idx="12854">
                  <c:v>1.0475029843226681E-3</c:v>
                </c:pt>
                <c:pt idx="12855">
                  <c:v>0</c:v>
                </c:pt>
                <c:pt idx="12856">
                  <c:v>5.480039544589088E-6</c:v>
                </c:pt>
                <c:pt idx="12857">
                  <c:v>4.1428535607452687E-5</c:v>
                </c:pt>
                <c:pt idx="12858">
                  <c:v>0</c:v>
                </c:pt>
                <c:pt idx="12859">
                  <c:v>3.1603623285057839E-5</c:v>
                </c:pt>
                <c:pt idx="12860">
                  <c:v>2.3201608080907295E-6</c:v>
                </c:pt>
                <c:pt idx="12861">
                  <c:v>1.4663254489404422E-5</c:v>
                </c:pt>
                <c:pt idx="12862">
                  <c:v>2.6082209311837216E-5</c:v>
                </c:pt>
                <c:pt idx="12863">
                  <c:v>1.4228144788543641E-5</c:v>
                </c:pt>
                <c:pt idx="12864">
                  <c:v>0</c:v>
                </c:pt>
                <c:pt idx="12865">
                  <c:v>1.8967381955403606E-3</c:v>
                </c:pt>
                <c:pt idx="12866">
                  <c:v>1.517590674254864E-3</c:v>
                </c:pt>
                <c:pt idx="12867">
                  <c:v>5.490209714687332E-5</c:v>
                </c:pt>
                <c:pt idx="12868">
                  <c:v>4.1479611158017569E-6</c:v>
                </c:pt>
                <c:pt idx="12869">
                  <c:v>3.3612321098333199E-6</c:v>
                </c:pt>
                <c:pt idx="12870">
                  <c:v>1.1784780888390139E-5</c:v>
                </c:pt>
                <c:pt idx="12871">
                  <c:v>5.757074674160551E-7</c:v>
                </c:pt>
                <c:pt idx="12872">
                  <c:v>2.714312853395696E-6</c:v>
                </c:pt>
                <c:pt idx="12873">
                  <c:v>6.0744243846984576E-5</c:v>
                </c:pt>
                <c:pt idx="12874">
                  <c:v>7.1269666092825634E-6</c:v>
                </c:pt>
                <c:pt idx="12875">
                  <c:v>0</c:v>
                </c:pt>
                <c:pt idx="12876">
                  <c:v>8.1853682777734542E-6</c:v>
                </c:pt>
                <c:pt idx="12877">
                  <c:v>8.4944239047029355E-6</c:v>
                </c:pt>
                <c:pt idx="12878">
                  <c:v>0</c:v>
                </c:pt>
                <c:pt idx="12879">
                  <c:v>1.6112365799978193E-5</c:v>
                </c:pt>
                <c:pt idx="12880">
                  <c:v>3.4231833710042005E-6</c:v>
                </c:pt>
                <c:pt idx="12881">
                  <c:v>1.6143156415318029E-7</c:v>
                </c:pt>
                <c:pt idx="12882">
                  <c:v>1.5851338037163404E-5</c:v>
                </c:pt>
                <c:pt idx="12883">
                  <c:v>2.7500075735681613E-5</c:v>
                </c:pt>
                <c:pt idx="12884">
                  <c:v>1.1112379069357502E-5</c:v>
                </c:pt>
                <c:pt idx="12885">
                  <c:v>2.5138009151159616E-5</c:v>
                </c:pt>
                <c:pt idx="12886">
                  <c:v>4.0529421751940575E-4</c:v>
                </c:pt>
                <c:pt idx="12887">
                  <c:v>3.9498900727756147E-4</c:v>
                </c:pt>
                <c:pt idx="12888">
                  <c:v>2.625956406114604E-6</c:v>
                </c:pt>
                <c:pt idx="12889">
                  <c:v>1.8325687339522605E-6</c:v>
                </c:pt>
                <c:pt idx="12890">
                  <c:v>1.979453087133644E-6</c:v>
                </c:pt>
                <c:pt idx="12891">
                  <c:v>1.6810631269421428E-4</c:v>
                </c:pt>
                <c:pt idx="12892">
                  <c:v>1.296161573913153E-5</c:v>
                </c:pt>
                <c:pt idx="12893">
                  <c:v>5.5908220381240472E-5</c:v>
                </c:pt>
                <c:pt idx="12894">
                  <c:v>5.3077904844730854E-5</c:v>
                </c:pt>
                <c:pt idx="12895">
                  <c:v>3.6480058926835223E-5</c:v>
                </c:pt>
                <c:pt idx="12896">
                  <c:v>4.5398042113322027E-7</c:v>
                </c:pt>
                <c:pt idx="12897">
                  <c:v>0</c:v>
                </c:pt>
                <c:pt idx="12898">
                  <c:v>2.5952943412417052E-4</c:v>
                </c:pt>
                <c:pt idx="12899">
                  <c:v>3.5717409177977298E-5</c:v>
                </c:pt>
                <c:pt idx="12900">
                  <c:v>0</c:v>
                </c:pt>
                <c:pt idx="12901">
                  <c:v>1.2071582358253043E-5</c:v>
                </c:pt>
                <c:pt idx="12902">
                  <c:v>9.897805366130048E-6</c:v>
                </c:pt>
                <c:pt idx="12903">
                  <c:v>1.0888146599744107E-5</c:v>
                </c:pt>
                <c:pt idx="12904">
                  <c:v>5.442881266925168E-6</c:v>
                </c:pt>
                <c:pt idx="12905">
                  <c:v>3.9257172268713781E-4</c:v>
                </c:pt>
                <c:pt idx="12906">
                  <c:v>8.6837551749615247E-6</c:v>
                </c:pt>
                <c:pt idx="12907">
                  <c:v>1.1005714388055062E-5</c:v>
                </c:pt>
                <c:pt idx="12908">
                  <c:v>7.7663062550843721E-6</c:v>
                </c:pt>
                <c:pt idx="12909">
                  <c:v>4.2272826640291514E-5</c:v>
                </c:pt>
                <c:pt idx="12910">
                  <c:v>3.5321711019828656E-5</c:v>
                </c:pt>
                <c:pt idx="12911">
                  <c:v>2.3658982672908634E-5</c:v>
                </c:pt>
                <c:pt idx="12912">
                  <c:v>7.6294296846787161E-7</c:v>
                </c:pt>
                <c:pt idx="12913">
                  <c:v>2.6515648979537176E-5</c:v>
                </c:pt>
                <c:pt idx="12914">
                  <c:v>1.9163354208771407E-5</c:v>
                </c:pt>
                <c:pt idx="12915">
                  <c:v>9.2767760396396539E-5</c:v>
                </c:pt>
                <c:pt idx="12916">
                  <c:v>1.1107745807016973E-7</c:v>
                </c:pt>
                <c:pt idx="12917">
                  <c:v>8.6496528937598385E-5</c:v>
                </c:pt>
                <c:pt idx="12918">
                  <c:v>8.6518640829833567E-4</c:v>
                </c:pt>
                <c:pt idx="12919">
                  <c:v>0</c:v>
                </c:pt>
                <c:pt idx="12920">
                  <c:v>4.5176438354775737E-6</c:v>
                </c:pt>
                <c:pt idx="12921">
                  <c:v>5.812568779073374E-5</c:v>
                </c:pt>
                <c:pt idx="12922">
                  <c:v>1.6720907465419878E-5</c:v>
                </c:pt>
                <c:pt idx="12923">
                  <c:v>0</c:v>
                </c:pt>
                <c:pt idx="12924">
                  <c:v>4.1970037499249114E-6</c:v>
                </c:pt>
                <c:pt idx="12925">
                  <c:v>9.9447754672474294E-6</c:v>
                </c:pt>
                <c:pt idx="12926">
                  <c:v>6.5925150985373954E-4</c:v>
                </c:pt>
                <c:pt idx="12927">
                  <c:v>0</c:v>
                </c:pt>
                <c:pt idx="12928">
                  <c:v>1.5273156400853603E-5</c:v>
                </c:pt>
                <c:pt idx="12929">
                  <c:v>1.6694192121070428E-6</c:v>
                </c:pt>
                <c:pt idx="12930">
                  <c:v>8.2872594460581145E-5</c:v>
                </c:pt>
                <c:pt idx="12931">
                  <c:v>1.9716846490064979E-5</c:v>
                </c:pt>
                <c:pt idx="12932">
                  <c:v>4.3431571745495872E-6</c:v>
                </c:pt>
                <c:pt idx="12933">
                  <c:v>0</c:v>
                </c:pt>
                <c:pt idx="12934">
                  <c:v>4.7533051893667444E-5</c:v>
                </c:pt>
                <c:pt idx="12935">
                  <c:v>7.048648054792516E-7</c:v>
                </c:pt>
                <c:pt idx="12936">
                  <c:v>3.0948307527515793E-6</c:v>
                </c:pt>
                <c:pt idx="12937">
                  <c:v>1.4406258329643594E-6</c:v>
                </c:pt>
                <c:pt idx="12938">
                  <c:v>0</c:v>
                </c:pt>
                <c:pt idx="12939">
                  <c:v>3.4236277536261126E-5</c:v>
                </c:pt>
                <c:pt idx="12940">
                  <c:v>3.8640922054299281E-6</c:v>
                </c:pt>
                <c:pt idx="12941">
                  <c:v>1.8733225806096144E-5</c:v>
                </c:pt>
                <c:pt idx="12942">
                  <c:v>0</c:v>
                </c:pt>
                <c:pt idx="12943">
                  <c:v>6.8657211650495402E-6</c:v>
                </c:pt>
                <c:pt idx="12944">
                  <c:v>2.9474216951813883E-6</c:v>
                </c:pt>
                <c:pt idx="12945">
                  <c:v>4.9117125839084965E-6</c:v>
                </c:pt>
                <c:pt idx="12946">
                  <c:v>3.3435042174962124E-6</c:v>
                </c:pt>
                <c:pt idx="12947">
                  <c:v>2.2230864678560607E-5</c:v>
                </c:pt>
                <c:pt idx="12948">
                  <c:v>4.6371364638064237E-5</c:v>
                </c:pt>
                <c:pt idx="12949">
                  <c:v>2.6186015173062669E-5</c:v>
                </c:pt>
                <c:pt idx="12950">
                  <c:v>1.7112127944461888E-5</c:v>
                </c:pt>
                <c:pt idx="12951">
                  <c:v>1.4693973770085985E-5</c:v>
                </c:pt>
                <c:pt idx="12952">
                  <c:v>1.0655229422915184E-5</c:v>
                </c:pt>
                <c:pt idx="12953">
                  <c:v>3.1978678108931389E-6</c:v>
                </c:pt>
                <c:pt idx="12954">
                  <c:v>2.0359716435862496E-4</c:v>
                </c:pt>
                <c:pt idx="12955">
                  <c:v>1.261079903799832E-6</c:v>
                </c:pt>
                <c:pt idx="12956">
                  <c:v>4.6478568174578476E-5</c:v>
                </c:pt>
                <c:pt idx="12957">
                  <c:v>6.9689008973531861E-6</c:v>
                </c:pt>
                <c:pt idx="12958">
                  <c:v>1.7966334798768855E-5</c:v>
                </c:pt>
                <c:pt idx="12959">
                  <c:v>5.5456587134131841E-6</c:v>
                </c:pt>
                <c:pt idx="12960">
                  <c:v>0</c:v>
                </c:pt>
                <c:pt idx="12961">
                  <c:v>1.3157303960130301E-5</c:v>
                </c:pt>
                <c:pt idx="12962">
                  <c:v>7.0809896469417782E-6</c:v>
                </c:pt>
                <c:pt idx="12963">
                  <c:v>3.2286430358048609E-7</c:v>
                </c:pt>
                <c:pt idx="12964">
                  <c:v>7.9086320918040156E-5</c:v>
                </c:pt>
                <c:pt idx="12965">
                  <c:v>2.4262628924742483E-4</c:v>
                </c:pt>
                <c:pt idx="12966">
                  <c:v>4.6075486826735993E-6</c:v>
                </c:pt>
                <c:pt idx="12967">
                  <c:v>0</c:v>
                </c:pt>
                <c:pt idx="12968">
                  <c:v>4.8257301835112237E-7</c:v>
                </c:pt>
                <c:pt idx="12969">
                  <c:v>7.3595466757331437E-5</c:v>
                </c:pt>
                <c:pt idx="12970">
                  <c:v>1.1566121964264006E-5</c:v>
                </c:pt>
                <c:pt idx="12971">
                  <c:v>1.3915150669867971E-5</c:v>
                </c:pt>
                <c:pt idx="12972">
                  <c:v>1.4659510395540588E-6</c:v>
                </c:pt>
                <c:pt idx="12973">
                  <c:v>4.776623131835682E-5</c:v>
                </c:pt>
                <c:pt idx="12974">
                  <c:v>1.9193155460476734E-5</c:v>
                </c:pt>
                <c:pt idx="12975">
                  <c:v>1.5043534765947137E-3</c:v>
                </c:pt>
                <c:pt idx="12976">
                  <c:v>8.8717787227397024E-5</c:v>
                </c:pt>
                <c:pt idx="12977">
                  <c:v>2.3159498196974356E-5</c:v>
                </c:pt>
                <c:pt idx="12978">
                  <c:v>2.110086419160851E-5</c:v>
                </c:pt>
                <c:pt idx="12979">
                  <c:v>4.6304178130461874E-5</c:v>
                </c:pt>
                <c:pt idx="12980">
                  <c:v>1.1450976906608801E-4</c:v>
                </c:pt>
                <c:pt idx="12981">
                  <c:v>1.3907387309635965E-5</c:v>
                </c:pt>
                <c:pt idx="12982">
                  <c:v>1.0231623734008003E-5</c:v>
                </c:pt>
                <c:pt idx="12983">
                  <c:v>6.1188980358242134E-5</c:v>
                </c:pt>
                <c:pt idx="12984">
                  <c:v>3.9883605918197538E-7</c:v>
                </c:pt>
                <c:pt idx="12985">
                  <c:v>1.7086969858978317E-5</c:v>
                </c:pt>
                <c:pt idx="12986">
                  <c:v>2.996353774976916E-5</c:v>
                </c:pt>
                <c:pt idx="12987">
                  <c:v>1.9237539865347004E-4</c:v>
                </c:pt>
                <c:pt idx="12988">
                  <c:v>1.3945804041538395E-4</c:v>
                </c:pt>
                <c:pt idx="12989">
                  <c:v>1.8434895733919902E-4</c:v>
                </c:pt>
                <c:pt idx="12990">
                  <c:v>8.9175381729997569E-6</c:v>
                </c:pt>
                <c:pt idx="12991">
                  <c:v>8.251468313784036E-7</c:v>
                </c:pt>
                <c:pt idx="12992">
                  <c:v>1.0316297262811045E-5</c:v>
                </c:pt>
                <c:pt idx="12993">
                  <c:v>1.8313156422313073E-5</c:v>
                </c:pt>
                <c:pt idx="12994">
                  <c:v>2.1506659148081105E-5</c:v>
                </c:pt>
                <c:pt idx="12995">
                  <c:v>0</c:v>
                </c:pt>
                <c:pt idx="12996">
                  <c:v>2.8870263086991321E-7</c:v>
                </c:pt>
                <c:pt idx="12997">
                  <c:v>3.1257834640468601E-4</c:v>
                </c:pt>
                <c:pt idx="12998">
                  <c:v>4.4204043118679904E-6</c:v>
                </c:pt>
                <c:pt idx="12999">
                  <c:v>1.3382507630739259E-5</c:v>
                </c:pt>
                <c:pt idx="13000">
                  <c:v>6.4822868930006021E-4</c:v>
                </c:pt>
                <c:pt idx="13001">
                  <c:v>3.4937760885372141E-6</c:v>
                </c:pt>
                <c:pt idx="13002">
                  <c:v>7.2954834656499982E-5</c:v>
                </c:pt>
                <c:pt idx="13003">
                  <c:v>7.9890269591592657E-5</c:v>
                </c:pt>
                <c:pt idx="13004">
                  <c:v>1.3338720113802896E-3</c:v>
                </c:pt>
                <c:pt idx="13005">
                  <c:v>0</c:v>
                </c:pt>
                <c:pt idx="13006">
                  <c:v>0</c:v>
                </c:pt>
                <c:pt idx="13007">
                  <c:v>1.6674064250126781E-4</c:v>
                </c:pt>
                <c:pt idx="13008">
                  <c:v>4.7824710908076772E-5</c:v>
                </c:pt>
                <c:pt idx="13009">
                  <c:v>0</c:v>
                </c:pt>
                <c:pt idx="13010">
                  <c:v>1.4802890683562239E-5</c:v>
                </c:pt>
                <c:pt idx="13011">
                  <c:v>0</c:v>
                </c:pt>
                <c:pt idx="13012">
                  <c:v>1.6661618710525454E-6</c:v>
                </c:pt>
                <c:pt idx="13013">
                  <c:v>1.8854414471153661E-4</c:v>
                </c:pt>
                <c:pt idx="13014">
                  <c:v>1.3042660277651773E-5</c:v>
                </c:pt>
                <c:pt idx="13015">
                  <c:v>2.3290434756648316E-7</c:v>
                </c:pt>
                <c:pt idx="13016">
                  <c:v>7.0292837120891165E-7</c:v>
                </c:pt>
                <c:pt idx="13017">
                  <c:v>7.3222169731890726E-6</c:v>
                </c:pt>
                <c:pt idx="13018">
                  <c:v>8.7287880649182276E-4</c:v>
                </c:pt>
                <c:pt idx="13019">
                  <c:v>1.4558839803826525E-5</c:v>
                </c:pt>
                <c:pt idx="13020">
                  <c:v>4.0848416120640142E-5</c:v>
                </c:pt>
                <c:pt idx="13021">
                  <c:v>1.2602267081642103E-5</c:v>
                </c:pt>
                <c:pt idx="13022">
                  <c:v>1.3286096142518579E-5</c:v>
                </c:pt>
                <c:pt idx="13023">
                  <c:v>1.0841951313724364E-5</c:v>
                </c:pt>
                <c:pt idx="13024">
                  <c:v>6.5291396316596237E-6</c:v>
                </c:pt>
                <c:pt idx="13025">
                  <c:v>5.8154094660450698E-4</c:v>
                </c:pt>
                <c:pt idx="13026">
                  <c:v>8.2054521393185697E-7</c:v>
                </c:pt>
                <c:pt idx="13027">
                  <c:v>0</c:v>
                </c:pt>
                <c:pt idx="13028">
                  <c:v>3.8638351835836241E-5</c:v>
                </c:pt>
                <c:pt idx="13029">
                  <c:v>1.736633480275845E-5</c:v>
                </c:pt>
                <c:pt idx="13030">
                  <c:v>2.8589717777094722E-5</c:v>
                </c:pt>
                <c:pt idx="13031">
                  <c:v>3.1652288821947606E-7</c:v>
                </c:pt>
                <c:pt idx="13032">
                  <c:v>1.3448095231738397E-6</c:v>
                </c:pt>
                <c:pt idx="13033">
                  <c:v>0</c:v>
                </c:pt>
                <c:pt idx="13034">
                  <c:v>2.9008607834695101E-6</c:v>
                </c:pt>
                <c:pt idx="13035">
                  <c:v>4.7978826401609918E-5</c:v>
                </c:pt>
                <c:pt idx="13036">
                  <c:v>4.0652098476489634E-5</c:v>
                </c:pt>
                <c:pt idx="13037">
                  <c:v>1.6330607310752988E-5</c:v>
                </c:pt>
                <c:pt idx="13038">
                  <c:v>8.3849176006611493E-6</c:v>
                </c:pt>
                <c:pt idx="13039">
                  <c:v>1.0792276151919777E-4</c:v>
                </c:pt>
                <c:pt idx="13040">
                  <c:v>5.3292249104950132E-5</c:v>
                </c:pt>
                <c:pt idx="13041">
                  <c:v>2.706670845602951E-5</c:v>
                </c:pt>
                <c:pt idx="13042">
                  <c:v>1.6524180281291868E-4</c:v>
                </c:pt>
                <c:pt idx="13043">
                  <c:v>2.6681368858477325E-5</c:v>
                </c:pt>
                <c:pt idx="13044">
                  <c:v>7.1687077409589813E-5</c:v>
                </c:pt>
                <c:pt idx="13045">
                  <c:v>4.9069667437305902E-4</c:v>
                </c:pt>
                <c:pt idx="13046">
                  <c:v>1.0660225185161931E-6</c:v>
                </c:pt>
                <c:pt idx="13047">
                  <c:v>0</c:v>
                </c:pt>
                <c:pt idx="13048">
                  <c:v>1.0671040130201611E-5</c:v>
                </c:pt>
                <c:pt idx="13049">
                  <c:v>3.3620753727510856E-4</c:v>
                </c:pt>
                <c:pt idx="13050">
                  <c:v>9.0009359812475548E-5</c:v>
                </c:pt>
                <c:pt idx="13051">
                  <c:v>4.5258214022152024E-5</c:v>
                </c:pt>
                <c:pt idx="13052">
                  <c:v>2.3256371009736051E-5</c:v>
                </c:pt>
                <c:pt idx="13053">
                  <c:v>4.1283196061493163E-5</c:v>
                </c:pt>
                <c:pt idx="13054">
                  <c:v>5.4401774277008236E-6</c:v>
                </c:pt>
                <c:pt idx="13055">
                  <c:v>9.3505883855791863E-6</c:v>
                </c:pt>
                <c:pt idx="13056">
                  <c:v>1.0724352412458883E-5</c:v>
                </c:pt>
                <c:pt idx="13057">
                  <c:v>7.7837855580625804E-4</c:v>
                </c:pt>
                <c:pt idx="13058">
                  <c:v>1.7113040001649332E-5</c:v>
                </c:pt>
                <c:pt idx="13059">
                  <c:v>4.929740720977914E-5</c:v>
                </c:pt>
                <c:pt idx="13060">
                  <c:v>6.0252305610449561E-4</c:v>
                </c:pt>
                <c:pt idx="13061">
                  <c:v>0</c:v>
                </c:pt>
                <c:pt idx="13062">
                  <c:v>1.9545985663576308E-5</c:v>
                </c:pt>
                <c:pt idx="13063">
                  <c:v>4.8122810167442903E-5</c:v>
                </c:pt>
                <c:pt idx="13064">
                  <c:v>1.4149826526677287E-4</c:v>
                </c:pt>
                <c:pt idx="13065">
                  <c:v>5.3819405346516148E-6</c:v>
                </c:pt>
                <c:pt idx="13066">
                  <c:v>7.8415061222447536E-5</c:v>
                </c:pt>
                <c:pt idx="13067">
                  <c:v>3.5771593042589918E-6</c:v>
                </c:pt>
                <c:pt idx="13068">
                  <c:v>2.1342577531062656E-5</c:v>
                </c:pt>
                <c:pt idx="13069">
                  <c:v>1.8737474882838277E-5</c:v>
                </c:pt>
                <c:pt idx="13070">
                  <c:v>1.7500436061445909E-4</c:v>
                </c:pt>
                <c:pt idx="13071">
                  <c:v>6.682305979866852E-5</c:v>
                </c:pt>
                <c:pt idx="13072">
                  <c:v>4.693022601271629E-6</c:v>
                </c:pt>
                <c:pt idx="13073">
                  <c:v>3.0093319855765615E-7</c:v>
                </c:pt>
                <c:pt idx="13074">
                  <c:v>3.9876235709218815E-5</c:v>
                </c:pt>
                <c:pt idx="13075">
                  <c:v>3.9675586118665743E-5</c:v>
                </c:pt>
                <c:pt idx="13076">
                  <c:v>1.198955639221856E-5</c:v>
                </c:pt>
                <c:pt idx="13077">
                  <c:v>3.4149441286795585E-5</c:v>
                </c:pt>
                <c:pt idx="13078">
                  <c:v>8.8211948852229809E-6</c:v>
                </c:pt>
                <c:pt idx="13079">
                  <c:v>5.0506063684434224E-6</c:v>
                </c:pt>
                <c:pt idx="13080">
                  <c:v>4.7843331568799512E-5</c:v>
                </c:pt>
                <c:pt idx="13081">
                  <c:v>4.7815607252564702E-5</c:v>
                </c:pt>
                <c:pt idx="13082">
                  <c:v>6.6020969455829533E-5</c:v>
                </c:pt>
                <c:pt idx="13083">
                  <c:v>1.2391614116978081E-5</c:v>
                </c:pt>
                <c:pt idx="13084">
                  <c:v>1.2624141486767745E-5</c:v>
                </c:pt>
                <c:pt idx="13085">
                  <c:v>9.1343045130999242E-6</c:v>
                </c:pt>
                <c:pt idx="13086">
                  <c:v>3.8062319821597096E-6</c:v>
                </c:pt>
                <c:pt idx="13087">
                  <c:v>3.9536339070525464E-5</c:v>
                </c:pt>
                <c:pt idx="13088">
                  <c:v>1.7441332939045396E-7</c:v>
                </c:pt>
                <c:pt idx="13089">
                  <c:v>3.6479554004781859E-4</c:v>
                </c:pt>
                <c:pt idx="13090">
                  <c:v>7.3406886005773097E-5</c:v>
                </c:pt>
                <c:pt idx="13091">
                  <c:v>0</c:v>
                </c:pt>
                <c:pt idx="13092">
                  <c:v>2.10462677764095E-5</c:v>
                </c:pt>
                <c:pt idx="13093">
                  <c:v>3.7990770029043364E-5</c:v>
                </c:pt>
                <c:pt idx="13094">
                  <c:v>2.9700895695459499E-6</c:v>
                </c:pt>
                <c:pt idx="13095">
                  <c:v>2.269682396924809E-4</c:v>
                </c:pt>
                <c:pt idx="13096">
                  <c:v>4.1699947016084433E-6</c:v>
                </c:pt>
                <c:pt idx="13097">
                  <c:v>2.6863072595256383E-6</c:v>
                </c:pt>
                <c:pt idx="13098">
                  <c:v>1.7569055670376026E-4</c:v>
                </c:pt>
                <c:pt idx="13099">
                  <c:v>1.9357970991570054E-5</c:v>
                </c:pt>
                <c:pt idx="13100">
                  <c:v>2.7691039627821054E-5</c:v>
                </c:pt>
                <c:pt idx="13101">
                  <c:v>0</c:v>
                </c:pt>
                <c:pt idx="13102">
                  <c:v>3.4477549318970298E-5</c:v>
                </c:pt>
                <c:pt idx="13103">
                  <c:v>3.0674849981614708E-7</c:v>
                </c:pt>
                <c:pt idx="13104">
                  <c:v>8.1322014699593043E-5</c:v>
                </c:pt>
                <c:pt idx="13105">
                  <c:v>3.0103274097808147E-5</c:v>
                </c:pt>
                <c:pt idx="13106">
                  <c:v>6.1278698281864578E-6</c:v>
                </c:pt>
                <c:pt idx="13107">
                  <c:v>2.4456130640443754E-4</c:v>
                </c:pt>
                <c:pt idx="13108">
                  <c:v>2.4894794486654768E-5</c:v>
                </c:pt>
                <c:pt idx="13109">
                  <c:v>7.5834931177039291E-6</c:v>
                </c:pt>
                <c:pt idx="13110">
                  <c:v>6.1650444064387789E-6</c:v>
                </c:pt>
                <c:pt idx="13111">
                  <c:v>1.2842681237785184E-4</c:v>
                </c:pt>
                <c:pt idx="13112">
                  <c:v>1.5895625846338603E-5</c:v>
                </c:pt>
                <c:pt idx="13113">
                  <c:v>2.5846845447981571E-5</c:v>
                </c:pt>
                <c:pt idx="13114">
                  <c:v>1.2413760303569356E-5</c:v>
                </c:pt>
                <c:pt idx="13115">
                  <c:v>1.2393144565552041E-5</c:v>
                </c:pt>
                <c:pt idx="13116">
                  <c:v>4.4310999494005512E-6</c:v>
                </c:pt>
                <c:pt idx="13117">
                  <c:v>5.488695557707338E-4</c:v>
                </c:pt>
                <c:pt idx="13118">
                  <c:v>6.2886804431075079E-6</c:v>
                </c:pt>
                <c:pt idx="13119">
                  <c:v>1.6570925390986698E-4</c:v>
                </c:pt>
                <c:pt idx="13120">
                  <c:v>5.5881103971998509E-6</c:v>
                </c:pt>
                <c:pt idx="13121">
                  <c:v>9.789900877294818E-5</c:v>
                </c:pt>
                <c:pt idx="13122">
                  <c:v>8.2521843962857707E-5</c:v>
                </c:pt>
                <c:pt idx="13123">
                  <c:v>1.2721489693062844E-5</c:v>
                </c:pt>
                <c:pt idx="13124">
                  <c:v>4.4784398773145598E-5</c:v>
                </c:pt>
                <c:pt idx="13125">
                  <c:v>8.9380652503296391E-5</c:v>
                </c:pt>
                <c:pt idx="13126">
                  <c:v>2.3442097314753424E-5</c:v>
                </c:pt>
                <c:pt idx="13127">
                  <c:v>6.5774409012628424E-5</c:v>
                </c:pt>
                <c:pt idx="13128">
                  <c:v>2.1369645762240405E-6</c:v>
                </c:pt>
                <c:pt idx="13129">
                  <c:v>1.7675438848242528E-5</c:v>
                </c:pt>
                <c:pt idx="13130">
                  <c:v>2.1226904772754489E-5</c:v>
                </c:pt>
                <c:pt idx="13131">
                  <c:v>3.4941810471313024E-5</c:v>
                </c:pt>
                <c:pt idx="13132">
                  <c:v>2.4607223389689779E-5</c:v>
                </c:pt>
                <c:pt idx="13133">
                  <c:v>3.272654622281904E-6</c:v>
                </c:pt>
                <c:pt idx="13134">
                  <c:v>7.1624465878824102E-5</c:v>
                </c:pt>
                <c:pt idx="13135">
                  <c:v>0</c:v>
                </c:pt>
                <c:pt idx="13136">
                  <c:v>6.8716710122207487E-6</c:v>
                </c:pt>
                <c:pt idx="13137">
                  <c:v>4.8351348069423773E-5</c:v>
                </c:pt>
                <c:pt idx="13138">
                  <c:v>5.9618138115189523E-5</c:v>
                </c:pt>
                <c:pt idx="13139">
                  <c:v>1.2524466715205861E-4</c:v>
                </c:pt>
                <c:pt idx="13140">
                  <c:v>3.670007901047631E-7</c:v>
                </c:pt>
                <c:pt idx="13141">
                  <c:v>9.9338825512361085E-6</c:v>
                </c:pt>
                <c:pt idx="13142">
                  <c:v>6.6073612948267515E-8</c:v>
                </c:pt>
                <c:pt idx="13143">
                  <c:v>0</c:v>
                </c:pt>
                <c:pt idx="13144">
                  <c:v>2.1779128822708896E-7</c:v>
                </c:pt>
                <c:pt idx="13145">
                  <c:v>2.1491755652632208E-5</c:v>
                </c:pt>
                <c:pt idx="13146">
                  <c:v>5.4973805019855114E-6</c:v>
                </c:pt>
                <c:pt idx="13147">
                  <c:v>3.3743526096409906E-3</c:v>
                </c:pt>
                <c:pt idx="13148">
                  <c:v>1.549030640010278E-4</c:v>
                </c:pt>
                <c:pt idx="13149">
                  <c:v>0</c:v>
                </c:pt>
                <c:pt idx="13150">
                  <c:v>9.4969408291654631E-6</c:v>
                </c:pt>
                <c:pt idx="13151">
                  <c:v>1.6831741063510037E-7</c:v>
                </c:pt>
                <c:pt idx="13152">
                  <c:v>2.2986207163877158E-5</c:v>
                </c:pt>
                <c:pt idx="13153">
                  <c:v>2.76690983392356E-4</c:v>
                </c:pt>
                <c:pt idx="13154">
                  <c:v>1.4088385352619951E-5</c:v>
                </c:pt>
                <c:pt idx="13155">
                  <c:v>0</c:v>
                </c:pt>
                <c:pt idx="13156">
                  <c:v>1.8296762056281023E-5</c:v>
                </c:pt>
                <c:pt idx="13157">
                  <c:v>1.8093607067603976E-4</c:v>
                </c:pt>
                <c:pt idx="13158">
                  <c:v>4.3625562346155785E-6</c:v>
                </c:pt>
                <c:pt idx="13159">
                  <c:v>7.5529521695483674E-6</c:v>
                </c:pt>
                <c:pt idx="13160">
                  <c:v>3.7398272834548607E-7</c:v>
                </c:pt>
                <c:pt idx="13161">
                  <c:v>6.0229862933977031E-6</c:v>
                </c:pt>
                <c:pt idx="13162">
                  <c:v>1.3418125292758625E-4</c:v>
                </c:pt>
                <c:pt idx="13163">
                  <c:v>1.1087379387837858E-5</c:v>
                </c:pt>
                <c:pt idx="13164">
                  <c:v>3.3708494684344032E-4</c:v>
                </c:pt>
                <c:pt idx="13165">
                  <c:v>9.8064480979268215E-5</c:v>
                </c:pt>
                <c:pt idx="13166">
                  <c:v>1.8292005865010126E-4</c:v>
                </c:pt>
                <c:pt idx="13167">
                  <c:v>2.5715192347751476E-7</c:v>
                </c:pt>
                <c:pt idx="13168">
                  <c:v>0</c:v>
                </c:pt>
                <c:pt idx="13169">
                  <c:v>0</c:v>
                </c:pt>
                <c:pt idx="13170">
                  <c:v>5.3687097565095464E-6</c:v>
                </c:pt>
                <c:pt idx="13171">
                  <c:v>1.249968916398114E-6</c:v>
                </c:pt>
                <c:pt idx="13172">
                  <c:v>3.8780903426948102E-6</c:v>
                </c:pt>
                <c:pt idx="13173">
                  <c:v>3.4132533686545123E-6</c:v>
                </c:pt>
                <c:pt idx="13174">
                  <c:v>6.6942981932762438E-6</c:v>
                </c:pt>
                <c:pt idx="13175">
                  <c:v>7.3903338263305973E-4</c:v>
                </c:pt>
                <c:pt idx="13176">
                  <c:v>2.8938380730395891E-6</c:v>
                </c:pt>
                <c:pt idx="13177">
                  <c:v>2.8954209113209682E-4</c:v>
                </c:pt>
                <c:pt idx="13178">
                  <c:v>2.0022556081236156E-7</c:v>
                </c:pt>
                <c:pt idx="13179">
                  <c:v>5.1590148075823022E-6</c:v>
                </c:pt>
                <c:pt idx="13180">
                  <c:v>4.2252697698797817E-7</c:v>
                </c:pt>
                <c:pt idx="13181">
                  <c:v>0</c:v>
                </c:pt>
                <c:pt idx="13182">
                  <c:v>1.7984485209130008E-5</c:v>
                </c:pt>
                <c:pt idx="13183">
                  <c:v>1.9860555864058689E-6</c:v>
                </c:pt>
                <c:pt idx="13184">
                  <c:v>1.5932954047337191E-6</c:v>
                </c:pt>
                <c:pt idx="13185">
                  <c:v>1.5903501325682908E-5</c:v>
                </c:pt>
                <c:pt idx="13186">
                  <c:v>1.0269196068850474E-7</c:v>
                </c:pt>
                <c:pt idx="13187">
                  <c:v>4.6602712605272336E-5</c:v>
                </c:pt>
                <c:pt idx="13188">
                  <c:v>8.3619936906312257E-5</c:v>
                </c:pt>
                <c:pt idx="13189">
                  <c:v>2.8327106774201692E-5</c:v>
                </c:pt>
                <c:pt idx="13190">
                  <c:v>7.9997340579362425E-6</c:v>
                </c:pt>
                <c:pt idx="13191">
                  <c:v>8.6687455147553072E-6</c:v>
                </c:pt>
                <c:pt idx="13192">
                  <c:v>9.6598541357985985E-5</c:v>
                </c:pt>
                <c:pt idx="13193">
                  <c:v>2.3215783737629324E-5</c:v>
                </c:pt>
                <c:pt idx="13194">
                  <c:v>1.1228155734853903E-5</c:v>
                </c:pt>
                <c:pt idx="13195">
                  <c:v>0</c:v>
                </c:pt>
                <c:pt idx="13196">
                  <c:v>2.6043837222616221E-4</c:v>
                </c:pt>
                <c:pt idx="13197">
                  <c:v>6.6822491741219321E-7</c:v>
                </c:pt>
                <c:pt idx="13198">
                  <c:v>1.4070344343949272E-6</c:v>
                </c:pt>
                <c:pt idx="13199">
                  <c:v>2.6781976463181363E-5</c:v>
                </c:pt>
                <c:pt idx="13200">
                  <c:v>5.9898015843367574E-5</c:v>
                </c:pt>
                <c:pt idx="13201">
                  <c:v>4.9493723477449433E-5</c:v>
                </c:pt>
                <c:pt idx="13202">
                  <c:v>2.5915761397496289E-5</c:v>
                </c:pt>
                <c:pt idx="13203">
                  <c:v>0</c:v>
                </c:pt>
                <c:pt idx="13204">
                  <c:v>2.1935901484111859E-5</c:v>
                </c:pt>
                <c:pt idx="13205">
                  <c:v>2.6134845394069922E-4</c:v>
                </c:pt>
                <c:pt idx="13206">
                  <c:v>8.3984354565850836E-6</c:v>
                </c:pt>
                <c:pt idx="13207">
                  <c:v>1.2211832129366481E-5</c:v>
                </c:pt>
                <c:pt idx="13208">
                  <c:v>2.8035758165858496E-5</c:v>
                </c:pt>
                <c:pt idx="13209">
                  <c:v>2.0687317898110048E-5</c:v>
                </c:pt>
                <c:pt idx="13210">
                  <c:v>2.5559031604707144E-6</c:v>
                </c:pt>
                <c:pt idx="13211">
                  <c:v>6.8721733513135339E-6</c:v>
                </c:pt>
                <c:pt idx="13212">
                  <c:v>2.3150629990890598E-4</c:v>
                </c:pt>
                <c:pt idx="13213">
                  <c:v>0</c:v>
                </c:pt>
                <c:pt idx="13214">
                  <c:v>0</c:v>
                </c:pt>
                <c:pt idx="13215">
                  <c:v>1.6854827300399083E-4</c:v>
                </c:pt>
                <c:pt idx="13216">
                  <c:v>0</c:v>
                </c:pt>
                <c:pt idx="13217">
                  <c:v>2.6297531552449869E-5</c:v>
                </c:pt>
                <c:pt idx="13218">
                  <c:v>4.2663878144157303E-7</c:v>
                </c:pt>
                <c:pt idx="13219">
                  <c:v>4.4992038835869842E-5</c:v>
                </c:pt>
                <c:pt idx="13220">
                  <c:v>1.4824621490472764E-5</c:v>
                </c:pt>
                <c:pt idx="13221">
                  <c:v>1.3587274695511033E-4</c:v>
                </c:pt>
                <c:pt idx="13222">
                  <c:v>6.6624298976229829E-6</c:v>
                </c:pt>
                <c:pt idx="13223">
                  <c:v>1.9121178728430756E-5</c:v>
                </c:pt>
                <c:pt idx="13224">
                  <c:v>0</c:v>
                </c:pt>
                <c:pt idx="13225">
                  <c:v>3.5581925951463654E-5</c:v>
                </c:pt>
                <c:pt idx="13226">
                  <c:v>2.2883581405290497E-5</c:v>
                </c:pt>
                <c:pt idx="13227">
                  <c:v>1.0590742123467761E-6</c:v>
                </c:pt>
                <c:pt idx="13228">
                  <c:v>2.0094183096016651E-5</c:v>
                </c:pt>
                <c:pt idx="13229">
                  <c:v>1.0025218656135708E-5</c:v>
                </c:pt>
                <c:pt idx="13230">
                  <c:v>0</c:v>
                </c:pt>
                <c:pt idx="13231">
                  <c:v>7.505072083285258E-7</c:v>
                </c:pt>
                <c:pt idx="13232">
                  <c:v>8.331159841894823E-7</c:v>
                </c:pt>
                <c:pt idx="13233">
                  <c:v>7.7488827538571447E-7</c:v>
                </c:pt>
                <c:pt idx="13234">
                  <c:v>1.3603865532288077E-5</c:v>
                </c:pt>
                <c:pt idx="13235">
                  <c:v>2.1788195996441015E-6</c:v>
                </c:pt>
                <c:pt idx="13236">
                  <c:v>4.5816758942477899E-6</c:v>
                </c:pt>
                <c:pt idx="13237">
                  <c:v>0</c:v>
                </c:pt>
                <c:pt idx="13238">
                  <c:v>8.4253616650619844E-4</c:v>
                </c:pt>
                <c:pt idx="13239">
                  <c:v>7.3198624492335546E-6</c:v>
                </c:pt>
                <c:pt idx="13240">
                  <c:v>7.0564793499337349E-6</c:v>
                </c:pt>
                <c:pt idx="13241">
                  <c:v>2.4430502676290105E-6</c:v>
                </c:pt>
                <c:pt idx="13242">
                  <c:v>1.9992482189952972E-5</c:v>
                </c:pt>
                <c:pt idx="13243">
                  <c:v>1.1910862582346585E-5</c:v>
                </c:pt>
                <c:pt idx="13244">
                  <c:v>1.492514047540559E-5</c:v>
                </c:pt>
                <c:pt idx="13245">
                  <c:v>8.5049093842141704E-6</c:v>
                </c:pt>
                <c:pt idx="13246">
                  <c:v>2.5197436797125452E-6</c:v>
                </c:pt>
                <c:pt idx="13247">
                  <c:v>1.2619339608231476E-5</c:v>
                </c:pt>
                <c:pt idx="13248">
                  <c:v>8.0870861107352541E-6</c:v>
                </c:pt>
                <c:pt idx="13249">
                  <c:v>7.1388619398241236E-5</c:v>
                </c:pt>
                <c:pt idx="13250">
                  <c:v>4.5221344212813722E-5</c:v>
                </c:pt>
                <c:pt idx="13251">
                  <c:v>5.3515398028261763E-7</c:v>
                </c:pt>
                <c:pt idx="13252">
                  <c:v>4.9695134918624908E-6</c:v>
                </c:pt>
                <c:pt idx="13253">
                  <c:v>1.0635082980099678E-4</c:v>
                </c:pt>
                <c:pt idx="13254">
                  <c:v>9.5376841696960369E-5</c:v>
                </c:pt>
                <c:pt idx="13255">
                  <c:v>1.1642826455079932E-5</c:v>
                </c:pt>
                <c:pt idx="13256">
                  <c:v>5.6384493741486587E-5</c:v>
                </c:pt>
                <c:pt idx="13257">
                  <c:v>3.7544180827717229E-7</c:v>
                </c:pt>
                <c:pt idx="13258">
                  <c:v>2.2606985871695305E-5</c:v>
                </c:pt>
                <c:pt idx="13259">
                  <c:v>2.6972784562671102E-5</c:v>
                </c:pt>
                <c:pt idx="13260">
                  <c:v>2.2127058667576256E-5</c:v>
                </c:pt>
                <c:pt idx="13261">
                  <c:v>1.4085560355343821E-5</c:v>
                </c:pt>
                <c:pt idx="13262">
                  <c:v>1.9952600937513408E-6</c:v>
                </c:pt>
                <c:pt idx="13263">
                  <c:v>1.7208849339364375E-5</c:v>
                </c:pt>
                <c:pt idx="13264">
                  <c:v>5.8052579444003846E-5</c:v>
                </c:pt>
                <c:pt idx="13265">
                  <c:v>9.3822624956796075E-6</c:v>
                </c:pt>
                <c:pt idx="13266">
                  <c:v>7.4307100665731276E-6</c:v>
                </c:pt>
                <c:pt idx="13267">
                  <c:v>1.4214870894235394E-5</c:v>
                </c:pt>
                <c:pt idx="13268">
                  <c:v>1.3678334659598924E-5</c:v>
                </c:pt>
                <c:pt idx="13269">
                  <c:v>4.0200565247946832E-5</c:v>
                </c:pt>
                <c:pt idx="13270">
                  <c:v>3.6370079536010244E-5</c:v>
                </c:pt>
                <c:pt idx="13271">
                  <c:v>7.9080251348256602E-7</c:v>
                </c:pt>
                <c:pt idx="13272">
                  <c:v>5.0213966853447956E-8</c:v>
                </c:pt>
                <c:pt idx="13273">
                  <c:v>4.9806749257077231E-6</c:v>
                </c:pt>
                <c:pt idx="13274">
                  <c:v>0</c:v>
                </c:pt>
                <c:pt idx="13275">
                  <c:v>5.1320691488856629E-5</c:v>
                </c:pt>
                <c:pt idx="13276">
                  <c:v>6.5307708441739574E-7</c:v>
                </c:pt>
                <c:pt idx="13277">
                  <c:v>1.0033843340038984E-5</c:v>
                </c:pt>
                <c:pt idx="13278">
                  <c:v>4.5893853819103516E-5</c:v>
                </c:pt>
                <c:pt idx="13279">
                  <c:v>2.2736671783077236E-5</c:v>
                </c:pt>
                <c:pt idx="13280">
                  <c:v>1.1159117240695928E-5</c:v>
                </c:pt>
                <c:pt idx="13281">
                  <c:v>1.3564331759293829E-5</c:v>
                </c:pt>
                <c:pt idx="13282">
                  <c:v>1.505634385994147E-5</c:v>
                </c:pt>
                <c:pt idx="13283">
                  <c:v>5.6243803481432284E-6</c:v>
                </c:pt>
                <c:pt idx="13284">
                  <c:v>1.7496161537350875E-5</c:v>
                </c:pt>
                <c:pt idx="13285">
                  <c:v>1.2667698719468688E-5</c:v>
                </c:pt>
                <c:pt idx="13286">
                  <c:v>1.5549982644920407E-4</c:v>
                </c:pt>
                <c:pt idx="13287">
                  <c:v>1.8772114061922171E-4</c:v>
                </c:pt>
                <c:pt idx="13288">
                  <c:v>1.4509544414701103E-5</c:v>
                </c:pt>
                <c:pt idx="13289">
                  <c:v>0</c:v>
                </c:pt>
                <c:pt idx="13290">
                  <c:v>3.6585646052896453E-4</c:v>
                </c:pt>
                <c:pt idx="13291">
                  <c:v>6.9182668407816471E-5</c:v>
                </c:pt>
                <c:pt idx="13292">
                  <c:v>1.2526935047607664E-4</c:v>
                </c:pt>
                <c:pt idx="13293">
                  <c:v>6.4030326446393919E-5</c:v>
                </c:pt>
                <c:pt idx="13294">
                  <c:v>1.5263250976662665E-4</c:v>
                </c:pt>
                <c:pt idx="13295">
                  <c:v>7.0890041846276787E-6</c:v>
                </c:pt>
                <c:pt idx="13296">
                  <c:v>2.3709731433654602E-4</c:v>
                </c:pt>
                <c:pt idx="13297">
                  <c:v>3.487751862624591E-5</c:v>
                </c:pt>
                <c:pt idx="13298">
                  <c:v>1.1841313109058352E-5</c:v>
                </c:pt>
                <c:pt idx="13299">
                  <c:v>9.1153522465294687E-5</c:v>
                </c:pt>
                <c:pt idx="13300">
                  <c:v>4.0224792668888006E-5</c:v>
                </c:pt>
                <c:pt idx="13301">
                  <c:v>8.1480433283595284E-6</c:v>
                </c:pt>
                <c:pt idx="13302">
                  <c:v>1.0239741526563099E-3</c:v>
                </c:pt>
                <c:pt idx="13303">
                  <c:v>1.7034564803864469E-7</c:v>
                </c:pt>
                <c:pt idx="13304">
                  <c:v>8.1923280345956659E-6</c:v>
                </c:pt>
                <c:pt idx="13305">
                  <c:v>2.0610535496866685E-5</c:v>
                </c:pt>
                <c:pt idx="13306">
                  <c:v>0</c:v>
                </c:pt>
                <c:pt idx="13307">
                  <c:v>0</c:v>
                </c:pt>
                <c:pt idx="13308">
                  <c:v>1.2590249984242577E-5</c:v>
                </c:pt>
                <c:pt idx="13309">
                  <c:v>4.2574705478820364E-5</c:v>
                </c:pt>
                <c:pt idx="13310">
                  <c:v>5.9013714603508099E-6</c:v>
                </c:pt>
                <c:pt idx="13311">
                  <c:v>1.4788284140583229E-5</c:v>
                </c:pt>
                <c:pt idx="13312">
                  <c:v>4.1847340405099305E-6</c:v>
                </c:pt>
                <c:pt idx="13313">
                  <c:v>5.2521257339321918E-5</c:v>
                </c:pt>
                <c:pt idx="13314">
                  <c:v>2.0718176886058651E-5</c:v>
                </c:pt>
                <c:pt idx="13315">
                  <c:v>3.5284512543645102E-5</c:v>
                </c:pt>
                <c:pt idx="13316">
                  <c:v>4.7899383737539923E-5</c:v>
                </c:pt>
                <c:pt idx="13317">
                  <c:v>3.786687600459845E-5</c:v>
                </c:pt>
                <c:pt idx="13318">
                  <c:v>4.5804471577650584E-5</c:v>
                </c:pt>
                <c:pt idx="13319">
                  <c:v>1.768625464975802E-5</c:v>
                </c:pt>
                <c:pt idx="13320">
                  <c:v>2.589283870624476E-6</c:v>
                </c:pt>
                <c:pt idx="13321">
                  <c:v>2.8829193645994525E-5</c:v>
                </c:pt>
                <c:pt idx="13322">
                  <c:v>1.481617238662877E-7</c:v>
                </c:pt>
                <c:pt idx="13323">
                  <c:v>0</c:v>
                </c:pt>
                <c:pt idx="13324">
                  <c:v>6.6613795412794468E-6</c:v>
                </c:pt>
                <c:pt idx="13325">
                  <c:v>3.0212842467675465E-6</c:v>
                </c:pt>
                <c:pt idx="13326">
                  <c:v>5.3770932251285686E-6</c:v>
                </c:pt>
                <c:pt idx="13327">
                  <c:v>0</c:v>
                </c:pt>
                <c:pt idx="13328">
                  <c:v>3.407726412180052E-5</c:v>
                </c:pt>
                <c:pt idx="13329">
                  <c:v>3.1973490316648615E-6</c:v>
                </c:pt>
                <c:pt idx="13330">
                  <c:v>1.8678671069931733E-6</c:v>
                </c:pt>
                <c:pt idx="13331">
                  <c:v>1.0359159742697926E-4</c:v>
                </c:pt>
                <c:pt idx="13332">
                  <c:v>2.0256998177536744E-5</c:v>
                </c:pt>
                <c:pt idx="13333">
                  <c:v>1.2787527529876463E-7</c:v>
                </c:pt>
                <c:pt idx="13334">
                  <c:v>1.8245266303595131E-5</c:v>
                </c:pt>
                <c:pt idx="13335">
                  <c:v>1.3302947479568426E-5</c:v>
                </c:pt>
                <c:pt idx="13336">
                  <c:v>1.6965045264852258E-5</c:v>
                </c:pt>
                <c:pt idx="13337">
                  <c:v>4.6552805113354279E-5</c:v>
                </c:pt>
                <c:pt idx="13338">
                  <c:v>1.6257422659803411E-4</c:v>
                </c:pt>
                <c:pt idx="13339">
                  <c:v>1.0660259474788909E-4</c:v>
                </c:pt>
                <c:pt idx="13340">
                  <c:v>2.5647605515265346E-5</c:v>
                </c:pt>
                <c:pt idx="13341">
                  <c:v>7.467201171506992E-6</c:v>
                </c:pt>
                <c:pt idx="13342">
                  <c:v>1.5338715128069925E-5</c:v>
                </c:pt>
                <c:pt idx="13343">
                  <c:v>6.0843664921701554E-5</c:v>
                </c:pt>
                <c:pt idx="13344">
                  <c:v>1.6810637990969723E-5</c:v>
                </c:pt>
                <c:pt idx="13345">
                  <c:v>2.5197390786565616E-5</c:v>
                </c:pt>
                <c:pt idx="13346">
                  <c:v>8.0223277311799904E-6</c:v>
                </c:pt>
                <c:pt idx="13347">
                  <c:v>2.6377181075653139E-6</c:v>
                </c:pt>
                <c:pt idx="13348">
                  <c:v>4.7517094849953322E-6</c:v>
                </c:pt>
                <c:pt idx="13349">
                  <c:v>1.9032102412845789E-5</c:v>
                </c:pt>
                <c:pt idx="13350">
                  <c:v>0</c:v>
                </c:pt>
                <c:pt idx="13351">
                  <c:v>0</c:v>
                </c:pt>
                <c:pt idx="13352">
                  <c:v>2.5104855607406622E-6</c:v>
                </c:pt>
                <c:pt idx="13353">
                  <c:v>3.2024835136068268E-5</c:v>
                </c:pt>
                <c:pt idx="13354">
                  <c:v>6.9643401595333946E-4</c:v>
                </c:pt>
                <c:pt idx="13355">
                  <c:v>9.8371961308653049E-6</c:v>
                </c:pt>
                <c:pt idx="13356">
                  <c:v>1.0763167586652625E-4</c:v>
                </c:pt>
                <c:pt idx="13357">
                  <c:v>0</c:v>
                </c:pt>
                <c:pt idx="13358">
                  <c:v>0</c:v>
                </c:pt>
                <c:pt idx="13359">
                  <c:v>2.355274902621436E-4</c:v>
                </c:pt>
                <c:pt idx="13360">
                  <c:v>1.4231547831721091E-5</c:v>
                </c:pt>
                <c:pt idx="13361">
                  <c:v>4.6717372101452193E-6</c:v>
                </c:pt>
                <c:pt idx="13362">
                  <c:v>7.1638935595448567E-6</c:v>
                </c:pt>
                <c:pt idx="13363">
                  <c:v>2.3762083909536627E-5</c:v>
                </c:pt>
                <c:pt idx="13364">
                  <c:v>5.1990076299140317E-6</c:v>
                </c:pt>
                <c:pt idx="13365">
                  <c:v>4.6711397599370779E-5</c:v>
                </c:pt>
                <c:pt idx="13366">
                  <c:v>2.9730858538298164E-5</c:v>
                </c:pt>
                <c:pt idx="13367">
                  <c:v>1.6755628494830874E-6</c:v>
                </c:pt>
                <c:pt idx="13368">
                  <c:v>7.0216225189809962E-5</c:v>
                </c:pt>
                <c:pt idx="13369">
                  <c:v>3.3897007067424409E-5</c:v>
                </c:pt>
                <c:pt idx="13370">
                  <c:v>0</c:v>
                </c:pt>
                <c:pt idx="13371">
                  <c:v>3.5257560107189407E-5</c:v>
                </c:pt>
                <c:pt idx="13372">
                  <c:v>2.7763961397986112E-5</c:v>
                </c:pt>
                <c:pt idx="13373">
                  <c:v>5.9132009679481418E-6</c:v>
                </c:pt>
                <c:pt idx="13374">
                  <c:v>7.7633864927257833E-5</c:v>
                </c:pt>
                <c:pt idx="13375">
                  <c:v>5.6454085425952787E-6</c:v>
                </c:pt>
                <c:pt idx="13376">
                  <c:v>4.8944766446657515E-5</c:v>
                </c:pt>
                <c:pt idx="13377">
                  <c:v>2.8880255437651208E-6</c:v>
                </c:pt>
                <c:pt idx="13378">
                  <c:v>1.2465874073032845E-5</c:v>
                </c:pt>
                <c:pt idx="13379">
                  <c:v>1.4108217843236207E-4</c:v>
                </c:pt>
                <c:pt idx="13380">
                  <c:v>1.1991988954294186E-5</c:v>
                </c:pt>
                <c:pt idx="13381">
                  <c:v>1.7355835000919159E-5</c:v>
                </c:pt>
                <c:pt idx="13382">
                  <c:v>7.6347673556422547E-6</c:v>
                </c:pt>
                <c:pt idx="13383">
                  <c:v>7.1277792394741203E-6</c:v>
                </c:pt>
                <c:pt idx="13384">
                  <c:v>1.2980352841689268E-5</c:v>
                </c:pt>
                <c:pt idx="13385">
                  <c:v>1.3630940928653659E-4</c:v>
                </c:pt>
                <c:pt idx="13386">
                  <c:v>0</c:v>
                </c:pt>
                <c:pt idx="13387">
                  <c:v>0</c:v>
                </c:pt>
                <c:pt idx="13388">
                  <c:v>1.1767481488011754E-5</c:v>
                </c:pt>
                <c:pt idx="13389">
                  <c:v>5.0523727606824709E-6</c:v>
                </c:pt>
                <c:pt idx="13390">
                  <c:v>2.6190582855561756E-4</c:v>
                </c:pt>
                <c:pt idx="13391">
                  <c:v>4.6989482419568384E-5</c:v>
                </c:pt>
                <c:pt idx="13392">
                  <c:v>3.2334024012788491E-6</c:v>
                </c:pt>
                <c:pt idx="13393">
                  <c:v>1.5797607173685421E-6</c:v>
                </c:pt>
                <c:pt idx="13394">
                  <c:v>4.0150311185389394E-5</c:v>
                </c:pt>
                <c:pt idx="13395">
                  <c:v>0</c:v>
                </c:pt>
                <c:pt idx="13396">
                  <c:v>2.371664560387139E-4</c:v>
                </c:pt>
                <c:pt idx="13397">
                  <c:v>0</c:v>
                </c:pt>
                <c:pt idx="13398">
                  <c:v>0</c:v>
                </c:pt>
                <c:pt idx="13399">
                  <c:v>0</c:v>
                </c:pt>
                <c:pt idx="13400">
                  <c:v>2.7341556778254098E-5</c:v>
                </c:pt>
                <c:pt idx="13401">
                  <c:v>6.1466637841126932E-5</c:v>
                </c:pt>
                <c:pt idx="13402">
                  <c:v>2.0483269851447696E-5</c:v>
                </c:pt>
                <c:pt idx="13403">
                  <c:v>2.9545688361533106E-4</c:v>
                </c:pt>
                <c:pt idx="13404">
                  <c:v>3.4875514387322383E-5</c:v>
                </c:pt>
                <c:pt idx="13405">
                  <c:v>5.6898309336190816E-6</c:v>
                </c:pt>
                <c:pt idx="13406">
                  <c:v>1.6108120936495477E-6</c:v>
                </c:pt>
                <c:pt idx="13407">
                  <c:v>2.9073152756877088E-5</c:v>
                </c:pt>
                <c:pt idx="13408">
                  <c:v>1.30426923606535E-4</c:v>
                </c:pt>
                <c:pt idx="13409">
                  <c:v>3.1052871600328221E-5</c:v>
                </c:pt>
                <c:pt idx="13410">
                  <c:v>1.0543915415242171E-5</c:v>
                </c:pt>
                <c:pt idx="13411">
                  <c:v>1.3465754039156392E-5</c:v>
                </c:pt>
                <c:pt idx="13412">
                  <c:v>3.3998749514969162E-5</c:v>
                </c:pt>
                <c:pt idx="13413">
                  <c:v>1.7375722683352674E-5</c:v>
                </c:pt>
                <c:pt idx="13414">
                  <c:v>2.0696754600042713E-5</c:v>
                </c:pt>
                <c:pt idx="13415">
                  <c:v>1.0340402543449921E-5</c:v>
                </c:pt>
                <c:pt idx="13416">
                  <c:v>3.5910376817999919E-5</c:v>
                </c:pt>
                <c:pt idx="13417">
                  <c:v>0</c:v>
                </c:pt>
                <c:pt idx="13418">
                  <c:v>2.4901665578160749E-5</c:v>
                </c:pt>
                <c:pt idx="13419">
                  <c:v>0</c:v>
                </c:pt>
                <c:pt idx="13420">
                  <c:v>5.7299933345516944E-5</c:v>
                </c:pt>
                <c:pt idx="13421">
                  <c:v>1.2882589874547694E-5</c:v>
                </c:pt>
                <c:pt idx="13422">
                  <c:v>7.2528172625757914E-6</c:v>
                </c:pt>
                <c:pt idx="13423">
                  <c:v>1.7595763457582042E-5</c:v>
                </c:pt>
                <c:pt idx="13424">
                  <c:v>0</c:v>
                </c:pt>
                <c:pt idx="13425">
                  <c:v>3.0143653393095211E-6</c:v>
                </c:pt>
                <c:pt idx="13426">
                  <c:v>6.236574888325129E-7</c:v>
                </c:pt>
                <c:pt idx="13427">
                  <c:v>0</c:v>
                </c:pt>
                <c:pt idx="13428">
                  <c:v>1.1507211097961663E-5</c:v>
                </c:pt>
                <c:pt idx="13429">
                  <c:v>3.8705341059502375E-7</c:v>
                </c:pt>
                <c:pt idx="13430">
                  <c:v>0</c:v>
                </c:pt>
                <c:pt idx="13431">
                  <c:v>0</c:v>
                </c:pt>
                <c:pt idx="13432">
                  <c:v>3.3824314072256973E-4</c:v>
                </c:pt>
                <c:pt idx="13433">
                  <c:v>0</c:v>
                </c:pt>
                <c:pt idx="13434">
                  <c:v>0</c:v>
                </c:pt>
                <c:pt idx="13435">
                  <c:v>9.0197903301765368E-5</c:v>
                </c:pt>
                <c:pt idx="13436">
                  <c:v>1.8422041588505413E-5</c:v>
                </c:pt>
                <c:pt idx="13437">
                  <c:v>6.5070068738186603E-6</c:v>
                </c:pt>
                <c:pt idx="13438">
                  <c:v>8.3614602952727581E-6</c:v>
                </c:pt>
                <c:pt idx="13439">
                  <c:v>4.81694086144175E-6</c:v>
                </c:pt>
                <c:pt idx="13440">
                  <c:v>1.5818325613136467E-5</c:v>
                </c:pt>
                <c:pt idx="13441">
                  <c:v>6.8924133963713826E-6</c:v>
                </c:pt>
                <c:pt idx="13442">
                  <c:v>7.3327497459433195E-5</c:v>
                </c:pt>
                <c:pt idx="13443">
                  <c:v>4.9394517528173834E-5</c:v>
                </c:pt>
                <c:pt idx="13444">
                  <c:v>1.3138639579318423E-5</c:v>
                </c:pt>
                <c:pt idx="13445">
                  <c:v>2.7090041408964067E-5</c:v>
                </c:pt>
                <c:pt idx="13446">
                  <c:v>2.3695097575574884E-5</c:v>
                </c:pt>
                <c:pt idx="13447">
                  <c:v>2.3356607078557352E-4</c:v>
                </c:pt>
                <c:pt idx="13448">
                  <c:v>1.296413529378549E-6</c:v>
                </c:pt>
                <c:pt idx="13449">
                  <c:v>2.9519242380652265E-5</c:v>
                </c:pt>
                <c:pt idx="13450">
                  <c:v>4.1793730456385927E-4</c:v>
                </c:pt>
                <c:pt idx="13451">
                  <c:v>5.1612188883350531E-7</c:v>
                </c:pt>
                <c:pt idx="13452">
                  <c:v>1.3599154751648326E-5</c:v>
                </c:pt>
                <c:pt idx="13453">
                  <c:v>3.7332256342884847E-5</c:v>
                </c:pt>
                <c:pt idx="13454">
                  <c:v>8.0327122160727328E-7</c:v>
                </c:pt>
                <c:pt idx="13455">
                  <c:v>4.4323431500672188E-6</c:v>
                </c:pt>
                <c:pt idx="13456">
                  <c:v>5.7801911485145774E-5</c:v>
                </c:pt>
                <c:pt idx="13457">
                  <c:v>3.1044716948969517E-6</c:v>
                </c:pt>
                <c:pt idx="13458">
                  <c:v>8.7973622945205666E-6</c:v>
                </c:pt>
                <c:pt idx="13459">
                  <c:v>3.0714928315940815E-6</c:v>
                </c:pt>
                <c:pt idx="13460">
                  <c:v>7.075558784494691E-5</c:v>
                </c:pt>
                <c:pt idx="13461">
                  <c:v>1.183700596714391E-6</c:v>
                </c:pt>
                <c:pt idx="13462">
                  <c:v>1.5674904750805441E-3</c:v>
                </c:pt>
                <c:pt idx="13463">
                  <c:v>1.9535435784794608E-5</c:v>
                </c:pt>
                <c:pt idx="13464">
                  <c:v>9.8777981864320242E-5</c:v>
                </c:pt>
                <c:pt idx="13465">
                  <c:v>5.2955071163021409E-5</c:v>
                </c:pt>
                <c:pt idx="13466">
                  <c:v>9.2092147830856916E-7</c:v>
                </c:pt>
                <c:pt idx="13467">
                  <c:v>5.2816550184945112E-6</c:v>
                </c:pt>
                <c:pt idx="13468">
                  <c:v>9.9686729981554974E-5</c:v>
                </c:pt>
                <c:pt idx="13469">
                  <c:v>3.6012927903223266E-5</c:v>
                </c:pt>
                <c:pt idx="13470">
                  <c:v>1.1340218026687194E-5</c:v>
                </c:pt>
                <c:pt idx="13471">
                  <c:v>5.395911284322026E-6</c:v>
                </c:pt>
                <c:pt idx="13472">
                  <c:v>0</c:v>
                </c:pt>
                <c:pt idx="13473">
                  <c:v>2.593556161818105E-4</c:v>
                </c:pt>
                <c:pt idx="13474">
                  <c:v>0</c:v>
                </c:pt>
                <c:pt idx="13475">
                  <c:v>1.0863955478110333E-6</c:v>
                </c:pt>
                <c:pt idx="13476">
                  <c:v>2.7274389508106402E-5</c:v>
                </c:pt>
                <c:pt idx="13477">
                  <c:v>2.0412518226149043E-5</c:v>
                </c:pt>
                <c:pt idx="13478">
                  <c:v>2.5954192550729653E-5</c:v>
                </c:pt>
                <c:pt idx="13479">
                  <c:v>4.1346762342184104E-6</c:v>
                </c:pt>
                <c:pt idx="13480">
                  <c:v>7.2657177234575043E-6</c:v>
                </c:pt>
                <c:pt idx="13481">
                  <c:v>0</c:v>
                </c:pt>
                <c:pt idx="13482">
                  <c:v>9.353645747391423E-6</c:v>
                </c:pt>
                <c:pt idx="13483">
                  <c:v>1.4042077583487915E-5</c:v>
                </c:pt>
                <c:pt idx="13484">
                  <c:v>1.7550011125206509E-5</c:v>
                </c:pt>
                <c:pt idx="13485">
                  <c:v>1.3495001367341574E-5</c:v>
                </c:pt>
                <c:pt idx="13486">
                  <c:v>1.4181947218231167E-4</c:v>
                </c:pt>
                <c:pt idx="13487">
                  <c:v>2.592203289329781E-5</c:v>
                </c:pt>
                <c:pt idx="13488">
                  <c:v>4.1222107583262495E-6</c:v>
                </c:pt>
                <c:pt idx="13489">
                  <c:v>1.3669330087405555E-5</c:v>
                </c:pt>
                <c:pt idx="13490">
                  <c:v>1.0982809943306965E-5</c:v>
                </c:pt>
                <c:pt idx="13491">
                  <c:v>8.6303334495818505E-6</c:v>
                </c:pt>
                <c:pt idx="13492">
                  <c:v>1.1754851224626837E-4</c:v>
                </c:pt>
                <c:pt idx="13493">
                  <c:v>1.0935945054868481E-4</c:v>
                </c:pt>
                <c:pt idx="13494">
                  <c:v>4.1876002188601934E-6</c:v>
                </c:pt>
                <c:pt idx="13495">
                  <c:v>1.2344820553408772E-5</c:v>
                </c:pt>
                <c:pt idx="13496">
                  <c:v>1.5801422907288458E-7</c:v>
                </c:pt>
                <c:pt idx="13497">
                  <c:v>0</c:v>
                </c:pt>
                <c:pt idx="13498">
                  <c:v>1.4882583453286569E-5</c:v>
                </c:pt>
                <c:pt idx="13499">
                  <c:v>7.4288037465106581E-6</c:v>
                </c:pt>
                <c:pt idx="13500">
                  <c:v>1.8567919007617878E-6</c:v>
                </c:pt>
                <c:pt idx="13501">
                  <c:v>2.8401801554530142E-5</c:v>
                </c:pt>
                <c:pt idx="13502">
                  <c:v>1.8697301209001528E-7</c:v>
                </c:pt>
                <c:pt idx="13503">
                  <c:v>0</c:v>
                </c:pt>
                <c:pt idx="13504">
                  <c:v>6.4888983394967626E-6</c:v>
                </c:pt>
                <c:pt idx="13505">
                  <c:v>2.0958434567007542E-6</c:v>
                </c:pt>
                <c:pt idx="13506">
                  <c:v>0</c:v>
                </c:pt>
                <c:pt idx="13507">
                  <c:v>0</c:v>
                </c:pt>
                <c:pt idx="13508">
                  <c:v>3.7120663606116256E-5</c:v>
                </c:pt>
                <c:pt idx="13509">
                  <c:v>2.9981780978339675E-6</c:v>
                </c:pt>
                <c:pt idx="13510">
                  <c:v>1.0137459856846475E-4</c:v>
                </c:pt>
                <c:pt idx="13511">
                  <c:v>1.2813796532057881E-5</c:v>
                </c:pt>
                <c:pt idx="13512">
                  <c:v>1.9039306412706357E-5</c:v>
                </c:pt>
                <c:pt idx="13513">
                  <c:v>6.3024491636950055E-6</c:v>
                </c:pt>
                <c:pt idx="13514">
                  <c:v>1.1111093746238209E-5</c:v>
                </c:pt>
                <c:pt idx="13515">
                  <c:v>7.1273011405550436E-6</c:v>
                </c:pt>
                <c:pt idx="13516">
                  <c:v>5.5526863502801933E-5</c:v>
                </c:pt>
                <c:pt idx="13517">
                  <c:v>4.3257370636227597E-5</c:v>
                </c:pt>
                <c:pt idx="13518">
                  <c:v>1.6014576417895544E-5</c:v>
                </c:pt>
                <c:pt idx="13519">
                  <c:v>5.4585445902679533E-5</c:v>
                </c:pt>
                <c:pt idx="13520">
                  <c:v>2.9317464867544551E-5</c:v>
                </c:pt>
                <c:pt idx="13521">
                  <c:v>5.7522752062365094E-6</c:v>
                </c:pt>
                <c:pt idx="13522">
                  <c:v>6.5297788369156422E-6</c:v>
                </c:pt>
                <c:pt idx="13523">
                  <c:v>0</c:v>
                </c:pt>
                <c:pt idx="13524">
                  <c:v>4.2553501539385811E-5</c:v>
                </c:pt>
                <c:pt idx="13525">
                  <c:v>1.6434875061166742E-5</c:v>
                </c:pt>
              </c:numCache>
            </c:numRef>
          </c:yVal>
        </c:ser>
        <c:dLbls/>
        <c:axId val="65675264"/>
        <c:axId val="65677184"/>
      </c:scatterChart>
      <c:valAx>
        <c:axId val="65675264"/>
        <c:scaling>
          <c:logBase val="10"/>
          <c:orientation val="minMax"/>
        </c:scaling>
        <c:axPos val="b"/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err="1"/>
                  <a:t>D.Sec</a:t>
                </a:r>
                <a:r>
                  <a:rPr lang="en-US" dirty="0"/>
                  <a:t>. </a:t>
                </a:r>
              </a:p>
            </c:rich>
          </c:tx>
          <c:layout/>
        </c:title>
        <c:numFmt formatCode="General" sourceLinked="1"/>
        <c:majorTickMark val="none"/>
        <c:tickLblPos val="high"/>
        <c:crossAx val="65677184"/>
        <c:crossesAt val="1"/>
        <c:crossBetween val="midCat"/>
        <c:majorUnit val="100"/>
      </c:valAx>
      <c:valAx>
        <c:axId val="65677184"/>
        <c:scaling>
          <c:logBase val="10"/>
          <c:orientation val="minMax"/>
          <c:min val="1.0000000000000073E-9"/>
        </c:scaling>
        <c:axPos val="l"/>
        <c:majorGridlines/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D.Sec.in </a:t>
                </a:r>
                <a:r>
                  <a:rPr lang="en-US" dirty="0" smtClean="0"/>
                  <a:t>Parental</a:t>
                </a:r>
                <a:r>
                  <a:rPr lang="en-US" baseline="0" dirty="0" smtClean="0"/>
                  <a:t> P</a:t>
                </a:r>
                <a:r>
                  <a:rPr lang="en-US" dirty="0" smtClean="0"/>
                  <a:t>ool</a:t>
                </a:r>
                <a:endParaRPr lang="en-US" dirty="0"/>
              </a:p>
            </c:rich>
          </c:tx>
          <c:layout/>
        </c:title>
        <c:numFmt formatCode="General" sourceLinked="1"/>
        <c:majorTickMark val="none"/>
        <c:tickLblPos val="high"/>
        <c:crossAx val="65675264"/>
        <c:crossesAt val="1"/>
        <c:crossBetween val="midCat"/>
        <c:majorUnit val="100"/>
      </c:valAx>
      <c:spPr>
        <a:ln>
          <a:solidFill>
            <a:schemeClr val="tx1"/>
          </a:solidFill>
        </a:ln>
      </c:spPr>
    </c:plotArea>
    <c:plotVisOnly val="1"/>
    <c:dispBlanksAs val="gap"/>
  </c:chart>
  <c:externalData r:id="rId2"/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D2635-00C0-41BD-B519-F5EDB2457F24}" type="datetimeFigureOut">
              <a:rPr lang="en-US" smtClean="0"/>
              <a:pPr/>
              <a:t>2/26/2012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69A17-23F5-46FD-A41F-3387A78416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61562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97DD5E-2CCD-4769-A9DB-72C0C9D0613D}" type="slidenum">
              <a:rPr lang="en-US" smtClean="0"/>
              <a:pPr/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97DD5E-2CCD-4769-A9DB-72C0C9D0613D}" type="slidenum">
              <a:rPr lang="en-US" smtClean="0"/>
              <a:pPr/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A00EB-A3DE-4BD6-A6D6-B8A54C9E1BB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3759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9A17-23F5-46FD-A41F-3387A784162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0401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6854F-2CC8-4588-ACA0-135A57DB9A63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60EE-BBE0-4960-96DC-67897A145D31}" type="datetimeFigureOut">
              <a:rPr lang="en-US" smtClean="0"/>
              <a:pPr/>
              <a:t>2/26/2012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BBA7-7366-4BFC-B668-275759BED9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935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60EE-BBE0-4960-96DC-67897A145D31}" type="datetimeFigureOut">
              <a:rPr lang="en-US" smtClean="0"/>
              <a:pPr/>
              <a:t>2/26/2012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BBA7-7366-4BFC-B668-275759BED9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20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60EE-BBE0-4960-96DC-67897A145D31}" type="datetimeFigureOut">
              <a:rPr lang="en-US" smtClean="0"/>
              <a:pPr/>
              <a:t>2/26/2012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BBA7-7366-4BFC-B668-275759BED9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06297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60EE-BBE0-4960-96DC-67897A145D31}" type="datetimeFigureOut">
              <a:rPr lang="en-US" smtClean="0"/>
              <a:pPr/>
              <a:t>2/26/2012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BBA7-7366-4BFC-B668-275759BED9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41321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60EE-BBE0-4960-96DC-67897A145D31}" type="datetimeFigureOut">
              <a:rPr lang="en-US" smtClean="0"/>
              <a:pPr/>
              <a:t>2/26/2012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BBA7-7366-4BFC-B668-275759BED9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4473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60EE-BBE0-4960-96DC-67897A145D31}" type="datetimeFigureOut">
              <a:rPr lang="en-US" smtClean="0"/>
              <a:pPr/>
              <a:t>2/26/2012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BBA7-7366-4BFC-B668-275759BED9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535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60EE-BBE0-4960-96DC-67897A145D31}" type="datetimeFigureOut">
              <a:rPr lang="en-US" smtClean="0"/>
              <a:pPr/>
              <a:t>2/26/2012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BBA7-7366-4BFC-B668-275759BED9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9168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60EE-BBE0-4960-96DC-67897A145D31}" type="datetimeFigureOut">
              <a:rPr lang="en-US" smtClean="0"/>
              <a:pPr/>
              <a:t>2/26/2012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BBA7-7366-4BFC-B668-275759BED9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31432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60EE-BBE0-4960-96DC-67897A145D31}" type="datetimeFigureOut">
              <a:rPr lang="en-US" smtClean="0"/>
              <a:pPr/>
              <a:t>2/26/2012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BBA7-7366-4BFC-B668-275759BED9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8681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60EE-BBE0-4960-96DC-67897A145D31}" type="datetimeFigureOut">
              <a:rPr lang="en-US" smtClean="0"/>
              <a:pPr/>
              <a:t>2/26/2012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BBA7-7366-4BFC-B668-275759BED9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65544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60EE-BBE0-4960-96DC-67897A145D31}" type="datetimeFigureOut">
              <a:rPr lang="en-US" smtClean="0"/>
              <a:pPr/>
              <a:t>2/26/2012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BBA7-7366-4BFC-B668-275759BED9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994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F60EE-BBE0-4960-96DC-67897A145D31}" type="datetimeFigureOut">
              <a:rPr lang="en-US" smtClean="0"/>
              <a:pPr/>
              <a:t>2/26/2012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CBBA7-7366-4BFC-B668-275759BED9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04725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Microsoft_Office_Excel_97-2003_Worksheet2.xls"/><Relationship Id="rId4" Type="http://schemas.openxmlformats.org/officeDocument/2006/relationships/oleObject" Target="../embeddings/Microsoft_Office_Excel_97-2003_Worksheet1.xls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png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Excel_Worksheet3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package" Target="../embeddings/Microsoft_Office_Excel_Worksheet4.xls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hyperlink" Target="http://www.lifetechnologi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Inference of Allele Specific Isoform Expression (ASIE) Levels from RNA-</a:t>
            </a:r>
            <a:r>
              <a:rPr lang="en-US" dirty="0" err="1" smtClean="0"/>
              <a:t>Seq</a:t>
            </a:r>
            <a:r>
              <a:rPr lang="en-US" dirty="0" smtClean="0"/>
              <a:t> 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14600"/>
          </a:xfrm>
        </p:spPr>
        <p:txBody>
          <a:bodyPr/>
          <a:lstStyle/>
          <a:p>
            <a:r>
              <a:rPr lang="en-US" dirty="0" err="1" smtClean="0">
                <a:solidFill>
                  <a:srgbClr val="0070C0"/>
                </a:solidFill>
              </a:rPr>
              <a:t>Sahar</a:t>
            </a:r>
            <a:r>
              <a:rPr lang="en-US" dirty="0" smtClean="0">
                <a:solidFill>
                  <a:srgbClr val="0070C0"/>
                </a:solidFill>
              </a:rPr>
              <a:t> Al </a:t>
            </a:r>
            <a:r>
              <a:rPr lang="en-US" dirty="0" err="1" smtClean="0">
                <a:solidFill>
                  <a:srgbClr val="0070C0"/>
                </a:solidFill>
              </a:rPr>
              <a:t>Seesi</a:t>
            </a:r>
            <a:r>
              <a:rPr lang="en-US" dirty="0" smtClean="0">
                <a:solidFill>
                  <a:srgbClr val="0070C0"/>
                </a:solidFill>
              </a:rPr>
              <a:t> and Ion M</a:t>
            </a:r>
            <a:r>
              <a:rPr lang="vi-VN" dirty="0" smtClean="0">
                <a:solidFill>
                  <a:srgbClr val="0070C0"/>
                </a:solidFill>
              </a:rPr>
              <a:t>ă</a:t>
            </a:r>
            <a:r>
              <a:rPr lang="en-US" dirty="0" err="1" smtClean="0">
                <a:solidFill>
                  <a:srgbClr val="0070C0"/>
                </a:solidFill>
              </a:rPr>
              <a:t>ndoiu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Computer Science and Engineering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CANGS 2012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494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 definition</a:t>
            </a:r>
          </a:p>
          <a:p>
            <a:r>
              <a:rPr lang="en-US" dirty="0" smtClean="0"/>
              <a:t>Challenges and limitations of current approaches</a:t>
            </a:r>
          </a:p>
          <a:p>
            <a:r>
              <a:rPr lang="en-US" dirty="0" smtClean="0"/>
              <a:t>ASIE pipeline</a:t>
            </a:r>
          </a:p>
          <a:p>
            <a:pPr lvl="1"/>
            <a:r>
              <a:rPr lang="en-US" dirty="0" smtClean="0"/>
              <a:t>SNVQ</a:t>
            </a:r>
          </a:p>
          <a:p>
            <a:pPr lvl="1"/>
            <a:r>
              <a:rPr lang="en-US" dirty="0" err="1" smtClean="0"/>
              <a:t>RefHap</a:t>
            </a:r>
            <a:endParaRPr lang="en-US" dirty="0" smtClean="0"/>
          </a:p>
          <a:p>
            <a:pPr lvl="1"/>
            <a:r>
              <a:rPr lang="en-US" dirty="0" smtClean="0"/>
              <a:t>Diploid </a:t>
            </a:r>
            <a:r>
              <a:rPr lang="en-US" dirty="0" err="1" smtClean="0"/>
              <a:t>IsoEM</a:t>
            </a:r>
            <a:endParaRPr lang="en-US" dirty="0" smtClean="0"/>
          </a:p>
          <a:p>
            <a:r>
              <a:rPr lang="en-US" dirty="0" smtClean="0"/>
              <a:t>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17215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Gene/Isoform Expression Estimation</a:t>
            </a:r>
          </a:p>
        </p:txBody>
      </p:sp>
      <p:sp>
        <p:nvSpPr>
          <p:cNvPr id="1029" name="Content Placeholder 1"/>
          <p:cNvSpPr txBox="1">
            <a:spLocks/>
          </p:cNvSpPr>
          <p:nvPr/>
        </p:nvSpPr>
        <p:spPr bwMode="auto">
          <a:xfrm>
            <a:off x="457200" y="1828800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US" sz="2700">
              <a:latin typeface="Lucida Sans Unicode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2438400" y="1719262"/>
            <a:ext cx="2193925" cy="0"/>
          </a:xfrm>
          <a:prstGeom prst="line">
            <a:avLst/>
          </a:prstGeom>
          <a:ln w="508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 bwMode="auto">
          <a:xfrm>
            <a:off x="2590800" y="1871662"/>
            <a:ext cx="14478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>
            <a:off x="2743200" y="2024062"/>
            <a:ext cx="1905000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7" name="Group 106"/>
          <p:cNvGrpSpPr/>
          <p:nvPr/>
        </p:nvGrpSpPr>
        <p:grpSpPr>
          <a:xfrm>
            <a:off x="2667000" y="2057400"/>
            <a:ext cx="5124450" cy="576262"/>
            <a:chOff x="2667000" y="2057400"/>
            <a:chExt cx="5124450" cy="576262"/>
          </a:xfrm>
        </p:grpSpPr>
        <p:cxnSp>
          <p:nvCxnSpPr>
            <p:cNvPr id="18" name="Straight Arrow Connector 17"/>
            <p:cNvCxnSpPr/>
            <p:nvPr/>
          </p:nvCxnSpPr>
          <p:spPr bwMode="auto">
            <a:xfrm rot="5400000">
              <a:off x="3467894" y="2213768"/>
              <a:ext cx="228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auto">
            <a:xfrm>
              <a:off x="2667000" y="2481262"/>
              <a:ext cx="3048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>
              <a:off x="2819400" y="2405062"/>
              <a:ext cx="457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auto">
            <a:xfrm>
              <a:off x="3429000" y="2405062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auto">
            <a:xfrm>
              <a:off x="3810000" y="2405062"/>
              <a:ext cx="3810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auto">
            <a:xfrm>
              <a:off x="3810000" y="2557462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3048000" y="2557462"/>
              <a:ext cx="3048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auto">
            <a:xfrm>
              <a:off x="2971800" y="2633662"/>
              <a:ext cx="457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>
              <a:off x="3505200" y="2481262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>
              <a:off x="3505200" y="2633662"/>
              <a:ext cx="3810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>
              <a:off x="4114800" y="2633662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8" name="TextBox 161"/>
            <p:cNvSpPr txBox="1">
              <a:spLocks noChangeArrowheads="1"/>
            </p:cNvSpPr>
            <p:nvPr/>
          </p:nvSpPr>
          <p:spPr bwMode="auto">
            <a:xfrm>
              <a:off x="4419600" y="2057400"/>
              <a:ext cx="337185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Lucida Sans Unicode" pitchFamily="34" charset="0"/>
                </a:rPr>
                <a:t>Make </a:t>
              </a:r>
              <a:r>
                <a:rPr lang="en-US" sz="1400" dirty="0" err="1">
                  <a:latin typeface="Lucida Sans Unicode" pitchFamily="34" charset="0"/>
                </a:rPr>
                <a:t>cDNA</a:t>
              </a:r>
              <a:r>
                <a:rPr lang="en-US" sz="1400" dirty="0">
                  <a:latin typeface="Lucida Sans Unicode" pitchFamily="34" charset="0"/>
                </a:rPr>
                <a:t> &amp; shatter into fragments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2819400" y="2740025"/>
            <a:ext cx="4065588" cy="579437"/>
            <a:chOff x="2819400" y="2740025"/>
            <a:chExt cx="4065588" cy="579437"/>
          </a:xfrm>
        </p:grpSpPr>
        <p:cxnSp>
          <p:nvCxnSpPr>
            <p:cNvPr id="36" name="Straight Arrow Connector 35"/>
            <p:cNvCxnSpPr/>
            <p:nvPr/>
          </p:nvCxnSpPr>
          <p:spPr bwMode="auto">
            <a:xfrm rot="5400000">
              <a:off x="3467894" y="2856706"/>
              <a:ext cx="228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>
              <a:off x="2819400" y="3090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 bwMode="auto">
            <a:xfrm>
              <a:off x="3048000" y="3090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 bwMode="auto">
            <a:xfrm>
              <a:off x="3276600" y="3090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 bwMode="auto">
            <a:xfrm>
              <a:off x="3505200" y="3090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 bwMode="auto">
            <a:xfrm>
              <a:off x="3733800" y="3090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 bwMode="auto">
            <a:xfrm>
              <a:off x="3962400" y="3090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 bwMode="auto">
            <a:xfrm>
              <a:off x="2971800" y="3167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 bwMode="auto">
            <a:xfrm>
              <a:off x="3200400" y="3167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 bwMode="auto">
            <a:xfrm>
              <a:off x="3429000" y="3167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 bwMode="auto">
            <a:xfrm>
              <a:off x="3657600" y="3167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 bwMode="auto">
            <a:xfrm>
              <a:off x="3886200" y="3167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 bwMode="auto">
            <a:xfrm>
              <a:off x="4114800" y="3167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 bwMode="auto">
            <a:xfrm>
              <a:off x="2819400" y="3243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 bwMode="auto">
            <a:xfrm>
              <a:off x="3048000" y="3243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 bwMode="auto">
            <a:xfrm>
              <a:off x="3276600" y="3243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 bwMode="auto">
            <a:xfrm>
              <a:off x="3505200" y="3243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 bwMode="auto">
            <a:xfrm>
              <a:off x="3733800" y="3243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 bwMode="auto">
            <a:xfrm>
              <a:off x="3962400" y="3243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auto">
            <a:xfrm>
              <a:off x="2895600" y="3319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auto">
            <a:xfrm>
              <a:off x="3124200" y="3319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auto">
            <a:xfrm>
              <a:off x="3352800" y="3319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auto">
            <a:xfrm>
              <a:off x="3581400" y="3319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auto">
            <a:xfrm>
              <a:off x="3810000" y="3319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auto">
            <a:xfrm>
              <a:off x="4038600" y="3319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9" name="Rectangle 162"/>
            <p:cNvSpPr>
              <a:spLocks noChangeArrowheads="1"/>
            </p:cNvSpPr>
            <p:nvPr/>
          </p:nvSpPr>
          <p:spPr bwMode="auto">
            <a:xfrm>
              <a:off x="4495800" y="2740025"/>
              <a:ext cx="2389188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Lucida Sans Unicode" pitchFamily="34" charset="0"/>
                </a:rPr>
                <a:t>Sequence fragment ends 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2286000" y="3429000"/>
            <a:ext cx="4953000" cy="1185862"/>
            <a:chOff x="2286000" y="3429000"/>
            <a:chExt cx="4953000" cy="1185862"/>
          </a:xfrm>
        </p:grpSpPr>
        <p:cxnSp>
          <p:nvCxnSpPr>
            <p:cNvPr id="128" name="Straight Arrow Connector 127"/>
            <p:cNvCxnSpPr/>
            <p:nvPr/>
          </p:nvCxnSpPr>
          <p:spPr bwMode="auto">
            <a:xfrm rot="5400000">
              <a:off x="3467894" y="3585368"/>
              <a:ext cx="228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 bwMode="auto">
            <a:xfrm>
              <a:off x="2286000" y="4233862"/>
              <a:ext cx="4953000" cy="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Rectangle 131"/>
            <p:cNvSpPr/>
            <p:nvPr/>
          </p:nvSpPr>
          <p:spPr bwMode="auto">
            <a:xfrm>
              <a:off x="2514600" y="4157662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133" name="Rectangle 132"/>
            <p:cNvSpPr/>
            <p:nvPr/>
          </p:nvSpPr>
          <p:spPr bwMode="auto">
            <a:xfrm>
              <a:off x="3200400" y="4157662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134" name="Rectangle 133"/>
            <p:cNvSpPr/>
            <p:nvPr/>
          </p:nvSpPr>
          <p:spPr bwMode="auto">
            <a:xfrm>
              <a:off x="3886200" y="4157662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142" name="Elbow Connector 141"/>
            <p:cNvCxnSpPr/>
            <p:nvPr/>
          </p:nvCxnSpPr>
          <p:spPr bwMode="auto">
            <a:xfrm rot="5400000" flipH="1" flipV="1">
              <a:off x="2216150" y="4011612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lbow Connector 141"/>
            <p:cNvCxnSpPr/>
            <p:nvPr/>
          </p:nvCxnSpPr>
          <p:spPr bwMode="auto">
            <a:xfrm rot="5400000" flipH="1" flipV="1">
              <a:off x="4959350" y="3998912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/>
            <p:cNvSpPr/>
            <p:nvPr/>
          </p:nvSpPr>
          <p:spPr bwMode="auto">
            <a:xfrm>
              <a:off x="5334000" y="4157662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D</a:t>
              </a:r>
            </a:p>
          </p:txBody>
        </p:sp>
        <p:sp>
          <p:nvSpPr>
            <p:cNvPr id="161" name="Rectangle 160"/>
            <p:cNvSpPr/>
            <p:nvPr/>
          </p:nvSpPr>
          <p:spPr bwMode="auto">
            <a:xfrm>
              <a:off x="6172200" y="4157662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E</a:t>
              </a:r>
            </a:p>
          </p:txBody>
        </p:sp>
        <p:cxnSp>
          <p:nvCxnSpPr>
            <p:cNvPr id="170" name="Straight Connector 169"/>
            <p:cNvCxnSpPr/>
            <p:nvPr/>
          </p:nvCxnSpPr>
          <p:spPr bwMode="auto">
            <a:xfrm>
              <a:off x="2514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auto">
            <a:xfrm>
              <a:off x="25908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auto">
            <a:xfrm>
              <a:off x="27432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auto">
            <a:xfrm>
              <a:off x="28956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auto">
            <a:xfrm>
              <a:off x="26670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auto">
            <a:xfrm>
              <a:off x="28194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 bwMode="auto">
            <a:xfrm>
              <a:off x="32004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 bwMode="auto">
            <a:xfrm>
              <a:off x="32766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 bwMode="auto">
            <a:xfrm>
              <a:off x="34290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 bwMode="auto">
            <a:xfrm>
              <a:off x="35814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 bwMode="auto">
            <a:xfrm>
              <a:off x="33528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 bwMode="auto">
            <a:xfrm>
              <a:off x="3505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 bwMode="auto">
            <a:xfrm>
              <a:off x="3886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 bwMode="auto">
            <a:xfrm>
              <a:off x="39624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 bwMode="auto">
            <a:xfrm>
              <a:off x="41148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 bwMode="auto">
            <a:xfrm>
              <a:off x="42672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 bwMode="auto">
            <a:xfrm>
              <a:off x="4038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 bwMode="auto">
            <a:xfrm>
              <a:off x="41910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/>
          </p:nvCxnSpPr>
          <p:spPr bwMode="auto">
            <a:xfrm>
              <a:off x="25146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 bwMode="auto">
            <a:xfrm>
              <a:off x="2590800" y="3852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/>
          </p:nvCxnSpPr>
          <p:spPr bwMode="auto">
            <a:xfrm>
              <a:off x="2743200" y="3852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 bwMode="auto">
            <a:xfrm>
              <a:off x="2895600" y="3852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/>
          </p:nvCxnSpPr>
          <p:spPr bwMode="auto">
            <a:xfrm>
              <a:off x="26670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 bwMode="auto">
            <a:xfrm>
              <a:off x="28194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/>
          </p:nvCxnSpPr>
          <p:spPr bwMode="auto">
            <a:xfrm>
              <a:off x="38862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 bwMode="auto">
            <a:xfrm>
              <a:off x="3962400" y="3852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/>
          </p:nvCxnSpPr>
          <p:spPr bwMode="auto">
            <a:xfrm>
              <a:off x="4114800" y="3852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 bwMode="auto">
            <a:xfrm>
              <a:off x="4267200" y="38528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/>
          </p:nvCxnSpPr>
          <p:spPr bwMode="auto">
            <a:xfrm>
              <a:off x="40386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 bwMode="auto">
            <a:xfrm>
              <a:off x="41910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/>
          </p:nvCxnSpPr>
          <p:spPr bwMode="auto">
            <a:xfrm>
              <a:off x="5410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/>
          </p:nvCxnSpPr>
          <p:spPr bwMode="auto">
            <a:xfrm>
              <a:off x="54864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 bwMode="auto">
            <a:xfrm>
              <a:off x="56388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 bwMode="auto">
            <a:xfrm>
              <a:off x="57912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 bwMode="auto">
            <a:xfrm>
              <a:off x="5562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 bwMode="auto">
            <a:xfrm>
              <a:off x="57150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 bwMode="auto">
            <a:xfrm>
              <a:off x="6172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 bwMode="auto">
            <a:xfrm>
              <a:off x="62484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 bwMode="auto">
            <a:xfrm>
              <a:off x="64008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/>
          </p:nvCxnSpPr>
          <p:spPr bwMode="auto">
            <a:xfrm>
              <a:off x="65532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 bwMode="auto">
            <a:xfrm>
              <a:off x="6324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 bwMode="auto">
            <a:xfrm>
              <a:off x="64770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22" name="Rectangle 226"/>
            <p:cNvSpPr>
              <a:spLocks noChangeArrowheads="1"/>
            </p:cNvSpPr>
            <p:nvPr/>
          </p:nvSpPr>
          <p:spPr bwMode="auto">
            <a:xfrm>
              <a:off x="4572000" y="3429000"/>
              <a:ext cx="1082675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Lucida Sans Unicode" pitchFamily="34" charset="0"/>
                </a:rPr>
                <a:t>Map reads</a:t>
              </a:r>
            </a:p>
          </p:txBody>
        </p:sp>
        <p:cxnSp>
          <p:nvCxnSpPr>
            <p:cNvPr id="241" name="Straight Connector 240"/>
            <p:cNvCxnSpPr>
              <a:stCxn id="132" idx="3"/>
            </p:cNvCxnSpPr>
            <p:nvPr/>
          </p:nvCxnSpPr>
          <p:spPr bwMode="auto">
            <a:xfrm>
              <a:off x="3048000" y="4233862"/>
              <a:ext cx="381000" cy="381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>
              <a:stCxn id="134" idx="1"/>
            </p:cNvCxnSpPr>
            <p:nvPr/>
          </p:nvCxnSpPr>
          <p:spPr bwMode="auto">
            <a:xfrm rot="10800000" flipV="1">
              <a:off x="3429000" y="4233862"/>
              <a:ext cx="457200" cy="381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250"/>
          <p:cNvGrpSpPr>
            <a:grpSpLocks/>
          </p:cNvGrpSpPr>
          <p:nvPr/>
        </p:nvGrpSpPr>
        <p:grpSpPr bwMode="auto">
          <a:xfrm>
            <a:off x="1066800" y="4876800"/>
            <a:ext cx="2551113" cy="1600200"/>
            <a:chOff x="304800" y="4572000"/>
            <a:chExt cx="2031325" cy="1270000"/>
          </a:xfrm>
        </p:grpSpPr>
        <p:graphicFrame>
          <p:nvGraphicFramePr>
            <p:cNvPr id="1027" name="Chart 230"/>
            <p:cNvGraphicFramePr>
              <a:graphicFrameLocks/>
            </p:cNvGraphicFramePr>
            <p:nvPr/>
          </p:nvGraphicFramePr>
          <p:xfrm>
            <a:off x="533400" y="4876800"/>
            <a:ext cx="1524000" cy="965200"/>
          </p:xfrm>
          <a:graphic>
            <a:graphicData uri="http://schemas.openxmlformats.org/presentationml/2006/ole">
              <p:oleObj spid="_x0000_s11364" r:id="rId4" imgW="1524132" imgH="969348" progId="Excel.Sheet.8">
                <p:embed/>
              </p:oleObj>
            </a:graphicData>
          </a:graphic>
        </p:graphicFrame>
        <p:sp>
          <p:nvSpPr>
            <p:cNvPr id="1137" name="TextBox 246"/>
            <p:cNvSpPr txBox="1">
              <a:spLocks noChangeArrowheads="1"/>
            </p:cNvSpPr>
            <p:nvPr/>
          </p:nvSpPr>
          <p:spPr bwMode="auto">
            <a:xfrm>
              <a:off x="304800" y="4572000"/>
              <a:ext cx="203132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Lucida Sans Unicode" pitchFamily="34" charset="0"/>
                </a:rPr>
                <a:t>Gene Expression (GE)</a:t>
              </a:r>
            </a:p>
          </p:txBody>
        </p:sp>
      </p:grpSp>
      <p:grpSp>
        <p:nvGrpSpPr>
          <p:cNvPr id="4" name="Group 252"/>
          <p:cNvGrpSpPr>
            <a:grpSpLocks/>
          </p:cNvGrpSpPr>
          <p:nvPr/>
        </p:nvGrpSpPr>
        <p:grpSpPr bwMode="auto">
          <a:xfrm>
            <a:off x="3352800" y="4876800"/>
            <a:ext cx="2743200" cy="1600200"/>
            <a:chOff x="6324600" y="4495800"/>
            <a:chExt cx="2183611" cy="1270000"/>
          </a:xfrm>
        </p:grpSpPr>
        <p:graphicFrame>
          <p:nvGraphicFramePr>
            <p:cNvPr id="1026" name="Chart 245"/>
            <p:cNvGraphicFramePr>
              <a:graphicFrameLocks/>
            </p:cNvGraphicFramePr>
            <p:nvPr/>
          </p:nvGraphicFramePr>
          <p:xfrm>
            <a:off x="6477000" y="4800600"/>
            <a:ext cx="1524000" cy="965200"/>
          </p:xfrm>
          <a:graphic>
            <a:graphicData uri="http://schemas.openxmlformats.org/presentationml/2006/ole">
              <p:oleObj spid="_x0000_s11365" r:id="rId5" imgW="1524132" imgH="969348" progId="Excel.Sheet.8">
                <p:embed/>
              </p:oleObj>
            </a:graphicData>
          </a:graphic>
        </p:graphicFrame>
        <p:sp>
          <p:nvSpPr>
            <p:cNvPr id="1128" name="TextBox 249"/>
            <p:cNvSpPr txBox="1">
              <a:spLocks noChangeArrowheads="1"/>
            </p:cNvSpPr>
            <p:nvPr/>
          </p:nvSpPr>
          <p:spPr bwMode="auto">
            <a:xfrm>
              <a:off x="6324600" y="4495800"/>
              <a:ext cx="218361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 err="1">
                  <a:latin typeface="Lucida Sans Unicode" pitchFamily="34" charset="0"/>
                </a:rPr>
                <a:t>Isoform</a:t>
              </a:r>
              <a:r>
                <a:rPr lang="en-US" sz="1400" dirty="0">
                  <a:latin typeface="Lucida Sans Unicode" pitchFamily="34" charset="0"/>
                </a:rPr>
                <a:t> Expression (IE)</a:t>
              </a:r>
            </a:p>
          </p:txBody>
        </p:sp>
      </p:grpSp>
      <p:grpSp>
        <p:nvGrpSpPr>
          <p:cNvPr id="108" name="Group 251"/>
          <p:cNvGrpSpPr>
            <a:grpSpLocks/>
          </p:cNvGrpSpPr>
          <p:nvPr/>
        </p:nvGrpSpPr>
        <p:grpSpPr bwMode="auto">
          <a:xfrm>
            <a:off x="6741314" y="4655666"/>
            <a:ext cx="2009553" cy="960120"/>
            <a:chOff x="3505206" y="5029200"/>
            <a:chExt cx="1600266" cy="762000"/>
          </a:xfrm>
        </p:grpSpPr>
        <p:sp>
          <p:nvSpPr>
            <p:cNvPr id="109" name="Rectangle 108"/>
            <p:cNvSpPr/>
            <p:nvPr/>
          </p:nvSpPr>
          <p:spPr>
            <a:xfrm>
              <a:off x="3505206" y="5029200"/>
              <a:ext cx="533422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4038628" y="5029200"/>
              <a:ext cx="533422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572050" y="5029200"/>
              <a:ext cx="533422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3505206" y="5334000"/>
              <a:ext cx="533422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4038628" y="5334000"/>
              <a:ext cx="533422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3505206" y="5638800"/>
              <a:ext cx="533422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D</a:t>
              </a: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4038628" y="5638800"/>
              <a:ext cx="533422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10142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Allele Specific Gene/Isoform Expression Estimation</a:t>
            </a:r>
            <a:endParaRPr lang="en-US" dirty="0" smtClean="0"/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1447800" y="1719262"/>
            <a:ext cx="2193925" cy="0"/>
          </a:xfrm>
          <a:prstGeom prst="line">
            <a:avLst/>
          </a:prstGeom>
          <a:ln w="508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 bwMode="auto">
          <a:xfrm>
            <a:off x="1600200" y="1871662"/>
            <a:ext cx="14478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>
            <a:off x="1752600" y="2024062"/>
            <a:ext cx="1905000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1600200" y="2133600"/>
            <a:ext cx="6558327" cy="523220"/>
            <a:chOff x="609600" y="2057400"/>
            <a:chExt cx="6558327" cy="523220"/>
          </a:xfrm>
        </p:grpSpPr>
        <p:cxnSp>
          <p:nvCxnSpPr>
            <p:cNvPr id="20" name="Straight Connector 19"/>
            <p:cNvCxnSpPr/>
            <p:nvPr/>
          </p:nvCxnSpPr>
          <p:spPr bwMode="auto">
            <a:xfrm>
              <a:off x="609600" y="2481262"/>
              <a:ext cx="3048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>
              <a:off x="762000" y="2405062"/>
              <a:ext cx="457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auto">
            <a:xfrm>
              <a:off x="1371600" y="2405062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auto">
            <a:xfrm>
              <a:off x="1752600" y="2405062"/>
              <a:ext cx="3810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auto">
            <a:xfrm>
              <a:off x="1752600" y="2557462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990600" y="2557462"/>
              <a:ext cx="3048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>
              <a:off x="1447800" y="2481262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8" name="TextBox 161"/>
            <p:cNvSpPr txBox="1">
              <a:spLocks noChangeArrowheads="1"/>
            </p:cNvSpPr>
            <p:nvPr/>
          </p:nvSpPr>
          <p:spPr bwMode="auto">
            <a:xfrm>
              <a:off x="5029200" y="2057400"/>
              <a:ext cx="2138727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Lucida Sans Unicode" pitchFamily="34" charset="0"/>
                </a:rPr>
                <a:t>Make </a:t>
              </a:r>
              <a:r>
                <a:rPr lang="en-US" sz="1400" dirty="0" err="1">
                  <a:latin typeface="Lucida Sans Unicode" pitchFamily="34" charset="0"/>
                </a:rPr>
                <a:t>cDNA</a:t>
              </a:r>
              <a:r>
                <a:rPr lang="en-US" sz="1400" dirty="0">
                  <a:latin typeface="Lucida Sans Unicode" pitchFamily="34" charset="0"/>
                </a:rPr>
                <a:t> &amp; </a:t>
              </a:r>
              <a:endParaRPr lang="en-US" sz="1400" dirty="0" smtClean="0">
                <a:latin typeface="Lucida Sans Unicode" pitchFamily="34" charset="0"/>
              </a:endParaRPr>
            </a:p>
            <a:p>
              <a:r>
                <a:rPr lang="en-US" sz="1400" dirty="0" smtClean="0">
                  <a:latin typeface="Lucida Sans Unicode" pitchFamily="34" charset="0"/>
                </a:rPr>
                <a:t>shatter </a:t>
              </a:r>
              <a:r>
                <a:rPr lang="en-US" sz="1400" dirty="0">
                  <a:latin typeface="Lucida Sans Unicode" pitchFamily="34" charset="0"/>
                </a:rPr>
                <a:t>into fragments</a:t>
              </a:r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228600" y="3657600"/>
            <a:ext cx="6950075" cy="1185862"/>
            <a:chOff x="2286000" y="3429000"/>
            <a:chExt cx="6950075" cy="1185862"/>
          </a:xfrm>
        </p:grpSpPr>
        <p:cxnSp>
          <p:nvCxnSpPr>
            <p:cNvPr id="129" name="Straight Connector 128"/>
            <p:cNvCxnSpPr/>
            <p:nvPr/>
          </p:nvCxnSpPr>
          <p:spPr bwMode="auto">
            <a:xfrm>
              <a:off x="2286000" y="4233862"/>
              <a:ext cx="4087812" cy="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Rectangle 131"/>
            <p:cNvSpPr/>
            <p:nvPr/>
          </p:nvSpPr>
          <p:spPr bwMode="auto">
            <a:xfrm>
              <a:off x="2514600" y="4157662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133" name="Rectangle 132"/>
            <p:cNvSpPr/>
            <p:nvPr/>
          </p:nvSpPr>
          <p:spPr bwMode="auto">
            <a:xfrm>
              <a:off x="3200400" y="4157662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134" name="Rectangle 133"/>
            <p:cNvSpPr/>
            <p:nvPr/>
          </p:nvSpPr>
          <p:spPr bwMode="auto">
            <a:xfrm>
              <a:off x="3886200" y="4157662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142" name="Elbow Connector 141"/>
            <p:cNvCxnSpPr/>
            <p:nvPr/>
          </p:nvCxnSpPr>
          <p:spPr bwMode="auto">
            <a:xfrm rot="5400000" flipH="1" flipV="1">
              <a:off x="2216150" y="4011612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Elbow Connector 141"/>
            <p:cNvCxnSpPr/>
            <p:nvPr/>
          </p:nvCxnSpPr>
          <p:spPr bwMode="auto">
            <a:xfrm rot="5400000" flipH="1" flipV="1">
              <a:off x="4578350" y="3998912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/>
            <p:cNvSpPr/>
            <p:nvPr/>
          </p:nvSpPr>
          <p:spPr bwMode="auto">
            <a:xfrm>
              <a:off x="4800600" y="4157662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D</a:t>
              </a:r>
            </a:p>
          </p:txBody>
        </p:sp>
        <p:sp>
          <p:nvSpPr>
            <p:cNvPr id="161" name="Rectangle 160"/>
            <p:cNvSpPr/>
            <p:nvPr/>
          </p:nvSpPr>
          <p:spPr bwMode="auto">
            <a:xfrm>
              <a:off x="5638800" y="4157662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E</a:t>
              </a:r>
            </a:p>
          </p:txBody>
        </p:sp>
        <p:cxnSp>
          <p:nvCxnSpPr>
            <p:cNvPr id="170" name="Straight Connector 169"/>
            <p:cNvCxnSpPr/>
            <p:nvPr/>
          </p:nvCxnSpPr>
          <p:spPr bwMode="auto">
            <a:xfrm>
              <a:off x="2514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auto">
            <a:xfrm>
              <a:off x="26670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auto">
            <a:xfrm>
              <a:off x="28194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 bwMode="auto">
            <a:xfrm>
              <a:off x="32004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 bwMode="auto">
            <a:xfrm>
              <a:off x="33528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 bwMode="auto">
            <a:xfrm>
              <a:off x="3505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 bwMode="auto">
            <a:xfrm>
              <a:off x="3886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 bwMode="auto">
            <a:xfrm>
              <a:off x="4038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 bwMode="auto">
            <a:xfrm>
              <a:off x="41910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/>
          </p:nvCxnSpPr>
          <p:spPr bwMode="auto">
            <a:xfrm>
              <a:off x="48768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 bwMode="auto">
            <a:xfrm>
              <a:off x="5029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 bwMode="auto">
            <a:xfrm>
              <a:off x="5181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 bwMode="auto">
            <a:xfrm>
              <a:off x="56388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 bwMode="auto">
            <a:xfrm>
              <a:off x="5791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 bwMode="auto">
            <a:xfrm>
              <a:off x="5943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22" name="Rectangle 226"/>
            <p:cNvSpPr>
              <a:spLocks noChangeArrowheads="1"/>
            </p:cNvSpPr>
            <p:nvPr/>
          </p:nvSpPr>
          <p:spPr bwMode="auto">
            <a:xfrm>
              <a:off x="8153400" y="3429000"/>
              <a:ext cx="1082675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Lucida Sans Unicode" pitchFamily="34" charset="0"/>
                </a:rPr>
                <a:t>Map reads</a:t>
              </a:r>
            </a:p>
          </p:txBody>
        </p:sp>
        <p:cxnSp>
          <p:nvCxnSpPr>
            <p:cNvPr id="241" name="Straight Connector 240"/>
            <p:cNvCxnSpPr>
              <a:stCxn id="132" idx="3"/>
            </p:cNvCxnSpPr>
            <p:nvPr/>
          </p:nvCxnSpPr>
          <p:spPr bwMode="auto">
            <a:xfrm>
              <a:off x="3048000" y="4233862"/>
              <a:ext cx="381000" cy="381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>
              <a:stCxn id="134" idx="1"/>
            </p:cNvCxnSpPr>
            <p:nvPr/>
          </p:nvCxnSpPr>
          <p:spPr bwMode="auto">
            <a:xfrm rot="10800000" flipV="1">
              <a:off x="3429000" y="4233862"/>
              <a:ext cx="457200" cy="381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7" name="TextBox 246"/>
          <p:cNvSpPr txBox="1">
            <a:spLocks noChangeArrowheads="1"/>
          </p:cNvSpPr>
          <p:nvPr/>
        </p:nvSpPr>
        <p:spPr bwMode="auto">
          <a:xfrm>
            <a:off x="685800" y="4876800"/>
            <a:ext cx="32784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Lucida Sans Unicode" pitchFamily="34" charset="0"/>
              </a:rPr>
              <a:t>Allele Specific Gene </a:t>
            </a:r>
            <a:r>
              <a:rPr lang="en-US" sz="1400" dirty="0">
                <a:latin typeface="Lucida Sans Unicode" pitchFamily="34" charset="0"/>
              </a:rPr>
              <a:t>Expression (GE)</a:t>
            </a:r>
          </a:p>
        </p:txBody>
      </p:sp>
      <p:sp>
        <p:nvSpPr>
          <p:cNvPr id="1128" name="TextBox 249"/>
          <p:cNvSpPr txBox="1">
            <a:spLocks noChangeArrowheads="1"/>
          </p:cNvSpPr>
          <p:nvPr/>
        </p:nvSpPr>
        <p:spPr bwMode="auto">
          <a:xfrm>
            <a:off x="4036853" y="4876800"/>
            <a:ext cx="343074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Lucida Sans Unicode" pitchFamily="34" charset="0"/>
              </a:rPr>
              <a:t>Allele Specific Isoform </a:t>
            </a:r>
            <a:r>
              <a:rPr lang="en-US" sz="1400" dirty="0">
                <a:latin typeface="Lucida Sans Unicode" pitchFamily="34" charset="0"/>
              </a:rPr>
              <a:t>Expression (IE)</a:t>
            </a:r>
          </a:p>
        </p:txBody>
      </p:sp>
      <p:cxnSp>
        <p:nvCxnSpPr>
          <p:cNvPr id="117" name="Straight Connector 116"/>
          <p:cNvCxnSpPr/>
          <p:nvPr/>
        </p:nvCxnSpPr>
        <p:spPr bwMode="auto">
          <a:xfrm>
            <a:off x="3962400" y="1752600"/>
            <a:ext cx="2193925" cy="0"/>
          </a:xfrm>
          <a:prstGeom prst="line">
            <a:avLst/>
          </a:prstGeom>
          <a:ln w="508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 bwMode="auto">
          <a:xfrm>
            <a:off x="4114800" y="1905000"/>
            <a:ext cx="1447800" cy="0"/>
          </a:xfrm>
          <a:prstGeom prst="line">
            <a:avLst/>
          </a:prstGeom>
          <a:ln w="50800">
            <a:solidFill>
              <a:srgbClr val="92D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 bwMode="auto">
          <a:xfrm>
            <a:off x="4267200" y="2057400"/>
            <a:ext cx="1905000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3810000" y="2209800"/>
            <a:ext cx="1905000" cy="533400"/>
            <a:chOff x="2971800" y="2133600"/>
            <a:chExt cx="1905000" cy="533400"/>
          </a:xfrm>
        </p:grpSpPr>
        <p:cxnSp>
          <p:nvCxnSpPr>
            <p:cNvPr id="121" name="Straight Arrow Connector 120"/>
            <p:cNvCxnSpPr/>
            <p:nvPr/>
          </p:nvCxnSpPr>
          <p:spPr bwMode="auto">
            <a:xfrm rot="5400000">
              <a:off x="2858294" y="2247106"/>
              <a:ext cx="228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 bwMode="auto">
            <a:xfrm>
              <a:off x="3200400" y="2667000"/>
              <a:ext cx="3048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 bwMode="auto">
            <a:xfrm>
              <a:off x="3352800" y="2438400"/>
              <a:ext cx="457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 bwMode="auto">
            <a:xfrm>
              <a:off x="4038600" y="2667000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 bwMode="auto">
            <a:xfrm>
              <a:off x="4343400" y="2438400"/>
              <a:ext cx="3810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 bwMode="auto">
            <a:xfrm>
              <a:off x="4343400" y="2667000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 bwMode="auto">
            <a:xfrm>
              <a:off x="3657600" y="2667000"/>
              <a:ext cx="3048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 bwMode="auto">
            <a:xfrm>
              <a:off x="4038600" y="2514600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 bwMode="auto">
            <a:xfrm>
              <a:off x="3584549" y="2514600"/>
              <a:ext cx="377851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 bwMode="auto">
            <a:xfrm>
              <a:off x="4648200" y="2514600"/>
              <a:ext cx="2286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3808411" y="3700462"/>
            <a:ext cx="4699001" cy="1143000"/>
            <a:chOff x="1674811" y="3471862"/>
            <a:chExt cx="4699001" cy="1143000"/>
          </a:xfrm>
        </p:grpSpPr>
        <p:cxnSp>
          <p:nvCxnSpPr>
            <p:cNvPr id="179" name="Straight Arrow Connector 178"/>
            <p:cNvCxnSpPr/>
            <p:nvPr/>
          </p:nvCxnSpPr>
          <p:spPr bwMode="auto">
            <a:xfrm rot="5400000">
              <a:off x="1561305" y="3585368"/>
              <a:ext cx="228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 bwMode="auto">
            <a:xfrm>
              <a:off x="2286000" y="4233862"/>
              <a:ext cx="4087812" cy="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1" name="Rectangle 180"/>
            <p:cNvSpPr/>
            <p:nvPr/>
          </p:nvSpPr>
          <p:spPr bwMode="auto">
            <a:xfrm>
              <a:off x="2514600" y="4157662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218" name="Rectangle 217"/>
            <p:cNvSpPr/>
            <p:nvPr/>
          </p:nvSpPr>
          <p:spPr bwMode="auto">
            <a:xfrm>
              <a:off x="3200400" y="4157662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219" name="Rectangle 218"/>
            <p:cNvSpPr/>
            <p:nvPr/>
          </p:nvSpPr>
          <p:spPr bwMode="auto">
            <a:xfrm>
              <a:off x="3886200" y="4157662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220" name="Elbow Connector 219"/>
            <p:cNvCxnSpPr/>
            <p:nvPr/>
          </p:nvCxnSpPr>
          <p:spPr bwMode="auto">
            <a:xfrm rot="5400000" flipH="1" flipV="1">
              <a:off x="2216150" y="4011612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lbow Connector 141"/>
            <p:cNvCxnSpPr/>
            <p:nvPr/>
          </p:nvCxnSpPr>
          <p:spPr bwMode="auto">
            <a:xfrm rot="5400000" flipH="1" flipV="1">
              <a:off x="4578350" y="3998912"/>
              <a:ext cx="292100" cy="15240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Rectangle 221"/>
            <p:cNvSpPr/>
            <p:nvPr/>
          </p:nvSpPr>
          <p:spPr bwMode="auto">
            <a:xfrm>
              <a:off x="4800600" y="4157662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D</a:t>
              </a:r>
            </a:p>
          </p:txBody>
        </p:sp>
        <p:sp>
          <p:nvSpPr>
            <p:cNvPr id="223" name="Rectangle 222"/>
            <p:cNvSpPr/>
            <p:nvPr/>
          </p:nvSpPr>
          <p:spPr bwMode="auto">
            <a:xfrm>
              <a:off x="5638800" y="4157662"/>
              <a:ext cx="5334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E</a:t>
              </a:r>
            </a:p>
          </p:txBody>
        </p:sp>
        <p:cxnSp>
          <p:nvCxnSpPr>
            <p:cNvPr id="224" name="Straight Connector 223"/>
            <p:cNvCxnSpPr/>
            <p:nvPr/>
          </p:nvCxnSpPr>
          <p:spPr bwMode="auto">
            <a:xfrm>
              <a:off x="2514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 bwMode="auto">
            <a:xfrm>
              <a:off x="25908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 bwMode="auto">
            <a:xfrm>
              <a:off x="27432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 bwMode="auto">
            <a:xfrm>
              <a:off x="28956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 bwMode="auto">
            <a:xfrm>
              <a:off x="26670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 bwMode="auto">
            <a:xfrm>
              <a:off x="28194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 bwMode="auto">
            <a:xfrm>
              <a:off x="32004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 bwMode="auto">
            <a:xfrm>
              <a:off x="33528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/>
          </p:nvCxnSpPr>
          <p:spPr bwMode="auto">
            <a:xfrm>
              <a:off x="3505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 bwMode="auto">
            <a:xfrm>
              <a:off x="3886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 bwMode="auto">
            <a:xfrm>
              <a:off x="39624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 bwMode="auto">
            <a:xfrm>
              <a:off x="41148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 bwMode="auto">
            <a:xfrm>
              <a:off x="4267200" y="40052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 bwMode="auto">
            <a:xfrm>
              <a:off x="4038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/>
          </p:nvCxnSpPr>
          <p:spPr bwMode="auto">
            <a:xfrm>
              <a:off x="41910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/>
          </p:nvCxnSpPr>
          <p:spPr bwMode="auto">
            <a:xfrm>
              <a:off x="25146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/>
          </p:nvCxnSpPr>
          <p:spPr bwMode="auto">
            <a:xfrm>
              <a:off x="26670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 bwMode="auto">
            <a:xfrm>
              <a:off x="28194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/>
          </p:nvCxnSpPr>
          <p:spPr bwMode="auto">
            <a:xfrm>
              <a:off x="38862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/>
          </p:nvCxnSpPr>
          <p:spPr bwMode="auto">
            <a:xfrm>
              <a:off x="40386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 bwMode="auto">
            <a:xfrm>
              <a:off x="4191000" y="39290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/>
          </p:nvCxnSpPr>
          <p:spPr bwMode="auto">
            <a:xfrm>
              <a:off x="48768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/>
          </p:nvCxnSpPr>
          <p:spPr bwMode="auto">
            <a:xfrm>
              <a:off x="5029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 bwMode="auto">
            <a:xfrm>
              <a:off x="5181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/>
          </p:nvCxnSpPr>
          <p:spPr bwMode="auto">
            <a:xfrm>
              <a:off x="56388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/>
          </p:nvCxnSpPr>
          <p:spPr bwMode="auto">
            <a:xfrm>
              <a:off x="57912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 bwMode="auto">
            <a:xfrm>
              <a:off x="5943600" y="4081462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>
              <a:stCxn id="181" idx="3"/>
            </p:cNvCxnSpPr>
            <p:nvPr/>
          </p:nvCxnSpPr>
          <p:spPr bwMode="auto">
            <a:xfrm>
              <a:off x="3048000" y="4233862"/>
              <a:ext cx="381000" cy="381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>
              <a:stCxn id="219" idx="1"/>
            </p:cNvCxnSpPr>
            <p:nvPr/>
          </p:nvCxnSpPr>
          <p:spPr bwMode="auto">
            <a:xfrm rot="10800000" flipV="1">
              <a:off x="3429000" y="4233862"/>
              <a:ext cx="457200" cy="381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1954212" y="2922588"/>
            <a:ext cx="6454776" cy="506412"/>
            <a:chOff x="1954212" y="2740025"/>
            <a:chExt cx="6454776" cy="506412"/>
          </a:xfrm>
        </p:grpSpPr>
        <p:grpSp>
          <p:nvGrpSpPr>
            <p:cNvPr id="106" name="Group 105"/>
            <p:cNvGrpSpPr/>
            <p:nvPr/>
          </p:nvGrpSpPr>
          <p:grpSpPr>
            <a:xfrm>
              <a:off x="1954212" y="2740025"/>
              <a:ext cx="6454776" cy="427037"/>
              <a:chOff x="2819400" y="2740025"/>
              <a:chExt cx="6454776" cy="427037"/>
            </a:xfrm>
          </p:grpSpPr>
          <p:cxnSp>
            <p:nvCxnSpPr>
              <p:cNvPr id="36" name="Straight Arrow Connector 35"/>
              <p:cNvCxnSpPr/>
              <p:nvPr/>
            </p:nvCxnSpPr>
            <p:spPr bwMode="auto">
              <a:xfrm rot="5400000">
                <a:off x="4485482" y="2932906"/>
                <a:ext cx="228600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auto">
              <a:xfrm>
                <a:off x="2819400" y="30908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auto">
              <a:xfrm>
                <a:off x="3048000" y="30908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>
                <a:off x="3276600" y="30908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>
                <a:off x="3505200" y="30908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3733800" y="30908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3962400" y="30908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 bwMode="auto">
              <a:xfrm>
                <a:off x="2971800" y="31670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 bwMode="auto">
              <a:xfrm>
                <a:off x="3200400" y="31670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 bwMode="auto">
              <a:xfrm>
                <a:off x="3429000" y="31670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 bwMode="auto">
              <a:xfrm>
                <a:off x="3657600" y="31670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 bwMode="auto">
              <a:xfrm>
                <a:off x="3886200" y="31670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 bwMode="auto">
              <a:xfrm>
                <a:off x="4114800" y="31670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79" name="Rectangle 162"/>
              <p:cNvSpPr>
                <a:spLocks noChangeArrowheads="1"/>
              </p:cNvSpPr>
              <p:nvPr/>
            </p:nvSpPr>
            <p:spPr bwMode="auto">
              <a:xfrm>
                <a:off x="6884988" y="2740025"/>
                <a:ext cx="2389188" cy="307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latin typeface="Lucida Sans Unicode" pitchFamily="34" charset="0"/>
                  </a:rPr>
                  <a:t>Sequence fragment ends </a:t>
                </a:r>
              </a:p>
            </p:txBody>
          </p:sp>
        </p:grpSp>
        <p:grpSp>
          <p:nvGrpSpPr>
            <p:cNvPr id="141" name="Group 140"/>
            <p:cNvGrpSpPr/>
            <p:nvPr/>
          </p:nvGrpSpPr>
          <p:grpSpPr>
            <a:xfrm>
              <a:off x="4316412" y="3094037"/>
              <a:ext cx="1371600" cy="152400"/>
              <a:chOff x="2819400" y="3090862"/>
              <a:chExt cx="1371600" cy="152400"/>
            </a:xfrm>
          </p:grpSpPr>
          <p:cxnSp>
            <p:nvCxnSpPr>
              <p:cNvPr id="144" name="Straight Connector 143"/>
              <p:cNvCxnSpPr/>
              <p:nvPr/>
            </p:nvCxnSpPr>
            <p:spPr bwMode="auto">
              <a:xfrm>
                <a:off x="2819400" y="30908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/>
              <p:cNvCxnSpPr/>
              <p:nvPr/>
            </p:nvCxnSpPr>
            <p:spPr bwMode="auto">
              <a:xfrm>
                <a:off x="3048000" y="30908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/>
              <p:nvPr/>
            </p:nvCxnSpPr>
            <p:spPr bwMode="auto">
              <a:xfrm>
                <a:off x="3276600" y="30908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/>
              <p:nvPr/>
            </p:nvCxnSpPr>
            <p:spPr bwMode="auto">
              <a:xfrm>
                <a:off x="3505200" y="30908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 bwMode="auto">
              <a:xfrm>
                <a:off x="3733800" y="30908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 bwMode="auto">
              <a:xfrm>
                <a:off x="3962400" y="30908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 bwMode="auto">
              <a:xfrm>
                <a:off x="2971800" y="31670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/>
              <p:cNvCxnSpPr/>
              <p:nvPr/>
            </p:nvCxnSpPr>
            <p:spPr bwMode="auto">
              <a:xfrm>
                <a:off x="3200400" y="31670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/>
              <p:nvPr/>
            </p:nvCxnSpPr>
            <p:spPr bwMode="auto">
              <a:xfrm>
                <a:off x="3429000" y="31670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 bwMode="auto">
              <a:xfrm>
                <a:off x="3657600" y="31670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/>
              <p:nvPr/>
            </p:nvCxnSpPr>
            <p:spPr bwMode="auto">
              <a:xfrm>
                <a:off x="3886200" y="31670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 bwMode="auto">
              <a:xfrm>
                <a:off x="4114800" y="31670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/>
              <p:cNvCxnSpPr/>
              <p:nvPr/>
            </p:nvCxnSpPr>
            <p:spPr bwMode="auto">
              <a:xfrm>
                <a:off x="2819400" y="32432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 bwMode="auto">
              <a:xfrm>
                <a:off x="3048000" y="32432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/>
              <p:cNvCxnSpPr/>
              <p:nvPr/>
            </p:nvCxnSpPr>
            <p:spPr bwMode="auto">
              <a:xfrm>
                <a:off x="3276600" y="32432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/>
              <p:cNvCxnSpPr/>
              <p:nvPr/>
            </p:nvCxnSpPr>
            <p:spPr bwMode="auto">
              <a:xfrm>
                <a:off x="3505200" y="32432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 bwMode="auto">
              <a:xfrm>
                <a:off x="3733800" y="32432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/>
            </p:nvCxnSpPr>
            <p:spPr bwMode="auto">
              <a:xfrm>
                <a:off x="3962400" y="3243262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Box 5"/>
          <p:cNvSpPr txBox="1"/>
          <p:nvPr/>
        </p:nvSpPr>
        <p:spPr>
          <a:xfrm>
            <a:off x="1399618" y="1295400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FF"/>
                </a:solidFill>
                <a:latin typeface="Algerian" pitchFamily="82" charset="0"/>
              </a:rPr>
              <a:t>H0</a:t>
            </a:r>
            <a:endParaRPr lang="en-US" sz="2400" dirty="0">
              <a:solidFill>
                <a:srgbClr val="FF00FF"/>
              </a:solidFill>
              <a:latin typeface="Algerian" pitchFamily="82" charset="0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3886200" y="1295400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3399FF"/>
                </a:solidFill>
                <a:latin typeface="Algerian" pitchFamily="82" charset="0"/>
              </a:rPr>
              <a:t>H1</a:t>
            </a:r>
            <a:endParaRPr lang="en-US" sz="2400" dirty="0">
              <a:solidFill>
                <a:srgbClr val="3399FF"/>
              </a:solidFill>
              <a:latin typeface="Algerian" pitchFamily="82" charset="0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76200" y="3745468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FF"/>
                </a:solidFill>
                <a:latin typeface="Algerian" pitchFamily="82" charset="0"/>
              </a:rPr>
              <a:t>H0</a:t>
            </a:r>
            <a:endParaRPr lang="en-US" sz="2400" dirty="0">
              <a:solidFill>
                <a:srgbClr val="FF00FF"/>
              </a:solidFill>
              <a:latin typeface="Algerian" pitchFamily="82" charset="0"/>
            </a:endParaRPr>
          </a:p>
        </p:txBody>
      </p:sp>
      <p:sp>
        <p:nvSpPr>
          <p:cNvPr id="290" name="TextBox 289"/>
          <p:cNvSpPr txBox="1"/>
          <p:nvPr/>
        </p:nvSpPr>
        <p:spPr>
          <a:xfrm>
            <a:off x="4267200" y="374546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3399FF"/>
                </a:solidFill>
                <a:latin typeface="Algerian" pitchFamily="82" charset="0"/>
              </a:rPr>
              <a:t>H1</a:t>
            </a:r>
            <a:endParaRPr lang="en-US" sz="2400" dirty="0">
              <a:solidFill>
                <a:srgbClr val="3399FF"/>
              </a:solidFill>
              <a:latin typeface="Algerian" pitchFamily="82" charset="0"/>
            </a:endParaRPr>
          </a:p>
        </p:txBody>
      </p:sp>
      <p:graphicFrame>
        <p:nvGraphicFramePr>
          <p:cNvPr id="292" name="Chart 2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594367104"/>
              </p:ext>
            </p:extLst>
          </p:nvPr>
        </p:nvGraphicFramePr>
        <p:xfrm>
          <a:off x="941388" y="5264599"/>
          <a:ext cx="2259012" cy="129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3" name="Chart 29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791848451"/>
              </p:ext>
            </p:extLst>
          </p:nvPr>
        </p:nvGraphicFramePr>
        <p:xfrm>
          <a:off x="4184133" y="5257800"/>
          <a:ext cx="2274887" cy="1291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xmlns="" val="416345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and limitations of current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7237"/>
            <a:ext cx="8229600" cy="4525963"/>
          </a:xfrm>
        </p:spPr>
        <p:txBody>
          <a:bodyPr/>
          <a:lstStyle/>
          <a:p>
            <a:r>
              <a:rPr lang="en-US" dirty="0" smtClean="0"/>
              <a:t>Need for diploid </a:t>
            </a:r>
            <a:r>
              <a:rPr lang="en-US" dirty="0" err="1" smtClean="0"/>
              <a:t>transcriptome</a:t>
            </a:r>
            <a:endParaRPr lang="en-US" dirty="0" smtClean="0"/>
          </a:p>
          <a:p>
            <a:r>
              <a:rPr lang="en-US" dirty="0" smtClean="0"/>
              <a:t>Existing </a:t>
            </a:r>
            <a:r>
              <a:rPr lang="en-US" dirty="0"/>
              <a:t>studies </a:t>
            </a:r>
            <a:r>
              <a:rPr lang="en-US" dirty="0" smtClean="0"/>
              <a:t>rely </a:t>
            </a:r>
            <a:r>
              <a:rPr lang="en-US" dirty="0"/>
              <a:t>on simple alleles coverage </a:t>
            </a:r>
            <a:r>
              <a:rPr lang="en-US" dirty="0" smtClean="0"/>
              <a:t>analysis for </a:t>
            </a:r>
            <a:r>
              <a:rPr lang="en-US" dirty="0"/>
              <a:t>heterozygous </a:t>
            </a:r>
            <a:r>
              <a:rPr lang="en-US" dirty="0" smtClean="0"/>
              <a:t>SNP </a:t>
            </a:r>
            <a:r>
              <a:rPr lang="en-US" dirty="0"/>
              <a:t>sites</a:t>
            </a:r>
          </a:p>
          <a:p>
            <a:pPr lvl="1"/>
            <a:r>
              <a:rPr lang="en-US" dirty="0" smtClean="0"/>
              <a:t>Not isoform specific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Read </a:t>
            </a:r>
            <a:r>
              <a:rPr lang="en-US" dirty="0" smtClean="0">
                <a:sym typeface="Wingdings" pitchFamily="2" charset="2"/>
              </a:rPr>
              <a:t>mapping bias towards the reference </a:t>
            </a:r>
            <a:r>
              <a:rPr lang="en-US" dirty="0" smtClean="0">
                <a:sym typeface="Wingdings" pitchFamily="2" charset="2"/>
              </a:rPr>
              <a:t>allele</a:t>
            </a:r>
          </a:p>
          <a:p>
            <a:pPr lvl="1"/>
            <a:r>
              <a:rPr lang="en-US" dirty="0" smtClean="0"/>
              <a:t>Use less information </a:t>
            </a:r>
            <a:r>
              <a:rPr lang="en-US" dirty="0" smtClean="0">
                <a:sym typeface="Wingdings" pitchFamily="2" charset="2"/>
              </a:rPr>
              <a:t> less robust </a:t>
            </a:r>
            <a:r>
              <a:rPr lang="en-US" dirty="0" smtClean="0">
                <a:sym typeface="Wingdings" pitchFamily="2" charset="2"/>
              </a:rPr>
              <a:t>estimates</a:t>
            </a:r>
            <a:endParaRPr lang="en-US" dirty="0" smtClean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808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Pipeline for ASIE from RNA-</a:t>
            </a:r>
            <a:r>
              <a:rPr lang="en-US" dirty="0" err="1" smtClean="0"/>
              <a:t>Seq</a:t>
            </a:r>
            <a:r>
              <a:rPr lang="en-US" dirty="0" smtClean="0"/>
              <a:t> Reads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990600" y="1150810"/>
            <a:ext cx="6716839" cy="5402390"/>
            <a:chOff x="990600" y="1150810"/>
            <a:chExt cx="6716839" cy="5402390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1150810"/>
              <a:ext cx="6716839" cy="5402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1419430"/>
              <a:ext cx="1876425" cy="2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6050" y="1533730"/>
              <a:ext cx="971550" cy="504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8" name="Group 7"/>
            <p:cNvGrpSpPr/>
            <p:nvPr/>
          </p:nvGrpSpPr>
          <p:grpSpPr>
            <a:xfrm>
              <a:off x="1219200" y="4465510"/>
              <a:ext cx="299936" cy="258890"/>
              <a:chOff x="1447800" y="4531980"/>
              <a:chExt cx="299936" cy="25889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1447800" y="4573619"/>
                <a:ext cx="299936" cy="2172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Down Arrow 9"/>
              <p:cNvSpPr/>
              <p:nvPr/>
            </p:nvSpPr>
            <p:spPr>
              <a:xfrm>
                <a:off x="1595336" y="4531980"/>
                <a:ext cx="152400" cy="258890"/>
              </a:xfrm>
              <a:prstGeom prst="downArrow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214731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Pipeline for ASIE from RNA-</a:t>
            </a:r>
            <a:r>
              <a:rPr lang="en-US" dirty="0" err="1"/>
              <a:t>Seq</a:t>
            </a:r>
            <a:r>
              <a:rPr lang="en-US" dirty="0"/>
              <a:t> Reads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79361" y="1150810"/>
            <a:ext cx="6716839" cy="5402390"/>
            <a:chOff x="979361" y="1150810"/>
            <a:chExt cx="6716839" cy="5402390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361" y="1150810"/>
              <a:ext cx="6716839" cy="5402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1438275"/>
              <a:ext cx="1876425" cy="2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6050" y="1552575"/>
              <a:ext cx="971550" cy="504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230502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Hybrid Approach Based on Merging Alignments </a:t>
            </a:r>
          </a:p>
        </p:txBody>
      </p:sp>
      <p:grpSp>
        <p:nvGrpSpPr>
          <p:cNvPr id="2" name="Group 40"/>
          <p:cNvGrpSpPr/>
          <p:nvPr/>
        </p:nvGrpSpPr>
        <p:grpSpPr>
          <a:xfrm>
            <a:off x="838200" y="2362200"/>
            <a:ext cx="7162800" cy="2730437"/>
            <a:chOff x="685800" y="1308163"/>
            <a:chExt cx="7162800" cy="2730437"/>
          </a:xfrm>
        </p:grpSpPr>
        <p:sp>
          <p:nvSpPr>
            <p:cNvPr id="26628" name="AutoShape 4"/>
            <p:cNvSpPr>
              <a:spLocks noChangeArrowheads="1"/>
            </p:cNvSpPr>
            <p:nvPr/>
          </p:nvSpPr>
          <p:spPr bwMode="auto">
            <a:xfrm>
              <a:off x="685800" y="2069653"/>
              <a:ext cx="1143008" cy="1143439"/>
            </a:xfrm>
            <a:prstGeom prst="flowChartDocument">
              <a:avLst/>
            </a:prstGeom>
            <a:solidFill>
              <a:srgbClr val="00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 smtClean="0">
                  <a:solidFill>
                    <a:srgbClr val="000000"/>
                  </a:solidFill>
                  <a:latin typeface="+mn-lt"/>
                </a:rPr>
                <a:t>mRNA reads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0" name="AutoShape 6"/>
            <p:cNvSpPr>
              <a:spLocks noChangeArrowheads="1"/>
            </p:cNvSpPr>
            <p:nvPr/>
          </p:nvSpPr>
          <p:spPr bwMode="auto">
            <a:xfrm>
              <a:off x="2438400" y="1384363"/>
              <a:ext cx="1143008" cy="990600"/>
            </a:xfrm>
            <a:prstGeom prst="flowChartProcess">
              <a:avLst/>
            </a:prstGeom>
            <a:solidFill>
              <a:srgbClr val="FFCC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defRPr/>
              </a:pPr>
              <a:r>
                <a:rPr lang="en-US" sz="2000" dirty="0" smtClean="0">
                  <a:solidFill>
                    <a:srgbClr val="000000"/>
                  </a:solidFill>
                  <a:latin typeface="+mn-lt"/>
                </a:rPr>
                <a:t>Transcript Library</a:t>
              </a:r>
              <a:endParaRPr lang="en-US" sz="2000" dirty="0">
                <a:solidFill>
                  <a:srgbClr val="000000"/>
                </a:solidFill>
                <a:latin typeface="+mn-lt"/>
              </a:endParaRPr>
            </a:p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Mapping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1" name="AutoShape 7"/>
            <p:cNvSpPr>
              <a:spLocks noChangeArrowheads="1"/>
            </p:cNvSpPr>
            <p:nvPr/>
          </p:nvSpPr>
          <p:spPr bwMode="auto">
            <a:xfrm>
              <a:off x="2286000" y="3230748"/>
              <a:ext cx="1190903" cy="668215"/>
            </a:xfrm>
            <a:prstGeom prst="flowChartProcess">
              <a:avLst/>
            </a:prstGeom>
            <a:solidFill>
              <a:srgbClr val="FFCC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Genome Mapping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2" name="AutoShape 8"/>
            <p:cNvSpPr>
              <a:spLocks noChangeArrowheads="1"/>
            </p:cNvSpPr>
            <p:nvPr/>
          </p:nvSpPr>
          <p:spPr bwMode="auto">
            <a:xfrm>
              <a:off x="4724400" y="2267264"/>
              <a:ext cx="1322938" cy="717299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Read </a:t>
              </a:r>
              <a:r>
                <a:rPr lang="en-US" sz="2000" dirty="0" smtClean="0">
                  <a:solidFill>
                    <a:srgbClr val="000000"/>
                  </a:solidFill>
                  <a:latin typeface="+mn-lt"/>
                </a:rPr>
                <a:t>Merging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3" name="AutoShape 9"/>
            <p:cNvSpPr>
              <a:spLocks noChangeArrowheads="1"/>
            </p:cNvSpPr>
            <p:nvPr/>
          </p:nvSpPr>
          <p:spPr bwMode="auto">
            <a:xfrm>
              <a:off x="4114800" y="1308163"/>
              <a:ext cx="1694447" cy="774192"/>
            </a:xfrm>
            <a:prstGeom prst="flowChartDocument">
              <a:avLst/>
            </a:prstGeom>
            <a:solidFill>
              <a:srgbClr val="00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 smtClean="0">
                  <a:solidFill>
                    <a:srgbClr val="000000"/>
                  </a:solidFill>
                  <a:latin typeface="+mn-lt"/>
                </a:rPr>
                <a:t>Transcript </a:t>
              </a: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mapped reads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4" name="AutoShape 10"/>
            <p:cNvSpPr>
              <a:spLocks noChangeArrowheads="1"/>
            </p:cNvSpPr>
            <p:nvPr/>
          </p:nvSpPr>
          <p:spPr bwMode="auto">
            <a:xfrm>
              <a:off x="4114823" y="3213093"/>
              <a:ext cx="1829071" cy="825507"/>
            </a:xfrm>
            <a:prstGeom prst="flowChartDocument">
              <a:avLst/>
            </a:prstGeom>
            <a:solidFill>
              <a:srgbClr val="00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Genome mapped reads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9247" name="Line 11"/>
            <p:cNvSpPr>
              <a:spLocks noChangeShapeType="1"/>
            </p:cNvSpPr>
            <p:nvPr/>
          </p:nvSpPr>
          <p:spPr bwMode="auto">
            <a:xfrm flipV="1">
              <a:off x="1828800" y="1841985"/>
              <a:ext cx="609592" cy="3043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8" name="Line 12"/>
            <p:cNvSpPr>
              <a:spLocks noChangeShapeType="1"/>
            </p:cNvSpPr>
            <p:nvPr/>
          </p:nvSpPr>
          <p:spPr bwMode="auto">
            <a:xfrm>
              <a:off x="1828800" y="2984563"/>
              <a:ext cx="457200" cy="304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9" name="Line 13"/>
            <p:cNvSpPr>
              <a:spLocks noChangeShapeType="1"/>
            </p:cNvSpPr>
            <p:nvPr/>
          </p:nvSpPr>
          <p:spPr bwMode="auto">
            <a:xfrm>
              <a:off x="3581400" y="1765363"/>
              <a:ext cx="533317" cy="11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0" name="Line 14"/>
            <p:cNvSpPr>
              <a:spLocks noChangeShapeType="1"/>
            </p:cNvSpPr>
            <p:nvPr/>
          </p:nvSpPr>
          <p:spPr bwMode="auto">
            <a:xfrm>
              <a:off x="3505200" y="3365563"/>
              <a:ext cx="609623" cy="3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1" name="Line 15"/>
            <p:cNvSpPr>
              <a:spLocks noChangeShapeType="1"/>
            </p:cNvSpPr>
            <p:nvPr/>
          </p:nvSpPr>
          <p:spPr bwMode="auto">
            <a:xfrm flipV="1">
              <a:off x="5257831" y="2984405"/>
              <a:ext cx="1294" cy="238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2" name="Line 16"/>
            <p:cNvSpPr>
              <a:spLocks noChangeShapeType="1"/>
            </p:cNvSpPr>
            <p:nvPr/>
          </p:nvSpPr>
          <p:spPr bwMode="auto">
            <a:xfrm flipH="1">
              <a:off x="5256506" y="1981200"/>
              <a:ext cx="1294" cy="3011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9" name="AutoShape 25"/>
            <p:cNvSpPr>
              <a:spLocks noChangeArrowheads="1"/>
            </p:cNvSpPr>
            <p:nvPr/>
          </p:nvSpPr>
          <p:spPr bwMode="auto">
            <a:xfrm>
              <a:off x="6629400" y="2225738"/>
              <a:ext cx="1219200" cy="758825"/>
            </a:xfrm>
            <a:prstGeom prst="flowChartDocument">
              <a:avLst/>
            </a:prstGeom>
            <a:solidFill>
              <a:srgbClr val="00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Mapped reads</a:t>
              </a:r>
              <a:endParaRPr lang="en-US" sz="2000" dirty="0">
                <a:latin typeface="+mn-lt"/>
              </a:endParaRP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 flipV="1">
              <a:off x="6019800" y="2601976"/>
              <a:ext cx="609600" cy="15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41709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Merging Rules for Short Reads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10395849"/>
              </p:ext>
            </p:extLst>
          </p:nvPr>
        </p:nvGraphicFramePr>
        <p:xfrm>
          <a:off x="1663065" y="1600200"/>
          <a:ext cx="5728335" cy="4495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108710"/>
                <a:gridCol w="1663065"/>
              </a:tblGrid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Genome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Transcripts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Agree?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Hard Merge</a:t>
                      </a:r>
                      <a:endParaRPr lang="en-US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b="1" dirty="0" smtClean="0"/>
                        <a:t>Unique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Unique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Yes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Keep</a:t>
                      </a:r>
                      <a:endParaRPr lang="en-US" b="1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Unique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Unique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087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Unique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Multiple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No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Throw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b="1" dirty="0" smtClean="0"/>
                        <a:t>Unique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Not Mapped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No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Keep</a:t>
                      </a:r>
                      <a:endParaRPr lang="en-US" b="1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b="0" dirty="0" smtClean="0"/>
                        <a:t>Multiple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Unique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No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Throw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Multiple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Multiple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087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Multiple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b="1" dirty="0" smtClean="0"/>
                        <a:t>Not mapped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Unique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No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Keep</a:t>
                      </a:r>
                      <a:endParaRPr lang="en-US" b="1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Multiple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46139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Merging Local Alignments of ION Reads: </a:t>
            </a:r>
            <a:r>
              <a:rPr lang="en-US" dirty="0" err="1" smtClean="0"/>
              <a:t>HardMerge</a:t>
            </a:r>
            <a:r>
              <a:rPr lang="en-US" dirty="0" smtClean="0"/>
              <a:t> at Base-Level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Input: SAM files with alignments from genome and </a:t>
            </a:r>
            <a:r>
              <a:rPr lang="en-US" dirty="0" err="1" smtClean="0"/>
              <a:t>transcriptome</a:t>
            </a:r>
            <a:r>
              <a:rPr lang="en-US" dirty="0" smtClean="0"/>
              <a:t> mapping</a:t>
            </a:r>
          </a:p>
          <a:p>
            <a:endParaRPr lang="en-US" dirty="0" smtClean="0"/>
          </a:p>
          <a:p>
            <a:r>
              <a:rPr lang="en-US" dirty="0" smtClean="0"/>
              <a:t>The following alignments are filtered out</a:t>
            </a:r>
          </a:p>
          <a:p>
            <a:pPr lvl="1"/>
            <a:r>
              <a:rPr lang="en-US" dirty="0" smtClean="0"/>
              <a:t>Any local alignments of length &lt;= 15 bases</a:t>
            </a:r>
          </a:p>
          <a:p>
            <a:pPr lvl="1"/>
            <a:r>
              <a:rPr lang="en-US" dirty="0" smtClean="0"/>
              <a:t>All alignments of read that has alignments on different chromosomes or different strands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Key idea: a read base mapped to multiple locations is discarded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Output alignments are generated from contiguous stretches of non-ambiguously mapped bases, based on the unique genomic location of these bases</a:t>
            </a:r>
          </a:p>
          <a:p>
            <a:pPr lvl="1"/>
            <a:r>
              <a:rPr lang="en-US" dirty="0" smtClean="0"/>
              <a:t>Subject to the above filtering criteria</a:t>
            </a:r>
          </a:p>
        </p:txBody>
      </p:sp>
    </p:spTree>
    <p:extLst>
      <p:ext uri="{BB962C8B-B14F-4D97-AF65-F5344CB8AC3E}">
        <p14:creationId xmlns:p14="http://schemas.microsoft.com/office/powerpoint/2010/main" xmlns="" val="139036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HardMerge</a:t>
            </a:r>
            <a:r>
              <a:rPr lang="en-US" dirty="0" smtClean="0"/>
              <a:t> Example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152400" y="1919389"/>
            <a:ext cx="8205471" cy="1339893"/>
            <a:chOff x="152400" y="2145268"/>
            <a:chExt cx="8205471" cy="1339893"/>
          </a:xfrm>
        </p:grpSpPr>
        <p:sp>
          <p:nvSpPr>
            <p:cNvPr id="14" name="Rectangle 13"/>
            <p:cNvSpPr/>
            <p:nvPr/>
          </p:nvSpPr>
          <p:spPr>
            <a:xfrm>
              <a:off x="914400" y="2705843"/>
              <a:ext cx="7443471" cy="2078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47646" y="3381252"/>
              <a:ext cx="1047750" cy="10390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7" name="Straight Connector 16"/>
            <p:cNvCxnSpPr/>
            <p:nvPr/>
          </p:nvCxnSpPr>
          <p:spPr>
            <a:xfrm flipH="1" flipV="1">
              <a:off x="3390902" y="2913661"/>
              <a:ext cx="342898" cy="467591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3264693" y="2918423"/>
              <a:ext cx="2145507" cy="442047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3742984" y="2918423"/>
              <a:ext cx="2353017" cy="477982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 flipV="1">
              <a:off x="2400300" y="2918423"/>
              <a:ext cx="342900" cy="462829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152400" y="2145268"/>
              <a:ext cx="40341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Input alignments in genome coordinates:</a:t>
              </a:r>
              <a:endParaRPr lang="en-US" dirty="0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3048000" y="3733800"/>
            <a:ext cx="4822871" cy="685800"/>
            <a:chOff x="4191000" y="3581400"/>
            <a:chExt cx="4822871" cy="685800"/>
          </a:xfrm>
        </p:grpSpPr>
        <p:cxnSp>
          <p:nvCxnSpPr>
            <p:cNvPr id="60" name="Straight Arrow Connector 59"/>
            <p:cNvCxnSpPr/>
            <p:nvPr/>
          </p:nvCxnSpPr>
          <p:spPr>
            <a:xfrm>
              <a:off x="4191000" y="3581400"/>
              <a:ext cx="0" cy="68580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4419600" y="3657600"/>
              <a:ext cx="459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Filter multiple local alignments/sub-alignments</a:t>
              </a:r>
              <a:endParaRPr lang="en-US" dirty="0"/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914400" y="5164282"/>
            <a:ext cx="7443471" cy="779318"/>
            <a:chOff x="914400" y="5694961"/>
            <a:chExt cx="7443471" cy="779318"/>
          </a:xfrm>
        </p:grpSpPr>
        <p:cxnSp>
          <p:nvCxnSpPr>
            <p:cNvPr id="71" name="Straight Connector 70"/>
            <p:cNvCxnSpPr/>
            <p:nvPr/>
          </p:nvCxnSpPr>
          <p:spPr>
            <a:xfrm flipH="1" flipV="1">
              <a:off x="2402664" y="5902779"/>
              <a:ext cx="377190" cy="477972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/>
            <p:cNvSpPr/>
            <p:nvPr/>
          </p:nvSpPr>
          <p:spPr>
            <a:xfrm>
              <a:off x="914400" y="5694961"/>
              <a:ext cx="7443471" cy="2078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747646" y="6370370"/>
              <a:ext cx="1047750" cy="10390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6" name="Straight Connector 95"/>
            <p:cNvCxnSpPr/>
            <p:nvPr/>
          </p:nvCxnSpPr>
          <p:spPr>
            <a:xfrm flipH="1" flipV="1">
              <a:off x="2876552" y="5892398"/>
              <a:ext cx="377190" cy="477972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TextBox 97"/>
          <p:cNvSpPr txBox="1"/>
          <p:nvPr/>
        </p:nvSpPr>
        <p:spPr>
          <a:xfrm>
            <a:off x="152400" y="4662589"/>
            <a:ext cx="1915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Output alignment: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6617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SNV Detection and Genotyping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810000"/>
            <a:ext cx="8229600" cy="2209800"/>
          </a:xfrm>
        </p:spPr>
        <p:txBody>
          <a:bodyPr>
            <a:normAutofit/>
          </a:bodyPr>
          <a:lstStyle/>
          <a:p>
            <a:r>
              <a:rPr lang="en-US" dirty="0" smtClean="0"/>
              <a:t>A reliable hybrid mapping strategy</a:t>
            </a:r>
          </a:p>
          <a:p>
            <a:r>
              <a:rPr lang="en-US" dirty="0" smtClean="0"/>
              <a:t>Bayesian </a:t>
            </a:r>
            <a:r>
              <a:rPr lang="en-US" dirty="0" smtClean="0"/>
              <a:t>model for SNV detection based on quality scores</a:t>
            </a:r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676400"/>
            <a:ext cx="8229600" cy="1905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/>
              <a:t>J. </a:t>
            </a:r>
            <a:r>
              <a:rPr lang="en-US" sz="2400" dirty="0" err="1" smtClean="0"/>
              <a:t>Duitama</a:t>
            </a:r>
            <a:r>
              <a:rPr lang="en-US" sz="2400" dirty="0" smtClean="0"/>
              <a:t> and P.K. </a:t>
            </a:r>
            <a:r>
              <a:rPr lang="en-US" sz="2400" dirty="0" err="1" smtClean="0"/>
              <a:t>Srivastava</a:t>
            </a:r>
            <a:r>
              <a:rPr lang="en-US" sz="2400" dirty="0" smtClean="0"/>
              <a:t> and I.I. </a:t>
            </a:r>
            <a:r>
              <a:rPr lang="en-US" sz="2400" dirty="0" err="1" smtClean="0"/>
              <a:t>Mandoiu</a:t>
            </a:r>
            <a:r>
              <a:rPr lang="en-US" sz="2400" dirty="0" smtClean="0"/>
              <a:t>, </a:t>
            </a:r>
            <a:r>
              <a:rPr lang="en-US" sz="2400" b="1" dirty="0" smtClean="0"/>
              <a:t>Towards Accurate Detection and Genotyping of Expressed Variants from Whole </a:t>
            </a:r>
            <a:r>
              <a:rPr lang="en-US" sz="2400" b="1" dirty="0" err="1" smtClean="0"/>
              <a:t>Transcriptome</a:t>
            </a:r>
            <a:r>
              <a:rPr lang="en-US" sz="2400" b="1" dirty="0" smtClean="0"/>
              <a:t> Sequencing Data</a:t>
            </a:r>
            <a:r>
              <a:rPr lang="en-US" sz="2400" dirty="0" smtClean="0"/>
              <a:t>, </a:t>
            </a:r>
            <a:r>
              <a:rPr lang="en-US" sz="2400" i="1" dirty="0" smtClean="0"/>
              <a:t>BMC </a:t>
            </a:r>
            <a:r>
              <a:rPr lang="en-US" sz="2400" i="1" dirty="0" smtClean="0"/>
              <a:t>Genomics</a:t>
            </a:r>
            <a:r>
              <a:rPr lang="en-US" sz="2400" dirty="0" smtClean="0"/>
              <a:t> </a:t>
            </a:r>
            <a:r>
              <a:rPr lang="en-US" sz="2400" b="1" dirty="0" smtClean="0"/>
              <a:t>13</a:t>
            </a:r>
            <a:r>
              <a:rPr lang="en-US" sz="2400" dirty="0" smtClean="0"/>
              <a:t>(</a:t>
            </a:r>
            <a:r>
              <a:rPr lang="en-US" sz="2400" dirty="0" err="1" smtClean="0"/>
              <a:t>Suppl</a:t>
            </a:r>
            <a:r>
              <a:rPr lang="en-US" sz="2400" dirty="0" smtClean="0"/>
              <a:t> </a:t>
            </a:r>
            <a:r>
              <a:rPr lang="en-US" sz="2400" dirty="0" smtClean="0"/>
              <a:t>2):</a:t>
            </a:r>
            <a:r>
              <a:rPr lang="en-US" sz="2400" dirty="0" smtClean="0"/>
              <a:t>S6,</a:t>
            </a:r>
            <a:r>
              <a:rPr lang="en-US" sz="2400" dirty="0" smtClean="0"/>
              <a:t> </a:t>
            </a:r>
            <a:r>
              <a:rPr lang="en-US" sz="2400" dirty="0" smtClean="0"/>
              <a:t>2012</a:t>
            </a:r>
          </a:p>
        </p:txBody>
      </p:sp>
    </p:spTree>
    <p:extLst>
      <p:ext uri="{BB962C8B-B14F-4D97-AF65-F5344CB8AC3E}">
        <p14:creationId xmlns:p14="http://schemas.microsoft.com/office/powerpoint/2010/main" xmlns="" val="123199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SNVQ Model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668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sz="2800" dirty="0" smtClean="0"/>
              <a:t>Calculate conditional probabilities by multiplying contributions of individual reads</a:t>
            </a:r>
          </a:p>
          <a:p>
            <a:pPr lvl="1" eaLnBrk="1" hangingPunct="1">
              <a:buFont typeface="Arial" charset="0"/>
              <a:buNone/>
            </a:pPr>
            <a:r>
              <a:rPr lang="en-US" sz="2200" dirty="0" smtClean="0"/>
              <a:t> 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3657600"/>
            <a:ext cx="3524036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4572000"/>
            <a:ext cx="7076756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42657" y="2459038"/>
            <a:ext cx="3929543" cy="127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23376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 smtClean="0"/>
              <a:t>Accuracy per Coverage </a:t>
            </a:r>
            <a:r>
              <a:rPr lang="en-US" dirty="0"/>
              <a:t>B</a:t>
            </a:r>
            <a:r>
              <a:rPr lang="en-US" dirty="0" smtClean="0"/>
              <a:t>ins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52600" y="1166336"/>
            <a:ext cx="5429250" cy="569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40612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Pipeline for ASIE from RNA-</a:t>
            </a:r>
            <a:r>
              <a:rPr lang="en-US" dirty="0" err="1"/>
              <a:t>Seq</a:t>
            </a:r>
            <a:r>
              <a:rPr lang="en-US" dirty="0"/>
              <a:t> Reads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95400" y="1150810"/>
            <a:ext cx="6716839" cy="5402390"/>
            <a:chOff x="1295400" y="1150810"/>
            <a:chExt cx="6716839" cy="5402390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1150810"/>
              <a:ext cx="6716839" cy="5402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1419430"/>
              <a:ext cx="1876425" cy="2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0850" y="1533730"/>
              <a:ext cx="971550" cy="504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267288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 smtClean="0"/>
              <a:t>ReFHap</a:t>
            </a:r>
            <a:endParaRPr lang="en-US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073400"/>
            <a:ext cx="8229600" cy="22606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Problem Formulation</a:t>
            </a:r>
          </a:p>
          <a:p>
            <a:pPr lvl="1"/>
            <a:r>
              <a:rPr lang="en-US" sz="2400" dirty="0" smtClean="0"/>
              <a:t>Alleles for each locus are encoded with 0 and 1</a:t>
            </a:r>
          </a:p>
          <a:p>
            <a:pPr lvl="1"/>
            <a:r>
              <a:rPr lang="en-US" sz="2400" dirty="0" smtClean="0"/>
              <a:t>Fragment: Aligned read showing </a:t>
            </a:r>
            <a:r>
              <a:rPr lang="en-US" sz="2400" dirty="0" err="1" smtClean="0"/>
              <a:t>coocurrance</a:t>
            </a:r>
            <a:r>
              <a:rPr lang="en-US" sz="2400" dirty="0" smtClean="0"/>
              <a:t> of two or more alleles in the same chromosome copy</a:t>
            </a:r>
          </a:p>
          <a:p>
            <a:pPr eaLnBrk="1" hangingPunct="1"/>
            <a:endParaRPr lang="en-US" sz="2800" dirty="0" smtClean="0"/>
          </a:p>
        </p:txBody>
      </p:sp>
      <p:graphicFrame>
        <p:nvGraphicFramePr>
          <p:cNvPr id="6258" name="Group 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42082705"/>
              </p:ext>
            </p:extLst>
          </p:nvPr>
        </p:nvGraphicFramePr>
        <p:xfrm>
          <a:off x="755650" y="5003800"/>
          <a:ext cx="7623175" cy="1168400"/>
        </p:xfrm>
        <a:graphic>
          <a:graphicData uri="http://schemas.openxmlformats.org/drawingml/2006/table">
            <a:tbl>
              <a:tblPr/>
              <a:tblGrid>
                <a:gridCol w="1368425"/>
                <a:gridCol w="625475"/>
                <a:gridCol w="625475"/>
                <a:gridCol w="625475"/>
                <a:gridCol w="625475"/>
                <a:gridCol w="625475"/>
                <a:gridCol w="625475"/>
                <a:gridCol w="625475"/>
                <a:gridCol w="625475"/>
                <a:gridCol w="625475"/>
                <a:gridCol w="625475"/>
              </a:tblGrid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Locus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33400" y="990600"/>
            <a:ext cx="8153400" cy="156966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J. </a:t>
            </a:r>
            <a:r>
              <a:rPr lang="en-US" sz="2400" dirty="0" err="1"/>
              <a:t>Duitama</a:t>
            </a:r>
            <a:r>
              <a:rPr lang="en-US" sz="2400" dirty="0"/>
              <a:t> and T. </a:t>
            </a:r>
            <a:r>
              <a:rPr lang="en-US" sz="2400" dirty="0" err="1"/>
              <a:t>Huebsch</a:t>
            </a:r>
            <a:r>
              <a:rPr lang="en-US" sz="2400" dirty="0"/>
              <a:t> and G. McEwen and E. Suk and M.R. </a:t>
            </a:r>
            <a:r>
              <a:rPr lang="en-US" sz="2400" dirty="0" err="1"/>
              <a:t>Hoehe</a:t>
            </a:r>
            <a:r>
              <a:rPr lang="en-US" sz="2400" dirty="0"/>
              <a:t>, </a:t>
            </a:r>
            <a:r>
              <a:rPr lang="en-US" sz="2400" b="1" dirty="0" err="1" smtClean="0"/>
              <a:t>ReFHap</a:t>
            </a:r>
            <a:r>
              <a:rPr lang="en-US" sz="2400" b="1" dirty="0"/>
              <a:t>: A Reliable and Fast Algorithm for Single Individual </a:t>
            </a:r>
            <a:r>
              <a:rPr lang="en-US" sz="2400" b="1" dirty="0" err="1"/>
              <a:t>Haplotyping</a:t>
            </a:r>
            <a:r>
              <a:rPr lang="en-US" sz="2400" dirty="0"/>
              <a:t>, </a:t>
            </a:r>
            <a:r>
              <a:rPr lang="en-US" sz="2400" i="1" dirty="0" smtClean="0"/>
              <a:t>Proc. </a:t>
            </a:r>
            <a:r>
              <a:rPr lang="en-US" sz="2400" i="1" dirty="0" smtClean="0"/>
              <a:t>1</a:t>
            </a:r>
            <a:r>
              <a:rPr lang="en-US" sz="2400" i="1" baseline="30000" dirty="0" smtClean="0"/>
              <a:t>st</a:t>
            </a:r>
            <a:r>
              <a:rPr lang="en-US" sz="2400" i="1" dirty="0" smtClean="0"/>
              <a:t> ACM Intl. Conf. </a:t>
            </a:r>
            <a:r>
              <a:rPr lang="en-US" sz="2400" i="1" dirty="0"/>
              <a:t>on Bioinformatics and Computational Biology</a:t>
            </a:r>
            <a:r>
              <a:rPr lang="en-US" sz="2400" dirty="0"/>
              <a:t>, pp. 160-169, 2010</a:t>
            </a:r>
          </a:p>
        </p:txBody>
      </p:sp>
    </p:spTree>
    <p:extLst>
      <p:ext uri="{BB962C8B-B14F-4D97-AF65-F5344CB8AC3E}">
        <p14:creationId xmlns:p14="http://schemas.microsoft.com/office/powerpoint/2010/main" xmlns="" val="118639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Problem Formulation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181100"/>
          </a:xfrm>
        </p:spPr>
        <p:txBody>
          <a:bodyPr/>
          <a:lstStyle/>
          <a:p>
            <a:pPr eaLnBrk="1" hangingPunct="1"/>
            <a:r>
              <a:rPr lang="en-US" smtClean="0"/>
              <a:t>Input: Matrix M of m fragments covering n loci</a:t>
            </a:r>
          </a:p>
        </p:txBody>
      </p:sp>
      <p:graphicFrame>
        <p:nvGraphicFramePr>
          <p:cNvPr id="8289" name="Group 97"/>
          <p:cNvGraphicFramePr>
            <a:graphicFrameLocks noGrp="1"/>
          </p:cNvGraphicFramePr>
          <p:nvPr/>
        </p:nvGraphicFramePr>
        <p:xfrm>
          <a:off x="827088" y="2781300"/>
          <a:ext cx="7489825" cy="3455990"/>
        </p:xfrm>
        <a:graphic>
          <a:graphicData uri="http://schemas.openxmlformats.org/drawingml/2006/table">
            <a:tbl>
              <a:tblPr/>
              <a:tblGrid>
                <a:gridCol w="1152525"/>
                <a:gridCol w="719137"/>
                <a:gridCol w="936625"/>
                <a:gridCol w="936625"/>
                <a:gridCol w="936625"/>
                <a:gridCol w="936625"/>
                <a:gridCol w="936625"/>
                <a:gridCol w="935038"/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Locus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...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57632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ReFHap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HapCUT</a:t>
            </a:r>
            <a:endParaRPr lang="en-US" dirty="0" smtClean="0"/>
          </a:p>
        </p:txBody>
      </p:sp>
      <p:pic>
        <p:nvPicPr>
          <p:cNvPr id="17472" name="Picture 6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432050"/>
            <a:ext cx="7162800" cy="199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73" name="Picture 6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432050"/>
            <a:ext cx="7162800" cy="199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74" name="Picture 6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432050"/>
            <a:ext cx="7162800" cy="199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86908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Pipeline for ASIE from RNA-</a:t>
            </a:r>
            <a:r>
              <a:rPr lang="en-US" dirty="0" err="1"/>
              <a:t>Seq</a:t>
            </a:r>
            <a:r>
              <a:rPr lang="en-US" dirty="0"/>
              <a:t> Reads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207961" y="1227010"/>
            <a:ext cx="6716839" cy="5402390"/>
            <a:chOff x="1207961" y="1227010"/>
            <a:chExt cx="6716839" cy="540239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7961" y="1227010"/>
              <a:ext cx="6716839" cy="54023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</p:pic>
        <p:pic>
          <p:nvPicPr>
            <p:cNvPr id="1843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1485900"/>
              <a:ext cx="1876425" cy="2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8435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4650" y="1600200"/>
              <a:ext cx="971550" cy="504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0" name="Group 9"/>
            <p:cNvGrpSpPr/>
            <p:nvPr/>
          </p:nvGrpSpPr>
          <p:grpSpPr>
            <a:xfrm>
              <a:off x="1447800" y="4531980"/>
              <a:ext cx="299936" cy="258890"/>
              <a:chOff x="1447800" y="4531980"/>
              <a:chExt cx="299936" cy="25889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1447800" y="4573619"/>
                <a:ext cx="299936" cy="2172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Down Arrow 6"/>
              <p:cNvSpPr/>
              <p:nvPr/>
            </p:nvSpPr>
            <p:spPr>
              <a:xfrm>
                <a:off x="1595336" y="4531980"/>
                <a:ext cx="152400" cy="258890"/>
              </a:xfrm>
              <a:prstGeom prst="downArrow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267288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1143000"/>
          </a:xfrm>
        </p:spPr>
        <p:txBody>
          <a:bodyPr>
            <a:normAutofit fontScale="90000"/>
          </a:bodyPr>
          <a:lstStyle/>
          <a:p>
            <a:r>
              <a:rPr lang="en-US" sz="4000" dirty="0" err="1" smtClean="0"/>
              <a:t>IsoEM</a:t>
            </a:r>
            <a:r>
              <a:rPr lang="en-US" sz="4000" dirty="0" smtClean="0"/>
              <a:t>: </a:t>
            </a:r>
            <a:r>
              <a:rPr lang="en-US" sz="4000" dirty="0" err="1" smtClean="0"/>
              <a:t>Isoform</a:t>
            </a:r>
            <a:r>
              <a:rPr lang="en-US" sz="4000" dirty="0" smtClean="0"/>
              <a:t> Expression Level Estimation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143000"/>
            <a:ext cx="6428425" cy="212959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495300" y="3352800"/>
            <a:ext cx="8153400" cy="3276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Expectation-Maximization algorithm</a:t>
            </a:r>
          </a:p>
          <a:p>
            <a:r>
              <a:rPr lang="en-US" dirty="0" smtClean="0"/>
              <a:t>Unified probabilistic model incorporating</a:t>
            </a:r>
          </a:p>
          <a:p>
            <a:pPr lvl="1"/>
            <a:r>
              <a:rPr lang="en-US" dirty="0" smtClean="0"/>
              <a:t>Single and/or paired reads</a:t>
            </a:r>
          </a:p>
          <a:p>
            <a:pPr lvl="1"/>
            <a:r>
              <a:rPr lang="en-US" dirty="0" smtClean="0"/>
              <a:t>Fragment length distribution</a:t>
            </a:r>
          </a:p>
          <a:p>
            <a:pPr lvl="1"/>
            <a:r>
              <a:rPr lang="en-US" dirty="0" smtClean="0"/>
              <a:t>Strand information</a:t>
            </a:r>
          </a:p>
          <a:p>
            <a:pPr lvl="1"/>
            <a:r>
              <a:rPr lang="en-US" dirty="0" smtClean="0"/>
              <a:t>Base quality scores</a:t>
            </a:r>
          </a:p>
          <a:p>
            <a:pPr lvl="1"/>
            <a:r>
              <a:rPr lang="en-US" dirty="0" smtClean="0"/>
              <a:t>Repeat and </a:t>
            </a:r>
            <a:r>
              <a:rPr lang="en-US" dirty="0" err="1" smtClean="0"/>
              <a:t>hexamer</a:t>
            </a:r>
            <a:r>
              <a:rPr lang="en-US" dirty="0" smtClean="0"/>
              <a:t> bias correction</a:t>
            </a:r>
          </a:p>
        </p:txBody>
      </p:sp>
    </p:spTree>
    <p:extLst>
      <p:ext uri="{BB962C8B-B14F-4D97-AF65-F5344CB8AC3E}">
        <p14:creationId xmlns:p14="http://schemas.microsoft.com/office/powerpoint/2010/main" xmlns="" val="318722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Read-</a:t>
            </a:r>
            <a:r>
              <a:rPr lang="en-US" dirty="0" err="1" smtClean="0"/>
              <a:t>isoform</a:t>
            </a:r>
            <a:r>
              <a:rPr lang="en-US" dirty="0" smtClean="0"/>
              <a:t> compatibility</a:t>
            </a:r>
            <a:endParaRPr lang="en-US" dirty="0"/>
          </a:p>
        </p:txBody>
      </p:sp>
      <p:grpSp>
        <p:nvGrpSpPr>
          <p:cNvPr id="4" name="Group 88"/>
          <p:cNvGrpSpPr/>
          <p:nvPr/>
        </p:nvGrpSpPr>
        <p:grpSpPr>
          <a:xfrm>
            <a:off x="1219200" y="1600200"/>
            <a:ext cx="6934200" cy="2362200"/>
            <a:chOff x="1295400" y="2438400"/>
            <a:chExt cx="6934200" cy="23622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1295400" y="25908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5486400" y="3048000"/>
              <a:ext cx="17526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334000" y="3733800"/>
              <a:ext cx="28956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715000" y="4724400"/>
              <a:ext cx="20574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410200" y="2438400"/>
              <a:ext cx="19050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867400" y="4191000"/>
              <a:ext cx="1752600" cy="0"/>
            </a:xfrm>
            <a:prstGeom prst="line">
              <a:avLst/>
            </a:prstGeom>
            <a:ln w="50800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295400" y="30480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295400" y="36576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295400" y="39624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295400" y="48006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1295400" y="4419600"/>
              <a:ext cx="228600" cy="0"/>
            </a:xfrm>
            <a:prstGeom prst="line">
              <a:avLst/>
            </a:prstGeom>
            <a:ln w="50800" cap="sq" cmpd="sng">
              <a:solidFill>
                <a:srgbClr val="00B050"/>
              </a:solidFill>
            </a:ln>
            <a:effectLst>
              <a:outerShdw blurRad="50800" dist="38100" dir="8100000" algn="tr" rotWithShape="0">
                <a:schemeClr val="tx2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600200" y="2590800"/>
              <a:ext cx="3810000" cy="4572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1600200" y="3048000"/>
              <a:ext cx="3810000" cy="1588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1600200" y="3962400"/>
              <a:ext cx="4038600" cy="7620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V="1">
              <a:off x="1600200" y="4724400"/>
              <a:ext cx="4038600" cy="762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flipV="1">
              <a:off x="1600200" y="4192588"/>
              <a:ext cx="4191000" cy="227012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1600200" y="3657600"/>
              <a:ext cx="4191000" cy="5334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600200" y="3657600"/>
              <a:ext cx="3657600" cy="762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V="1">
              <a:off x="1600200" y="3733800"/>
              <a:ext cx="3657600" cy="2286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1600200" y="2438400"/>
              <a:ext cx="3733800" cy="15240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arrow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2362200" y="990600"/>
          <a:ext cx="762000" cy="762000"/>
        </p:xfrm>
        <a:graphic>
          <a:graphicData uri="http://schemas.openxmlformats.org/presentationml/2006/ole">
            <p:oleObj spid="_x0000_s9320" name="Equation" r:id="rId4" imgW="241195" imgH="241195" progId="Equation.3">
              <p:embed/>
            </p:oleObj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439738" y="4800600"/>
          <a:ext cx="3370262" cy="1084262"/>
        </p:xfrm>
        <a:graphic>
          <a:graphicData uri="http://schemas.openxmlformats.org/presentationml/2006/ole">
            <p:oleObj spid="_x0000_s9321" name="Equation" r:id="rId5" imgW="1066800" imgH="342900" progId="Equation.3">
              <p:embed/>
            </p:oleObj>
          </a:graphicData>
        </a:graphic>
      </p:graphicFrame>
      <p:pic>
        <p:nvPicPr>
          <p:cNvPr id="33800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43400" y="4968240"/>
            <a:ext cx="4271010" cy="822960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775862" y="4360469"/>
            <a:ext cx="5215738" cy="196413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81330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Fragment length distribution</a:t>
            </a:r>
            <a:endParaRPr lang="en-US" dirty="0"/>
          </a:p>
        </p:txBody>
      </p:sp>
      <p:sp>
        <p:nvSpPr>
          <p:cNvPr id="8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Paired reads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pSp>
        <p:nvGrpSpPr>
          <p:cNvPr id="2" name="Group 51"/>
          <p:cNvGrpSpPr/>
          <p:nvPr/>
        </p:nvGrpSpPr>
        <p:grpSpPr>
          <a:xfrm>
            <a:off x="1371600" y="3429000"/>
            <a:ext cx="228600" cy="0"/>
            <a:chOff x="990600" y="1828800"/>
            <a:chExt cx="228600" cy="0"/>
          </a:xfrm>
        </p:grpSpPr>
        <p:cxnSp>
          <p:nvCxnSpPr>
            <p:cNvPr id="25" name="Straight Connector 24"/>
            <p:cNvCxnSpPr/>
            <p:nvPr/>
          </p:nvCxnSpPr>
          <p:spPr bwMode="auto">
            <a:xfrm>
              <a:off x="990600" y="1828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auto">
            <a:xfrm>
              <a:off x="1143000" y="1828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112"/>
          <p:cNvGrpSpPr/>
          <p:nvPr/>
        </p:nvGrpSpPr>
        <p:grpSpPr>
          <a:xfrm>
            <a:off x="990600" y="3810000"/>
            <a:ext cx="1600200" cy="685800"/>
            <a:chOff x="990600" y="3810000"/>
            <a:chExt cx="1600200" cy="685800"/>
          </a:xfrm>
        </p:grpSpPr>
        <p:sp>
          <p:nvSpPr>
            <p:cNvPr id="40" name="Rectangle 39"/>
            <p:cNvSpPr/>
            <p:nvPr/>
          </p:nvSpPr>
          <p:spPr bwMode="auto">
            <a:xfrm>
              <a:off x="990600" y="3810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1524000" y="3810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2057400" y="3810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990600" y="4343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1524000" y="4343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</p:grpSp>
      <p:grpSp>
        <p:nvGrpSpPr>
          <p:cNvPr id="5" name="Group 99"/>
          <p:cNvGrpSpPr/>
          <p:nvPr/>
        </p:nvGrpSpPr>
        <p:grpSpPr>
          <a:xfrm>
            <a:off x="990600" y="3733800"/>
            <a:ext cx="1600200" cy="762000"/>
            <a:chOff x="1981200" y="2438400"/>
            <a:chExt cx="1600200" cy="762000"/>
          </a:xfrm>
        </p:grpSpPr>
        <p:cxnSp>
          <p:nvCxnSpPr>
            <p:cNvPr id="67" name="Straight Connector 66"/>
            <p:cNvCxnSpPr/>
            <p:nvPr/>
          </p:nvCxnSpPr>
          <p:spPr>
            <a:xfrm>
              <a:off x="2438400" y="2971800"/>
              <a:ext cx="152400" cy="0"/>
            </a:xfrm>
            <a:prstGeom prst="line">
              <a:avLst/>
            </a:prstGeom>
            <a:ln w="508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2438400" y="2438400"/>
              <a:ext cx="685800" cy="0"/>
            </a:xfrm>
            <a:prstGeom prst="line">
              <a:avLst/>
            </a:prstGeom>
            <a:ln w="508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 bwMode="auto">
            <a:xfrm>
              <a:off x="1981200" y="25146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2514600" y="25146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3048000" y="25146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27" name="Straight Connector 26"/>
            <p:cNvCxnSpPr/>
            <p:nvPr/>
          </p:nvCxnSpPr>
          <p:spPr bwMode="auto">
            <a:xfrm>
              <a:off x="2362200" y="24384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auto">
            <a:xfrm>
              <a:off x="3124200" y="24384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auto">
            <a:xfrm>
              <a:off x="2362200" y="2971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590800" y="2971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 bwMode="auto">
            <a:xfrm>
              <a:off x="1981200" y="30480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57" name="Rectangle 56"/>
            <p:cNvSpPr/>
            <p:nvPr/>
          </p:nvSpPr>
          <p:spPr bwMode="auto">
            <a:xfrm>
              <a:off x="2514600" y="30480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</p:grpSp>
      <p:grpSp>
        <p:nvGrpSpPr>
          <p:cNvPr id="6" name="Group 98"/>
          <p:cNvGrpSpPr/>
          <p:nvPr/>
        </p:nvGrpSpPr>
        <p:grpSpPr>
          <a:xfrm>
            <a:off x="990600" y="3733800"/>
            <a:ext cx="1600200" cy="762000"/>
            <a:chOff x="6629400" y="4114800"/>
            <a:chExt cx="1600200" cy="762000"/>
          </a:xfrm>
        </p:grpSpPr>
        <p:sp>
          <p:nvSpPr>
            <p:cNvPr id="20" name="Rectangle 19"/>
            <p:cNvSpPr/>
            <p:nvPr/>
          </p:nvSpPr>
          <p:spPr bwMode="auto">
            <a:xfrm>
              <a:off x="6629400" y="4724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7162800" y="4724400"/>
              <a:ext cx="533400" cy="1524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6629400" y="4191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A</a:t>
              </a: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7162800" y="4191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B</a:t>
              </a: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7696200" y="4191000"/>
              <a:ext cx="533400" cy="152400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/>
                <a:t>C</a:t>
              </a:r>
            </a:p>
          </p:txBody>
        </p:sp>
        <p:cxnSp>
          <p:nvCxnSpPr>
            <p:cNvPr id="58" name="Straight Connector 57"/>
            <p:cNvCxnSpPr/>
            <p:nvPr/>
          </p:nvCxnSpPr>
          <p:spPr bwMode="auto">
            <a:xfrm>
              <a:off x="7010400" y="4114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 bwMode="auto">
            <a:xfrm>
              <a:off x="7772400" y="41148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 bwMode="auto">
            <a:xfrm>
              <a:off x="7010400" y="46482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 bwMode="auto">
            <a:xfrm>
              <a:off x="7239000" y="4648200"/>
              <a:ext cx="76200" cy="0"/>
            </a:xfrm>
            <a:prstGeom prst="line">
              <a:avLst/>
            </a:prstGeom>
            <a:ln w="508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1" name="Straight Connector 70"/>
          <p:cNvCxnSpPr/>
          <p:nvPr/>
        </p:nvCxnSpPr>
        <p:spPr bwMode="auto">
          <a:xfrm>
            <a:off x="7010400" y="74676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 bwMode="auto">
          <a:xfrm>
            <a:off x="7162800" y="7620000"/>
            <a:ext cx="76200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85800" y="36692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i</a:t>
            </a:r>
            <a:endParaRPr lang="en-US" dirty="0"/>
          </a:p>
        </p:txBody>
      </p:sp>
      <p:sp>
        <p:nvSpPr>
          <p:cNvPr id="112" name="TextBox 111"/>
          <p:cNvSpPr txBox="1"/>
          <p:nvPr/>
        </p:nvSpPr>
        <p:spPr>
          <a:xfrm>
            <a:off x="678438" y="4202668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</a:t>
            </a:r>
            <a:endParaRPr lang="en-US" dirty="0"/>
          </a:p>
        </p:txBody>
      </p:sp>
      <p:grpSp>
        <p:nvGrpSpPr>
          <p:cNvPr id="7" name="Group 119"/>
          <p:cNvGrpSpPr/>
          <p:nvPr/>
        </p:nvGrpSpPr>
        <p:grpSpPr>
          <a:xfrm>
            <a:off x="3505200" y="2895600"/>
            <a:ext cx="2400300" cy="2266950"/>
            <a:chOff x="3505200" y="2895600"/>
            <a:chExt cx="2400300" cy="2266950"/>
          </a:xfrm>
        </p:grpSpPr>
        <p:grpSp>
          <p:nvGrpSpPr>
            <p:cNvPr id="8" name="Group 101"/>
            <p:cNvGrpSpPr>
              <a:grpSpLocks noChangeAspect="1"/>
            </p:cNvGrpSpPr>
            <p:nvPr/>
          </p:nvGrpSpPr>
          <p:grpSpPr>
            <a:xfrm>
              <a:off x="3505200" y="2895600"/>
              <a:ext cx="2400300" cy="2266950"/>
              <a:chOff x="4572000" y="1828800"/>
              <a:chExt cx="1828800" cy="1727200"/>
            </a:xfrm>
          </p:grpSpPr>
          <p:graphicFrame>
            <p:nvGraphicFramePr>
              <p:cNvPr id="70" name="Chart 69"/>
              <p:cNvGraphicFramePr/>
              <p:nvPr/>
            </p:nvGraphicFramePr>
            <p:xfrm>
              <a:off x="4572000" y="1828800"/>
              <a:ext cx="1828800" cy="17272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cxnSp>
            <p:nvCxnSpPr>
              <p:cNvPr id="90" name="Straight Connector 89"/>
              <p:cNvCxnSpPr/>
              <p:nvPr/>
            </p:nvCxnSpPr>
            <p:spPr>
              <a:xfrm>
                <a:off x="4754880" y="3413760"/>
                <a:ext cx="731520" cy="0"/>
              </a:xfrm>
              <a:prstGeom prst="line">
                <a:avLst/>
              </a:prstGeom>
              <a:ln w="508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 bwMode="auto">
              <a:xfrm>
                <a:off x="4693920" y="341376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 bwMode="auto">
              <a:xfrm>
                <a:off x="5486400" y="341376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8" name="TextBox 117"/>
            <p:cNvSpPr txBox="1"/>
            <p:nvPr/>
          </p:nvSpPr>
          <p:spPr>
            <a:xfrm>
              <a:off x="4495800" y="3152001"/>
              <a:ext cx="502920" cy="276999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1200" i="1" baseline="-25000" dirty="0" err="1" smtClean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" name="Group 120"/>
          <p:cNvGrpSpPr/>
          <p:nvPr/>
        </p:nvGrpSpPr>
        <p:grpSpPr>
          <a:xfrm>
            <a:off x="6248400" y="2895600"/>
            <a:ext cx="2400300" cy="2266950"/>
            <a:chOff x="6248400" y="2895600"/>
            <a:chExt cx="2400300" cy="2266950"/>
          </a:xfrm>
        </p:grpSpPr>
        <p:grpSp>
          <p:nvGrpSpPr>
            <p:cNvPr id="10" name="Group 100"/>
            <p:cNvGrpSpPr>
              <a:grpSpLocks noChangeAspect="1"/>
            </p:cNvGrpSpPr>
            <p:nvPr/>
          </p:nvGrpSpPr>
          <p:grpSpPr>
            <a:xfrm>
              <a:off x="6248400" y="2895600"/>
              <a:ext cx="2400300" cy="2266950"/>
              <a:chOff x="6858000" y="1828800"/>
              <a:chExt cx="1828800" cy="1727200"/>
            </a:xfrm>
          </p:grpSpPr>
          <p:graphicFrame>
            <p:nvGraphicFramePr>
              <p:cNvPr id="88" name="Chart 87"/>
              <p:cNvGraphicFramePr/>
              <p:nvPr/>
            </p:nvGraphicFramePr>
            <p:xfrm>
              <a:off x="6858000" y="1828800"/>
              <a:ext cx="1828800" cy="17272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cxnSp>
            <p:nvCxnSpPr>
              <p:cNvPr id="96" name="Straight Connector 95"/>
              <p:cNvCxnSpPr/>
              <p:nvPr/>
            </p:nvCxnSpPr>
            <p:spPr>
              <a:xfrm>
                <a:off x="7040880" y="3413760"/>
                <a:ext cx="198120" cy="0"/>
              </a:xfrm>
              <a:prstGeom prst="line">
                <a:avLst/>
              </a:prstGeom>
              <a:ln w="508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 bwMode="auto">
              <a:xfrm>
                <a:off x="6979920" y="341376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 bwMode="auto">
              <a:xfrm>
                <a:off x="7239000" y="3413760"/>
                <a:ext cx="76200" cy="0"/>
              </a:xfrm>
              <a:prstGeom prst="line">
                <a:avLst/>
              </a:prstGeom>
              <a:ln w="50800">
                <a:solidFill>
                  <a:schemeClr val="accent4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9" name="TextBox 118"/>
            <p:cNvSpPr txBox="1"/>
            <p:nvPr/>
          </p:nvSpPr>
          <p:spPr>
            <a:xfrm>
              <a:off x="6477000" y="4419600"/>
              <a:ext cx="502920" cy="276999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i="1" dirty="0" err="1" smtClean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1200" i="1" baseline="-25000" dirty="0" err="1" smtClean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200" i="1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200" i="1" dirty="0" smtClean="0">
                  <a:latin typeface="Times New Roman" pitchFamily="18" charset="0"/>
                  <a:cs typeface="Times New Roman" pitchFamily="18" charset="0"/>
                </a:rPr>
                <a:t>(j)</a:t>
              </a:r>
              <a:endParaRPr lang="en-US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90875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IsoEM</a:t>
            </a:r>
            <a:r>
              <a:rPr lang="en-US" dirty="0" smtClean="0"/>
              <a:t> vs. Cufflinks 1.0.3 on ION reads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034172703"/>
              </p:ext>
            </p:extLst>
          </p:nvPr>
        </p:nvGraphicFramePr>
        <p:xfrm>
          <a:off x="533400" y="1219200"/>
          <a:ext cx="78486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xmlns="" val="57595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Simplified Pipeline for ASIE in F1 Hybrids</a:t>
            </a:r>
            <a:endParaRPr lang="en-US" dirty="0"/>
          </a:p>
        </p:txBody>
      </p:sp>
      <p:sp>
        <p:nvSpPr>
          <p:cNvPr id="6850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85057" name="Object 1"/>
          <p:cNvGraphicFramePr>
            <a:graphicFrameLocks noChangeAspect="1"/>
          </p:cNvGraphicFramePr>
          <p:nvPr/>
        </p:nvGraphicFramePr>
        <p:xfrm>
          <a:off x="761999" y="1524000"/>
          <a:ext cx="7578305" cy="5257800"/>
        </p:xfrm>
        <a:graphic>
          <a:graphicData uri="http://schemas.openxmlformats.org/presentationml/2006/ole">
            <p:oleObj spid="_x0000_s10292" name="Visio" r:id="rId3" imgW="7792795" imgH="5405120" progId="Visio.Drawing.11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65034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81904043"/>
              </p:ext>
            </p:extLst>
          </p:nvPr>
        </p:nvGraphicFramePr>
        <p:xfrm>
          <a:off x="1346200" y="3644900"/>
          <a:ext cx="6280150" cy="2970213"/>
        </p:xfrm>
        <a:graphic>
          <a:graphicData uri="http://schemas.openxmlformats.org/presentationml/2006/ole">
            <p:oleObj spid="_x0000_s15433" name="Worksheet" r:id="rId3" imgW="6286534" imgH="2979474" progId="Excel.Sheet.12">
              <p:embed/>
            </p:oleObj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Whole Brain RNA-</a:t>
            </a:r>
            <a:r>
              <a:rPr lang="en-US" dirty="0" err="1" smtClean="0"/>
              <a:t>Seq</a:t>
            </a:r>
            <a:r>
              <a:rPr lang="en-US" dirty="0" smtClean="0"/>
              <a:t> Data - Sanger Institute Mouse Genomes Project</a:t>
            </a:r>
            <a:endParaRPr 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5045033"/>
              </p:ext>
            </p:extLst>
          </p:nvPr>
        </p:nvGraphicFramePr>
        <p:xfrm>
          <a:off x="2243138" y="1676400"/>
          <a:ext cx="4657725" cy="1600200"/>
        </p:xfrm>
        <a:graphic>
          <a:graphicData uri="http://schemas.openxmlformats.org/presentationml/2006/ole">
            <p:oleObj spid="_x0000_s15434" name="Worksheet" r:id="rId4" imgW="4657830" imgH="1600166" progId="Excel.Sheet.12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56093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600200" y="4572000"/>
            <a:ext cx="5867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Correlation between FPKM values, for each strain, inferred from the separate strain RNA-</a:t>
            </a:r>
            <a:r>
              <a:rPr lang="en-US" dirty="0" err="1" smtClean="0"/>
              <a:t>Seq</a:t>
            </a:r>
            <a:r>
              <a:rPr lang="en-US" dirty="0" smtClean="0"/>
              <a:t> Read vs. the pooled read of the two strains (synthetic hybrid)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447800" y="1562102"/>
          <a:ext cx="5873752" cy="2857498"/>
        </p:xfrm>
        <a:graphic>
          <a:graphicData uri="http://schemas.openxmlformats.org/drawingml/2006/table">
            <a:tbl>
              <a:tblPr/>
              <a:tblGrid>
                <a:gridCol w="1395190"/>
                <a:gridCol w="1199864"/>
                <a:gridCol w="1004537"/>
                <a:gridCol w="1199864"/>
                <a:gridCol w="1074297"/>
              </a:tblGrid>
              <a:tr h="4082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Hybrid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C57BL IE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Strain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IE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C57BL 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Strain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C57BLx</a:t>
                      </a: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Strain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Pearson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Pearson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Pearson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Pearson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C57BLx</a:t>
                      </a: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SPRET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0.726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0.951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C57BLx</a:t>
                      </a: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BALBc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0.705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0.675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0.706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0.675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C57BLx</a:t>
                      </a: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AJ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0.855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0.856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0.903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C57BLx</a:t>
                      </a: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0.824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0.924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0.882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C57BLx</a:t>
                      </a:r>
                      <a:r>
                        <a:rPr lang="en-US" sz="1400" b="1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SPRET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0.952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0.726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0.951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65980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Allele Specific Isoform Expression for Synthetic Hybrid C57BLxAJ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5297269"/>
            <a:ext cx="7719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Correlation between FPKM values, for each strain, inferred from the separate </a:t>
            </a:r>
          </a:p>
          <a:p>
            <a:r>
              <a:rPr lang="en-US" dirty="0" smtClean="0"/>
              <a:t>strain RNA-</a:t>
            </a:r>
            <a:r>
              <a:rPr lang="en-US" dirty="0" err="1" smtClean="0"/>
              <a:t>Seq</a:t>
            </a:r>
            <a:r>
              <a:rPr lang="en-US" dirty="0" smtClean="0"/>
              <a:t> Read vs. the pooled read of the two strains (synthetic hybrid)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0" y="2011680"/>
            <a:ext cx="9144000" cy="3017520"/>
            <a:chOff x="0" y="2011680"/>
            <a:chExt cx="9144000" cy="3017520"/>
          </a:xfrm>
        </p:grpSpPr>
        <p:grpSp>
          <p:nvGrpSpPr>
            <p:cNvPr id="3" name="Group 2"/>
            <p:cNvGrpSpPr/>
            <p:nvPr/>
          </p:nvGrpSpPr>
          <p:grpSpPr>
            <a:xfrm>
              <a:off x="0" y="2011680"/>
              <a:ext cx="9144000" cy="3017520"/>
              <a:chOff x="0" y="2011680"/>
              <a:chExt cx="9144000" cy="3017520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 t="8817" b="17722"/>
              <a:stretch/>
            </p:blipFill>
            <p:spPr>
              <a:xfrm>
                <a:off x="0" y="2011680"/>
                <a:ext cx="9144000" cy="3017520"/>
              </a:xfrm>
              <a:prstGeom prst="rect">
                <a:avLst/>
              </a:prstGeom>
            </p:spPr>
          </p:pic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 l="7" r="94993"/>
              <a:stretch/>
            </p:blipFill>
            <p:spPr>
              <a:xfrm>
                <a:off x="0" y="2055568"/>
                <a:ext cx="457200" cy="2746863"/>
              </a:xfrm>
              <a:prstGeom prst="rect">
                <a:avLst/>
              </a:prstGeom>
            </p:spPr>
          </p:pic>
        </p:grpSp>
        <p:sp>
          <p:nvSpPr>
            <p:cNvPr id="7" name="TextBox 6"/>
            <p:cNvSpPr txBox="1"/>
            <p:nvPr/>
          </p:nvSpPr>
          <p:spPr>
            <a:xfrm>
              <a:off x="478292" y="2542401"/>
              <a:ext cx="7409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R</a:t>
              </a:r>
              <a:r>
                <a:rPr lang="en-US" sz="1200" baseline="30000" dirty="0" smtClean="0"/>
                <a:t>2</a:t>
              </a:r>
              <a:r>
                <a:rPr lang="en-US" sz="1200" dirty="0" smtClean="0"/>
                <a:t> = 0.73</a:t>
              </a:r>
              <a:endParaRPr lang="en-US" sz="12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745492" y="2514600"/>
              <a:ext cx="7409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R</a:t>
              </a:r>
              <a:r>
                <a:rPr lang="en-US" sz="1200" baseline="30000" dirty="0" smtClean="0"/>
                <a:t>2</a:t>
              </a:r>
              <a:r>
                <a:rPr lang="en-US" sz="1200" dirty="0" smtClean="0"/>
                <a:t> = 0.81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294922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Allele Specific Isoform Expression for Synthetic Hybrid C57BLxCAST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53851" y="5181600"/>
            <a:ext cx="7604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Correlation between FPKM values, for each strain, inferred from the separate </a:t>
            </a:r>
          </a:p>
          <a:p>
            <a:r>
              <a:rPr lang="en-US" dirty="0" smtClean="0"/>
              <a:t>strain RNA-</a:t>
            </a:r>
            <a:r>
              <a:rPr lang="en-US" dirty="0" err="1" smtClean="0"/>
              <a:t>Seq</a:t>
            </a:r>
            <a:r>
              <a:rPr lang="en-US" dirty="0" smtClean="0"/>
              <a:t> Read vs. the pooled read of the two strains (synthetic hybrid)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0" y="2055568"/>
            <a:ext cx="9144000" cy="2746863"/>
            <a:chOff x="0" y="2055568"/>
            <a:chExt cx="9144000" cy="274686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2055568"/>
              <a:ext cx="9144000" cy="2746863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478292" y="2590800"/>
              <a:ext cx="7409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R</a:t>
              </a:r>
              <a:r>
                <a:rPr lang="en-US" sz="1200" baseline="30000" dirty="0" smtClean="0"/>
                <a:t>2</a:t>
              </a:r>
              <a:r>
                <a:rPr lang="en-US" sz="1200" dirty="0" smtClean="0"/>
                <a:t> = 0.76</a:t>
              </a:r>
              <a:endParaRPr lang="en-US" sz="12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24400" y="2590800"/>
              <a:ext cx="7409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R</a:t>
              </a:r>
              <a:r>
                <a:rPr lang="en-US" sz="1200" baseline="30000" dirty="0" smtClean="0"/>
                <a:t>2</a:t>
              </a:r>
              <a:r>
                <a:rPr lang="en-US" sz="1200" dirty="0" smtClean="0"/>
                <a:t> = 0.68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390942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685800"/>
            <a:ext cx="83820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Allele Specific Expression </a:t>
            </a:r>
            <a:br>
              <a:rPr lang="en-US" dirty="0" smtClean="0"/>
            </a:br>
            <a:r>
              <a:rPr lang="en-US" dirty="0" smtClean="0"/>
              <a:t>on Drosophila RNA-</a:t>
            </a:r>
            <a:r>
              <a:rPr lang="en-US" dirty="0" err="1" smtClean="0"/>
              <a:t>Seq</a:t>
            </a:r>
            <a:r>
              <a:rPr lang="en-US" dirty="0" smtClean="0"/>
              <a:t> data from [McManus et al. 10]</a:t>
            </a:r>
            <a:br>
              <a:rPr lang="en-US" dirty="0" smtClean="0"/>
            </a:br>
            <a:endParaRPr lang="en-US" dirty="0"/>
          </a:p>
        </p:txBody>
      </p:sp>
      <p:graphicFrame>
        <p:nvGraphicFramePr>
          <p:cNvPr id="5" name="Chart 4"/>
          <p:cNvGraphicFramePr/>
          <p:nvPr/>
        </p:nvGraphicFramePr>
        <p:xfrm>
          <a:off x="304801" y="2133600"/>
          <a:ext cx="4038599" cy="3648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4572000" y="2133600"/>
          <a:ext cx="4038600" cy="3648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xmlns="" val="1963252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Allele Specific Expression for Mouse RNA-</a:t>
            </a:r>
            <a:r>
              <a:rPr lang="en-US" dirty="0" err="1" smtClean="0"/>
              <a:t>Seq</a:t>
            </a:r>
            <a:r>
              <a:rPr lang="en-US" dirty="0" smtClean="0"/>
              <a:t> Data from [Gregg et al. 2010]</a:t>
            </a:r>
            <a:endParaRPr lang="en-US" dirty="0"/>
          </a:p>
        </p:txBody>
      </p:sp>
      <p:pic>
        <p:nvPicPr>
          <p:cNvPr id="6" name="Picture 5" descr="ASIE-IsoEM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6282" y="1676401"/>
            <a:ext cx="4833029" cy="2971799"/>
          </a:xfrm>
          <a:prstGeom prst="rect">
            <a:avLst/>
          </a:prstGeom>
        </p:spPr>
      </p:pic>
      <p:pic>
        <p:nvPicPr>
          <p:cNvPr id="7" name="Picture 6" descr="ASIE-Uniqu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8179" y="3795328"/>
            <a:ext cx="4272421" cy="291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6977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27237"/>
            <a:ext cx="8229600" cy="4525963"/>
          </a:xfrm>
        </p:spPr>
        <p:txBody>
          <a:bodyPr/>
          <a:lstStyle/>
          <a:p>
            <a:r>
              <a:rPr lang="en-US" dirty="0"/>
              <a:t>Proposed novel RNA-</a:t>
            </a:r>
            <a:r>
              <a:rPr lang="en-US" dirty="0" err="1"/>
              <a:t>Seq</a:t>
            </a:r>
            <a:r>
              <a:rPr lang="en-US" dirty="0"/>
              <a:t> analysis </a:t>
            </a:r>
            <a:r>
              <a:rPr lang="en-US" dirty="0" smtClean="0"/>
              <a:t>pipeline</a:t>
            </a:r>
            <a:endParaRPr lang="en-US" dirty="0"/>
          </a:p>
          <a:p>
            <a:pPr lvl="1"/>
            <a:r>
              <a:rPr lang="en-US" dirty="0" smtClean="0"/>
              <a:t>Reconstructs </a:t>
            </a:r>
            <a:r>
              <a:rPr lang="en-US" dirty="0"/>
              <a:t>diploid </a:t>
            </a:r>
            <a:r>
              <a:rPr lang="en-US" dirty="0" err="1" smtClean="0"/>
              <a:t>transcriptome</a:t>
            </a:r>
            <a:endParaRPr lang="en-US" dirty="0"/>
          </a:p>
          <a:p>
            <a:pPr lvl="1"/>
            <a:r>
              <a:rPr lang="en-US" dirty="0" smtClean="0"/>
              <a:t>Not affected by mapping bias towards reference allele</a:t>
            </a:r>
          </a:p>
          <a:p>
            <a:pPr lvl="1"/>
            <a:r>
              <a:rPr lang="en-US" dirty="0" smtClean="0"/>
              <a:t>Estimation of allele </a:t>
            </a:r>
            <a:r>
              <a:rPr lang="en-US" dirty="0"/>
              <a:t>specific </a:t>
            </a:r>
            <a:r>
              <a:rPr lang="en-US" dirty="0" smtClean="0"/>
              <a:t>expression levels of </a:t>
            </a:r>
            <a:r>
              <a:rPr lang="en-US" dirty="0" err="1" smtClean="0"/>
              <a:t>isoforms</a:t>
            </a:r>
            <a:endParaRPr lang="en-US" dirty="0" smtClean="0"/>
          </a:p>
          <a:p>
            <a:pPr lvl="1"/>
            <a:r>
              <a:rPr lang="en-US" dirty="0" smtClean="0"/>
              <a:t>Robust </a:t>
            </a:r>
            <a:r>
              <a:rPr lang="en-US" dirty="0"/>
              <a:t>estimation based on all </a:t>
            </a:r>
            <a:r>
              <a:rPr lang="en-US" dirty="0" smtClean="0"/>
              <a:t>reads</a:t>
            </a:r>
            <a:endParaRPr lang="en-US" dirty="0"/>
          </a:p>
          <a:p>
            <a:pPr lvl="1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0621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dirty="0" smtClean="0"/>
              <a:t>Test whole pipeline</a:t>
            </a:r>
          </a:p>
          <a:p>
            <a:r>
              <a:rPr lang="en-US" dirty="0" smtClean="0"/>
              <a:t>Use read coverage information SNVs along with max cut sizes in </a:t>
            </a:r>
            <a:r>
              <a:rPr lang="en-US" dirty="0" err="1" smtClean="0"/>
              <a:t>RefHap</a:t>
            </a:r>
            <a:r>
              <a:rPr lang="en-US" dirty="0" smtClean="0"/>
              <a:t> to phase isolated SNPs</a:t>
            </a:r>
          </a:p>
          <a:p>
            <a:r>
              <a:rPr lang="en-US" dirty="0" smtClean="0"/>
              <a:t>Incorporate </a:t>
            </a:r>
            <a:r>
              <a:rPr lang="en-US" dirty="0" err="1" smtClean="0"/>
              <a:t>flowgram</a:t>
            </a:r>
            <a:r>
              <a:rPr lang="en-US" dirty="0" smtClean="0"/>
              <a:t> data, when available, in SNV detection</a:t>
            </a:r>
          </a:p>
          <a:p>
            <a:r>
              <a:rPr lang="en-US" dirty="0" smtClean="0"/>
              <a:t>Deploy on Galaxy</a:t>
            </a:r>
          </a:p>
          <a:p>
            <a:r>
              <a:rPr lang="en-US" dirty="0" smtClean="0"/>
              <a:t>Develop ASIE plugin for ION Torrent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1750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Acknowledgments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311295"/>
            <a:ext cx="452018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sz="2000" dirty="0" smtClean="0">
                <a:latin typeface="+mn-lt"/>
              </a:rPr>
              <a:t>Ion </a:t>
            </a:r>
            <a:r>
              <a:rPr lang="en-US" sz="2000" dirty="0" err="1" smtClean="0">
                <a:latin typeface="+mn-lt"/>
              </a:rPr>
              <a:t>Mandoiu</a:t>
            </a:r>
            <a:r>
              <a:rPr lang="en-US" sz="2000" dirty="0" smtClean="0">
                <a:latin typeface="+mn-lt"/>
              </a:rPr>
              <a:t> (</a:t>
            </a:r>
            <a:r>
              <a:rPr lang="en-US" sz="2000" dirty="0" err="1" smtClean="0">
                <a:latin typeface="+mn-lt"/>
              </a:rPr>
              <a:t>Uconn</a:t>
            </a:r>
            <a:r>
              <a:rPr lang="en-US" sz="2000" dirty="0" smtClean="0">
                <a:latin typeface="+mn-lt"/>
              </a:rPr>
              <a:t>)</a:t>
            </a:r>
          </a:p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sz="2000" dirty="0" smtClean="0">
                <a:latin typeface="+mn-lt"/>
              </a:rPr>
              <a:t>Jorge </a:t>
            </a:r>
            <a:r>
              <a:rPr lang="en-US" sz="2000" dirty="0" err="1" smtClean="0">
                <a:latin typeface="+mn-lt"/>
              </a:rPr>
              <a:t>Duitama</a:t>
            </a:r>
            <a:r>
              <a:rPr lang="en-US" sz="2000" dirty="0" smtClean="0">
                <a:latin typeface="+mn-lt"/>
              </a:rPr>
              <a:t> (KU Leuven)</a:t>
            </a:r>
          </a:p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sz="2000" dirty="0" smtClean="0">
                <a:latin typeface="+mn-lt"/>
              </a:rPr>
              <a:t>Marius </a:t>
            </a:r>
            <a:r>
              <a:rPr lang="en-US" sz="2000" dirty="0" err="1" smtClean="0">
                <a:latin typeface="+mn-lt"/>
              </a:rPr>
              <a:t>Nicolae</a:t>
            </a:r>
            <a:r>
              <a:rPr lang="en-US" sz="2000" dirty="0" smtClean="0">
                <a:latin typeface="+mn-lt"/>
              </a:rPr>
              <a:t> (</a:t>
            </a:r>
            <a:r>
              <a:rPr lang="en-US" sz="2000" dirty="0" err="1" smtClean="0">
                <a:latin typeface="+mn-lt"/>
              </a:rPr>
              <a:t>Uconn</a:t>
            </a:r>
            <a:r>
              <a:rPr lang="en-US" sz="2000" dirty="0" smtClean="0">
                <a:latin typeface="+mn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0" y="1235095"/>
            <a:ext cx="40386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sz="2000" dirty="0" smtClean="0">
                <a:latin typeface="+mn-lt"/>
              </a:rPr>
              <a:t>Alex </a:t>
            </a:r>
            <a:r>
              <a:rPr lang="en-US" sz="2000" dirty="0" err="1" smtClean="0">
                <a:latin typeface="+mn-lt"/>
              </a:rPr>
              <a:t>Zelikovsky</a:t>
            </a:r>
            <a:r>
              <a:rPr lang="en-US" sz="2000" dirty="0" smtClean="0">
                <a:latin typeface="+mn-lt"/>
              </a:rPr>
              <a:t> (GSU) </a:t>
            </a:r>
          </a:p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sz="2000" dirty="0" err="1" smtClean="0">
                <a:latin typeface="+mn-lt"/>
              </a:rPr>
              <a:t>Serghei</a:t>
            </a:r>
            <a:r>
              <a:rPr lang="en-US" sz="2000" dirty="0" smtClean="0">
                <a:latin typeface="+mn-lt"/>
              </a:rPr>
              <a:t> </a:t>
            </a:r>
            <a:r>
              <a:rPr lang="en-US" sz="2000" dirty="0" err="1" smtClean="0">
                <a:latin typeface="+mn-lt"/>
              </a:rPr>
              <a:t>Mangul</a:t>
            </a:r>
            <a:r>
              <a:rPr lang="en-US" sz="2000" dirty="0" smtClean="0">
                <a:latin typeface="+mn-lt"/>
              </a:rPr>
              <a:t> (GSU)</a:t>
            </a:r>
          </a:p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sz="2000" dirty="0" smtClean="0">
                <a:latin typeface="+mn-lt"/>
              </a:rPr>
              <a:t>Adrian </a:t>
            </a:r>
            <a:r>
              <a:rPr lang="en-US" sz="2000" dirty="0" err="1" smtClean="0">
                <a:latin typeface="+mn-lt"/>
              </a:rPr>
              <a:t>Caciula</a:t>
            </a:r>
            <a:r>
              <a:rPr lang="en-US" sz="2000" dirty="0" smtClean="0">
                <a:latin typeface="+mn-lt"/>
              </a:rPr>
              <a:t> (GSU)</a:t>
            </a:r>
          </a:p>
          <a:p>
            <a:pPr marL="342900" indent="-342900" algn="l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sz="2000" dirty="0" err="1" smtClean="0">
                <a:latin typeface="+mn-lt"/>
              </a:rPr>
              <a:t>Dumitru</a:t>
            </a:r>
            <a:r>
              <a:rPr lang="en-US" sz="2000" dirty="0" smtClean="0">
                <a:latin typeface="+mn-lt"/>
              </a:rPr>
              <a:t> </a:t>
            </a:r>
            <a:r>
              <a:rPr lang="en-US" sz="2000" dirty="0" err="1" smtClean="0">
                <a:latin typeface="+mn-lt"/>
              </a:rPr>
              <a:t>Brinza</a:t>
            </a:r>
            <a:r>
              <a:rPr lang="en-US" sz="2000" dirty="0" smtClean="0">
                <a:latin typeface="+mn-lt"/>
              </a:rPr>
              <a:t> (Life Tech)</a:t>
            </a:r>
          </a:p>
          <a:p>
            <a:pPr marL="342900" indent="-342900"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sz="2000" dirty="0" err="1"/>
              <a:t>Pramod</a:t>
            </a:r>
            <a:r>
              <a:rPr lang="en-US" sz="2000" dirty="0"/>
              <a:t> </a:t>
            </a:r>
            <a:r>
              <a:rPr lang="en-US" sz="2000" dirty="0" err="1"/>
              <a:t>Srivastava</a:t>
            </a:r>
            <a:r>
              <a:rPr lang="en-US" sz="2000" dirty="0"/>
              <a:t> (UCHC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pic>
        <p:nvPicPr>
          <p:cNvPr id="6" name="Picture 9"/>
          <p:cNvPicPr>
            <a:picLocks noChangeAspect="1"/>
          </p:cNvPicPr>
          <p:nvPr/>
        </p:nvPicPr>
        <p:blipFill>
          <a:blip r:embed="rId2" cstate="print"/>
          <a:srcRect r="50131"/>
          <a:stretch>
            <a:fillRect/>
          </a:stretch>
        </p:blipFill>
        <p:spPr bwMode="auto">
          <a:xfrm>
            <a:off x="2133600" y="5257800"/>
            <a:ext cx="4876800" cy="79153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7" name="Picture 10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687" y="5105400"/>
            <a:ext cx="1067713" cy="10741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661506" name="Picture 2" descr="Life Technologies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15200" y="5044440"/>
            <a:ext cx="1447800" cy="10134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6790207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2609</TotalTime>
  <Words>994</Words>
  <Application>Microsoft Office PowerPoint</Application>
  <PresentationFormat>On-screen Show (4:3)</PresentationFormat>
  <Paragraphs>331</Paragraphs>
  <Slides>33</Slides>
  <Notes>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Office Theme</vt:lpstr>
      <vt:lpstr>Microsoft Office Excel 97-2003 Worksheet</vt:lpstr>
      <vt:lpstr>Equation</vt:lpstr>
      <vt:lpstr>Visio</vt:lpstr>
      <vt:lpstr>Worksheet</vt:lpstr>
      <vt:lpstr>Inference of Allele Specific Isoform Expression (ASIE) Levels from RNA-Seq Data</vt:lpstr>
      <vt:lpstr>Outline</vt:lpstr>
      <vt:lpstr>Gene/Isoform Expression Estimation</vt:lpstr>
      <vt:lpstr>Allele Specific Gene/Isoform Expression Estimation</vt:lpstr>
      <vt:lpstr>Challenges and limitations of current approaches</vt:lpstr>
      <vt:lpstr>Pipeline for ASIE from RNA-Seq Reads</vt:lpstr>
      <vt:lpstr>Pipeline for ASIE from RNA-Seq Reads</vt:lpstr>
      <vt:lpstr>Hybrid Approach Based on Merging Alignments </vt:lpstr>
      <vt:lpstr>Merging Rules for Short Reads</vt:lpstr>
      <vt:lpstr>Merging Local Alignments of ION Reads: HardMerge at Base-Level</vt:lpstr>
      <vt:lpstr>HardMerge Example</vt:lpstr>
      <vt:lpstr>SNV Detection and Genotyping</vt:lpstr>
      <vt:lpstr>SNVQ Model</vt:lpstr>
      <vt:lpstr>Accuracy per Coverage Bins</vt:lpstr>
      <vt:lpstr>Pipeline for ASIE from RNA-Seq Reads</vt:lpstr>
      <vt:lpstr>ReFHap</vt:lpstr>
      <vt:lpstr>Problem Formulation</vt:lpstr>
      <vt:lpstr>ReFHap vs HapCUT</vt:lpstr>
      <vt:lpstr>Pipeline for ASIE from RNA-Seq Reads</vt:lpstr>
      <vt:lpstr>IsoEM: Isoform Expression Level Estimation</vt:lpstr>
      <vt:lpstr>Read-isoform compatibility</vt:lpstr>
      <vt:lpstr>Fragment length distribution</vt:lpstr>
      <vt:lpstr>IsoEM vs. Cufflinks 1.0.3 on ION reads</vt:lpstr>
      <vt:lpstr>Simplified Pipeline for ASIE in F1 Hybrids</vt:lpstr>
      <vt:lpstr>Whole Brain RNA-Seq Data - Sanger Institute Mouse Genomes Project</vt:lpstr>
      <vt:lpstr>Slide 26</vt:lpstr>
      <vt:lpstr>Allele Specific Isoform Expression for Synthetic Hybrid C57BLxAJ</vt:lpstr>
      <vt:lpstr>Allele Specific Isoform Expression for Synthetic Hybrid C57BLxCAST</vt:lpstr>
      <vt:lpstr>Allele Specific Expression  on Drosophila RNA-Seq data from [McManus et al. 10] </vt:lpstr>
      <vt:lpstr>Allele Specific Expression for Mouse RNA-Seq Data from [Gregg et al. 2010]</vt:lpstr>
      <vt:lpstr>Conclusion</vt:lpstr>
      <vt:lpstr>What’s Next?</vt:lpstr>
      <vt:lpstr>Acknowledgments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Sahar</dc:creator>
  <cp:lastModifiedBy>HuskyPC</cp:lastModifiedBy>
  <cp:revision>94</cp:revision>
  <dcterms:created xsi:type="dcterms:W3CDTF">2012-02-22T17:42:23Z</dcterms:created>
  <dcterms:modified xsi:type="dcterms:W3CDTF">2012-02-26T06:15:50Z</dcterms:modified>
</cp:coreProperties>
</file>
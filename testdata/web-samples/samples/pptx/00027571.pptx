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41"/>
  </p:notesMasterIdLst>
  <p:sldIdLst>
    <p:sldId id="258" r:id="rId3"/>
    <p:sldId id="282" r:id="rId4"/>
    <p:sldId id="467" r:id="rId5"/>
    <p:sldId id="532" r:id="rId6"/>
    <p:sldId id="533" r:id="rId7"/>
    <p:sldId id="302" r:id="rId8"/>
    <p:sldId id="454" r:id="rId9"/>
    <p:sldId id="486" r:id="rId10"/>
    <p:sldId id="542" r:id="rId11"/>
    <p:sldId id="543" r:id="rId12"/>
    <p:sldId id="544" r:id="rId13"/>
    <p:sldId id="545" r:id="rId14"/>
    <p:sldId id="546" r:id="rId15"/>
    <p:sldId id="547" r:id="rId16"/>
    <p:sldId id="548" r:id="rId17"/>
    <p:sldId id="549" r:id="rId18"/>
    <p:sldId id="550" r:id="rId19"/>
    <p:sldId id="551" r:id="rId20"/>
    <p:sldId id="552" r:id="rId21"/>
    <p:sldId id="499" r:id="rId22"/>
    <p:sldId id="500" r:id="rId23"/>
    <p:sldId id="534" r:id="rId24"/>
    <p:sldId id="535" r:id="rId25"/>
    <p:sldId id="260" r:id="rId26"/>
    <p:sldId id="511" r:id="rId27"/>
    <p:sldId id="419" r:id="rId28"/>
    <p:sldId id="553" r:id="rId29"/>
    <p:sldId id="513" r:id="rId30"/>
    <p:sldId id="504" r:id="rId31"/>
    <p:sldId id="536" r:id="rId32"/>
    <p:sldId id="410" r:id="rId33"/>
    <p:sldId id="537" r:id="rId34"/>
    <p:sldId id="538" r:id="rId35"/>
    <p:sldId id="539" r:id="rId36"/>
    <p:sldId id="540" r:id="rId37"/>
    <p:sldId id="401" r:id="rId38"/>
    <p:sldId id="514" r:id="rId39"/>
    <p:sldId id="466" r:id="rId40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b="1" kern="1200" baseline="-250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b="1" kern="1200" baseline="-250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b="1" kern="1200" baseline="-250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b="1" kern="1200" baseline="-250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b="1" kern="1200" baseline="-250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b="1" kern="1200" baseline="-250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b="1" kern="1200" baseline="-250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b="1" kern="1200" baseline="-250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b="1" kern="1200" baseline="-250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FFFF00"/>
    <a:srgbClr val="996600"/>
    <a:srgbClr val="FF9900"/>
    <a:srgbClr val="F20000"/>
    <a:srgbClr val="6600CC"/>
    <a:srgbClr val="FA0000"/>
    <a:srgbClr val="FF9F9F"/>
    <a:srgbClr val="3399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 autoAdjust="0"/>
    <p:restoredTop sz="94660"/>
  </p:normalViewPr>
  <p:slideViewPr>
    <p:cSldViewPr>
      <p:cViewPr>
        <p:scale>
          <a:sx n="50" d="100"/>
          <a:sy n="50" d="100"/>
        </p:scale>
        <p:origin x="-3552" y="-15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/>
            </a:lvl1pPr>
          </a:lstStyle>
          <a:p>
            <a:pPr>
              <a:defRPr/>
            </a:pPr>
            <a:fld id="{36507778-00CE-4460-9293-AB74D9F946E3}" type="datetimeFigureOut">
              <a:rPr lang="en-AU"/>
              <a:pPr>
                <a:defRPr/>
              </a:pPr>
              <a:t>23/07/2011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A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A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/>
            </a:lvl1pPr>
          </a:lstStyle>
          <a:p>
            <a:pPr>
              <a:defRPr/>
            </a:pPr>
            <a:fld id="{9CF12CE7-48C6-4268-A792-50B69C5D5F90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91B2C6-25EB-41CE-AB1C-F5BD3268C226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37949-FD85-47A8-8F01-650008AE34D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CC03F-235D-440B-A2AB-03A7B2F31200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A3F0B1-702E-4DB7-A859-3C17F00F0D7F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4D65BD-3BEC-4B8D-AC4A-E82C6ADEFF0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78642B-40F5-4857-9C3C-A93FFD9B6569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887F71-C309-4BF9-A134-462BF5F90A81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06FED-3E14-464C-8FF0-EF21B8DA9719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CD3E9C-786E-456C-B647-486C418FF6C1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8D989D-67A7-45AB-9B6E-8C87763AE269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58BDAD-B8CB-47DA-A8A6-650474850A4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45928D-21C7-4649-A2B1-CCDB3C073BF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fld id="{0514F463-0E34-4ABE-ADF1-12A670BEF1BF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fld id="{F07DE773-6A5D-47BB-8EA0-9A6E97AED8E6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fld id="{FB5CD48D-78F0-43D9-AF8D-1708DCB3EB69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fld id="{B935C8B2-49F3-4C16-802C-67D61AE2BDEF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fld id="{BF7D59F6-9DBD-49B9-A867-D80E91281766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fld id="{5A7BD33A-9484-4D44-8601-65DECAEE87BD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fld id="{2317A351-FBFA-43DC-A61D-D10E7302B1A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fld id="{AF938894-924B-4044-8019-9756F8AA9328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fld id="{CC9AD8E4-3A2E-4BF4-B6C6-C59FD3F4D5A6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fld id="{CAF37679-868A-4AF1-BAA6-BF722FEC3778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baseline="-25000">
                <a:cs typeface="Arial" charset="0"/>
              </a:defRPr>
            </a:lvl1pPr>
          </a:lstStyle>
          <a:p>
            <a:pPr>
              <a:defRPr/>
            </a:pPr>
            <a:fld id="{A12238F1-4932-4A01-8DA5-2B14BF1B5211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 baseline="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 baseline="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baseline="0"/>
            </a:lvl1pPr>
          </a:lstStyle>
          <a:p>
            <a:pPr>
              <a:defRPr/>
            </a:pPr>
            <a:fld id="{9E036D71-7D26-4AD8-8E79-4831AB99B4A0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3" r:id="rId2"/>
    <p:sldLayoutId id="2147483682" r:id="rId3"/>
    <p:sldLayoutId id="2147483681" r:id="rId4"/>
    <p:sldLayoutId id="2147483680" r:id="rId5"/>
    <p:sldLayoutId id="2147483679" r:id="rId6"/>
    <p:sldLayoutId id="2147483678" r:id="rId7"/>
    <p:sldLayoutId id="2147483677" r:id="rId8"/>
    <p:sldLayoutId id="2147483676" r:id="rId9"/>
    <p:sldLayoutId id="2147483675" r:id="rId10"/>
    <p:sldLayoutId id="2147483674" r:id="rId11"/>
    <p:sldLayoutId id="214748367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title style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 baseline="0">
                <a:solidFill>
                  <a:srgbClr val="000000"/>
                </a:solidFill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 baseline="0">
                <a:solidFill>
                  <a:srgbClr val="000000"/>
                </a:solidFill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baseline="0">
                <a:solidFill>
                  <a:srgbClr val="000000"/>
                </a:solidFill>
                <a:cs typeface="+mn-cs"/>
              </a:defRPr>
            </a:lvl1pPr>
          </a:lstStyle>
          <a:p>
            <a:pPr>
              <a:defRPr/>
            </a:pPr>
            <a:fld id="{8EB5D381-9D7A-4919-85DD-90336929750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Relationship Id="rId9" Type="http://schemas.openxmlformats.org/officeDocument/2006/relationships/image" Target="../media/image24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Relationship Id="rId9" Type="http://schemas.openxmlformats.org/officeDocument/2006/relationships/image" Target="../media/image24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49" name="Group 2"/>
          <p:cNvGrpSpPr>
            <a:grpSpLocks/>
          </p:cNvGrpSpPr>
          <p:nvPr/>
        </p:nvGrpSpPr>
        <p:grpSpPr bwMode="auto">
          <a:xfrm>
            <a:off x="0" y="260350"/>
            <a:ext cx="9144000" cy="6402388"/>
            <a:chOff x="0" y="260647"/>
            <a:chExt cx="9144000" cy="6402413"/>
          </a:xfrm>
        </p:grpSpPr>
        <p:pic>
          <p:nvPicPr>
            <p:cNvPr id="27650" name="Picture 3" descr="C:\Users\Jo\Documents\joanna's Documents\other things\CCC\WYD 2011\Formation Course\Session 12_ copy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260647"/>
              <a:ext cx="9144000" cy="6402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651" name="TextBox 1"/>
            <p:cNvSpPr txBox="1">
              <a:spLocks noChangeArrowheads="1"/>
            </p:cNvSpPr>
            <p:nvPr/>
          </p:nvSpPr>
          <p:spPr bwMode="auto">
            <a:xfrm>
              <a:off x="1146623" y="2204864"/>
              <a:ext cx="3240360" cy="7489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AU" sz="3200" b="0" u="sng">
                  <a:latin typeface="Lucida Handwriting" pitchFamily="66" charset="0"/>
                </a:rPr>
                <a:t>SESSION 12</a:t>
              </a:r>
            </a:p>
            <a:p>
              <a:r>
                <a:rPr lang="en-AU" sz="3200" b="0">
                  <a:latin typeface="Lucida Handwriting" pitchFamily="66" charset="0"/>
                </a:rPr>
                <a:t>COME IN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6"/>
          <p:cNvSpPr txBox="1">
            <a:spLocks noChangeArrowheads="1"/>
          </p:cNvSpPr>
          <p:nvPr/>
        </p:nvSpPr>
        <p:spPr bwMode="auto">
          <a:xfrm>
            <a:off x="336550" y="2060575"/>
            <a:ext cx="6264275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AU" sz="3600" b="0"/>
              <a:t>Every nation, every tribe,</a:t>
            </a:r>
          </a:p>
          <a:p>
            <a:pPr>
              <a:lnSpc>
                <a:spcPct val="150000"/>
              </a:lnSpc>
            </a:pPr>
            <a:r>
              <a:rPr lang="en-AU" sz="3600" b="0"/>
              <a:t>come together to worship You.</a:t>
            </a:r>
          </a:p>
          <a:p>
            <a:pPr>
              <a:lnSpc>
                <a:spcPct val="150000"/>
              </a:lnSpc>
            </a:pPr>
            <a:r>
              <a:rPr lang="en-AU" sz="3600" b="0"/>
              <a:t>In Your presence we delight,</a:t>
            </a:r>
          </a:p>
          <a:p>
            <a:pPr>
              <a:lnSpc>
                <a:spcPct val="150000"/>
              </a:lnSpc>
            </a:pPr>
            <a:r>
              <a:rPr lang="en-AU" sz="3600" b="0"/>
              <a:t>we will follow to the ends of the earth.</a:t>
            </a:r>
          </a:p>
        </p:txBody>
      </p:sp>
      <p:sp>
        <p:nvSpPr>
          <p:cNvPr id="28674" name="Text Box 7"/>
          <p:cNvSpPr txBox="1">
            <a:spLocks noChangeArrowheads="1"/>
          </p:cNvSpPr>
          <p:nvPr/>
        </p:nvSpPr>
        <p:spPr bwMode="auto">
          <a:xfrm>
            <a:off x="319088" y="1003300"/>
            <a:ext cx="60531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3200" i="1" baseline="0"/>
              <a:t>Receive the Power</a:t>
            </a:r>
            <a:endParaRPr lang="en-AU" sz="3200" b="0" baseline="0"/>
          </a:p>
        </p:txBody>
      </p:sp>
      <p:sp>
        <p:nvSpPr>
          <p:cNvPr id="28675" name="AutoShape 11" descr="2Q=="/>
          <p:cNvSpPr>
            <a:spLocks noChangeAspect="1" noChangeArrowheads="1"/>
          </p:cNvSpPr>
          <p:nvPr/>
        </p:nvSpPr>
        <p:spPr bwMode="auto">
          <a:xfrm>
            <a:off x="57150" y="46038"/>
            <a:ext cx="23907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28676" name="AutoShape 13" descr="2Q=="/>
          <p:cNvSpPr>
            <a:spLocks noChangeAspect="1" noChangeArrowheads="1"/>
          </p:cNvSpPr>
          <p:nvPr/>
        </p:nvSpPr>
        <p:spPr bwMode="auto">
          <a:xfrm>
            <a:off x="3376613" y="2471738"/>
            <a:ext cx="23907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28677" name="AutoShape 15" descr="2Q=="/>
          <p:cNvSpPr>
            <a:spLocks noChangeAspect="1" noChangeArrowheads="1"/>
          </p:cNvSpPr>
          <p:nvPr/>
        </p:nvSpPr>
        <p:spPr bwMode="auto">
          <a:xfrm>
            <a:off x="3686175" y="2719388"/>
            <a:ext cx="177165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28678" name="Rectangle 24"/>
          <p:cNvSpPr>
            <a:spLocks noChangeArrowheads="1"/>
          </p:cNvSpPr>
          <p:nvPr/>
        </p:nvSpPr>
        <p:spPr bwMode="auto">
          <a:xfrm>
            <a:off x="0" y="612140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8679" name="Rectangle 25"/>
          <p:cNvSpPr>
            <a:spLocks noChangeArrowheads="1"/>
          </p:cNvSpPr>
          <p:nvPr/>
        </p:nvSpPr>
        <p:spPr bwMode="auto">
          <a:xfrm>
            <a:off x="0" y="6310313"/>
            <a:ext cx="9144000" cy="4318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8680" name="Rectangle 26"/>
          <p:cNvSpPr>
            <a:spLocks noChangeArrowheads="1"/>
          </p:cNvSpPr>
          <p:nvPr/>
        </p:nvSpPr>
        <p:spPr bwMode="auto">
          <a:xfrm>
            <a:off x="0" y="66706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8681" name="Rectangle 27"/>
          <p:cNvSpPr>
            <a:spLocks noChangeArrowheads="1"/>
          </p:cNvSpPr>
          <p:nvPr/>
        </p:nvSpPr>
        <p:spPr bwMode="auto">
          <a:xfrm>
            <a:off x="0" y="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8682" name="Rectangle 28"/>
          <p:cNvSpPr>
            <a:spLocks noChangeArrowheads="1"/>
          </p:cNvSpPr>
          <p:nvPr/>
        </p:nvSpPr>
        <p:spPr bwMode="auto">
          <a:xfrm>
            <a:off x="0" y="5492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8683" name="Rectangle 29"/>
          <p:cNvSpPr>
            <a:spLocks noChangeArrowheads="1"/>
          </p:cNvSpPr>
          <p:nvPr/>
        </p:nvSpPr>
        <p:spPr bwMode="auto">
          <a:xfrm>
            <a:off x="0" y="188913"/>
            <a:ext cx="9144000" cy="36036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pic>
        <p:nvPicPr>
          <p:cNvPr id="28684" name="Picture 1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83288" y="2762250"/>
            <a:ext cx="2505075" cy="278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6"/>
          <p:cNvSpPr txBox="1">
            <a:spLocks noChangeArrowheads="1"/>
          </p:cNvSpPr>
          <p:nvPr/>
        </p:nvSpPr>
        <p:spPr bwMode="auto">
          <a:xfrm>
            <a:off x="377825" y="2505075"/>
            <a:ext cx="6550025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AU" sz="3600" b="0"/>
              <a:t>Alleluia! Alleluia!</a:t>
            </a:r>
          </a:p>
          <a:p>
            <a:pPr>
              <a:lnSpc>
                <a:spcPct val="150000"/>
              </a:lnSpc>
            </a:pPr>
            <a:r>
              <a:rPr lang="en-AU" sz="3600" b="0"/>
              <a:t>Receive the Power, from the Holy Spirit!</a:t>
            </a:r>
          </a:p>
          <a:p>
            <a:pPr>
              <a:lnSpc>
                <a:spcPct val="150000"/>
              </a:lnSpc>
            </a:pPr>
            <a:r>
              <a:rPr lang="en-AU" sz="3600" b="0"/>
              <a:t>Alleluia! Alleluia!</a:t>
            </a:r>
          </a:p>
          <a:p>
            <a:pPr>
              <a:lnSpc>
                <a:spcPct val="150000"/>
              </a:lnSpc>
            </a:pPr>
            <a:r>
              <a:rPr lang="en-AU" sz="3600" b="0"/>
              <a:t>Receive the Power to be a light unto the world!</a:t>
            </a:r>
          </a:p>
        </p:txBody>
      </p:sp>
      <p:sp>
        <p:nvSpPr>
          <p:cNvPr id="29698" name="AutoShape 11" descr="2Q=="/>
          <p:cNvSpPr>
            <a:spLocks noChangeAspect="1" noChangeArrowheads="1"/>
          </p:cNvSpPr>
          <p:nvPr/>
        </p:nvSpPr>
        <p:spPr bwMode="auto">
          <a:xfrm>
            <a:off x="57150" y="46038"/>
            <a:ext cx="23907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29699" name="AutoShape 15" descr="2Q=="/>
          <p:cNvSpPr>
            <a:spLocks noChangeAspect="1" noChangeArrowheads="1"/>
          </p:cNvSpPr>
          <p:nvPr/>
        </p:nvSpPr>
        <p:spPr bwMode="auto">
          <a:xfrm>
            <a:off x="3686175" y="2719388"/>
            <a:ext cx="177165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29700" name="AutoShape 20" descr="Z"/>
          <p:cNvSpPr>
            <a:spLocks noChangeAspect="1" noChangeArrowheads="1"/>
          </p:cNvSpPr>
          <p:nvPr/>
        </p:nvSpPr>
        <p:spPr bwMode="auto">
          <a:xfrm>
            <a:off x="3338513" y="2505075"/>
            <a:ext cx="2466975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29701" name="Rectangle 24"/>
          <p:cNvSpPr>
            <a:spLocks noChangeArrowheads="1"/>
          </p:cNvSpPr>
          <p:nvPr/>
        </p:nvSpPr>
        <p:spPr bwMode="auto">
          <a:xfrm>
            <a:off x="0" y="612140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9702" name="Rectangle 25"/>
          <p:cNvSpPr>
            <a:spLocks noChangeArrowheads="1"/>
          </p:cNvSpPr>
          <p:nvPr/>
        </p:nvSpPr>
        <p:spPr bwMode="auto">
          <a:xfrm>
            <a:off x="0" y="6310313"/>
            <a:ext cx="9144000" cy="4318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9703" name="Rectangle 26"/>
          <p:cNvSpPr>
            <a:spLocks noChangeArrowheads="1"/>
          </p:cNvSpPr>
          <p:nvPr/>
        </p:nvSpPr>
        <p:spPr bwMode="auto">
          <a:xfrm>
            <a:off x="0" y="66706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9704" name="Rectangle 27"/>
          <p:cNvSpPr>
            <a:spLocks noChangeArrowheads="1"/>
          </p:cNvSpPr>
          <p:nvPr/>
        </p:nvSpPr>
        <p:spPr bwMode="auto">
          <a:xfrm>
            <a:off x="0" y="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9705" name="Rectangle 28"/>
          <p:cNvSpPr>
            <a:spLocks noChangeArrowheads="1"/>
          </p:cNvSpPr>
          <p:nvPr/>
        </p:nvSpPr>
        <p:spPr bwMode="auto">
          <a:xfrm>
            <a:off x="0" y="5492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9706" name="Rectangle 29"/>
          <p:cNvSpPr>
            <a:spLocks noChangeArrowheads="1"/>
          </p:cNvSpPr>
          <p:nvPr/>
        </p:nvSpPr>
        <p:spPr bwMode="auto">
          <a:xfrm>
            <a:off x="0" y="188913"/>
            <a:ext cx="9144000" cy="36036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pic>
        <p:nvPicPr>
          <p:cNvPr id="29707" name="Picture 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56325" y="2289175"/>
            <a:ext cx="2771775" cy="184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8" name="Text Box 7"/>
          <p:cNvSpPr txBox="1">
            <a:spLocks noChangeArrowheads="1"/>
          </p:cNvSpPr>
          <p:nvPr/>
        </p:nvSpPr>
        <p:spPr bwMode="auto">
          <a:xfrm>
            <a:off x="319088" y="1003300"/>
            <a:ext cx="60531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3200" i="1" baseline="0"/>
              <a:t>Receive the Power</a:t>
            </a:r>
            <a:endParaRPr lang="en-AU" sz="3200" b="0" baseline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6"/>
          <p:cNvSpPr txBox="1">
            <a:spLocks noChangeArrowheads="1"/>
          </p:cNvSpPr>
          <p:nvPr/>
        </p:nvSpPr>
        <p:spPr bwMode="auto">
          <a:xfrm>
            <a:off x="336550" y="2060575"/>
            <a:ext cx="6264275" cy="279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AU" sz="3600"/>
              <a:t>As Your Spirit calls to rise</a:t>
            </a:r>
            <a:br>
              <a:rPr lang="en-AU" sz="3600"/>
            </a:br>
            <a:r>
              <a:rPr lang="en-AU" sz="3600"/>
              <a:t>we will answer and do Your Will.</a:t>
            </a:r>
            <a:br>
              <a:rPr lang="en-AU" sz="3600"/>
            </a:br>
            <a:r>
              <a:rPr lang="en-AU" sz="3600"/>
              <a:t>We’ll forever testify</a:t>
            </a:r>
            <a:br>
              <a:rPr lang="en-AU" sz="3600"/>
            </a:br>
            <a:r>
              <a:rPr lang="en-AU" sz="3600"/>
              <a:t>of Your mercy and unfailing love.</a:t>
            </a:r>
            <a:br>
              <a:rPr lang="en-AU" sz="3600"/>
            </a:br>
            <a:endParaRPr lang="en-AU" sz="3600" b="0"/>
          </a:p>
        </p:txBody>
      </p:sp>
      <p:sp>
        <p:nvSpPr>
          <p:cNvPr id="30722" name="Text Box 7"/>
          <p:cNvSpPr txBox="1">
            <a:spLocks noChangeArrowheads="1"/>
          </p:cNvSpPr>
          <p:nvPr/>
        </p:nvSpPr>
        <p:spPr bwMode="auto">
          <a:xfrm>
            <a:off x="319088" y="1003300"/>
            <a:ext cx="60531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3200" i="1" baseline="0"/>
              <a:t>Receive the Power</a:t>
            </a:r>
            <a:endParaRPr lang="en-AU" sz="3200" b="0" baseline="0"/>
          </a:p>
        </p:txBody>
      </p:sp>
      <p:sp>
        <p:nvSpPr>
          <p:cNvPr id="30723" name="AutoShape 11" descr="2Q=="/>
          <p:cNvSpPr>
            <a:spLocks noChangeAspect="1" noChangeArrowheads="1"/>
          </p:cNvSpPr>
          <p:nvPr/>
        </p:nvSpPr>
        <p:spPr bwMode="auto">
          <a:xfrm>
            <a:off x="57150" y="46038"/>
            <a:ext cx="23907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30724" name="AutoShape 13" descr="2Q=="/>
          <p:cNvSpPr>
            <a:spLocks noChangeAspect="1" noChangeArrowheads="1"/>
          </p:cNvSpPr>
          <p:nvPr/>
        </p:nvSpPr>
        <p:spPr bwMode="auto">
          <a:xfrm>
            <a:off x="3376613" y="2471738"/>
            <a:ext cx="23907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30725" name="AutoShape 15" descr="2Q=="/>
          <p:cNvSpPr>
            <a:spLocks noChangeAspect="1" noChangeArrowheads="1"/>
          </p:cNvSpPr>
          <p:nvPr/>
        </p:nvSpPr>
        <p:spPr bwMode="auto">
          <a:xfrm>
            <a:off x="3686175" y="2719388"/>
            <a:ext cx="177165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30726" name="Rectangle 24"/>
          <p:cNvSpPr>
            <a:spLocks noChangeArrowheads="1"/>
          </p:cNvSpPr>
          <p:nvPr/>
        </p:nvSpPr>
        <p:spPr bwMode="auto">
          <a:xfrm>
            <a:off x="0" y="612140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0727" name="Rectangle 25"/>
          <p:cNvSpPr>
            <a:spLocks noChangeArrowheads="1"/>
          </p:cNvSpPr>
          <p:nvPr/>
        </p:nvSpPr>
        <p:spPr bwMode="auto">
          <a:xfrm>
            <a:off x="0" y="6310313"/>
            <a:ext cx="9144000" cy="4318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0728" name="Rectangle 26"/>
          <p:cNvSpPr>
            <a:spLocks noChangeArrowheads="1"/>
          </p:cNvSpPr>
          <p:nvPr/>
        </p:nvSpPr>
        <p:spPr bwMode="auto">
          <a:xfrm>
            <a:off x="0" y="66706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0729" name="Rectangle 27"/>
          <p:cNvSpPr>
            <a:spLocks noChangeArrowheads="1"/>
          </p:cNvSpPr>
          <p:nvPr/>
        </p:nvSpPr>
        <p:spPr bwMode="auto">
          <a:xfrm>
            <a:off x="0" y="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0730" name="Rectangle 28"/>
          <p:cNvSpPr>
            <a:spLocks noChangeArrowheads="1"/>
          </p:cNvSpPr>
          <p:nvPr/>
        </p:nvSpPr>
        <p:spPr bwMode="auto">
          <a:xfrm>
            <a:off x="0" y="5492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0731" name="Rectangle 29"/>
          <p:cNvSpPr>
            <a:spLocks noChangeArrowheads="1"/>
          </p:cNvSpPr>
          <p:nvPr/>
        </p:nvSpPr>
        <p:spPr bwMode="auto">
          <a:xfrm>
            <a:off x="0" y="188913"/>
            <a:ext cx="9144000" cy="36036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pic>
        <p:nvPicPr>
          <p:cNvPr id="30732" name="Picture 1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83288" y="2762250"/>
            <a:ext cx="2505075" cy="278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ext Box 6"/>
          <p:cNvSpPr txBox="1">
            <a:spLocks noChangeArrowheads="1"/>
          </p:cNvSpPr>
          <p:nvPr/>
        </p:nvSpPr>
        <p:spPr bwMode="auto">
          <a:xfrm>
            <a:off x="377825" y="2505075"/>
            <a:ext cx="6550025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AU" sz="3600" b="0"/>
              <a:t>Alleluia! Alleluia!</a:t>
            </a:r>
          </a:p>
          <a:p>
            <a:pPr>
              <a:lnSpc>
                <a:spcPct val="150000"/>
              </a:lnSpc>
            </a:pPr>
            <a:r>
              <a:rPr lang="en-AU" sz="3600" b="0"/>
              <a:t>Receive the Power, from the Holy Spirit!</a:t>
            </a:r>
          </a:p>
          <a:p>
            <a:pPr>
              <a:lnSpc>
                <a:spcPct val="150000"/>
              </a:lnSpc>
            </a:pPr>
            <a:r>
              <a:rPr lang="en-AU" sz="3600" b="0"/>
              <a:t>Alleluia! Alleluia!</a:t>
            </a:r>
          </a:p>
          <a:p>
            <a:pPr>
              <a:lnSpc>
                <a:spcPct val="150000"/>
              </a:lnSpc>
            </a:pPr>
            <a:r>
              <a:rPr lang="en-AU" sz="3600" b="0"/>
              <a:t>Receive the Power to be a light unto the world!</a:t>
            </a:r>
          </a:p>
        </p:txBody>
      </p:sp>
      <p:sp>
        <p:nvSpPr>
          <p:cNvPr id="31746" name="AutoShape 11" descr="2Q=="/>
          <p:cNvSpPr>
            <a:spLocks noChangeAspect="1" noChangeArrowheads="1"/>
          </p:cNvSpPr>
          <p:nvPr/>
        </p:nvSpPr>
        <p:spPr bwMode="auto">
          <a:xfrm>
            <a:off x="57150" y="46038"/>
            <a:ext cx="23907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31747" name="AutoShape 15" descr="2Q=="/>
          <p:cNvSpPr>
            <a:spLocks noChangeAspect="1" noChangeArrowheads="1"/>
          </p:cNvSpPr>
          <p:nvPr/>
        </p:nvSpPr>
        <p:spPr bwMode="auto">
          <a:xfrm>
            <a:off x="3686175" y="2719388"/>
            <a:ext cx="177165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31748" name="AutoShape 20" descr="Z"/>
          <p:cNvSpPr>
            <a:spLocks noChangeAspect="1" noChangeArrowheads="1"/>
          </p:cNvSpPr>
          <p:nvPr/>
        </p:nvSpPr>
        <p:spPr bwMode="auto">
          <a:xfrm>
            <a:off x="3338513" y="2505075"/>
            <a:ext cx="2466975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31749" name="Rectangle 24"/>
          <p:cNvSpPr>
            <a:spLocks noChangeArrowheads="1"/>
          </p:cNvSpPr>
          <p:nvPr/>
        </p:nvSpPr>
        <p:spPr bwMode="auto">
          <a:xfrm>
            <a:off x="0" y="612140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1750" name="Rectangle 25"/>
          <p:cNvSpPr>
            <a:spLocks noChangeArrowheads="1"/>
          </p:cNvSpPr>
          <p:nvPr/>
        </p:nvSpPr>
        <p:spPr bwMode="auto">
          <a:xfrm>
            <a:off x="0" y="6310313"/>
            <a:ext cx="9144000" cy="4318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1751" name="Rectangle 26"/>
          <p:cNvSpPr>
            <a:spLocks noChangeArrowheads="1"/>
          </p:cNvSpPr>
          <p:nvPr/>
        </p:nvSpPr>
        <p:spPr bwMode="auto">
          <a:xfrm>
            <a:off x="0" y="66706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1752" name="Rectangle 27"/>
          <p:cNvSpPr>
            <a:spLocks noChangeArrowheads="1"/>
          </p:cNvSpPr>
          <p:nvPr/>
        </p:nvSpPr>
        <p:spPr bwMode="auto">
          <a:xfrm>
            <a:off x="0" y="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1753" name="Rectangle 28"/>
          <p:cNvSpPr>
            <a:spLocks noChangeArrowheads="1"/>
          </p:cNvSpPr>
          <p:nvPr/>
        </p:nvSpPr>
        <p:spPr bwMode="auto">
          <a:xfrm>
            <a:off x="0" y="5492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1754" name="Rectangle 29"/>
          <p:cNvSpPr>
            <a:spLocks noChangeArrowheads="1"/>
          </p:cNvSpPr>
          <p:nvPr/>
        </p:nvSpPr>
        <p:spPr bwMode="auto">
          <a:xfrm>
            <a:off x="0" y="188913"/>
            <a:ext cx="9144000" cy="36036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pic>
        <p:nvPicPr>
          <p:cNvPr id="31755" name="Picture 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27763" y="2289175"/>
            <a:ext cx="2771775" cy="184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6" name="Text Box 7"/>
          <p:cNvSpPr txBox="1">
            <a:spLocks noChangeArrowheads="1"/>
          </p:cNvSpPr>
          <p:nvPr/>
        </p:nvSpPr>
        <p:spPr bwMode="auto">
          <a:xfrm>
            <a:off x="319088" y="1003300"/>
            <a:ext cx="60531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3200" i="1" baseline="0"/>
              <a:t>Receive the Power</a:t>
            </a:r>
            <a:endParaRPr lang="en-AU" sz="3200" b="0" baseline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ChangeArrowheads="1"/>
          </p:cNvSpPr>
          <p:nvPr/>
        </p:nvSpPr>
        <p:spPr bwMode="auto">
          <a:xfrm>
            <a:off x="179388" y="1773238"/>
            <a:ext cx="5380037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4000" b="0"/>
              <a:t>¡Hola!</a:t>
            </a:r>
          </a:p>
          <a:p>
            <a:endParaRPr lang="en-US" altLang="ko-KR" sz="2400" b="0" baseline="0">
              <a:ea typeface="굴림"/>
              <a:cs typeface="굴림"/>
            </a:endParaRPr>
          </a:p>
          <a:p>
            <a:r>
              <a:rPr lang="en-AU" sz="4000" b="0">
                <a:solidFill>
                  <a:srgbClr val="FF0000"/>
                </a:solidFill>
              </a:rPr>
              <a:t>Estoy perdido!</a:t>
            </a:r>
          </a:p>
          <a:p>
            <a:r>
              <a:rPr lang="en-AU" sz="4000" b="0"/>
              <a:t>I’m lost</a:t>
            </a:r>
            <a:r>
              <a:rPr lang="en-AU" sz="4000" b="0">
                <a:solidFill>
                  <a:srgbClr val="FF0000"/>
                </a:solidFill>
              </a:rPr>
              <a:t>.</a:t>
            </a:r>
          </a:p>
          <a:p>
            <a:r>
              <a:rPr lang="en-US" altLang="en-US" sz="3600" b="0">
                <a:solidFill>
                  <a:srgbClr val="FF0000"/>
                </a:solidFill>
              </a:rPr>
              <a:t>Podrias ayudarme?</a:t>
            </a:r>
            <a:endParaRPr lang="en-US" altLang="ko-KR" sz="2400" b="0" baseline="0">
              <a:solidFill>
                <a:srgbClr val="FF0000"/>
              </a:solidFill>
              <a:ea typeface="굴림"/>
              <a:cs typeface="굴림"/>
            </a:endParaRPr>
          </a:p>
          <a:p>
            <a:r>
              <a:rPr lang="en-US" altLang="ko-KR" sz="2400" b="0" baseline="0">
                <a:ea typeface="굴림"/>
                <a:cs typeface="굴림"/>
              </a:rPr>
              <a:t>Can you help me?</a:t>
            </a:r>
          </a:p>
          <a:p>
            <a:endParaRPr lang="en-US" altLang="ko-KR" sz="2400" b="0" baseline="0">
              <a:ea typeface="굴림"/>
              <a:cs typeface="굴림"/>
            </a:endParaRPr>
          </a:p>
          <a:p>
            <a:r>
              <a:rPr lang="en-US" altLang="ko-KR" sz="2400" b="0" baseline="0">
                <a:solidFill>
                  <a:srgbClr val="FF0000"/>
                </a:solidFill>
                <a:ea typeface="굴림"/>
                <a:cs typeface="굴림"/>
              </a:rPr>
              <a:t>Donde queda el bano?</a:t>
            </a:r>
          </a:p>
          <a:p>
            <a:r>
              <a:rPr lang="en-US" altLang="ko-KR" sz="2400" b="0" baseline="0">
                <a:ea typeface="굴림"/>
                <a:cs typeface="굴림"/>
              </a:rPr>
              <a:t>Where is the toilet?</a:t>
            </a:r>
          </a:p>
        </p:txBody>
      </p:sp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-396875" y="908050"/>
            <a:ext cx="8229600" cy="784225"/>
          </a:xfrm>
        </p:spPr>
        <p:txBody>
          <a:bodyPr/>
          <a:lstStyle/>
          <a:p>
            <a:r>
              <a:rPr lang="en-US" altLang="ko-KR" sz="3200" smtClean="0">
                <a:ea typeface="굴림"/>
                <a:cs typeface="굴림"/>
              </a:rPr>
              <a:t>Las Direcciones  </a:t>
            </a:r>
            <a:r>
              <a:rPr lang="en-US" altLang="ko-KR" sz="3200" i="1" smtClean="0">
                <a:ea typeface="굴림"/>
                <a:cs typeface="굴림"/>
              </a:rPr>
              <a:t>[Finding directions]</a:t>
            </a:r>
            <a:br>
              <a:rPr lang="en-US" altLang="ko-KR" sz="3200" i="1" smtClean="0">
                <a:ea typeface="굴림"/>
                <a:cs typeface="굴림"/>
              </a:rPr>
            </a:br>
            <a:endParaRPr lang="en-AU" sz="3200" smtClean="0"/>
          </a:p>
        </p:txBody>
      </p:sp>
      <p:sp>
        <p:nvSpPr>
          <p:cNvPr id="32771" name="Rectangle 10"/>
          <p:cNvSpPr>
            <a:spLocks noChangeArrowheads="1"/>
          </p:cNvSpPr>
          <p:nvPr/>
        </p:nvSpPr>
        <p:spPr bwMode="auto">
          <a:xfrm>
            <a:off x="0" y="612140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2772" name="Rectangle 11"/>
          <p:cNvSpPr>
            <a:spLocks noChangeArrowheads="1"/>
          </p:cNvSpPr>
          <p:nvPr/>
        </p:nvSpPr>
        <p:spPr bwMode="auto">
          <a:xfrm>
            <a:off x="0" y="6310313"/>
            <a:ext cx="9144000" cy="4318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2773" name="Rectangle 12"/>
          <p:cNvSpPr>
            <a:spLocks noChangeArrowheads="1"/>
          </p:cNvSpPr>
          <p:nvPr/>
        </p:nvSpPr>
        <p:spPr bwMode="auto">
          <a:xfrm>
            <a:off x="0" y="66706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2774" name="Rectangle 13"/>
          <p:cNvSpPr>
            <a:spLocks noChangeArrowheads="1"/>
          </p:cNvSpPr>
          <p:nvPr/>
        </p:nvSpPr>
        <p:spPr bwMode="auto">
          <a:xfrm>
            <a:off x="0" y="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2775" name="Rectangle 14"/>
          <p:cNvSpPr>
            <a:spLocks noChangeArrowheads="1"/>
          </p:cNvSpPr>
          <p:nvPr/>
        </p:nvSpPr>
        <p:spPr bwMode="auto">
          <a:xfrm>
            <a:off x="0" y="5492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2776" name="Rectangle 15"/>
          <p:cNvSpPr>
            <a:spLocks noChangeArrowheads="1"/>
          </p:cNvSpPr>
          <p:nvPr/>
        </p:nvSpPr>
        <p:spPr bwMode="auto">
          <a:xfrm>
            <a:off x="0" y="188913"/>
            <a:ext cx="9144000" cy="36036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2777" name="TextBox 3"/>
          <p:cNvSpPr txBox="1">
            <a:spLocks noChangeArrowheads="1"/>
          </p:cNvSpPr>
          <p:nvPr/>
        </p:nvSpPr>
        <p:spPr bwMode="auto">
          <a:xfrm>
            <a:off x="4859338" y="3933825"/>
            <a:ext cx="3529012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b="0"/>
          </a:p>
        </p:txBody>
      </p:sp>
      <p:sp>
        <p:nvSpPr>
          <p:cNvPr id="32778" name="TextBox 4"/>
          <p:cNvSpPr txBox="1">
            <a:spLocks noChangeArrowheads="1"/>
          </p:cNvSpPr>
          <p:nvPr/>
        </p:nvSpPr>
        <p:spPr bwMode="auto">
          <a:xfrm>
            <a:off x="4081463" y="1773238"/>
            <a:ext cx="4859337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en-US" sz="2800" b="0">
                <a:solidFill>
                  <a:srgbClr val="FF0000"/>
                </a:solidFill>
              </a:rPr>
              <a:t>Yo no hablo Espanol</a:t>
            </a:r>
          </a:p>
          <a:p>
            <a:r>
              <a:rPr lang="en-US" altLang="en-US" sz="2800" b="0"/>
              <a:t>I don’t speak Spanish</a:t>
            </a:r>
          </a:p>
          <a:p>
            <a:endParaRPr lang="en-AU" sz="2800" b="0"/>
          </a:p>
          <a:p>
            <a:r>
              <a:rPr lang="en-AU" sz="2800" b="0">
                <a:solidFill>
                  <a:srgbClr val="FF0000"/>
                </a:solidFill>
              </a:rPr>
              <a:t>Yo quiero….</a:t>
            </a:r>
          </a:p>
          <a:p>
            <a:r>
              <a:rPr lang="en-AU" b="0" baseline="0"/>
              <a:t>I want….</a:t>
            </a:r>
          </a:p>
          <a:p>
            <a:endParaRPr lang="en-AU" b="0" baseline="0"/>
          </a:p>
          <a:p>
            <a:r>
              <a:rPr lang="en-AU" b="0" baseline="0">
                <a:solidFill>
                  <a:srgbClr val="FF0000"/>
                </a:solidFill>
              </a:rPr>
              <a:t>Me gusta …</a:t>
            </a:r>
          </a:p>
          <a:p>
            <a:r>
              <a:rPr lang="en-AU" b="0" baseline="0"/>
              <a:t>I like….</a:t>
            </a:r>
          </a:p>
          <a:p>
            <a:endParaRPr lang="es-ES" sz="2600" b="0">
              <a:solidFill>
                <a:srgbClr val="FF0000"/>
              </a:solidFill>
            </a:endParaRPr>
          </a:p>
          <a:p>
            <a:r>
              <a:rPr lang="es-ES" sz="2600" b="0">
                <a:solidFill>
                  <a:srgbClr val="FF0000"/>
                </a:solidFill>
              </a:rPr>
              <a:t>Cuanto Cuesta?</a:t>
            </a:r>
          </a:p>
          <a:p>
            <a:r>
              <a:rPr lang="es-ES" sz="2600" b="0"/>
              <a:t>How much does it cost?</a:t>
            </a:r>
          </a:p>
          <a:p>
            <a:r>
              <a:rPr lang="es-ES" sz="2600" b="0">
                <a:solidFill>
                  <a:srgbClr val="FF0000"/>
                </a:solidFill>
              </a:rPr>
              <a:t>Espéreme, por favor.</a:t>
            </a:r>
            <a:endParaRPr lang="es-ES" sz="2600" b="0" baseline="0">
              <a:solidFill>
                <a:srgbClr val="FF0000"/>
              </a:solidFill>
            </a:endParaRPr>
          </a:p>
          <a:p>
            <a:r>
              <a:rPr lang="es-ES" sz="2600" b="0"/>
              <a:t>Please wait</a:t>
            </a:r>
          </a:p>
          <a:p>
            <a:endParaRPr lang="en-AU" b="0"/>
          </a:p>
        </p:txBody>
      </p:sp>
      <p:sp>
        <p:nvSpPr>
          <p:cNvPr id="32779" name="Text Box 13"/>
          <p:cNvSpPr txBox="1">
            <a:spLocks noChangeArrowheads="1"/>
          </p:cNvSpPr>
          <p:nvPr/>
        </p:nvSpPr>
        <p:spPr bwMode="auto">
          <a:xfrm>
            <a:off x="2051050" y="1628775"/>
            <a:ext cx="1944688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/>
              <a:t>Maybe remember… </a:t>
            </a:r>
            <a:br>
              <a:rPr lang="en-AU"/>
            </a:br>
            <a:r>
              <a:rPr lang="en-AU"/>
              <a:t>“per dodo” Ur lost like a dodo</a:t>
            </a:r>
          </a:p>
        </p:txBody>
      </p:sp>
      <p:sp>
        <p:nvSpPr>
          <p:cNvPr id="32780" name="Line 14"/>
          <p:cNvSpPr>
            <a:spLocks noChangeShapeType="1"/>
          </p:cNvSpPr>
          <p:nvPr/>
        </p:nvSpPr>
        <p:spPr bwMode="auto">
          <a:xfrm flipH="1">
            <a:off x="2195513" y="2420938"/>
            <a:ext cx="360362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781" name="Text Box 16"/>
          <p:cNvSpPr txBox="1">
            <a:spLocks noChangeArrowheads="1"/>
          </p:cNvSpPr>
          <p:nvPr/>
        </p:nvSpPr>
        <p:spPr bwMode="auto">
          <a:xfrm>
            <a:off x="1547813" y="5589588"/>
            <a:ext cx="19446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/>
              <a:t>Maybe remember… </a:t>
            </a:r>
            <a:br>
              <a:rPr lang="en-AU"/>
            </a:br>
            <a:r>
              <a:rPr lang="en-AU"/>
              <a:t>當地 (dorng dei)</a:t>
            </a:r>
          </a:p>
        </p:txBody>
      </p:sp>
      <p:sp>
        <p:nvSpPr>
          <p:cNvPr id="32782" name="Line 17"/>
          <p:cNvSpPr>
            <a:spLocks noChangeShapeType="1"/>
          </p:cNvSpPr>
          <p:nvPr/>
        </p:nvSpPr>
        <p:spPr bwMode="auto">
          <a:xfrm flipH="1" flipV="1">
            <a:off x="1042988" y="5445125"/>
            <a:ext cx="504825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32783" name="Picture 2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08763" y="2565400"/>
            <a:ext cx="2332037" cy="178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3" name="Group 4"/>
          <p:cNvGrpSpPr>
            <a:grpSpLocks/>
          </p:cNvGrpSpPr>
          <p:nvPr/>
        </p:nvGrpSpPr>
        <p:grpSpPr bwMode="auto">
          <a:xfrm>
            <a:off x="0" y="260350"/>
            <a:ext cx="9144000" cy="6402388"/>
            <a:chOff x="0" y="260647"/>
            <a:chExt cx="9144000" cy="6402413"/>
          </a:xfrm>
        </p:grpSpPr>
        <p:pic>
          <p:nvPicPr>
            <p:cNvPr id="33795" name="Picture 3" descr="C:\Users\Jo\Documents\joanna's Documents\other things\CCC\WYD 2011\Formation Course\Session 12_ copy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260647"/>
              <a:ext cx="9144000" cy="6402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3796" name="TextBox 6"/>
            <p:cNvSpPr txBox="1">
              <a:spLocks noChangeArrowheads="1"/>
            </p:cNvSpPr>
            <p:nvPr/>
          </p:nvSpPr>
          <p:spPr bwMode="auto">
            <a:xfrm>
              <a:off x="1146623" y="2204864"/>
              <a:ext cx="3240360" cy="7489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AU" sz="3200" b="0" u="sng">
                  <a:latin typeface="Lucida Handwriting" pitchFamily="66" charset="0"/>
                </a:rPr>
                <a:t>SESSION 12</a:t>
              </a:r>
            </a:p>
            <a:p>
              <a:r>
                <a:rPr lang="en-AU" sz="3200" b="0">
                  <a:latin typeface="Lucida Handwriting" pitchFamily="66" charset="0"/>
                </a:rPr>
                <a:t>COME IN </a:t>
              </a:r>
            </a:p>
          </p:txBody>
        </p:sp>
      </p:grpSp>
      <p:sp>
        <p:nvSpPr>
          <p:cNvPr id="33794" name="Text Box 4"/>
          <p:cNvSpPr txBox="1">
            <a:spLocks noChangeArrowheads="1"/>
          </p:cNvSpPr>
          <p:nvPr/>
        </p:nvSpPr>
        <p:spPr bwMode="auto">
          <a:xfrm>
            <a:off x="7164388" y="3468688"/>
            <a:ext cx="1728787" cy="193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>
                <a:solidFill>
                  <a:schemeClr val="accent2"/>
                </a:solidFill>
              </a:rPr>
              <a:t>The sun has moved to shine through the tree, symbolizing God shining through us. Being a true witness is all about inviting god into us and let him shine through us, through our lives.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7" name="Group 9"/>
          <p:cNvGrpSpPr>
            <a:grpSpLocks/>
          </p:cNvGrpSpPr>
          <p:nvPr/>
        </p:nvGrpSpPr>
        <p:grpSpPr bwMode="auto">
          <a:xfrm>
            <a:off x="306388" y="46038"/>
            <a:ext cx="8531225" cy="5973762"/>
            <a:chOff x="0" y="260647"/>
            <a:chExt cx="9144000" cy="6402413"/>
          </a:xfrm>
        </p:grpSpPr>
        <p:pic>
          <p:nvPicPr>
            <p:cNvPr id="34823" name="Picture 3" descr="C:\Users\Jo\Documents\joanna's Documents\other things\CCC\WYD 2011\Formation Course\Session 12_ copy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260647"/>
              <a:ext cx="9144000" cy="6402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4824" name="TextBox 11"/>
            <p:cNvSpPr txBox="1">
              <a:spLocks noChangeArrowheads="1"/>
            </p:cNvSpPr>
            <p:nvPr/>
          </p:nvSpPr>
          <p:spPr bwMode="auto">
            <a:xfrm>
              <a:off x="1146623" y="2204864"/>
              <a:ext cx="3240360" cy="7489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AU" sz="3200" b="0" u="sng">
                  <a:latin typeface="Lucida Handwriting" pitchFamily="66" charset="0"/>
                </a:rPr>
                <a:t>SESSION 12</a:t>
              </a:r>
            </a:p>
            <a:p>
              <a:r>
                <a:rPr lang="en-AU" sz="3200" b="0">
                  <a:latin typeface="Lucida Handwriting" pitchFamily="66" charset="0"/>
                </a:rPr>
                <a:t>COME IN </a:t>
              </a:r>
            </a:p>
          </p:txBody>
        </p:sp>
      </p:grpSp>
      <p:sp>
        <p:nvSpPr>
          <p:cNvPr id="34818" name="AutoShape 11" descr="2Q=="/>
          <p:cNvSpPr>
            <a:spLocks noChangeAspect="1" noChangeArrowheads="1"/>
          </p:cNvSpPr>
          <p:nvPr/>
        </p:nvSpPr>
        <p:spPr bwMode="auto">
          <a:xfrm>
            <a:off x="57150" y="46038"/>
            <a:ext cx="23907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34819" name="AutoShape 13" descr="2Q=="/>
          <p:cNvSpPr>
            <a:spLocks noChangeAspect="1" noChangeArrowheads="1"/>
          </p:cNvSpPr>
          <p:nvPr/>
        </p:nvSpPr>
        <p:spPr bwMode="auto">
          <a:xfrm>
            <a:off x="3376613" y="2471738"/>
            <a:ext cx="23907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34820" name="AutoShape 15" descr="2Q=="/>
          <p:cNvSpPr>
            <a:spLocks noChangeAspect="1" noChangeArrowheads="1"/>
          </p:cNvSpPr>
          <p:nvPr/>
        </p:nvSpPr>
        <p:spPr bwMode="auto">
          <a:xfrm>
            <a:off x="3686175" y="2719388"/>
            <a:ext cx="177165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34821" name="AutoShape 20" descr="Z"/>
          <p:cNvSpPr>
            <a:spLocks noChangeAspect="1" noChangeArrowheads="1"/>
          </p:cNvSpPr>
          <p:nvPr/>
        </p:nvSpPr>
        <p:spPr bwMode="auto">
          <a:xfrm>
            <a:off x="3338513" y="2505075"/>
            <a:ext cx="2466975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34822" name="Text Box 7"/>
          <p:cNvSpPr txBox="1">
            <a:spLocks noChangeArrowheads="1"/>
          </p:cNvSpPr>
          <p:nvPr/>
        </p:nvSpPr>
        <p:spPr bwMode="auto">
          <a:xfrm>
            <a:off x="850900" y="5661025"/>
            <a:ext cx="7440613" cy="1138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AU" sz="3400" i="1" baseline="0"/>
              <a:t>I am a walking loudspeaker</a:t>
            </a:r>
          </a:p>
          <a:p>
            <a:pPr algn="ctr"/>
            <a:r>
              <a:rPr lang="en-AU" sz="3400" i="1" baseline="0"/>
              <a:t>-Reflection</a:t>
            </a:r>
            <a:endParaRPr lang="en-AU" sz="5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738" y="2565400"/>
            <a:ext cx="8229600" cy="67627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AU" smtClean="0">
                <a:solidFill>
                  <a:schemeClr val="bg1"/>
                </a:solidFill>
              </a:rPr>
              <a:t>Reveals our interest in a person</a:t>
            </a:r>
          </a:p>
          <a:p>
            <a:pPr marL="0" indent="0">
              <a:buFontTx/>
              <a:buNone/>
            </a:pPr>
            <a:endParaRPr lang="en-AU" smtClean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04788" y="115888"/>
            <a:ext cx="3035300" cy="1143000"/>
          </a:xfrm>
        </p:spPr>
        <p:txBody>
          <a:bodyPr/>
          <a:lstStyle/>
          <a:p>
            <a:r>
              <a:rPr lang="en-AU" sz="3200" smtClean="0">
                <a:solidFill>
                  <a:schemeClr val="bg1"/>
                </a:solidFill>
              </a:rPr>
              <a:t>Are we aware</a:t>
            </a:r>
          </a:p>
        </p:txBody>
      </p:sp>
      <p:sp>
        <p:nvSpPr>
          <p:cNvPr id="6" name="Title 3"/>
          <p:cNvSpPr txBox="1">
            <a:spLocks/>
          </p:cNvSpPr>
          <p:nvPr/>
        </p:nvSpPr>
        <p:spPr bwMode="auto">
          <a:xfrm>
            <a:off x="2436813" y="549275"/>
            <a:ext cx="56165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4400">
                <a:solidFill>
                  <a:schemeClr val="bg1"/>
                </a:solidFill>
              </a:rPr>
              <a:t>our</a:t>
            </a:r>
            <a:r>
              <a:rPr lang="en-AU" sz="3600">
                <a:solidFill>
                  <a:schemeClr val="bg1"/>
                </a:solidFill>
              </a:rPr>
              <a:t> </a:t>
            </a:r>
            <a:r>
              <a:rPr lang="en-AU" sz="6600">
                <a:solidFill>
                  <a:schemeClr val="bg1"/>
                </a:solidFill>
              </a:rPr>
              <a:t>body language </a:t>
            </a:r>
            <a:r>
              <a:rPr lang="en-AU" sz="360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2627313" y="3500438"/>
            <a:ext cx="6624637" cy="677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AU" sz="4400">
                <a:solidFill>
                  <a:schemeClr val="bg1"/>
                </a:solidFill>
              </a:rPr>
              <a:t>Reveals any hidden intentions</a:t>
            </a:r>
          </a:p>
          <a:p>
            <a:pPr eaLnBrk="0" hangingPunct="0">
              <a:spcBef>
                <a:spcPct val="20000"/>
              </a:spcBef>
            </a:pPr>
            <a:endParaRPr lang="en-AU" sz="4400">
              <a:solidFill>
                <a:schemeClr val="bg1"/>
              </a:solidFill>
            </a:endParaRPr>
          </a:p>
          <a:p>
            <a:pPr eaLnBrk="0" hangingPunct="0">
              <a:spcBef>
                <a:spcPct val="20000"/>
              </a:spcBef>
            </a:pPr>
            <a:endParaRPr lang="en-AU" sz="440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527050" y="4292600"/>
            <a:ext cx="6624638" cy="67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AU" sz="4400">
                <a:solidFill>
                  <a:schemeClr val="bg1"/>
                </a:solidFill>
              </a:rPr>
              <a:t>Reveals our patience</a:t>
            </a:r>
          </a:p>
          <a:p>
            <a:pPr eaLnBrk="0" hangingPunct="0">
              <a:spcBef>
                <a:spcPct val="20000"/>
              </a:spcBef>
            </a:pPr>
            <a:endParaRPr lang="en-AU" sz="4400">
              <a:solidFill>
                <a:schemeClr val="bg1"/>
              </a:solidFill>
            </a:endParaRPr>
          </a:p>
          <a:p>
            <a:pPr eaLnBrk="0" hangingPunct="0">
              <a:spcBef>
                <a:spcPct val="20000"/>
              </a:spcBef>
            </a:pPr>
            <a:endParaRPr lang="en-AU" sz="440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1352550" y="5157788"/>
            <a:ext cx="6816725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AU" sz="4400">
                <a:solidFill>
                  <a:schemeClr val="bg1"/>
                </a:solidFill>
              </a:rPr>
              <a:t>Reveals our sincerity in what we say</a:t>
            </a:r>
          </a:p>
          <a:p>
            <a:pPr eaLnBrk="0" hangingPunct="0">
              <a:spcBef>
                <a:spcPct val="20000"/>
              </a:spcBef>
            </a:pPr>
            <a:endParaRPr lang="en-AU" sz="4400">
              <a:solidFill>
                <a:schemeClr val="bg1"/>
              </a:solidFill>
            </a:endParaRPr>
          </a:p>
          <a:p>
            <a:pPr eaLnBrk="0" hangingPunct="0">
              <a:spcBef>
                <a:spcPct val="20000"/>
              </a:spcBef>
            </a:pPr>
            <a:endParaRPr lang="en-AU" sz="4400">
              <a:solidFill>
                <a:schemeClr val="bg1"/>
              </a:solidFill>
            </a:endParaRPr>
          </a:p>
          <a:p>
            <a:pPr eaLnBrk="0" hangingPunct="0">
              <a:spcBef>
                <a:spcPct val="20000"/>
              </a:spcBef>
            </a:pPr>
            <a:endParaRPr lang="en-AU" sz="4400"/>
          </a:p>
        </p:txBody>
      </p:sp>
      <p:pic>
        <p:nvPicPr>
          <p:cNvPr id="43010" name="Picture 2" descr="C:\Users\Jo\Documents\joanna's Documents\other things\CCC\WYD 2011\Formation Course\speaking volume 1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1988" y="1773238"/>
            <a:ext cx="6489700" cy="429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511175" y="5929313"/>
            <a:ext cx="8474075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AU" sz="4400">
                <a:solidFill>
                  <a:schemeClr val="bg1"/>
                </a:solidFill>
              </a:rPr>
              <a:t>Can reveal that we care, even without words</a:t>
            </a:r>
          </a:p>
        </p:txBody>
      </p:sp>
    </p:spTree>
  </p:cSld>
  <p:clrMapOvr>
    <a:masterClrMapping/>
  </p:clrMapOvr>
  <p:transition spd="slow" advTm="19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250"/>
                            </p:stCondLst>
                            <p:childTnLst>
                              <p:par>
                                <p:cTn id="21" presetID="10" presetClass="exit" presetSubtype="0" fill="hold" grpId="1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6250"/>
                            </p:stCondLst>
                            <p:childTnLst>
                              <p:par>
                                <p:cTn id="28" presetID="10" presetClass="exit" presetSubtype="0" fill="hold" grpId="1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250"/>
                            </p:stCondLst>
                            <p:childTnLst>
                              <p:par>
                                <p:cTn id="35" presetID="10" presetClass="exit" presetSubtype="0" fill="hold" grpId="1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2050"/>
                            </p:stCondLst>
                            <p:childTnLst>
                              <p:par>
                                <p:cTn id="42" presetID="10" presetClass="exit" presetSubtype="0" fill="hold" grpId="1" nodeType="after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4" grpId="0"/>
      <p:bldP spid="6" grpId="0"/>
      <p:bldP spid="10" grpId="0"/>
      <p:bldP spid="10" grpId="1"/>
      <p:bldP spid="11" grpId="0"/>
      <p:bldP spid="11" grpId="1"/>
      <p:bldP spid="12" grpId="0"/>
      <p:bldP spid="12" grpId="1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8" y="1844675"/>
            <a:ext cx="5256212" cy="1143000"/>
          </a:xfrm>
        </p:spPr>
        <p:txBody>
          <a:bodyPr/>
          <a:lstStyle/>
          <a:p>
            <a:r>
              <a:rPr lang="en-AU" smtClean="0">
                <a:solidFill>
                  <a:schemeClr val="bg1"/>
                </a:solidFill>
              </a:rPr>
              <a:t>How we spend our</a:t>
            </a:r>
            <a:br>
              <a:rPr lang="en-AU" smtClean="0">
                <a:solidFill>
                  <a:schemeClr val="bg1"/>
                </a:solidFill>
              </a:rPr>
            </a:br>
            <a:endParaRPr lang="en-AU" smtClean="0">
              <a:solidFill>
                <a:schemeClr val="bg1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468313" y="3294063"/>
            <a:ext cx="33115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6600" b="0">
                <a:solidFill>
                  <a:schemeClr val="bg1"/>
                </a:solidFill>
              </a:rPr>
              <a:t>reveals our</a:t>
            </a:r>
            <a:br>
              <a:rPr lang="en-AU" sz="6600" b="0">
                <a:solidFill>
                  <a:schemeClr val="bg1"/>
                </a:solidFill>
              </a:rPr>
            </a:br>
            <a:endParaRPr lang="en-AU" sz="6600" b="0">
              <a:solidFill>
                <a:schemeClr val="bg1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5364163" y="1628775"/>
            <a:ext cx="3327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9600">
                <a:solidFill>
                  <a:schemeClr val="bg1"/>
                </a:solidFill>
              </a:rPr>
              <a:t>MONEY</a:t>
            </a:r>
            <a:br>
              <a:rPr lang="en-AU" sz="9600">
                <a:solidFill>
                  <a:schemeClr val="bg1"/>
                </a:solidFill>
              </a:rPr>
            </a:br>
            <a:endParaRPr lang="en-AU" sz="9600">
              <a:solidFill>
                <a:schemeClr val="bg1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700338" y="4005263"/>
            <a:ext cx="4241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8800">
                <a:solidFill>
                  <a:schemeClr val="bg1"/>
                </a:solidFill>
              </a:rPr>
              <a:t>ATTITUDE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5932488" y="5148263"/>
            <a:ext cx="25304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4400">
                <a:solidFill>
                  <a:schemeClr val="bg1"/>
                </a:solidFill>
              </a:rPr>
              <a:t>towards it</a:t>
            </a:r>
            <a:br>
              <a:rPr lang="en-AU" sz="4400">
                <a:solidFill>
                  <a:schemeClr val="bg1"/>
                </a:solidFill>
              </a:rPr>
            </a:br>
            <a:endParaRPr lang="en-AU" sz="44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 advClick="0" advTm="1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" presetID="3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425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8063" y="1773238"/>
            <a:ext cx="3024187" cy="1143000"/>
          </a:xfrm>
        </p:spPr>
        <p:txBody>
          <a:bodyPr/>
          <a:lstStyle/>
          <a:p>
            <a:r>
              <a:rPr lang="en-AU" smtClean="0">
                <a:solidFill>
                  <a:schemeClr val="bg1"/>
                </a:solidFill>
              </a:rPr>
              <a:t>you make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50825" y="836613"/>
            <a:ext cx="4033838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8800">
                <a:solidFill>
                  <a:schemeClr val="bg1"/>
                </a:solidFill>
              </a:rPr>
              <a:t>Decisions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554163" y="5200650"/>
            <a:ext cx="740251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6000">
                <a:solidFill>
                  <a:schemeClr val="bg1"/>
                </a:solidFill>
              </a:rPr>
              <a:t>often reveal your priorities</a:t>
            </a:r>
          </a:p>
        </p:txBody>
      </p:sp>
      <p:pic>
        <p:nvPicPr>
          <p:cNvPr id="44034" name="Picture 2" descr="C:\Users\Jo\Documents\joanna's Documents\other things\CCC\WYD 2011\Formation Course\speaking volume 1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87963" y="620713"/>
            <a:ext cx="35433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 advTm="8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13" y="1052513"/>
            <a:ext cx="4032250" cy="1143000"/>
          </a:xfrm>
        </p:spPr>
        <p:txBody>
          <a:bodyPr/>
          <a:lstStyle/>
          <a:p>
            <a:r>
              <a:rPr lang="en-AU" smtClean="0">
                <a:solidFill>
                  <a:schemeClr val="bg1"/>
                </a:solidFill>
              </a:rPr>
              <a:t>The things we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1187450" y="5157788"/>
            <a:ext cx="6583363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7200" b="0">
                <a:solidFill>
                  <a:schemeClr val="bg1"/>
                </a:solidFill>
              </a:rPr>
              <a:t>reveal who we are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355600" y="1949450"/>
            <a:ext cx="3457575" cy="123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13800">
                <a:solidFill>
                  <a:schemeClr val="bg1"/>
                </a:solidFill>
              </a:rPr>
              <a:t>own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5046663" y="3179763"/>
            <a:ext cx="3455987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13800">
                <a:solidFill>
                  <a:schemeClr val="bg1"/>
                </a:solidFill>
              </a:rPr>
              <a:t>value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2536825" y="2565400"/>
            <a:ext cx="3455988" cy="122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13800">
                <a:solidFill>
                  <a:schemeClr val="bg1"/>
                </a:solidFill>
              </a:rPr>
              <a:t>&amp;</a:t>
            </a:r>
          </a:p>
        </p:txBody>
      </p:sp>
    </p:spTree>
  </p:cSld>
  <p:clrMapOvr>
    <a:masterClrMapping/>
  </p:clrMapOvr>
  <p:transition spd="slow" advClick="0" advTm="10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18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9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20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2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3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7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692150"/>
            <a:ext cx="8229600" cy="1368425"/>
          </a:xfrm>
        </p:spPr>
        <p:txBody>
          <a:bodyPr/>
          <a:lstStyle/>
          <a:p>
            <a:r>
              <a:rPr lang="en-AU" smtClean="0">
                <a:solidFill>
                  <a:schemeClr val="bg1"/>
                </a:solidFill>
              </a:rPr>
              <a:t>How is the way you dress: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4464050" y="2708275"/>
            <a:ext cx="4679950" cy="158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11500">
                <a:solidFill>
                  <a:schemeClr val="bg1"/>
                </a:solidFill>
              </a:rPr>
              <a:t/>
            </a:r>
            <a:br>
              <a:rPr lang="en-AU" sz="11500">
                <a:solidFill>
                  <a:schemeClr val="bg1"/>
                </a:solidFill>
              </a:rPr>
            </a:br>
            <a:r>
              <a:rPr lang="en-AU" sz="11500">
                <a:solidFill>
                  <a:schemeClr val="bg1"/>
                </a:solidFill>
              </a:rPr>
              <a:t>women?</a:t>
            </a:r>
            <a:br>
              <a:rPr lang="en-AU" sz="11500">
                <a:solidFill>
                  <a:schemeClr val="bg1"/>
                </a:solidFill>
              </a:rPr>
            </a:br>
            <a:r>
              <a:rPr lang="en-AU" sz="11500">
                <a:solidFill>
                  <a:schemeClr val="bg1"/>
                </a:solidFill>
              </a:rPr>
              <a:t/>
            </a:r>
            <a:br>
              <a:rPr lang="en-AU" sz="11500">
                <a:solidFill>
                  <a:schemeClr val="bg1"/>
                </a:solidFill>
              </a:rPr>
            </a:br>
            <a:endParaRPr lang="en-AU" sz="11500">
              <a:solidFill>
                <a:schemeClr val="bg1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358775" y="2565400"/>
            <a:ext cx="4465638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8000">
                <a:solidFill>
                  <a:schemeClr val="bg1"/>
                </a:solidFill>
              </a:rPr>
              <a:t/>
            </a:r>
            <a:br>
              <a:rPr lang="en-AU" sz="8000">
                <a:solidFill>
                  <a:schemeClr val="bg1"/>
                </a:solidFill>
              </a:rPr>
            </a:br>
            <a:r>
              <a:rPr lang="en-AU" sz="8000">
                <a:solidFill>
                  <a:schemeClr val="bg1"/>
                </a:solidFill>
              </a:rPr>
              <a:t>Speaking to</a:t>
            </a:r>
            <a:br>
              <a:rPr lang="en-AU" sz="8000">
                <a:solidFill>
                  <a:schemeClr val="bg1"/>
                </a:solidFill>
              </a:rPr>
            </a:br>
            <a:endParaRPr lang="en-AU" sz="8000">
              <a:solidFill>
                <a:schemeClr val="bg1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4643438" y="2438400"/>
            <a:ext cx="2881312" cy="973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11500">
                <a:solidFill>
                  <a:schemeClr val="bg1"/>
                </a:solidFill>
              </a:rPr>
              <a:t>men?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116013" y="4014788"/>
            <a:ext cx="74168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/>
            <a:r>
              <a:rPr lang="en-AU" sz="8000">
                <a:solidFill>
                  <a:schemeClr val="bg1"/>
                </a:solidFill>
              </a:rPr>
              <a:t> the</a:t>
            </a:r>
            <a:r>
              <a:rPr lang="en-AU" sz="8000" baseline="0">
                <a:solidFill>
                  <a:schemeClr val="bg1"/>
                </a:solidFill>
              </a:rPr>
              <a:t> </a:t>
            </a:r>
            <a:r>
              <a:rPr lang="en-AU" sz="8000">
                <a:solidFill>
                  <a:schemeClr val="bg1"/>
                </a:solidFill>
              </a:rPr>
              <a:t>next generation?</a:t>
            </a:r>
            <a:br>
              <a:rPr lang="en-AU" sz="8000">
                <a:solidFill>
                  <a:schemeClr val="bg1"/>
                </a:solidFill>
              </a:rPr>
            </a:br>
            <a:endParaRPr lang="en-AU" sz="80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 advClick="0" advTm="1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5" presetClass="emph" presetSubtype="0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0"/>
                                  </p:iterate>
                                  <p:childTnLst>
                                    <p:set>
                                      <p:cBhvr override="childStyle">
                                        <p:cTn id="9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17" presetID="53" presetClass="entr" presetSubtype="16" repeatCount="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400"/>
                            </p:stCondLst>
                            <p:childTnLst>
                              <p:par>
                                <p:cTn id="23" presetID="10" presetClass="exit" presetSubtype="0" fill="hold" grpId="1" nodeType="after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ntr" presetSubtype="16" repeatCount="2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900"/>
                            </p:stCondLst>
                            <p:childTnLst>
                              <p:par>
                                <p:cTn id="32" presetID="10" presetClass="exit" presetSubtype="0" fill="hold" grpId="1" nodeType="after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53" presetClass="entr" presetSubtype="16" repeatCount="2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5" grpId="0"/>
      <p:bldP spid="6" grpId="0"/>
      <p:bldP spid="6" grpId="1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163" y="922338"/>
            <a:ext cx="7542212" cy="1143000"/>
          </a:xfrm>
        </p:spPr>
        <p:txBody>
          <a:bodyPr/>
          <a:lstStyle/>
          <a:p>
            <a:pPr algn="l"/>
            <a:r>
              <a:rPr lang="en-AU" smtClean="0">
                <a:solidFill>
                  <a:schemeClr val="bg1"/>
                </a:solidFill>
              </a:rPr>
              <a:t>How we use our time…</a:t>
            </a:r>
          </a:p>
        </p:txBody>
      </p:sp>
      <p:pic>
        <p:nvPicPr>
          <p:cNvPr id="45058" name="Picture 2" descr="C:\Users\Jo\Documents\joanna's Documents\other things\CCC\WYD 2011\Formation Course\speaking volume 1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1188" y="2244725"/>
            <a:ext cx="4498975" cy="293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336550" y="5243513"/>
            <a:ext cx="625633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4800">
                <a:solidFill>
                  <a:schemeClr val="bg1"/>
                </a:solidFill>
              </a:rPr>
              <a:t>reveals our attitude towards</a:t>
            </a:r>
            <a:br>
              <a:rPr lang="en-AU" sz="4800">
                <a:solidFill>
                  <a:schemeClr val="bg1"/>
                </a:solidFill>
              </a:rPr>
            </a:br>
            <a:endParaRPr lang="en-AU" sz="4800">
              <a:solidFill>
                <a:schemeClr val="bg1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6156325" y="5243513"/>
            <a:ext cx="27717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9600">
                <a:solidFill>
                  <a:schemeClr val="bg1"/>
                </a:solidFill>
              </a:rPr>
              <a:t>death</a:t>
            </a:r>
            <a:br>
              <a:rPr lang="en-AU" sz="9600">
                <a:solidFill>
                  <a:schemeClr val="bg1"/>
                </a:solidFill>
              </a:rPr>
            </a:br>
            <a:endParaRPr lang="en-AU" sz="96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 advClick="0" advTm="1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1916113"/>
            <a:ext cx="2592387" cy="1143000"/>
          </a:xfrm>
        </p:spPr>
        <p:txBody>
          <a:bodyPr/>
          <a:lstStyle/>
          <a:p>
            <a:pPr algn="l"/>
            <a:r>
              <a:rPr lang="en-AU" sz="6000" b="1" smtClean="0">
                <a:solidFill>
                  <a:schemeClr val="bg1"/>
                </a:solidFill>
              </a:rPr>
              <a:t>Our</a:t>
            </a:r>
          </a:p>
        </p:txBody>
      </p:sp>
      <p:pic>
        <p:nvPicPr>
          <p:cNvPr id="4198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08625" y="731838"/>
            <a:ext cx="2870200" cy="2312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250825" y="4868863"/>
            <a:ext cx="90646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/>
            <a:r>
              <a:rPr lang="en-AU" sz="6000">
                <a:solidFill>
                  <a:schemeClr val="bg1"/>
                </a:solidFill>
              </a:rPr>
              <a:t>reveals our humility towards others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751013" y="1773238"/>
            <a:ext cx="33972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/>
            <a:r>
              <a:rPr lang="en-AU" sz="8800">
                <a:solidFill>
                  <a:schemeClr val="bg1"/>
                </a:solidFill>
              </a:rPr>
              <a:t>humility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2843213" y="2781300"/>
            <a:ext cx="43481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/>
            <a:r>
              <a:rPr lang="en-AU" sz="8800">
                <a:solidFill>
                  <a:schemeClr val="bg1"/>
                </a:solidFill>
              </a:rPr>
              <a:t>before God</a:t>
            </a:r>
          </a:p>
        </p:txBody>
      </p:sp>
    </p:spTree>
  </p:cSld>
  <p:clrMapOvr>
    <a:masterClrMapping/>
  </p:clrMapOvr>
  <p:transition spd="slow" advClick="0" advTm="1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12" presetID="6" presetClass="emph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13" dur="1250" fill="hold"/>
                                        <p:tgtEl>
                                          <p:spTgt spid="6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1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650"/>
                            </p:stCondLst>
                            <p:childTnLst>
                              <p:par>
                                <p:cTn id="23" presetID="37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35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6" grpId="1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13" y="908050"/>
            <a:ext cx="4103687" cy="1143000"/>
          </a:xfrm>
        </p:spPr>
        <p:txBody>
          <a:bodyPr/>
          <a:lstStyle/>
          <a:p>
            <a:r>
              <a:rPr lang="en-AU" smtClean="0">
                <a:solidFill>
                  <a:schemeClr val="bg1"/>
                </a:solidFill>
              </a:rPr>
              <a:t>How we treat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3995738" y="1844675"/>
            <a:ext cx="383381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8800">
                <a:solidFill>
                  <a:schemeClr val="bg1"/>
                </a:solidFill>
              </a:rPr>
              <a:t>strangers</a:t>
            </a:r>
            <a:endParaRPr lang="en-AU" sz="4400">
              <a:solidFill>
                <a:schemeClr val="bg1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827088" y="3357563"/>
            <a:ext cx="2311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6600">
                <a:solidFill>
                  <a:schemeClr val="bg1"/>
                </a:solidFill>
              </a:rPr>
              <a:t>reveals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611188" y="444976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6000" b="0">
                <a:solidFill>
                  <a:schemeClr val="bg1"/>
                </a:solidFill>
              </a:rPr>
              <a:t> our respect for all people</a:t>
            </a:r>
          </a:p>
        </p:txBody>
      </p:sp>
    </p:spTree>
  </p:cSld>
  <p:clrMapOvr>
    <a:masterClrMapping/>
  </p:clrMapOvr>
  <p:transition spd="slow" advClick="0" advTm="10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5" grpId="1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2268538" y="557213"/>
            <a:ext cx="3743325" cy="1143000"/>
          </a:xfrm>
        </p:spPr>
        <p:txBody>
          <a:bodyPr/>
          <a:lstStyle/>
          <a:p>
            <a:r>
              <a:rPr lang="en-AU" sz="4000" smtClean="0">
                <a:solidFill>
                  <a:schemeClr val="bg1"/>
                </a:solidFill>
              </a:rPr>
              <a:t>Often how we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035175" y="1277938"/>
            <a:ext cx="43211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6600" b="0">
                <a:solidFill>
                  <a:schemeClr val="bg1"/>
                </a:solidFill>
              </a:rPr>
              <a:t>treat our family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471488" y="2276475"/>
            <a:ext cx="83788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/>
            <a:r>
              <a:rPr lang="en-AU" sz="6000" b="0">
                <a:solidFill>
                  <a:schemeClr val="bg1"/>
                </a:solidFill>
              </a:rPr>
              <a:t>prefigures how we will eventually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154238" y="3284538"/>
            <a:ext cx="4208462" cy="86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6600" b="0">
                <a:solidFill>
                  <a:schemeClr val="bg1"/>
                </a:solidFill>
              </a:rPr>
              <a:t>treat our friends</a:t>
            </a: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8588" y="4437063"/>
            <a:ext cx="3181350" cy="210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 advClick="0" advTm="10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accel="14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12" presetID="1" presetClass="entr" presetSubtype="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6" presetClass="emph" presetSubtype="0" accel="17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6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3"/>
          <p:cNvSpPr>
            <a:spLocks noGrp="1"/>
          </p:cNvSpPr>
          <p:nvPr>
            <p:ph type="title"/>
          </p:nvPr>
        </p:nvSpPr>
        <p:spPr>
          <a:xfrm>
            <a:off x="179388" y="620713"/>
            <a:ext cx="8229600" cy="1143000"/>
          </a:xfrm>
        </p:spPr>
        <p:txBody>
          <a:bodyPr/>
          <a:lstStyle/>
          <a:p>
            <a:r>
              <a:rPr lang="en-AU" smtClean="0">
                <a:solidFill>
                  <a:schemeClr val="bg1"/>
                </a:solidFill>
              </a:rPr>
              <a:t>Our relationship with people…</a:t>
            </a: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84888" y="1947863"/>
            <a:ext cx="2476500" cy="330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3"/>
          <p:cNvSpPr txBox="1">
            <a:spLocks/>
          </p:cNvSpPr>
          <p:nvPr/>
        </p:nvSpPr>
        <p:spPr bwMode="auto">
          <a:xfrm>
            <a:off x="323528" y="1561356"/>
            <a:ext cx="4248472" cy="1143000"/>
          </a:xfrm>
          <a:prstGeom prst="rect">
            <a:avLst/>
          </a:prstGeom>
          <a:noFill/>
          <a:ln>
            <a:noFill/>
          </a:ln>
          <a:effectLst>
            <a:reflection blurRad="6350" stA="50000" endA="300" endPos="55500" dist="50800" dir="5400000" sy="-100000" algn="bl" rotWithShape="0"/>
          </a:effectLst>
          <a:extLst>
            <a:ext uri="{909E8E84-426E-40DD-AFC4-6F175D3DCCD1}"/>
            <a:ext uri="{91240B29-F687-4F45-9708-019B960494DF}"/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AU" sz="9600" dirty="0" smtClean="0">
                <a:solidFill>
                  <a:schemeClr val="bg1"/>
                </a:solidFill>
              </a:rPr>
              <a:t>reflects</a:t>
            </a:r>
            <a:endParaRPr lang="en-AU" sz="9600" dirty="0">
              <a:solidFill>
                <a:schemeClr val="bg1"/>
              </a:solidFill>
            </a:endParaRPr>
          </a:p>
        </p:txBody>
      </p:sp>
      <p:sp>
        <p:nvSpPr>
          <p:cNvPr id="8" name="Title 3"/>
          <p:cNvSpPr txBox="1">
            <a:spLocks/>
          </p:cNvSpPr>
          <p:nvPr/>
        </p:nvSpPr>
        <p:spPr bwMode="auto">
          <a:xfrm>
            <a:off x="1116013" y="404813"/>
            <a:ext cx="38163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6600" b="0">
                <a:solidFill>
                  <a:schemeClr val="bg1"/>
                </a:solidFill>
              </a:rPr>
              <a:t>relationship</a:t>
            </a:r>
          </a:p>
        </p:txBody>
      </p:sp>
      <p:sp>
        <p:nvSpPr>
          <p:cNvPr id="9" name="Title 3"/>
          <p:cNvSpPr txBox="1">
            <a:spLocks/>
          </p:cNvSpPr>
          <p:nvPr/>
        </p:nvSpPr>
        <p:spPr bwMode="auto">
          <a:xfrm>
            <a:off x="3236913" y="4949825"/>
            <a:ext cx="33909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6600" b="0">
                <a:solidFill>
                  <a:schemeClr val="bg1"/>
                </a:solidFill>
              </a:rPr>
              <a:t> with God </a:t>
            </a:r>
          </a:p>
        </p:txBody>
      </p:sp>
      <p:sp>
        <p:nvSpPr>
          <p:cNvPr id="10" name="Title 3"/>
          <p:cNvSpPr txBox="1">
            <a:spLocks/>
          </p:cNvSpPr>
          <p:nvPr/>
        </p:nvSpPr>
        <p:spPr bwMode="auto">
          <a:xfrm>
            <a:off x="384175" y="4221163"/>
            <a:ext cx="1092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6600" b="0">
                <a:solidFill>
                  <a:schemeClr val="bg1"/>
                </a:solidFill>
              </a:rPr>
              <a:t>our</a:t>
            </a:r>
            <a:endParaRPr lang="en-AU" sz="4400" b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 advClick="0" advTm="1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1.11111E-6 L 0.0118 0.55718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0" y="27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24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20713"/>
            <a:ext cx="6791325" cy="1143000"/>
          </a:xfrm>
        </p:spPr>
        <p:txBody>
          <a:bodyPr/>
          <a:lstStyle/>
          <a:p>
            <a:r>
              <a:rPr lang="en-AU" sz="2400" smtClean="0">
                <a:solidFill>
                  <a:schemeClr val="bg1"/>
                </a:solidFill>
              </a:rPr>
              <a:t>How we live every day is already speaking volumes to the world </a:t>
            </a:r>
            <a:br>
              <a:rPr lang="en-AU" sz="2400" smtClean="0">
                <a:solidFill>
                  <a:schemeClr val="bg1"/>
                </a:solidFill>
              </a:rPr>
            </a:br>
            <a:r>
              <a:rPr lang="en-AU" sz="2400" smtClean="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1476375" y="1700213"/>
            <a:ext cx="61912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3200" b="0">
                <a:solidFill>
                  <a:schemeClr val="bg1"/>
                </a:solidFill>
              </a:rPr>
              <a:t>What do we want to witness through our lives to the world</a:t>
            </a:r>
            <a:br>
              <a:rPr lang="en-AU" sz="3200" b="0">
                <a:solidFill>
                  <a:schemeClr val="bg1"/>
                </a:solidFill>
              </a:rPr>
            </a:br>
            <a:r>
              <a:rPr lang="en-AU" sz="3200" b="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187450" y="2843213"/>
            <a:ext cx="669448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AU" sz="3200" b="0">
                <a:solidFill>
                  <a:schemeClr val="bg1"/>
                </a:solidFill>
              </a:rPr>
              <a:t>Only by first inviting Jesus to COME IN can we actually witness Him! </a:t>
            </a: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17850" y="4219575"/>
            <a:ext cx="3049588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accel="9000" decel="2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250" fill="hold"/>
                                        <p:tgtEl>
                                          <p:spTgt spid="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6" presetClass="emph" presetSubtype="0" accel="11000" decel="25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1" dur="1250" fill="hold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6" presetClass="emph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6" dur="1250" fill="hold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20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4" grpId="1"/>
      <p:bldP spid="5" grpId="0"/>
      <p:bldP spid="5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5" name="Group 5"/>
          <p:cNvGrpSpPr>
            <a:grpSpLocks/>
          </p:cNvGrpSpPr>
          <p:nvPr/>
        </p:nvGrpSpPr>
        <p:grpSpPr bwMode="auto">
          <a:xfrm>
            <a:off x="0" y="115888"/>
            <a:ext cx="9144000" cy="6402387"/>
            <a:chOff x="-2412776" y="11893"/>
            <a:chExt cx="9144000" cy="6402413"/>
          </a:xfrm>
        </p:grpSpPr>
        <p:pic>
          <p:nvPicPr>
            <p:cNvPr id="47106" name="Picture 3" descr="C:\Users\Jo\Documents\joanna's Documents\other things\CCC\WYD 2011\Formation Course\Session 12_ copy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2412776" y="11893"/>
              <a:ext cx="9144000" cy="6402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7107" name="TextBox 7"/>
            <p:cNvSpPr txBox="1">
              <a:spLocks noChangeArrowheads="1"/>
            </p:cNvSpPr>
            <p:nvPr/>
          </p:nvSpPr>
          <p:spPr bwMode="auto">
            <a:xfrm>
              <a:off x="-1297160" y="2028117"/>
              <a:ext cx="3240360" cy="7489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AU" sz="3200" b="0" u="sng">
                  <a:latin typeface="Lucida Handwriting" pitchFamily="66" charset="0"/>
                </a:rPr>
                <a:t>SESSION 12</a:t>
              </a:r>
            </a:p>
            <a:p>
              <a:r>
                <a:rPr lang="en-AU" sz="3200" b="0">
                  <a:latin typeface="Lucida Handwriting" pitchFamily="66" charset="0"/>
                </a:rPr>
                <a:t>COME IN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29" name="Picture 3" descr="C:\Users\Jo\Documents\joanna's Documents\other things\CCC\WYD 2011\Formation Course\Session 12_ copy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400" y="92075"/>
            <a:ext cx="9144000" cy="640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0" name="Rectangle 4"/>
          <p:cNvSpPr>
            <a:spLocks noChangeArrowheads="1"/>
          </p:cNvSpPr>
          <p:nvPr/>
        </p:nvSpPr>
        <p:spPr bwMode="auto">
          <a:xfrm>
            <a:off x="349250" y="5957888"/>
            <a:ext cx="849788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AU" sz="4800" i="1"/>
              <a:t>What Would Jesus Do?</a:t>
            </a:r>
          </a:p>
        </p:txBody>
      </p:sp>
      <p:sp>
        <p:nvSpPr>
          <p:cNvPr id="48131" name="AutoShape 7" descr="2Q=="/>
          <p:cNvSpPr>
            <a:spLocks noChangeAspect="1" noChangeArrowheads="1"/>
          </p:cNvSpPr>
          <p:nvPr/>
        </p:nvSpPr>
        <p:spPr bwMode="auto">
          <a:xfrm>
            <a:off x="3471863" y="2971800"/>
            <a:ext cx="22002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8132" name="AutoShape 9" descr="2Q=="/>
          <p:cNvSpPr>
            <a:spLocks noChangeAspect="1" noChangeArrowheads="1"/>
          </p:cNvSpPr>
          <p:nvPr/>
        </p:nvSpPr>
        <p:spPr bwMode="auto">
          <a:xfrm>
            <a:off x="3471863" y="2971800"/>
            <a:ext cx="22002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3" name="Picture 4" descr="mita-plain-headba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79838" y="5084763"/>
            <a:ext cx="1439862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4" name="Picture 5" descr="317a2ROcW5L__SS500_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0200" y="115888"/>
            <a:ext cx="1655763" cy="16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5" name="Picture 6" descr="3587453-large-roll-of-masking-or-duct-tape-isolated-on-whit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5288" y="2752725"/>
            <a:ext cx="16002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6" name="Picture 11" descr="Corn_Fiber_Sock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11188" y="4437063"/>
            <a:ext cx="1728787" cy="172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7" name="Picture 12" descr="fishbowl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092950" y="1847850"/>
            <a:ext cx="1609725" cy="258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8" name="Picture 13" descr="gps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900863" y="4724400"/>
            <a:ext cx="1631950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9" name="Picture 14" descr="snorkle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092950" y="260350"/>
            <a:ext cx="1582738" cy="158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60" name="Picture 15" descr="chopsticks-manners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39750" y="188913"/>
            <a:ext cx="1106488" cy="1316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61" name="Text Box 16"/>
          <p:cNvSpPr txBox="1">
            <a:spLocks noChangeArrowheads="1"/>
          </p:cNvSpPr>
          <p:nvPr/>
        </p:nvSpPr>
        <p:spPr bwMode="auto">
          <a:xfrm>
            <a:off x="611188" y="3905250"/>
            <a:ext cx="1439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1000"/>
              <a:t>Roll of sticky tape</a:t>
            </a:r>
          </a:p>
        </p:txBody>
      </p:sp>
      <p:sp>
        <p:nvSpPr>
          <p:cNvPr id="49162" name="Text Box 17"/>
          <p:cNvSpPr txBox="1">
            <a:spLocks noChangeArrowheads="1"/>
          </p:cNvSpPr>
          <p:nvPr/>
        </p:nvSpPr>
        <p:spPr bwMode="auto">
          <a:xfrm>
            <a:off x="4140200" y="1700213"/>
            <a:ext cx="1439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000"/>
              <a:t>Pen</a:t>
            </a:r>
          </a:p>
        </p:txBody>
      </p:sp>
      <p:sp>
        <p:nvSpPr>
          <p:cNvPr id="49163" name="Text Box 18"/>
          <p:cNvSpPr txBox="1">
            <a:spLocks noChangeArrowheads="1"/>
          </p:cNvSpPr>
          <p:nvPr/>
        </p:nvSpPr>
        <p:spPr bwMode="auto">
          <a:xfrm>
            <a:off x="7164388" y="4076700"/>
            <a:ext cx="1439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000"/>
              <a:t>Fish bowl</a:t>
            </a:r>
          </a:p>
        </p:txBody>
      </p:sp>
      <p:sp>
        <p:nvSpPr>
          <p:cNvPr id="49164" name="Text Box 19"/>
          <p:cNvSpPr txBox="1">
            <a:spLocks noChangeArrowheads="1"/>
          </p:cNvSpPr>
          <p:nvPr/>
        </p:nvSpPr>
        <p:spPr bwMode="auto">
          <a:xfrm>
            <a:off x="6877050" y="6208713"/>
            <a:ext cx="1439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000"/>
              <a:t>GPS</a:t>
            </a:r>
          </a:p>
        </p:txBody>
      </p:sp>
      <p:sp>
        <p:nvSpPr>
          <p:cNvPr id="49165" name="Text Box 20"/>
          <p:cNvSpPr txBox="1">
            <a:spLocks noChangeArrowheads="1"/>
          </p:cNvSpPr>
          <p:nvPr/>
        </p:nvSpPr>
        <p:spPr bwMode="auto">
          <a:xfrm>
            <a:off x="3851275" y="6208713"/>
            <a:ext cx="1439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000"/>
              <a:t>Headband</a:t>
            </a:r>
          </a:p>
        </p:txBody>
      </p:sp>
      <p:sp>
        <p:nvSpPr>
          <p:cNvPr id="49166" name="Text Box 21"/>
          <p:cNvSpPr txBox="1">
            <a:spLocks noChangeArrowheads="1"/>
          </p:cNvSpPr>
          <p:nvPr/>
        </p:nvSpPr>
        <p:spPr bwMode="auto">
          <a:xfrm>
            <a:off x="827088" y="6237288"/>
            <a:ext cx="1439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000"/>
              <a:t>A sock</a:t>
            </a:r>
          </a:p>
        </p:txBody>
      </p:sp>
      <p:sp>
        <p:nvSpPr>
          <p:cNvPr id="49167" name="Text Box 22"/>
          <p:cNvSpPr txBox="1">
            <a:spLocks noChangeArrowheads="1"/>
          </p:cNvSpPr>
          <p:nvPr/>
        </p:nvSpPr>
        <p:spPr bwMode="auto">
          <a:xfrm>
            <a:off x="684213" y="1628775"/>
            <a:ext cx="1439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000"/>
              <a:t>A chopstick</a:t>
            </a:r>
          </a:p>
        </p:txBody>
      </p:sp>
      <p:sp>
        <p:nvSpPr>
          <p:cNvPr id="49168" name="Text Box 23"/>
          <p:cNvSpPr txBox="1">
            <a:spLocks noChangeArrowheads="1"/>
          </p:cNvSpPr>
          <p:nvPr/>
        </p:nvSpPr>
        <p:spPr bwMode="auto">
          <a:xfrm>
            <a:off x="7235825" y="1916113"/>
            <a:ext cx="1439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000"/>
              <a:t>A snorkle</a:t>
            </a:r>
          </a:p>
        </p:txBody>
      </p:sp>
      <p:sp>
        <p:nvSpPr>
          <p:cNvPr id="49169" name="Text Box 24"/>
          <p:cNvSpPr txBox="1">
            <a:spLocks noChangeArrowheads="1"/>
          </p:cNvSpPr>
          <p:nvPr/>
        </p:nvSpPr>
        <p:spPr bwMode="auto">
          <a:xfrm>
            <a:off x="3059113" y="2852738"/>
            <a:ext cx="32416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5000"/>
              <a:t>WWJD?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7" name="Picture 2" descr="mita-plain-headba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79838" y="5084763"/>
            <a:ext cx="1439862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78" name="Picture 3" descr="317a2ROcW5L__SS500_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0200" y="115888"/>
            <a:ext cx="1655763" cy="16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79" name="Picture 4" descr="3587453-large-roll-of-masking-or-duct-tape-isolated-on-whit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5288" y="2752725"/>
            <a:ext cx="16002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0" name="Picture 5" descr="Corn_Fiber_Sock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11188" y="4437063"/>
            <a:ext cx="1728787" cy="172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1" name="Picture 6" descr="fishbowl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092950" y="1847850"/>
            <a:ext cx="1609725" cy="258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2" name="Picture 7" descr="gps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900863" y="4724400"/>
            <a:ext cx="1631950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3" name="Picture 8" descr="snorkle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092950" y="260350"/>
            <a:ext cx="1582738" cy="158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4" name="Picture 9" descr="chopsticks-manners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39750" y="188913"/>
            <a:ext cx="1106488" cy="1316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85" name="Text Box 10"/>
          <p:cNvSpPr txBox="1">
            <a:spLocks noChangeArrowheads="1"/>
          </p:cNvSpPr>
          <p:nvPr/>
        </p:nvSpPr>
        <p:spPr bwMode="auto">
          <a:xfrm>
            <a:off x="611188" y="3905250"/>
            <a:ext cx="1439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1000"/>
              <a:t>Roll of sticky tape</a:t>
            </a:r>
          </a:p>
        </p:txBody>
      </p:sp>
      <p:sp>
        <p:nvSpPr>
          <p:cNvPr id="50186" name="Text Box 11"/>
          <p:cNvSpPr txBox="1">
            <a:spLocks noChangeArrowheads="1"/>
          </p:cNvSpPr>
          <p:nvPr/>
        </p:nvSpPr>
        <p:spPr bwMode="auto">
          <a:xfrm>
            <a:off x="4140200" y="1700213"/>
            <a:ext cx="1439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000"/>
              <a:t>Pen</a:t>
            </a:r>
          </a:p>
        </p:txBody>
      </p:sp>
      <p:sp>
        <p:nvSpPr>
          <p:cNvPr id="50187" name="Text Box 12"/>
          <p:cNvSpPr txBox="1">
            <a:spLocks noChangeArrowheads="1"/>
          </p:cNvSpPr>
          <p:nvPr/>
        </p:nvSpPr>
        <p:spPr bwMode="auto">
          <a:xfrm>
            <a:off x="7164388" y="4076700"/>
            <a:ext cx="1439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000"/>
              <a:t>Fish bowl</a:t>
            </a:r>
          </a:p>
        </p:txBody>
      </p:sp>
      <p:sp>
        <p:nvSpPr>
          <p:cNvPr id="50188" name="Text Box 13"/>
          <p:cNvSpPr txBox="1">
            <a:spLocks noChangeArrowheads="1"/>
          </p:cNvSpPr>
          <p:nvPr/>
        </p:nvSpPr>
        <p:spPr bwMode="auto">
          <a:xfrm>
            <a:off x="6877050" y="6208713"/>
            <a:ext cx="1439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000"/>
              <a:t>GPS</a:t>
            </a:r>
          </a:p>
        </p:txBody>
      </p:sp>
      <p:sp>
        <p:nvSpPr>
          <p:cNvPr id="50189" name="Text Box 14"/>
          <p:cNvSpPr txBox="1">
            <a:spLocks noChangeArrowheads="1"/>
          </p:cNvSpPr>
          <p:nvPr/>
        </p:nvSpPr>
        <p:spPr bwMode="auto">
          <a:xfrm>
            <a:off x="3851275" y="6208713"/>
            <a:ext cx="1439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000"/>
              <a:t>Headband</a:t>
            </a:r>
          </a:p>
        </p:txBody>
      </p:sp>
      <p:sp>
        <p:nvSpPr>
          <p:cNvPr id="50190" name="Text Box 15"/>
          <p:cNvSpPr txBox="1">
            <a:spLocks noChangeArrowheads="1"/>
          </p:cNvSpPr>
          <p:nvPr/>
        </p:nvSpPr>
        <p:spPr bwMode="auto">
          <a:xfrm>
            <a:off x="827088" y="6237288"/>
            <a:ext cx="1439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000"/>
              <a:t>A sock</a:t>
            </a:r>
          </a:p>
        </p:txBody>
      </p:sp>
      <p:sp>
        <p:nvSpPr>
          <p:cNvPr id="50191" name="Text Box 16"/>
          <p:cNvSpPr txBox="1">
            <a:spLocks noChangeArrowheads="1"/>
          </p:cNvSpPr>
          <p:nvPr/>
        </p:nvSpPr>
        <p:spPr bwMode="auto">
          <a:xfrm>
            <a:off x="684213" y="1628775"/>
            <a:ext cx="14398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000"/>
              <a:t>A chopstick</a:t>
            </a:r>
          </a:p>
        </p:txBody>
      </p:sp>
      <p:sp>
        <p:nvSpPr>
          <p:cNvPr id="50192" name="Text Box 17"/>
          <p:cNvSpPr txBox="1">
            <a:spLocks noChangeArrowheads="1"/>
          </p:cNvSpPr>
          <p:nvPr/>
        </p:nvSpPr>
        <p:spPr bwMode="auto">
          <a:xfrm>
            <a:off x="7235825" y="1916113"/>
            <a:ext cx="14398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1000"/>
              <a:t>A snorkle</a:t>
            </a:r>
          </a:p>
        </p:txBody>
      </p:sp>
      <p:sp>
        <p:nvSpPr>
          <p:cNvPr id="50193" name="Text Box 18"/>
          <p:cNvSpPr txBox="1">
            <a:spLocks noChangeArrowheads="1"/>
          </p:cNvSpPr>
          <p:nvPr/>
        </p:nvSpPr>
        <p:spPr bwMode="auto">
          <a:xfrm>
            <a:off x="3059113" y="2852738"/>
            <a:ext cx="32416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5000"/>
              <a:t>WWJD?</a:t>
            </a:r>
          </a:p>
        </p:txBody>
      </p:sp>
      <p:sp>
        <p:nvSpPr>
          <p:cNvPr id="50194" name="Text Box 19"/>
          <p:cNvSpPr txBox="1">
            <a:spLocks noChangeArrowheads="1"/>
          </p:cNvSpPr>
          <p:nvPr/>
        </p:nvSpPr>
        <p:spPr bwMode="auto">
          <a:xfrm>
            <a:off x="2771775" y="3573463"/>
            <a:ext cx="374491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500"/>
              <a:t>What would Jesus do?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ext Box 2"/>
          <p:cNvSpPr txBox="1">
            <a:spLocks noChangeArrowheads="1"/>
          </p:cNvSpPr>
          <p:nvPr/>
        </p:nvSpPr>
        <p:spPr bwMode="auto">
          <a:xfrm>
            <a:off x="468313" y="5805488"/>
            <a:ext cx="8278812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000" baseline="0"/>
              <a:t>Tools of the Journey: Flash Witness</a:t>
            </a:r>
          </a:p>
        </p:txBody>
      </p:sp>
      <p:pic>
        <p:nvPicPr>
          <p:cNvPr id="5120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4075" y="476250"/>
            <a:ext cx="5040313" cy="504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5" name="Group 3"/>
          <p:cNvGrpSpPr>
            <a:grpSpLocks/>
          </p:cNvGrpSpPr>
          <p:nvPr/>
        </p:nvGrpSpPr>
        <p:grpSpPr bwMode="auto">
          <a:xfrm>
            <a:off x="30163" y="333375"/>
            <a:ext cx="9144000" cy="6402388"/>
            <a:chOff x="-2412776" y="11893"/>
            <a:chExt cx="9144000" cy="6402413"/>
          </a:xfrm>
        </p:grpSpPr>
        <p:pic>
          <p:nvPicPr>
            <p:cNvPr id="52226" name="Picture 3" descr="C:\Users\Jo\Documents\joanna's Documents\other things\CCC\WYD 2011\Formation Course\Session 12_ copy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2412776" y="11893"/>
              <a:ext cx="9144000" cy="6402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2227" name="TextBox 5"/>
            <p:cNvSpPr txBox="1">
              <a:spLocks noChangeArrowheads="1"/>
            </p:cNvSpPr>
            <p:nvPr/>
          </p:nvSpPr>
          <p:spPr bwMode="auto">
            <a:xfrm>
              <a:off x="-1297160" y="2028117"/>
              <a:ext cx="3240360" cy="7489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AU" sz="3200" b="0" u="sng">
                  <a:latin typeface="Lucida Handwriting" pitchFamily="66" charset="0"/>
                </a:rPr>
                <a:t>SESSION 12</a:t>
              </a:r>
            </a:p>
            <a:p>
              <a:r>
                <a:rPr lang="en-AU" sz="3200" b="0">
                  <a:latin typeface="Lucida Handwriting" pitchFamily="66" charset="0"/>
                </a:rPr>
                <a:t>COME IN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Content Placeholder 1"/>
          <p:cNvSpPr>
            <a:spLocks noGrp="1"/>
          </p:cNvSpPr>
          <p:nvPr>
            <p:ph/>
          </p:nvPr>
        </p:nvSpPr>
        <p:spPr>
          <a:xfrm>
            <a:off x="395288" y="3357563"/>
            <a:ext cx="8718550" cy="3240087"/>
          </a:xfrm>
        </p:spPr>
        <p:txBody>
          <a:bodyPr/>
          <a:lstStyle/>
          <a:p>
            <a:endParaRPr lang="en-AU" smtClean="0"/>
          </a:p>
          <a:p>
            <a:pPr>
              <a:buFontTx/>
              <a:buNone/>
            </a:pPr>
            <a:endParaRPr lang="en-AU" smtClean="0"/>
          </a:p>
        </p:txBody>
      </p:sp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395288" y="908050"/>
            <a:ext cx="597852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500" baseline="0"/>
              <a:t>Group Discussion</a:t>
            </a:r>
          </a:p>
          <a:p>
            <a:pPr>
              <a:spcBef>
                <a:spcPct val="50000"/>
              </a:spcBef>
            </a:pPr>
            <a:r>
              <a:rPr lang="en-AU" sz="2000" baseline="0"/>
              <a:t>The walking loudspeaker reflection</a:t>
            </a:r>
            <a:endParaRPr lang="en-AU" sz="2000" i="1" baseline="0"/>
          </a:p>
        </p:txBody>
      </p:sp>
      <p:pic>
        <p:nvPicPr>
          <p:cNvPr id="53251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46738" y="0"/>
            <a:ext cx="3497262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539750" y="2420938"/>
            <a:ext cx="8135938" cy="345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AU" sz="2500"/>
              <a:t>- Are we aware our body language :</a:t>
            </a:r>
          </a:p>
          <a:p>
            <a:pPr lvl="1"/>
            <a:r>
              <a:rPr lang="en-AU" sz="2500"/>
              <a:t>	Reveals our interest in a person </a:t>
            </a:r>
          </a:p>
          <a:p>
            <a:pPr lvl="1"/>
            <a:r>
              <a:rPr lang="en-AU" sz="2500"/>
              <a:t>	Reveals any hidden intentions</a:t>
            </a:r>
          </a:p>
          <a:p>
            <a:pPr lvl="1"/>
            <a:r>
              <a:rPr lang="en-AU" sz="2500"/>
              <a:t>	Reveals our patience</a:t>
            </a:r>
          </a:p>
          <a:p>
            <a:pPr lvl="1"/>
            <a:r>
              <a:rPr lang="en-AU" sz="2500"/>
              <a:t>	Reveals our sincerity in what we say</a:t>
            </a:r>
          </a:p>
          <a:p>
            <a:pPr lvl="1"/>
            <a:r>
              <a:rPr lang="en-AU" sz="2500"/>
              <a:t>	Can reveals that we care, even without words</a:t>
            </a:r>
          </a:p>
          <a:p>
            <a:r>
              <a:rPr lang="en-AU" sz="2500"/>
              <a:t>- How we spend our money reveals our attitude towards it</a:t>
            </a:r>
          </a:p>
          <a:p>
            <a:r>
              <a:rPr lang="en-AU" sz="2500"/>
              <a:t>- Decisions you make often reveals your priorities</a:t>
            </a:r>
          </a:p>
          <a:p>
            <a:r>
              <a:rPr lang="en-AU" sz="2500"/>
              <a:t>- The things we own and value reveals who we are</a:t>
            </a:r>
          </a:p>
          <a:p>
            <a:r>
              <a:rPr lang="en-AU" sz="2500"/>
              <a:t>- How is the way you dress:</a:t>
            </a:r>
          </a:p>
          <a:p>
            <a:pPr lvl="1"/>
            <a:r>
              <a:rPr lang="en-AU" sz="2500"/>
              <a:t>	Speaking to men?</a:t>
            </a:r>
          </a:p>
          <a:p>
            <a:pPr lvl="1"/>
            <a:r>
              <a:rPr lang="en-AU" sz="2500"/>
              <a:t>	Speaking to women?</a:t>
            </a:r>
          </a:p>
          <a:p>
            <a:pPr lvl="1"/>
            <a:r>
              <a:rPr lang="en-AU" sz="2500"/>
              <a:t>	Speaking to the next generation?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Content Placeholder 1"/>
          <p:cNvSpPr>
            <a:spLocks noGrp="1"/>
          </p:cNvSpPr>
          <p:nvPr>
            <p:ph idx="4294967295"/>
          </p:nvPr>
        </p:nvSpPr>
        <p:spPr>
          <a:xfrm>
            <a:off x="395288" y="3357563"/>
            <a:ext cx="8718550" cy="3240087"/>
          </a:xfrm>
        </p:spPr>
        <p:txBody>
          <a:bodyPr/>
          <a:lstStyle/>
          <a:p>
            <a:endParaRPr lang="en-AU" smtClean="0"/>
          </a:p>
          <a:p>
            <a:pPr>
              <a:buFontTx/>
              <a:buNone/>
            </a:pPr>
            <a:endParaRPr lang="en-AU" smtClean="0"/>
          </a:p>
        </p:txBody>
      </p:sp>
      <p:sp>
        <p:nvSpPr>
          <p:cNvPr id="76803" name="Text Box 2"/>
          <p:cNvSpPr txBox="1">
            <a:spLocks noChangeArrowheads="1"/>
          </p:cNvSpPr>
          <p:nvPr/>
        </p:nvSpPr>
        <p:spPr bwMode="auto">
          <a:xfrm>
            <a:off x="395288" y="908050"/>
            <a:ext cx="597852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500" baseline="0"/>
              <a:t>Group Discussion</a:t>
            </a:r>
          </a:p>
          <a:p>
            <a:pPr>
              <a:spcBef>
                <a:spcPct val="50000"/>
              </a:spcBef>
            </a:pPr>
            <a:r>
              <a:rPr lang="en-AU" sz="2000" baseline="0"/>
              <a:t>The walking loudspeaker reflection</a:t>
            </a:r>
            <a:endParaRPr lang="en-AU" sz="2000" i="1" baseline="0"/>
          </a:p>
        </p:txBody>
      </p:sp>
      <p:pic>
        <p:nvPicPr>
          <p:cNvPr id="7680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46738" y="0"/>
            <a:ext cx="3497262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468313" y="2781300"/>
            <a:ext cx="8424862" cy="2938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AU" sz="2500"/>
              <a:t>- How we use our time reveals our attitude towards death</a:t>
            </a:r>
          </a:p>
          <a:p>
            <a:r>
              <a:rPr lang="en-AU" sz="2500"/>
              <a:t>- Our humility before God reveals our humility towards others</a:t>
            </a:r>
          </a:p>
          <a:p>
            <a:r>
              <a:rPr lang="en-AU" sz="2500"/>
              <a:t>- How we treat strangers reveals our respect for all people</a:t>
            </a:r>
          </a:p>
          <a:p>
            <a:r>
              <a:rPr lang="en-AU" sz="2500"/>
              <a:t>- Often how we treat our family prefigures how we will eventually treat our friends</a:t>
            </a:r>
          </a:p>
          <a:p>
            <a:r>
              <a:rPr lang="en-AU" sz="2500"/>
              <a:t>- Our relationship with people reflects our relationship with God </a:t>
            </a:r>
          </a:p>
          <a:p>
            <a:endParaRPr lang="en-AU" sz="2500"/>
          </a:p>
          <a:p>
            <a:r>
              <a:rPr lang="en-AU" sz="2500"/>
              <a:t>Summary of aim of night:</a:t>
            </a:r>
          </a:p>
          <a:p>
            <a:r>
              <a:rPr lang="en-AU" sz="2500"/>
              <a:t>- How we live every day is already speaking volumes to the world. </a:t>
            </a:r>
            <a:br>
              <a:rPr lang="en-AU" sz="2500"/>
            </a:br>
            <a:r>
              <a:rPr lang="en-AU" sz="2500"/>
              <a:t>- Reflect on what we want to witness through our lives to the world, </a:t>
            </a:r>
            <a:br>
              <a:rPr lang="en-AU" sz="2500"/>
            </a:br>
            <a:r>
              <a:rPr lang="en-AU" sz="2500"/>
              <a:t>- Only by first inviting Jesus to COME IN can we actually witness Him!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3" name="Group 3"/>
          <p:cNvGrpSpPr>
            <a:grpSpLocks/>
          </p:cNvGrpSpPr>
          <p:nvPr/>
        </p:nvGrpSpPr>
        <p:grpSpPr bwMode="auto">
          <a:xfrm>
            <a:off x="30163" y="333375"/>
            <a:ext cx="9144000" cy="6402388"/>
            <a:chOff x="-2412776" y="11893"/>
            <a:chExt cx="9144000" cy="6402413"/>
          </a:xfrm>
        </p:grpSpPr>
        <p:pic>
          <p:nvPicPr>
            <p:cNvPr id="54274" name="Picture 3" descr="C:\Users\Jo\Documents\joanna's Documents\other things\CCC\WYD 2011\Formation Course\Session 12_ copy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2412776" y="11893"/>
              <a:ext cx="9144000" cy="6402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275" name="TextBox 5"/>
            <p:cNvSpPr txBox="1">
              <a:spLocks noChangeArrowheads="1"/>
            </p:cNvSpPr>
            <p:nvPr/>
          </p:nvSpPr>
          <p:spPr bwMode="auto">
            <a:xfrm>
              <a:off x="-1297160" y="2028117"/>
              <a:ext cx="3240360" cy="7489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AU" sz="3200" b="0" u="sng">
                  <a:latin typeface="Lucida Handwriting" pitchFamily="66" charset="0"/>
                </a:rPr>
                <a:t>SESSION 12</a:t>
              </a:r>
            </a:p>
            <a:p>
              <a:r>
                <a:rPr lang="en-AU" sz="3200" b="0">
                  <a:latin typeface="Lucida Handwriting" pitchFamily="66" charset="0"/>
                </a:rPr>
                <a:t>COME IN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ChangeArrowheads="1"/>
          </p:cNvSpPr>
          <p:nvPr/>
        </p:nvSpPr>
        <p:spPr bwMode="auto">
          <a:xfrm>
            <a:off x="414338" y="5213350"/>
            <a:ext cx="78295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AU" sz="3600"/>
              <a:t>“You will receive power when the Holy Spirit comes upon you, and you will be my witnesses to the ends of the earth” – Act 1: 8</a:t>
            </a:r>
          </a:p>
        </p:txBody>
      </p:sp>
      <p:grpSp>
        <p:nvGrpSpPr>
          <p:cNvPr id="55298" name="Group 4"/>
          <p:cNvGrpSpPr>
            <a:grpSpLocks/>
          </p:cNvGrpSpPr>
          <p:nvPr/>
        </p:nvGrpSpPr>
        <p:grpSpPr bwMode="auto">
          <a:xfrm>
            <a:off x="620713" y="188913"/>
            <a:ext cx="7416800" cy="5192712"/>
            <a:chOff x="-2412776" y="11893"/>
            <a:chExt cx="9144000" cy="6402413"/>
          </a:xfrm>
        </p:grpSpPr>
        <p:pic>
          <p:nvPicPr>
            <p:cNvPr id="55299" name="Picture 3" descr="C:\Users\Jo\Documents\joanna's Documents\other things\CCC\WYD 2011\Formation Course\Session 12_ copy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2412776" y="11893"/>
              <a:ext cx="9144000" cy="6402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5300" name="TextBox 6"/>
            <p:cNvSpPr txBox="1">
              <a:spLocks noChangeArrowheads="1"/>
            </p:cNvSpPr>
            <p:nvPr/>
          </p:nvSpPr>
          <p:spPr bwMode="auto">
            <a:xfrm>
              <a:off x="-1297160" y="2028117"/>
              <a:ext cx="3240360" cy="7489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AU" sz="3200" b="0" u="sng">
                  <a:latin typeface="Lucida Handwriting" pitchFamily="66" charset="0"/>
                </a:rPr>
                <a:t>SESSION 12</a:t>
              </a:r>
            </a:p>
            <a:p>
              <a:r>
                <a:rPr lang="en-AU" sz="3200" b="0">
                  <a:latin typeface="Lucida Handwriting" pitchFamily="66" charset="0"/>
                </a:rPr>
                <a:t>COME IN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5"/>
          <p:cNvSpPr txBox="1">
            <a:spLocks noChangeArrowheads="1"/>
          </p:cNvSpPr>
          <p:nvPr/>
        </p:nvSpPr>
        <p:spPr bwMode="auto">
          <a:xfrm>
            <a:off x="3059113" y="404813"/>
            <a:ext cx="5184775" cy="59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5000">
                <a:solidFill>
                  <a:srgbClr val="99CC00"/>
                </a:solidFill>
                <a:latin typeface="Tekton Pro" pitchFamily="34" charset="0"/>
              </a:rPr>
              <a:t>World Youth Day</a:t>
            </a:r>
          </a:p>
        </p:txBody>
      </p:sp>
      <p:sp>
        <p:nvSpPr>
          <p:cNvPr id="56323" name="Text Box 10"/>
          <p:cNvSpPr txBox="1">
            <a:spLocks noChangeArrowheads="1"/>
          </p:cNvSpPr>
          <p:nvPr/>
        </p:nvSpPr>
        <p:spPr bwMode="auto">
          <a:xfrm>
            <a:off x="3779838" y="188913"/>
            <a:ext cx="36734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000">
                <a:solidFill>
                  <a:srgbClr val="99CC00"/>
                </a:solidFill>
                <a:latin typeface="Tekton Pro" pitchFamily="34" charset="0"/>
              </a:rPr>
              <a:t>The world of</a:t>
            </a:r>
          </a:p>
        </p:txBody>
      </p:sp>
      <p:sp>
        <p:nvSpPr>
          <p:cNvPr id="56324" name="Rectangle 11"/>
          <p:cNvSpPr>
            <a:spLocks noChangeArrowheads="1"/>
          </p:cNvSpPr>
          <p:nvPr/>
        </p:nvSpPr>
        <p:spPr bwMode="auto">
          <a:xfrm>
            <a:off x="0" y="188913"/>
            <a:ext cx="9144000" cy="71437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0">
              <a:solidFill>
                <a:srgbClr val="99CC00"/>
              </a:solidFill>
            </a:endParaRPr>
          </a:p>
        </p:txBody>
      </p:sp>
      <p:sp>
        <p:nvSpPr>
          <p:cNvPr id="56325" name="Rectangle 21"/>
          <p:cNvSpPr>
            <a:spLocks noChangeArrowheads="1"/>
          </p:cNvSpPr>
          <p:nvPr/>
        </p:nvSpPr>
        <p:spPr bwMode="auto">
          <a:xfrm>
            <a:off x="0" y="1196975"/>
            <a:ext cx="9144000" cy="71438"/>
          </a:xfrm>
          <a:prstGeom prst="rect">
            <a:avLst/>
          </a:prstGeom>
          <a:solidFill>
            <a:srgbClr val="33996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0">
              <a:solidFill>
                <a:srgbClr val="99CC00"/>
              </a:solidFill>
            </a:endParaRPr>
          </a:p>
        </p:txBody>
      </p:sp>
      <p:pic>
        <p:nvPicPr>
          <p:cNvPr id="56326" name="Picture 31" descr="9557200128375226228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263" y="1652588"/>
            <a:ext cx="3168650" cy="2109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27" name="Picture 32" descr="africa-choi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63713" y="1652588"/>
            <a:ext cx="3198812" cy="213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05" name="Text Box 33"/>
          <p:cNvSpPr txBox="1">
            <a:spLocks noChangeArrowheads="1"/>
          </p:cNvSpPr>
          <p:nvPr/>
        </p:nvSpPr>
        <p:spPr bwMode="auto">
          <a:xfrm>
            <a:off x="2051050" y="4005263"/>
            <a:ext cx="482600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AU" sz="3000" i="1" baseline="0">
                <a:solidFill>
                  <a:srgbClr val="FFFFFF"/>
                </a:solidFill>
                <a:cs typeface="+mn-cs"/>
              </a:rPr>
              <a:t>BaBa Yetu</a:t>
            </a:r>
            <a:br>
              <a:rPr lang="en-AU" sz="3000" i="1" baseline="0">
                <a:solidFill>
                  <a:srgbClr val="FFFFFF"/>
                </a:solidFill>
                <a:cs typeface="+mn-cs"/>
              </a:rPr>
            </a:br>
            <a:r>
              <a:rPr lang="en-AU" baseline="0">
                <a:solidFill>
                  <a:srgbClr val="FFFFFF"/>
                </a:solidFill>
                <a:cs typeface="+mn-cs"/>
              </a:rPr>
              <a:t>The Lord’s Prayer in Swahili (African)</a:t>
            </a:r>
          </a:p>
        </p:txBody>
      </p:sp>
      <p:pic>
        <p:nvPicPr>
          <p:cNvPr id="56329" name="Picture 35" descr="Rafiki-the-lion-king-13191715-335-67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3850" y="1628775"/>
            <a:ext cx="1290638" cy="25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08" name="Text Box 36"/>
          <p:cNvSpPr txBox="1">
            <a:spLocks noChangeArrowheads="1"/>
          </p:cNvSpPr>
          <p:nvPr/>
        </p:nvSpPr>
        <p:spPr bwMode="auto">
          <a:xfrm>
            <a:off x="468313" y="4868863"/>
            <a:ext cx="8424862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AU" altLang="zh-TW" b="0" i="1" baseline="0" dirty="0">
                <a:solidFill>
                  <a:srgbClr val="FFFFFF"/>
                </a:solidFill>
                <a:ea typeface="新細明體" charset="-120"/>
                <a:cs typeface="+mn-cs"/>
              </a:rPr>
              <a:t>All people in all cultures express and witness their faith differently.</a:t>
            </a:r>
            <a:r>
              <a:rPr lang="en-AU" altLang="zh-TW" b="0" baseline="0" dirty="0">
                <a:solidFill>
                  <a:srgbClr val="FFFFFF"/>
                </a:solidFill>
                <a:ea typeface="新細明體" charset="-120"/>
                <a:cs typeface="+mn-cs"/>
              </a:rPr>
              <a:t> </a:t>
            </a:r>
            <a:br>
              <a:rPr lang="en-AU" altLang="zh-TW" b="0" baseline="0" dirty="0">
                <a:solidFill>
                  <a:srgbClr val="FFFFFF"/>
                </a:solidFill>
                <a:ea typeface="新細明體" charset="-120"/>
                <a:cs typeface="+mn-cs"/>
              </a:rPr>
            </a:br>
            <a:r>
              <a:rPr lang="en-AU" altLang="zh-TW" b="0" baseline="0" dirty="0">
                <a:solidFill>
                  <a:srgbClr val="FFFFFF"/>
                </a:solidFill>
                <a:ea typeface="新細明體" charset="-120"/>
                <a:cs typeface="+mn-cs"/>
              </a:rPr>
              <a:t> </a:t>
            </a:r>
            <a:br>
              <a:rPr lang="en-AU" altLang="zh-TW" b="0" baseline="0" dirty="0">
                <a:solidFill>
                  <a:srgbClr val="FFFFFF"/>
                </a:solidFill>
                <a:ea typeface="新細明體" charset="-120"/>
                <a:cs typeface="+mn-cs"/>
              </a:rPr>
            </a:br>
            <a:r>
              <a:rPr lang="en-AU" altLang="zh-TW" b="0" baseline="0" dirty="0">
                <a:solidFill>
                  <a:srgbClr val="FFFFFF"/>
                </a:solidFill>
                <a:ea typeface="新細明體" charset="-120"/>
                <a:cs typeface="+mn-cs"/>
              </a:rPr>
              <a:t>How do you express your faith? </a:t>
            </a:r>
            <a:br>
              <a:rPr lang="en-AU" altLang="zh-TW" b="0" baseline="0" dirty="0">
                <a:solidFill>
                  <a:srgbClr val="FFFFFF"/>
                </a:solidFill>
                <a:ea typeface="新細明體" charset="-120"/>
                <a:cs typeface="+mn-cs"/>
              </a:rPr>
            </a:br>
            <a:r>
              <a:rPr lang="en-AU" altLang="zh-TW" b="0" baseline="0" dirty="0">
                <a:solidFill>
                  <a:srgbClr val="FFFFFF"/>
                </a:solidFill>
                <a:ea typeface="新細明體" charset="-120"/>
                <a:cs typeface="+mn-cs"/>
              </a:rPr>
              <a:t>How does our Chinese Church express her faith? </a:t>
            </a:r>
            <a:br>
              <a:rPr lang="en-AU" altLang="zh-TW" b="0" baseline="0" dirty="0">
                <a:solidFill>
                  <a:srgbClr val="FFFFFF"/>
                </a:solidFill>
                <a:ea typeface="新細明體" charset="-120"/>
                <a:cs typeface="+mn-cs"/>
              </a:rPr>
            </a:br>
            <a:r>
              <a:rPr lang="en-AU" altLang="zh-TW" b="0" baseline="0" dirty="0">
                <a:solidFill>
                  <a:srgbClr val="FFFFFF"/>
                </a:solidFill>
                <a:ea typeface="新細明體" charset="-120"/>
                <a:cs typeface="+mn-cs"/>
              </a:rPr>
              <a:t>Why is the highlight and finale of </a:t>
            </a:r>
            <a:r>
              <a:rPr lang="en-AU" altLang="zh-TW" b="0" i="1" baseline="0" dirty="0">
                <a:solidFill>
                  <a:srgbClr val="FFFFFF"/>
                </a:solidFill>
                <a:ea typeface="新細明體" charset="-120"/>
                <a:cs typeface="+mn-cs"/>
              </a:rPr>
              <a:t>World Youth Day</a:t>
            </a:r>
            <a:r>
              <a:rPr lang="en-AU" altLang="zh-TW" b="0" baseline="0" dirty="0">
                <a:solidFill>
                  <a:srgbClr val="FFFFFF"/>
                </a:solidFill>
                <a:ea typeface="新細明體" charset="-120"/>
                <a:cs typeface="+mn-cs"/>
              </a:rPr>
              <a:t> a Mass? </a:t>
            </a:r>
            <a:br>
              <a:rPr lang="en-AU" altLang="zh-TW" b="0" baseline="0" dirty="0">
                <a:solidFill>
                  <a:srgbClr val="FFFFFF"/>
                </a:solidFill>
                <a:ea typeface="新細明體" charset="-120"/>
                <a:cs typeface="+mn-cs"/>
              </a:rPr>
            </a:br>
            <a:r>
              <a:rPr lang="en-AU" altLang="zh-TW" b="0" baseline="0" dirty="0">
                <a:solidFill>
                  <a:srgbClr val="FFFFFF"/>
                </a:solidFill>
                <a:ea typeface="新細明體" charset="-120"/>
                <a:cs typeface="+mn-cs"/>
              </a:rPr>
              <a:t>What do u feel is unique about any Catholic Mass? </a:t>
            </a:r>
            <a:endParaRPr lang="en-AU" b="0" baseline="0" dirty="0">
              <a:solidFill>
                <a:srgbClr val="FFFFFF"/>
              </a:solidFill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6"/>
          <p:cNvSpPr>
            <a:spLocks noChangeArrowheads="1"/>
          </p:cNvSpPr>
          <p:nvPr/>
        </p:nvSpPr>
        <p:spPr bwMode="auto">
          <a:xfrm>
            <a:off x="0" y="612140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57346" name="Rectangle 7"/>
          <p:cNvSpPr>
            <a:spLocks noChangeArrowheads="1"/>
          </p:cNvSpPr>
          <p:nvPr/>
        </p:nvSpPr>
        <p:spPr bwMode="auto">
          <a:xfrm>
            <a:off x="0" y="6310313"/>
            <a:ext cx="9144000" cy="4318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57347" name="Rectangle 8"/>
          <p:cNvSpPr>
            <a:spLocks noChangeArrowheads="1"/>
          </p:cNvSpPr>
          <p:nvPr/>
        </p:nvSpPr>
        <p:spPr bwMode="auto">
          <a:xfrm>
            <a:off x="0" y="66706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57348" name="Rectangle 9"/>
          <p:cNvSpPr>
            <a:spLocks noChangeArrowheads="1"/>
          </p:cNvSpPr>
          <p:nvPr/>
        </p:nvSpPr>
        <p:spPr bwMode="auto">
          <a:xfrm>
            <a:off x="0" y="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57349" name="Rectangle 10"/>
          <p:cNvSpPr>
            <a:spLocks noChangeArrowheads="1"/>
          </p:cNvSpPr>
          <p:nvPr/>
        </p:nvSpPr>
        <p:spPr bwMode="auto">
          <a:xfrm>
            <a:off x="0" y="5492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57350" name="Rectangle 11"/>
          <p:cNvSpPr>
            <a:spLocks noChangeArrowheads="1"/>
          </p:cNvSpPr>
          <p:nvPr/>
        </p:nvSpPr>
        <p:spPr bwMode="auto">
          <a:xfrm>
            <a:off x="0" y="188913"/>
            <a:ext cx="9144000" cy="36036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6332538" y="5229225"/>
            <a:ext cx="29146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AU" sz="1600" b="0" kern="0" baseline="0" dirty="0">
                <a:solidFill>
                  <a:sysClr val="windowText" lastClr="000000"/>
                </a:solidFill>
                <a:cs typeface="+mn-cs"/>
              </a:rPr>
              <a:t>When Mary said yes, God literally ‘came in’…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355600" y="1700213"/>
            <a:ext cx="7200900" cy="424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/>
          <a:p>
            <a:pPr>
              <a:defRPr/>
            </a:pPr>
            <a:endParaRPr lang="en-AU" altLang="zh-TW" i="1" baseline="0" dirty="0">
              <a:ea typeface="新細明體" charset="-120"/>
              <a:cs typeface="+mn-cs"/>
            </a:endParaRPr>
          </a:p>
          <a:p>
            <a:pPr>
              <a:defRPr/>
            </a:pPr>
            <a:r>
              <a:rPr lang="en-AU" altLang="zh-TW" b="0" baseline="0" dirty="0">
                <a:ea typeface="新細明體" charset="-120"/>
                <a:cs typeface="+mn-cs"/>
              </a:rPr>
              <a:t>“My soul magnifies the Lord,</a:t>
            </a:r>
            <a:br>
              <a:rPr lang="en-AU" altLang="zh-TW" b="0" baseline="0" dirty="0">
                <a:ea typeface="新細明體" charset="-120"/>
                <a:cs typeface="+mn-cs"/>
              </a:rPr>
            </a:br>
            <a:r>
              <a:rPr lang="en-AU" altLang="zh-TW" b="0" baseline="0" dirty="0">
                <a:ea typeface="新細明體" charset="-120"/>
                <a:cs typeface="+mn-cs"/>
              </a:rPr>
              <a:t>and my spirit rejoices in God my </a:t>
            </a:r>
            <a:r>
              <a:rPr lang="en-AU" altLang="zh-TW" b="0" baseline="0" dirty="0" err="1">
                <a:ea typeface="新細明體" charset="-120"/>
                <a:cs typeface="+mn-cs"/>
              </a:rPr>
              <a:t>Savior</a:t>
            </a:r>
            <a:r>
              <a:rPr lang="en-AU" altLang="zh-TW" b="0" baseline="0" dirty="0">
                <a:ea typeface="新細明體" charset="-120"/>
                <a:cs typeface="+mn-cs"/>
              </a:rPr>
              <a:t>,</a:t>
            </a:r>
            <a:br>
              <a:rPr lang="en-AU" altLang="zh-TW" b="0" baseline="0" dirty="0">
                <a:ea typeface="新細明體" charset="-120"/>
                <a:cs typeface="+mn-cs"/>
              </a:rPr>
            </a:br>
            <a:r>
              <a:rPr lang="en-AU" altLang="zh-TW" b="0" baseline="0" dirty="0">
                <a:ea typeface="新細明體" charset="-120"/>
                <a:cs typeface="+mn-cs"/>
              </a:rPr>
              <a:t>for he has looked on the humble estate of his servant.</a:t>
            </a:r>
            <a:br>
              <a:rPr lang="en-AU" altLang="zh-TW" b="0" baseline="0" dirty="0">
                <a:ea typeface="新細明體" charset="-120"/>
                <a:cs typeface="+mn-cs"/>
              </a:rPr>
            </a:br>
            <a:r>
              <a:rPr lang="en-AU" altLang="zh-TW" b="0" baseline="0" dirty="0">
                <a:ea typeface="新細明體" charset="-120"/>
                <a:cs typeface="+mn-cs"/>
              </a:rPr>
              <a:t>For behold, from now on all generations </a:t>
            </a:r>
            <a:br>
              <a:rPr lang="en-AU" altLang="zh-TW" b="0" baseline="0" dirty="0">
                <a:ea typeface="新細明體" charset="-120"/>
                <a:cs typeface="+mn-cs"/>
              </a:rPr>
            </a:br>
            <a:r>
              <a:rPr lang="en-AU" altLang="zh-TW" b="0" baseline="0" dirty="0">
                <a:ea typeface="新細明體" charset="-120"/>
                <a:cs typeface="+mn-cs"/>
              </a:rPr>
              <a:t>will call me blessed;</a:t>
            </a:r>
            <a:br>
              <a:rPr lang="en-AU" altLang="zh-TW" b="0" baseline="0" dirty="0">
                <a:ea typeface="新細明體" charset="-120"/>
                <a:cs typeface="+mn-cs"/>
              </a:rPr>
            </a:br>
            <a:r>
              <a:rPr lang="en-AU" altLang="zh-TW" b="0" baseline="0" dirty="0">
                <a:ea typeface="新細明體" charset="-120"/>
                <a:cs typeface="+mn-cs"/>
              </a:rPr>
              <a:t>for he who is mighty has done great things for me,</a:t>
            </a:r>
            <a:br>
              <a:rPr lang="en-AU" altLang="zh-TW" b="0" baseline="0" dirty="0">
                <a:ea typeface="新細明體" charset="-120"/>
                <a:cs typeface="+mn-cs"/>
              </a:rPr>
            </a:br>
            <a:r>
              <a:rPr lang="en-AU" altLang="zh-TW" b="0" baseline="0" dirty="0">
                <a:ea typeface="新細明體" charset="-120"/>
                <a:cs typeface="+mn-cs"/>
              </a:rPr>
              <a:t>and holy is his name….</a:t>
            </a:r>
            <a:br>
              <a:rPr lang="en-AU" altLang="zh-TW" b="0" baseline="0" dirty="0">
                <a:ea typeface="新細明體" charset="-120"/>
                <a:cs typeface="+mn-cs"/>
              </a:rPr>
            </a:br>
            <a:endParaRPr lang="en-AU" altLang="zh-TW" b="0" baseline="0" dirty="0">
              <a:ea typeface="新細明體" charset="-120"/>
              <a:cs typeface="+mn-cs"/>
            </a:endParaRPr>
          </a:p>
          <a:p>
            <a:pPr>
              <a:defRPr/>
            </a:pPr>
            <a:r>
              <a:rPr lang="en-AU" altLang="zh-TW" b="0" baseline="0" dirty="0">
                <a:ea typeface="新細明體" charset="-120"/>
                <a:cs typeface="+mn-cs"/>
              </a:rPr>
              <a:t>…he has filled the hungry with good things,</a:t>
            </a:r>
            <a:br>
              <a:rPr lang="en-AU" altLang="zh-TW" b="0" baseline="0" dirty="0">
                <a:ea typeface="新細明體" charset="-120"/>
                <a:cs typeface="+mn-cs"/>
              </a:rPr>
            </a:br>
            <a:r>
              <a:rPr lang="en-AU" altLang="zh-TW" b="0" baseline="0" dirty="0">
                <a:ea typeface="新細明體" charset="-120"/>
                <a:cs typeface="+mn-cs"/>
              </a:rPr>
              <a:t>and the rich he has sent away empty.</a:t>
            </a:r>
            <a:br>
              <a:rPr lang="en-AU" altLang="zh-TW" b="0" baseline="0" dirty="0">
                <a:ea typeface="新細明體" charset="-120"/>
                <a:cs typeface="+mn-cs"/>
              </a:rPr>
            </a:br>
            <a:r>
              <a:rPr lang="en-AU" altLang="zh-TW" b="0" baseline="0" dirty="0">
                <a:ea typeface="新細明體" charset="-120"/>
                <a:cs typeface="+mn-cs"/>
              </a:rPr>
              <a:t>He has helped his servant Israel,</a:t>
            </a:r>
            <a:br>
              <a:rPr lang="en-AU" altLang="zh-TW" b="0" baseline="0" dirty="0">
                <a:ea typeface="新細明體" charset="-120"/>
                <a:cs typeface="+mn-cs"/>
              </a:rPr>
            </a:br>
            <a:r>
              <a:rPr lang="en-AU" altLang="zh-TW" b="0" baseline="0" dirty="0">
                <a:ea typeface="新細明體" charset="-120"/>
                <a:cs typeface="+mn-cs"/>
              </a:rPr>
              <a:t>in remembrance of his mercy,</a:t>
            </a:r>
            <a:br>
              <a:rPr lang="en-AU" altLang="zh-TW" b="0" baseline="0" dirty="0">
                <a:ea typeface="新細明體" charset="-120"/>
                <a:cs typeface="+mn-cs"/>
              </a:rPr>
            </a:br>
            <a:r>
              <a:rPr lang="en-AU" altLang="zh-TW" b="0" baseline="0" dirty="0">
                <a:ea typeface="新細明體" charset="-120"/>
                <a:cs typeface="+mn-cs"/>
              </a:rPr>
              <a:t>as he spoke to our fathers,</a:t>
            </a:r>
            <a:br>
              <a:rPr lang="en-AU" altLang="zh-TW" b="0" baseline="0" dirty="0">
                <a:ea typeface="新細明體" charset="-120"/>
                <a:cs typeface="+mn-cs"/>
              </a:rPr>
            </a:br>
            <a:r>
              <a:rPr lang="en-AU" altLang="zh-TW" b="0" baseline="0" dirty="0">
                <a:ea typeface="新細明體" charset="-120"/>
                <a:cs typeface="+mn-cs"/>
              </a:rPr>
              <a:t>to Abraham and to his offspring forever.” Amen</a:t>
            </a:r>
            <a:endParaRPr lang="en-AU" b="0" baseline="0" dirty="0">
              <a:cs typeface="+mn-cs"/>
            </a:endParaRPr>
          </a:p>
        </p:txBody>
      </p:sp>
      <p:sp>
        <p:nvSpPr>
          <p:cNvPr id="57353" name="TextBox 1"/>
          <p:cNvSpPr txBox="1">
            <a:spLocks noChangeArrowheads="1"/>
          </p:cNvSpPr>
          <p:nvPr/>
        </p:nvSpPr>
        <p:spPr bwMode="auto">
          <a:xfrm>
            <a:off x="539750" y="842963"/>
            <a:ext cx="8208963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AU" altLang="zh-TW" sz="2400" i="1" baseline="0">
                <a:ea typeface="PMingLiU" pitchFamily="18" charset="-120"/>
              </a:rPr>
              <a:t>Final Prayer – </a:t>
            </a:r>
          </a:p>
          <a:p>
            <a:pPr algn="ctr"/>
            <a:r>
              <a:rPr lang="en-AU" altLang="zh-TW" sz="2400" i="1" baseline="0">
                <a:ea typeface="PMingLiU" pitchFamily="18" charset="-120"/>
              </a:rPr>
              <a:t>Mary’s Song (The Magnificat) - Luke 1:46</a:t>
            </a:r>
          </a:p>
          <a:p>
            <a:endParaRPr lang="en-AU" sz="2400"/>
          </a:p>
        </p:txBody>
      </p:sp>
      <p:pic>
        <p:nvPicPr>
          <p:cNvPr id="57354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72225" y="1947863"/>
            <a:ext cx="2481263" cy="316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ext Box 6"/>
          <p:cNvSpPr txBox="1">
            <a:spLocks noChangeArrowheads="1"/>
          </p:cNvSpPr>
          <p:nvPr/>
        </p:nvSpPr>
        <p:spPr bwMode="auto">
          <a:xfrm>
            <a:off x="336550" y="2060575"/>
            <a:ext cx="6264275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AU" sz="3600" b="0"/>
              <a:t>Every nation, every tribe,</a:t>
            </a:r>
          </a:p>
          <a:p>
            <a:pPr>
              <a:lnSpc>
                <a:spcPct val="150000"/>
              </a:lnSpc>
            </a:pPr>
            <a:r>
              <a:rPr lang="en-AU" sz="3600" b="0"/>
              <a:t>come together to worship You.</a:t>
            </a:r>
          </a:p>
          <a:p>
            <a:pPr>
              <a:lnSpc>
                <a:spcPct val="150000"/>
              </a:lnSpc>
            </a:pPr>
            <a:r>
              <a:rPr lang="en-AU" sz="3600" b="0"/>
              <a:t>In Your presence we delight,</a:t>
            </a:r>
          </a:p>
          <a:p>
            <a:pPr>
              <a:lnSpc>
                <a:spcPct val="150000"/>
              </a:lnSpc>
            </a:pPr>
            <a:r>
              <a:rPr lang="en-AU" sz="3600" b="0"/>
              <a:t>we will follow to the ends of the earth.</a:t>
            </a:r>
          </a:p>
        </p:txBody>
      </p:sp>
      <p:sp>
        <p:nvSpPr>
          <p:cNvPr id="58370" name="Text Box 7"/>
          <p:cNvSpPr txBox="1">
            <a:spLocks noChangeArrowheads="1"/>
          </p:cNvSpPr>
          <p:nvPr/>
        </p:nvSpPr>
        <p:spPr bwMode="auto">
          <a:xfrm>
            <a:off x="319088" y="1003300"/>
            <a:ext cx="60531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3200" i="1" baseline="0"/>
              <a:t>Receive the Power</a:t>
            </a:r>
            <a:endParaRPr lang="en-AU" sz="3200" b="0" baseline="0"/>
          </a:p>
        </p:txBody>
      </p:sp>
      <p:sp>
        <p:nvSpPr>
          <p:cNvPr id="58371" name="AutoShape 11" descr="2Q=="/>
          <p:cNvSpPr>
            <a:spLocks noChangeAspect="1" noChangeArrowheads="1"/>
          </p:cNvSpPr>
          <p:nvPr/>
        </p:nvSpPr>
        <p:spPr bwMode="auto">
          <a:xfrm>
            <a:off x="57150" y="46038"/>
            <a:ext cx="23907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58372" name="AutoShape 13" descr="2Q=="/>
          <p:cNvSpPr>
            <a:spLocks noChangeAspect="1" noChangeArrowheads="1"/>
          </p:cNvSpPr>
          <p:nvPr/>
        </p:nvSpPr>
        <p:spPr bwMode="auto">
          <a:xfrm>
            <a:off x="3376613" y="2471738"/>
            <a:ext cx="23907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58373" name="AutoShape 15" descr="2Q=="/>
          <p:cNvSpPr>
            <a:spLocks noChangeAspect="1" noChangeArrowheads="1"/>
          </p:cNvSpPr>
          <p:nvPr/>
        </p:nvSpPr>
        <p:spPr bwMode="auto">
          <a:xfrm>
            <a:off x="3686175" y="2719388"/>
            <a:ext cx="177165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58374" name="Rectangle 24"/>
          <p:cNvSpPr>
            <a:spLocks noChangeArrowheads="1"/>
          </p:cNvSpPr>
          <p:nvPr/>
        </p:nvSpPr>
        <p:spPr bwMode="auto">
          <a:xfrm>
            <a:off x="0" y="612140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58375" name="Rectangle 25"/>
          <p:cNvSpPr>
            <a:spLocks noChangeArrowheads="1"/>
          </p:cNvSpPr>
          <p:nvPr/>
        </p:nvSpPr>
        <p:spPr bwMode="auto">
          <a:xfrm>
            <a:off x="0" y="6310313"/>
            <a:ext cx="9144000" cy="4318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58376" name="Rectangle 26"/>
          <p:cNvSpPr>
            <a:spLocks noChangeArrowheads="1"/>
          </p:cNvSpPr>
          <p:nvPr/>
        </p:nvSpPr>
        <p:spPr bwMode="auto">
          <a:xfrm>
            <a:off x="0" y="66706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58377" name="Rectangle 27"/>
          <p:cNvSpPr>
            <a:spLocks noChangeArrowheads="1"/>
          </p:cNvSpPr>
          <p:nvPr/>
        </p:nvSpPr>
        <p:spPr bwMode="auto">
          <a:xfrm>
            <a:off x="0" y="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58378" name="Rectangle 28"/>
          <p:cNvSpPr>
            <a:spLocks noChangeArrowheads="1"/>
          </p:cNvSpPr>
          <p:nvPr/>
        </p:nvSpPr>
        <p:spPr bwMode="auto">
          <a:xfrm>
            <a:off x="0" y="5492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58379" name="Rectangle 29"/>
          <p:cNvSpPr>
            <a:spLocks noChangeArrowheads="1"/>
          </p:cNvSpPr>
          <p:nvPr/>
        </p:nvSpPr>
        <p:spPr bwMode="auto">
          <a:xfrm>
            <a:off x="0" y="188913"/>
            <a:ext cx="9144000" cy="36036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pic>
        <p:nvPicPr>
          <p:cNvPr id="58380" name="Picture 1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83288" y="2762250"/>
            <a:ext cx="2505075" cy="278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ext Box 6"/>
          <p:cNvSpPr txBox="1">
            <a:spLocks noChangeArrowheads="1"/>
          </p:cNvSpPr>
          <p:nvPr/>
        </p:nvSpPr>
        <p:spPr bwMode="auto">
          <a:xfrm>
            <a:off x="411163" y="2505075"/>
            <a:ext cx="6550025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AU" sz="3600" b="0"/>
              <a:t>Alleluia! Alleluia!</a:t>
            </a:r>
          </a:p>
          <a:p>
            <a:pPr>
              <a:lnSpc>
                <a:spcPct val="150000"/>
              </a:lnSpc>
            </a:pPr>
            <a:r>
              <a:rPr lang="en-AU" sz="3600" b="0"/>
              <a:t>Receive the Power, from the Holy Spirit!</a:t>
            </a:r>
          </a:p>
          <a:p>
            <a:pPr>
              <a:lnSpc>
                <a:spcPct val="150000"/>
              </a:lnSpc>
            </a:pPr>
            <a:r>
              <a:rPr lang="en-AU" sz="3600" b="0"/>
              <a:t>Alleluia! Alleluia!</a:t>
            </a:r>
          </a:p>
          <a:p>
            <a:pPr>
              <a:lnSpc>
                <a:spcPct val="150000"/>
              </a:lnSpc>
            </a:pPr>
            <a:r>
              <a:rPr lang="en-AU" sz="3600" b="0"/>
              <a:t>Receive the Power to be a light unto the world!</a:t>
            </a:r>
          </a:p>
        </p:txBody>
      </p:sp>
      <p:sp>
        <p:nvSpPr>
          <p:cNvPr id="59394" name="AutoShape 11" descr="2Q=="/>
          <p:cNvSpPr>
            <a:spLocks noChangeAspect="1" noChangeArrowheads="1"/>
          </p:cNvSpPr>
          <p:nvPr/>
        </p:nvSpPr>
        <p:spPr bwMode="auto">
          <a:xfrm>
            <a:off x="57150" y="46038"/>
            <a:ext cx="23907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59395" name="AutoShape 15" descr="2Q=="/>
          <p:cNvSpPr>
            <a:spLocks noChangeAspect="1" noChangeArrowheads="1"/>
          </p:cNvSpPr>
          <p:nvPr/>
        </p:nvSpPr>
        <p:spPr bwMode="auto">
          <a:xfrm>
            <a:off x="3686175" y="2719388"/>
            <a:ext cx="177165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59396" name="AutoShape 20" descr="Z"/>
          <p:cNvSpPr>
            <a:spLocks noChangeAspect="1" noChangeArrowheads="1"/>
          </p:cNvSpPr>
          <p:nvPr/>
        </p:nvSpPr>
        <p:spPr bwMode="auto">
          <a:xfrm>
            <a:off x="3338513" y="2505075"/>
            <a:ext cx="2466975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59397" name="Rectangle 24"/>
          <p:cNvSpPr>
            <a:spLocks noChangeArrowheads="1"/>
          </p:cNvSpPr>
          <p:nvPr/>
        </p:nvSpPr>
        <p:spPr bwMode="auto">
          <a:xfrm>
            <a:off x="0" y="612140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59398" name="Rectangle 25"/>
          <p:cNvSpPr>
            <a:spLocks noChangeArrowheads="1"/>
          </p:cNvSpPr>
          <p:nvPr/>
        </p:nvSpPr>
        <p:spPr bwMode="auto">
          <a:xfrm>
            <a:off x="0" y="6310313"/>
            <a:ext cx="9144000" cy="4318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59399" name="Rectangle 26"/>
          <p:cNvSpPr>
            <a:spLocks noChangeArrowheads="1"/>
          </p:cNvSpPr>
          <p:nvPr/>
        </p:nvSpPr>
        <p:spPr bwMode="auto">
          <a:xfrm>
            <a:off x="0" y="66706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59400" name="Rectangle 27"/>
          <p:cNvSpPr>
            <a:spLocks noChangeArrowheads="1"/>
          </p:cNvSpPr>
          <p:nvPr/>
        </p:nvSpPr>
        <p:spPr bwMode="auto">
          <a:xfrm>
            <a:off x="0" y="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59401" name="Rectangle 28"/>
          <p:cNvSpPr>
            <a:spLocks noChangeArrowheads="1"/>
          </p:cNvSpPr>
          <p:nvPr/>
        </p:nvSpPr>
        <p:spPr bwMode="auto">
          <a:xfrm>
            <a:off x="0" y="5492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59402" name="Rectangle 29"/>
          <p:cNvSpPr>
            <a:spLocks noChangeArrowheads="1"/>
          </p:cNvSpPr>
          <p:nvPr/>
        </p:nvSpPr>
        <p:spPr bwMode="auto">
          <a:xfrm>
            <a:off x="0" y="188913"/>
            <a:ext cx="9144000" cy="36036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pic>
        <p:nvPicPr>
          <p:cNvPr id="59403" name="Picture 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56325" y="2289175"/>
            <a:ext cx="2771775" cy="184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404" name="Text Box 7"/>
          <p:cNvSpPr txBox="1">
            <a:spLocks noChangeArrowheads="1"/>
          </p:cNvSpPr>
          <p:nvPr/>
        </p:nvSpPr>
        <p:spPr bwMode="auto">
          <a:xfrm>
            <a:off x="319088" y="1003300"/>
            <a:ext cx="60531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3200" i="1" baseline="0"/>
              <a:t>Receive the Power</a:t>
            </a:r>
            <a:endParaRPr lang="en-AU" sz="3200" b="0" baseline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ext Box 6"/>
          <p:cNvSpPr txBox="1">
            <a:spLocks noChangeArrowheads="1"/>
          </p:cNvSpPr>
          <p:nvPr/>
        </p:nvSpPr>
        <p:spPr bwMode="auto">
          <a:xfrm>
            <a:off x="336550" y="2060575"/>
            <a:ext cx="6264275" cy="279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AU" sz="3600"/>
              <a:t>As Your Spirit calls to rise</a:t>
            </a:r>
            <a:br>
              <a:rPr lang="en-AU" sz="3600"/>
            </a:br>
            <a:r>
              <a:rPr lang="en-AU" sz="3600"/>
              <a:t>we will answer and do Your Will.</a:t>
            </a:r>
            <a:br>
              <a:rPr lang="en-AU" sz="3600"/>
            </a:br>
            <a:r>
              <a:rPr lang="en-AU" sz="3600"/>
              <a:t>We’ll forever testify</a:t>
            </a:r>
            <a:br>
              <a:rPr lang="en-AU" sz="3600"/>
            </a:br>
            <a:r>
              <a:rPr lang="en-AU" sz="3600"/>
              <a:t>of Your mercy and unfailing love.</a:t>
            </a:r>
            <a:br>
              <a:rPr lang="en-AU" sz="3600"/>
            </a:br>
            <a:endParaRPr lang="en-AU" sz="3600" b="0"/>
          </a:p>
        </p:txBody>
      </p:sp>
      <p:sp>
        <p:nvSpPr>
          <p:cNvPr id="60418" name="Text Box 7"/>
          <p:cNvSpPr txBox="1">
            <a:spLocks noChangeArrowheads="1"/>
          </p:cNvSpPr>
          <p:nvPr/>
        </p:nvSpPr>
        <p:spPr bwMode="auto">
          <a:xfrm>
            <a:off x="319088" y="1003300"/>
            <a:ext cx="60531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3200" i="1" baseline="0"/>
              <a:t>Receive the Power</a:t>
            </a:r>
            <a:endParaRPr lang="en-AU" sz="3200" b="0" baseline="0"/>
          </a:p>
        </p:txBody>
      </p:sp>
      <p:sp>
        <p:nvSpPr>
          <p:cNvPr id="60419" name="AutoShape 11" descr="2Q=="/>
          <p:cNvSpPr>
            <a:spLocks noChangeAspect="1" noChangeArrowheads="1"/>
          </p:cNvSpPr>
          <p:nvPr/>
        </p:nvSpPr>
        <p:spPr bwMode="auto">
          <a:xfrm>
            <a:off x="57150" y="46038"/>
            <a:ext cx="23907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60420" name="AutoShape 13" descr="2Q=="/>
          <p:cNvSpPr>
            <a:spLocks noChangeAspect="1" noChangeArrowheads="1"/>
          </p:cNvSpPr>
          <p:nvPr/>
        </p:nvSpPr>
        <p:spPr bwMode="auto">
          <a:xfrm>
            <a:off x="3376613" y="2471738"/>
            <a:ext cx="23907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60421" name="AutoShape 15" descr="2Q=="/>
          <p:cNvSpPr>
            <a:spLocks noChangeAspect="1" noChangeArrowheads="1"/>
          </p:cNvSpPr>
          <p:nvPr/>
        </p:nvSpPr>
        <p:spPr bwMode="auto">
          <a:xfrm>
            <a:off x="3686175" y="2719388"/>
            <a:ext cx="177165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60422" name="Rectangle 24"/>
          <p:cNvSpPr>
            <a:spLocks noChangeArrowheads="1"/>
          </p:cNvSpPr>
          <p:nvPr/>
        </p:nvSpPr>
        <p:spPr bwMode="auto">
          <a:xfrm>
            <a:off x="0" y="612140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23" name="Rectangle 25"/>
          <p:cNvSpPr>
            <a:spLocks noChangeArrowheads="1"/>
          </p:cNvSpPr>
          <p:nvPr/>
        </p:nvSpPr>
        <p:spPr bwMode="auto">
          <a:xfrm>
            <a:off x="0" y="6310313"/>
            <a:ext cx="9144000" cy="4318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24" name="Rectangle 26"/>
          <p:cNvSpPr>
            <a:spLocks noChangeArrowheads="1"/>
          </p:cNvSpPr>
          <p:nvPr/>
        </p:nvSpPr>
        <p:spPr bwMode="auto">
          <a:xfrm>
            <a:off x="0" y="66706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25" name="Rectangle 27"/>
          <p:cNvSpPr>
            <a:spLocks noChangeArrowheads="1"/>
          </p:cNvSpPr>
          <p:nvPr/>
        </p:nvSpPr>
        <p:spPr bwMode="auto">
          <a:xfrm>
            <a:off x="0" y="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26" name="Rectangle 28"/>
          <p:cNvSpPr>
            <a:spLocks noChangeArrowheads="1"/>
          </p:cNvSpPr>
          <p:nvPr/>
        </p:nvSpPr>
        <p:spPr bwMode="auto">
          <a:xfrm>
            <a:off x="0" y="5492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0427" name="Rectangle 29"/>
          <p:cNvSpPr>
            <a:spLocks noChangeArrowheads="1"/>
          </p:cNvSpPr>
          <p:nvPr/>
        </p:nvSpPr>
        <p:spPr bwMode="auto">
          <a:xfrm>
            <a:off x="0" y="188913"/>
            <a:ext cx="9144000" cy="36036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pic>
        <p:nvPicPr>
          <p:cNvPr id="60428" name="Picture 1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83288" y="2762250"/>
            <a:ext cx="2505075" cy="278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ext Box 6"/>
          <p:cNvSpPr txBox="1">
            <a:spLocks noChangeArrowheads="1"/>
          </p:cNvSpPr>
          <p:nvPr/>
        </p:nvSpPr>
        <p:spPr bwMode="auto">
          <a:xfrm>
            <a:off x="377825" y="2505075"/>
            <a:ext cx="6550025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AU" sz="3600" b="0"/>
              <a:t>Alleluia! Alleluia!</a:t>
            </a:r>
          </a:p>
          <a:p>
            <a:pPr>
              <a:lnSpc>
                <a:spcPct val="150000"/>
              </a:lnSpc>
            </a:pPr>
            <a:r>
              <a:rPr lang="en-AU" sz="3600" b="0"/>
              <a:t>Receive the Power, from the Holy Spirit!</a:t>
            </a:r>
          </a:p>
          <a:p>
            <a:pPr>
              <a:lnSpc>
                <a:spcPct val="150000"/>
              </a:lnSpc>
            </a:pPr>
            <a:r>
              <a:rPr lang="en-AU" sz="3600" b="0"/>
              <a:t>Alleluia! Alleluia!</a:t>
            </a:r>
          </a:p>
          <a:p>
            <a:pPr>
              <a:lnSpc>
                <a:spcPct val="150000"/>
              </a:lnSpc>
            </a:pPr>
            <a:r>
              <a:rPr lang="en-AU" sz="3600" b="0"/>
              <a:t>Receive the Power to be a light unto the world!</a:t>
            </a:r>
          </a:p>
        </p:txBody>
      </p:sp>
      <p:sp>
        <p:nvSpPr>
          <p:cNvPr id="61442" name="AutoShape 11" descr="2Q=="/>
          <p:cNvSpPr>
            <a:spLocks noChangeAspect="1" noChangeArrowheads="1"/>
          </p:cNvSpPr>
          <p:nvPr/>
        </p:nvSpPr>
        <p:spPr bwMode="auto">
          <a:xfrm>
            <a:off x="57150" y="46038"/>
            <a:ext cx="2390775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61443" name="AutoShape 15" descr="2Q=="/>
          <p:cNvSpPr>
            <a:spLocks noChangeAspect="1" noChangeArrowheads="1"/>
          </p:cNvSpPr>
          <p:nvPr/>
        </p:nvSpPr>
        <p:spPr bwMode="auto">
          <a:xfrm>
            <a:off x="3686175" y="2719388"/>
            <a:ext cx="177165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61444" name="AutoShape 20" descr="Z"/>
          <p:cNvSpPr>
            <a:spLocks noChangeAspect="1" noChangeArrowheads="1"/>
          </p:cNvSpPr>
          <p:nvPr/>
        </p:nvSpPr>
        <p:spPr bwMode="auto">
          <a:xfrm>
            <a:off x="3338513" y="2505075"/>
            <a:ext cx="2466975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b="0"/>
          </a:p>
        </p:txBody>
      </p:sp>
      <p:sp>
        <p:nvSpPr>
          <p:cNvPr id="61445" name="Rectangle 24"/>
          <p:cNvSpPr>
            <a:spLocks noChangeArrowheads="1"/>
          </p:cNvSpPr>
          <p:nvPr/>
        </p:nvSpPr>
        <p:spPr bwMode="auto">
          <a:xfrm>
            <a:off x="0" y="612140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1446" name="Rectangle 25"/>
          <p:cNvSpPr>
            <a:spLocks noChangeArrowheads="1"/>
          </p:cNvSpPr>
          <p:nvPr/>
        </p:nvSpPr>
        <p:spPr bwMode="auto">
          <a:xfrm>
            <a:off x="0" y="6310313"/>
            <a:ext cx="9144000" cy="4318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1447" name="Rectangle 26"/>
          <p:cNvSpPr>
            <a:spLocks noChangeArrowheads="1"/>
          </p:cNvSpPr>
          <p:nvPr/>
        </p:nvSpPr>
        <p:spPr bwMode="auto">
          <a:xfrm>
            <a:off x="0" y="66706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1448" name="Rectangle 27"/>
          <p:cNvSpPr>
            <a:spLocks noChangeArrowheads="1"/>
          </p:cNvSpPr>
          <p:nvPr/>
        </p:nvSpPr>
        <p:spPr bwMode="auto">
          <a:xfrm>
            <a:off x="0" y="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1449" name="Rectangle 28"/>
          <p:cNvSpPr>
            <a:spLocks noChangeArrowheads="1"/>
          </p:cNvSpPr>
          <p:nvPr/>
        </p:nvSpPr>
        <p:spPr bwMode="auto">
          <a:xfrm>
            <a:off x="0" y="5492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1450" name="Rectangle 29"/>
          <p:cNvSpPr>
            <a:spLocks noChangeArrowheads="1"/>
          </p:cNvSpPr>
          <p:nvPr/>
        </p:nvSpPr>
        <p:spPr bwMode="auto">
          <a:xfrm>
            <a:off x="0" y="188913"/>
            <a:ext cx="9144000" cy="36036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pic>
        <p:nvPicPr>
          <p:cNvPr id="61451" name="Picture 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27763" y="2289175"/>
            <a:ext cx="2771775" cy="184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52" name="Text Box 7"/>
          <p:cNvSpPr txBox="1">
            <a:spLocks noChangeArrowheads="1"/>
          </p:cNvSpPr>
          <p:nvPr/>
        </p:nvSpPr>
        <p:spPr bwMode="auto">
          <a:xfrm>
            <a:off x="319088" y="1003300"/>
            <a:ext cx="60531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3200" i="1" baseline="0"/>
              <a:t>Receive the Power</a:t>
            </a:r>
            <a:endParaRPr lang="en-AU" sz="3200" b="0" baseline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ChangeArrowheads="1"/>
          </p:cNvSpPr>
          <p:nvPr/>
        </p:nvSpPr>
        <p:spPr bwMode="auto">
          <a:xfrm>
            <a:off x="0" y="612140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2466" name="Rectangle 3"/>
          <p:cNvSpPr>
            <a:spLocks noChangeArrowheads="1"/>
          </p:cNvSpPr>
          <p:nvPr/>
        </p:nvSpPr>
        <p:spPr bwMode="auto">
          <a:xfrm>
            <a:off x="0" y="6310313"/>
            <a:ext cx="9144000" cy="43180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2467" name="Rectangle 4"/>
          <p:cNvSpPr>
            <a:spLocks noChangeArrowheads="1"/>
          </p:cNvSpPr>
          <p:nvPr/>
        </p:nvSpPr>
        <p:spPr bwMode="auto">
          <a:xfrm>
            <a:off x="0" y="66706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2468" name="Rectangle 5"/>
          <p:cNvSpPr>
            <a:spLocks noChangeArrowheads="1"/>
          </p:cNvSpPr>
          <p:nvPr/>
        </p:nvSpPr>
        <p:spPr bwMode="auto">
          <a:xfrm>
            <a:off x="0" y="0"/>
            <a:ext cx="9144000" cy="404813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2469" name="Rectangle 6"/>
          <p:cNvSpPr>
            <a:spLocks noChangeArrowheads="1"/>
          </p:cNvSpPr>
          <p:nvPr/>
        </p:nvSpPr>
        <p:spPr bwMode="auto">
          <a:xfrm>
            <a:off x="0" y="549275"/>
            <a:ext cx="9144000" cy="187325"/>
          </a:xfrm>
          <a:prstGeom prst="rect">
            <a:avLst/>
          </a:prstGeom>
          <a:solidFill>
            <a:srgbClr val="FA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2470" name="Rectangle 7"/>
          <p:cNvSpPr>
            <a:spLocks noChangeArrowheads="1"/>
          </p:cNvSpPr>
          <p:nvPr/>
        </p:nvSpPr>
        <p:spPr bwMode="auto">
          <a:xfrm>
            <a:off x="0" y="188913"/>
            <a:ext cx="9144000" cy="360362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62471" name="Title 1"/>
          <p:cNvSpPr>
            <a:spLocks noGrp="1"/>
          </p:cNvSpPr>
          <p:nvPr>
            <p:ph type="title"/>
          </p:nvPr>
        </p:nvSpPr>
        <p:spPr>
          <a:xfrm>
            <a:off x="457200" y="736600"/>
            <a:ext cx="8229600" cy="1143000"/>
          </a:xfrm>
        </p:spPr>
        <p:txBody>
          <a:bodyPr/>
          <a:lstStyle/>
          <a:p>
            <a:r>
              <a:rPr lang="en-AU" sz="3800" smtClean="0"/>
              <a:t>Despedidas (Leaving-takings)</a:t>
            </a:r>
          </a:p>
        </p:txBody>
      </p:sp>
      <p:sp>
        <p:nvSpPr>
          <p:cNvPr id="62472" name="Content Placeholder 2"/>
          <p:cNvSpPr>
            <a:spLocks noGrp="1"/>
          </p:cNvSpPr>
          <p:nvPr>
            <p:ph idx="1"/>
          </p:nvPr>
        </p:nvSpPr>
        <p:spPr>
          <a:xfrm>
            <a:off x="457200" y="1784350"/>
            <a:ext cx="8229600" cy="4525963"/>
          </a:xfrm>
        </p:spPr>
        <p:txBody>
          <a:bodyPr/>
          <a:lstStyle/>
          <a:p>
            <a:r>
              <a:rPr lang="en-AU" smtClean="0"/>
              <a:t>Adi</a:t>
            </a:r>
            <a:r>
              <a:rPr lang="es-ES" smtClean="0"/>
              <a:t>ó</a:t>
            </a:r>
            <a:r>
              <a:rPr lang="en-AU" smtClean="0"/>
              <a:t>s</a:t>
            </a:r>
          </a:p>
          <a:p>
            <a:r>
              <a:rPr lang="en-AU" smtClean="0"/>
              <a:t>Chao</a:t>
            </a:r>
          </a:p>
          <a:p>
            <a:r>
              <a:rPr lang="en-AU" smtClean="0"/>
              <a:t>Hasta luego</a:t>
            </a:r>
          </a:p>
          <a:p>
            <a:r>
              <a:rPr lang="en-AU" smtClean="0"/>
              <a:t>Hasta manana</a:t>
            </a:r>
          </a:p>
          <a:p>
            <a:r>
              <a:rPr lang="en-AU" smtClean="0"/>
              <a:t>Hasta pronto</a:t>
            </a:r>
          </a:p>
          <a:p>
            <a:r>
              <a:rPr lang="en-AU" smtClean="0"/>
              <a:t>Hasta la vista</a:t>
            </a:r>
          </a:p>
          <a:p>
            <a:r>
              <a:rPr lang="en-AU" smtClean="0"/>
              <a:t>Nos vemos</a:t>
            </a:r>
          </a:p>
        </p:txBody>
      </p:sp>
      <p:sp>
        <p:nvSpPr>
          <p:cNvPr id="62473" name="TextBox 3"/>
          <p:cNvSpPr txBox="1">
            <a:spLocks noChangeArrowheads="1"/>
          </p:cNvSpPr>
          <p:nvPr/>
        </p:nvSpPr>
        <p:spPr bwMode="auto">
          <a:xfrm>
            <a:off x="5581650" y="5086350"/>
            <a:ext cx="367188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2400"/>
              <a:t>La Sagrada Familia Church, Barcelona</a:t>
            </a:r>
            <a:endParaRPr lang="en-AU" sz="2400" b="0"/>
          </a:p>
        </p:txBody>
      </p:sp>
      <p:sp>
        <p:nvSpPr>
          <p:cNvPr id="62474" name="Text Box 12"/>
          <p:cNvSpPr txBox="1">
            <a:spLocks noChangeArrowheads="1"/>
          </p:cNvSpPr>
          <p:nvPr/>
        </p:nvSpPr>
        <p:spPr bwMode="auto">
          <a:xfrm>
            <a:off x="2987675" y="2420938"/>
            <a:ext cx="20161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/>
              <a:t>Have a banana</a:t>
            </a:r>
          </a:p>
        </p:txBody>
      </p:sp>
      <p:sp>
        <p:nvSpPr>
          <p:cNvPr id="62475" name="Line 13"/>
          <p:cNvSpPr>
            <a:spLocks noChangeShapeType="1"/>
          </p:cNvSpPr>
          <p:nvPr/>
        </p:nvSpPr>
        <p:spPr bwMode="auto">
          <a:xfrm flipH="1">
            <a:off x="3492500" y="2781300"/>
            <a:ext cx="21590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6247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3075" y="2030413"/>
            <a:ext cx="2874963" cy="288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89" name="Group 3"/>
          <p:cNvGrpSpPr>
            <a:grpSpLocks/>
          </p:cNvGrpSpPr>
          <p:nvPr/>
        </p:nvGrpSpPr>
        <p:grpSpPr bwMode="auto">
          <a:xfrm>
            <a:off x="93663" y="198438"/>
            <a:ext cx="9050337" cy="6335712"/>
            <a:chOff x="-2412776" y="11893"/>
            <a:chExt cx="9144000" cy="6402413"/>
          </a:xfrm>
        </p:grpSpPr>
        <p:pic>
          <p:nvPicPr>
            <p:cNvPr id="63490" name="Picture 3" descr="C:\Users\Jo\Documents\joanna's Documents\other things\CCC\WYD 2011\Formation Course\Session 12_ copy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2412776" y="11893"/>
              <a:ext cx="9144000" cy="64024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3491" name="TextBox 5"/>
            <p:cNvSpPr txBox="1">
              <a:spLocks noChangeArrowheads="1"/>
            </p:cNvSpPr>
            <p:nvPr/>
          </p:nvSpPr>
          <p:spPr bwMode="auto">
            <a:xfrm>
              <a:off x="-1297160" y="2028117"/>
              <a:ext cx="3240360" cy="7489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AU" sz="3200" b="0" u="sng">
                  <a:latin typeface="Lucida Handwriting" pitchFamily="66" charset="0"/>
                </a:rPr>
                <a:t>SESSION 12</a:t>
              </a:r>
            </a:p>
            <a:p>
              <a:r>
                <a:rPr lang="en-AU" sz="3200" b="0">
                  <a:latin typeface="Lucida Handwriting" pitchFamily="66" charset="0"/>
                </a:rPr>
                <a:t>COME IN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3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200" y="153988"/>
            <a:ext cx="8761413" cy="657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514" name="Text Box 6"/>
          <p:cNvSpPr txBox="1">
            <a:spLocks noChangeArrowheads="1"/>
          </p:cNvSpPr>
          <p:nvPr/>
        </p:nvSpPr>
        <p:spPr bwMode="auto">
          <a:xfrm>
            <a:off x="1619250" y="4076700"/>
            <a:ext cx="6121400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500" baseline="0">
                <a:solidFill>
                  <a:srgbClr val="FF0000"/>
                </a:solidFill>
              </a:rPr>
              <a:t>Last Sweet n’ Sour Course </a:t>
            </a:r>
            <a:br>
              <a:rPr lang="en-AU" sz="2500" baseline="0">
                <a:solidFill>
                  <a:srgbClr val="FF0000"/>
                </a:solidFill>
              </a:rPr>
            </a:br>
            <a:r>
              <a:rPr lang="en-AU" sz="2500" b="0" baseline="0">
                <a:solidFill>
                  <a:srgbClr val="FF0000"/>
                </a:solidFill>
              </a:rPr>
              <a:t>Wednesday 27th July, 7:59pm</a:t>
            </a:r>
          </a:p>
        </p:txBody>
      </p:sp>
      <p:sp>
        <p:nvSpPr>
          <p:cNvPr id="64515" name="Text Box 6"/>
          <p:cNvSpPr txBox="1">
            <a:spLocks noChangeArrowheads="1"/>
          </p:cNvSpPr>
          <p:nvPr/>
        </p:nvSpPr>
        <p:spPr bwMode="auto">
          <a:xfrm>
            <a:off x="1284288" y="1125538"/>
            <a:ext cx="6121400" cy="123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500" baseline="0">
                <a:solidFill>
                  <a:srgbClr val="FF0000"/>
                </a:solidFill>
              </a:rPr>
              <a:t>Youth Group AGM</a:t>
            </a:r>
            <a:br>
              <a:rPr lang="en-AU" sz="2500" baseline="0">
                <a:solidFill>
                  <a:srgbClr val="FF0000"/>
                </a:solidFill>
              </a:rPr>
            </a:br>
            <a:r>
              <a:rPr lang="en-AU" sz="2500" b="0" baseline="0">
                <a:solidFill>
                  <a:srgbClr val="FF0000"/>
                </a:solidFill>
              </a:rPr>
              <a:t>Sunday 17th July, 12:30pm</a:t>
            </a:r>
            <a:br>
              <a:rPr lang="en-AU" sz="2500" b="0" baseline="0">
                <a:solidFill>
                  <a:srgbClr val="FF0000"/>
                </a:solidFill>
              </a:rPr>
            </a:br>
            <a:r>
              <a:rPr lang="en-AU" sz="2500" b="0" baseline="0">
                <a:solidFill>
                  <a:srgbClr val="FF0000"/>
                </a:solidFill>
              </a:rPr>
              <a:t>CCC Hall</a:t>
            </a:r>
          </a:p>
        </p:txBody>
      </p:sp>
      <p:sp>
        <p:nvSpPr>
          <p:cNvPr id="64516" name="Text Box 6"/>
          <p:cNvSpPr txBox="1">
            <a:spLocks noChangeArrowheads="1"/>
          </p:cNvSpPr>
          <p:nvPr/>
        </p:nvSpPr>
        <p:spPr bwMode="auto">
          <a:xfrm>
            <a:off x="1557338" y="5084763"/>
            <a:ext cx="6121400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500" baseline="0">
                <a:solidFill>
                  <a:srgbClr val="F20000"/>
                </a:solidFill>
              </a:rPr>
              <a:t>Days In Dioceses</a:t>
            </a:r>
            <a:br>
              <a:rPr lang="en-AU" sz="2500" baseline="0">
                <a:solidFill>
                  <a:srgbClr val="F20000"/>
                </a:solidFill>
              </a:rPr>
            </a:br>
            <a:r>
              <a:rPr lang="en-AU" sz="2500" b="0" baseline="0">
                <a:solidFill>
                  <a:srgbClr val="F20000"/>
                </a:solidFill>
              </a:rPr>
              <a:t>Friday 5</a:t>
            </a:r>
            <a:r>
              <a:rPr lang="en-AU" sz="2500" b="0" baseline="30000">
                <a:solidFill>
                  <a:srgbClr val="F20000"/>
                </a:solidFill>
              </a:rPr>
              <a:t>th</a:t>
            </a:r>
            <a:r>
              <a:rPr lang="en-AU" sz="2500" b="0" baseline="0">
                <a:solidFill>
                  <a:srgbClr val="F20000"/>
                </a:solidFill>
              </a:rPr>
              <a:t> August, 10am</a:t>
            </a:r>
          </a:p>
        </p:txBody>
      </p:sp>
      <p:sp>
        <p:nvSpPr>
          <p:cNvPr id="64517" name="Text Box 6"/>
          <p:cNvSpPr txBox="1">
            <a:spLocks noChangeArrowheads="1"/>
          </p:cNvSpPr>
          <p:nvPr/>
        </p:nvSpPr>
        <p:spPr bwMode="auto">
          <a:xfrm>
            <a:off x="1462088" y="2576513"/>
            <a:ext cx="6121400" cy="123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2500" baseline="0">
                <a:solidFill>
                  <a:srgbClr val="F20000"/>
                </a:solidFill>
              </a:rPr>
              <a:t>Commission Mass &amp; Spanish Party</a:t>
            </a:r>
            <a:br>
              <a:rPr lang="en-AU" sz="2500" baseline="0">
                <a:solidFill>
                  <a:srgbClr val="F20000"/>
                </a:solidFill>
              </a:rPr>
            </a:br>
            <a:r>
              <a:rPr lang="en-AU" sz="2500" b="0" baseline="0">
                <a:solidFill>
                  <a:srgbClr val="F20000"/>
                </a:solidFill>
              </a:rPr>
              <a:t>Sunday 24th July, 10:45pm</a:t>
            </a:r>
            <a:br>
              <a:rPr lang="en-AU" sz="2500" b="0" baseline="0">
                <a:solidFill>
                  <a:srgbClr val="F20000"/>
                </a:solidFill>
              </a:rPr>
            </a:br>
            <a:r>
              <a:rPr lang="en-AU" sz="2500" b="0" baseline="0">
                <a:solidFill>
                  <a:srgbClr val="F20000"/>
                </a:solidFill>
              </a:rPr>
              <a:t>CCC church and hall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5510</TotalTime>
  <Words>984</Words>
  <Application>Microsoft Office PowerPoint</Application>
  <PresentationFormat>On-screen Show (4:3)</PresentationFormat>
  <Paragraphs>197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Design Template</vt:lpstr>
      </vt:variant>
      <vt:variant>
        <vt:i4>13</vt:i4>
      </vt:variant>
      <vt:variant>
        <vt:lpstr>Slide Titles</vt:lpstr>
      </vt:variant>
      <vt:variant>
        <vt:i4>38</vt:i4>
      </vt:variant>
    </vt:vector>
  </HeadingPairs>
  <TitlesOfParts>
    <vt:vector size="57" baseType="lpstr">
      <vt:lpstr>Arial</vt:lpstr>
      <vt:lpstr>Calibri</vt:lpstr>
      <vt:lpstr>Lucida Handwriting</vt:lpstr>
      <vt:lpstr>굴림</vt:lpstr>
      <vt:lpstr>Tekton Pro</vt:lpstr>
      <vt:lpstr>PMingLiU</vt:lpstr>
      <vt:lpstr>Default Design</vt:lpstr>
      <vt:lpstr>1_Default Design</vt:lpstr>
      <vt:lpstr>1_Default Design</vt:lpstr>
      <vt:lpstr>1_Default Design</vt:lpstr>
      <vt:lpstr>1_Default Design</vt:lpstr>
      <vt:lpstr>1_Default Design</vt:lpstr>
      <vt:lpstr>1_Default Design</vt:lpstr>
      <vt:lpstr>1_Default Design</vt:lpstr>
      <vt:lpstr>1_Default Design</vt:lpstr>
      <vt:lpstr>1_Default Design</vt:lpstr>
      <vt:lpstr>1_Default Design</vt:lpstr>
      <vt:lpstr>1_Default Design</vt:lpstr>
      <vt:lpstr>1_Default Design</vt:lpstr>
      <vt:lpstr>Slide 1</vt:lpstr>
      <vt:lpstr>Slide 2</vt:lpstr>
      <vt:lpstr>Slide 3</vt:lpstr>
      <vt:lpstr>Slide 4</vt:lpstr>
      <vt:lpstr>Slide 5</vt:lpstr>
      <vt:lpstr>Las Direcciones  [Finding directions] </vt:lpstr>
      <vt:lpstr>Slide 7</vt:lpstr>
      <vt:lpstr>Slide 8</vt:lpstr>
      <vt:lpstr>Are we aware</vt:lpstr>
      <vt:lpstr>How we spend our </vt:lpstr>
      <vt:lpstr>you make</vt:lpstr>
      <vt:lpstr>The things we</vt:lpstr>
      <vt:lpstr>How is the way you dress:</vt:lpstr>
      <vt:lpstr>How we use our time…</vt:lpstr>
      <vt:lpstr>Our</vt:lpstr>
      <vt:lpstr>How we treat</vt:lpstr>
      <vt:lpstr>Often how we</vt:lpstr>
      <vt:lpstr>Our relationship with people…</vt:lpstr>
      <vt:lpstr>How we live every day is already speaking volumes to the world  -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Despedidas (Leaving-takings)</vt:lpstr>
      <vt:lpstr>Slide 37</vt:lpstr>
      <vt:lpstr>Slide 38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Lawrence</dc:creator>
  <cp:lastModifiedBy>Publication Perspectives</cp:lastModifiedBy>
  <cp:revision>248</cp:revision>
  <dcterms:created xsi:type="dcterms:W3CDTF">2011-01-26T17:46:16Z</dcterms:created>
  <dcterms:modified xsi:type="dcterms:W3CDTF">2011-07-23T01:37:01Z</dcterms:modified>
</cp:coreProperties>
</file>
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Default Extension="docx" ContentType="application/vnd.openxmlformats-officedocument.wordprocessingml.document"/>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6"/>
  </p:notesMasterIdLst>
  <p:sldIdLst>
    <p:sldId id="256" r:id="rId2"/>
    <p:sldId id="257" r:id="rId3"/>
    <p:sldId id="278" r:id="rId4"/>
    <p:sldId id="277" r:id="rId5"/>
    <p:sldId id="281" r:id="rId6"/>
    <p:sldId id="287" r:id="rId7"/>
    <p:sldId id="288" r:id="rId8"/>
    <p:sldId id="279" r:id="rId9"/>
    <p:sldId id="290" r:id="rId10"/>
    <p:sldId id="291" r:id="rId11"/>
    <p:sldId id="292" r:id="rId12"/>
    <p:sldId id="293" r:id="rId13"/>
    <p:sldId id="296" r:id="rId14"/>
    <p:sldId id="294" r:id="rId15"/>
    <p:sldId id="295" r:id="rId16"/>
    <p:sldId id="268" r:id="rId17"/>
    <p:sldId id="280" r:id="rId18"/>
    <p:sldId id="282" r:id="rId19"/>
    <p:sldId id="276" r:id="rId20"/>
    <p:sldId id="285" r:id="rId21"/>
    <p:sldId id="286" r:id="rId22"/>
    <p:sldId id="289" r:id="rId23"/>
    <p:sldId id="283" r:id="rId24"/>
    <p:sldId id="284" r:id="rId25"/>
  </p:sldIdLst>
  <p:sldSz cx="9144000" cy="6858000" type="screen4x3"/>
  <p:notesSz cx="6858000" cy="9144000"/>
  <p:defaultTextStyle>
    <a:defPPr>
      <a:defRPr lang="es-ES_trad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0"/>
    <a:srgbClr val="0033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83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2B6CD4E-F165-FF4B-9781-FE233A2E6465}" type="datetimeFigureOut">
              <a:rPr lang="es-ES_tradnl" smtClean="0"/>
              <a:pPr/>
              <a:t>14/12/2011</a:t>
            </a:fld>
            <a:endParaRPr lang="es-ES_tradnl"/>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PT" smtClean="0"/>
              <a:t>Haga clic para modificar el estilo de texto del patrón</a:t>
            </a:r>
          </a:p>
          <a:p>
            <a:pPr lvl="1"/>
            <a:r>
              <a:rPr lang="pt-PT" smtClean="0"/>
              <a:t>Segundo nivel</a:t>
            </a:r>
          </a:p>
          <a:p>
            <a:pPr lvl="2"/>
            <a:r>
              <a:rPr lang="pt-PT" smtClean="0"/>
              <a:t>Tercer nivel</a:t>
            </a:r>
          </a:p>
          <a:p>
            <a:pPr lvl="3"/>
            <a:r>
              <a:rPr lang="pt-PT" smtClean="0"/>
              <a:t>Cuarto nivel</a:t>
            </a:r>
          </a:p>
          <a:p>
            <a:pPr lvl="4"/>
            <a:r>
              <a:rPr lang="pt-PT" smtClean="0"/>
              <a:t>Quinto nivel</a:t>
            </a:r>
            <a:endParaRPr lang="es-ES_tradnl"/>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15E036-5983-B443-92E7-B57633DDE09A}" type="slidenum">
              <a:rPr lang="es-ES_tradnl" smtClean="0"/>
              <a:pPr/>
              <a:t>‹#›</a:t>
            </a:fld>
            <a:endParaRPr lang="es-ES_tradnl"/>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415E036-5983-B443-92E7-B57633DDE09A}" type="slidenum">
              <a:rPr lang="es-ES_tradnl" smtClean="0"/>
              <a:pPr/>
              <a:t>5</a:t>
            </a:fld>
            <a:endParaRPr lang="es-ES_trad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a:bodyPr>
          <a:lstStyle/>
          <a:p>
            <a:endParaRPr lang="es-ES_tradnl" dirty="0"/>
          </a:p>
        </p:txBody>
      </p:sp>
      <p:sp>
        <p:nvSpPr>
          <p:cNvPr id="4" name="Marcador de número de diapositiva 3"/>
          <p:cNvSpPr>
            <a:spLocks noGrp="1"/>
          </p:cNvSpPr>
          <p:nvPr>
            <p:ph type="sldNum" sz="quarter" idx="10"/>
          </p:nvPr>
        </p:nvSpPr>
        <p:spPr/>
        <p:txBody>
          <a:bodyPr/>
          <a:lstStyle/>
          <a:p>
            <a:fld id="{A415E036-5983-B443-92E7-B57633DDE09A}" type="slidenum">
              <a:rPr lang="es-ES_tradnl" smtClean="0"/>
              <a:pPr/>
              <a:t>13</a:t>
            </a:fld>
            <a:endParaRPr lang="es-ES_tradn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p:spPr>
        <p:txBody>
          <a:bodyPr/>
          <a:lstStyle/>
          <a:p>
            <a:fld id="{28001D01-F4BA-429B-A40F-BC061AEFBA54}" type="slidenum">
              <a:rPr lang="en-US" smtClean="0"/>
              <a:pPr/>
              <a:t>16</a:t>
            </a:fld>
            <a:endParaRPr lang="en-US" smtClean="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8" name="Título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pt-PT" smtClean="0"/>
              <a:t>Clic para editar título</a:t>
            </a:r>
            <a:endParaRPr kumimoji="0" lang="en-US"/>
          </a:p>
        </p:txBody>
      </p:sp>
      <p:sp>
        <p:nvSpPr>
          <p:cNvPr id="9" name="Subtítulo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pt-PT" smtClean="0"/>
              <a:t>Haga clic para modificar el estilo de subtítulo del patrón</a:t>
            </a:r>
            <a:endParaRPr kumimoji="0" lang="en-US"/>
          </a:p>
        </p:txBody>
      </p:sp>
      <p:sp>
        <p:nvSpPr>
          <p:cNvPr id="28" name="Marcador de fecha 27"/>
          <p:cNvSpPr>
            <a:spLocks noGrp="1"/>
          </p:cNvSpPr>
          <p:nvPr>
            <p:ph type="dt" sz="half" idx="10"/>
          </p:nvPr>
        </p:nvSpPr>
        <p:spPr>
          <a:xfrm>
            <a:off x="6400800" y="6355080"/>
            <a:ext cx="2286000" cy="365760"/>
          </a:xfrm>
        </p:spPr>
        <p:txBody>
          <a:bodyPr/>
          <a:lstStyle>
            <a:lvl1pPr>
              <a:defRPr sz="1400"/>
            </a:lvl1pPr>
          </a:lstStyle>
          <a:p>
            <a:fld id="{D0EE38E8-BAB9-4249-8F06-689CAFBF6BFC}" type="datetimeFigureOut">
              <a:rPr lang="es-ES_tradnl" smtClean="0"/>
              <a:pPr/>
              <a:t>14/12/2011</a:t>
            </a:fld>
            <a:endParaRPr lang="es-ES_tradnl"/>
          </a:p>
        </p:txBody>
      </p:sp>
      <p:sp>
        <p:nvSpPr>
          <p:cNvPr id="17" name="Marcador de pie de página 16"/>
          <p:cNvSpPr>
            <a:spLocks noGrp="1"/>
          </p:cNvSpPr>
          <p:nvPr>
            <p:ph type="ftr" sz="quarter" idx="11"/>
          </p:nvPr>
        </p:nvSpPr>
        <p:spPr>
          <a:xfrm>
            <a:off x="2898648" y="6355080"/>
            <a:ext cx="3474720" cy="365760"/>
          </a:xfrm>
        </p:spPr>
        <p:txBody>
          <a:bodyPr/>
          <a:lstStyle/>
          <a:p>
            <a:endParaRPr lang="es-ES_tradnl"/>
          </a:p>
        </p:txBody>
      </p:sp>
      <p:sp>
        <p:nvSpPr>
          <p:cNvPr id="29" name="Marcador de número de diapositiva 28"/>
          <p:cNvSpPr>
            <a:spLocks noGrp="1"/>
          </p:cNvSpPr>
          <p:nvPr>
            <p:ph type="sldNum" sz="quarter" idx="12"/>
          </p:nvPr>
        </p:nvSpPr>
        <p:spPr>
          <a:xfrm>
            <a:off x="1216152" y="6355080"/>
            <a:ext cx="1219200" cy="365760"/>
          </a:xfrm>
        </p:spPr>
        <p:txBody>
          <a:bodyPr/>
          <a:lstStyle/>
          <a:p>
            <a:fld id="{E7655BC1-8407-7D4C-BC56-3A5CDED79C5C}" type="slidenum">
              <a:rPr lang="es-ES_tradnl" smtClean="0"/>
              <a:pPr/>
              <a:t>‹#›</a:t>
            </a:fld>
            <a:endParaRPr lang="es-ES_tradnl"/>
          </a:p>
        </p:txBody>
      </p:sp>
      <p:sp>
        <p:nvSpPr>
          <p:cNvPr id="21" name="Rectángulo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ángulo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ángulo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ángulo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PT" smtClean="0"/>
              <a:t>Clic para editar título</a:t>
            </a:r>
            <a:endParaRPr kumimoji="0" lang="en-US"/>
          </a:p>
        </p:txBody>
      </p:sp>
      <p:sp>
        <p:nvSpPr>
          <p:cNvPr id="4" name="Marcador de fecha 3"/>
          <p:cNvSpPr>
            <a:spLocks noGrp="1"/>
          </p:cNvSpPr>
          <p:nvPr>
            <p:ph type="dt" sz="half" idx="10"/>
          </p:nvPr>
        </p:nvSpPr>
        <p:spPr/>
        <p:txBody>
          <a:bodyPr/>
          <a:lstStyle/>
          <a:p>
            <a:fld id="{D0EE38E8-BAB9-4249-8F06-689CAFBF6BFC}" type="datetimeFigureOut">
              <a:rPr lang="es-ES_tradnl" smtClean="0"/>
              <a:pPr/>
              <a:t>14/12/2011</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E7655BC1-8407-7D4C-BC56-3A5CDED79C5C}" type="slidenum">
              <a:rPr lang="es-ES_tradnl" smtClean="0"/>
              <a:pPr/>
              <a:t>‹#›</a:t>
            </a:fld>
            <a:endParaRPr lang="es-ES_tradnl"/>
          </a:p>
        </p:txBody>
      </p:sp>
      <p:sp>
        <p:nvSpPr>
          <p:cNvPr id="8" name="Marcador de contenido 7"/>
          <p:cNvSpPr>
            <a:spLocks noGrp="1"/>
          </p:cNvSpPr>
          <p:nvPr>
            <p:ph sz="quarter" idx="1"/>
          </p:nvPr>
        </p:nvSpPr>
        <p:spPr>
          <a:xfrm>
            <a:off x="457200" y="1219200"/>
            <a:ext cx="8229600" cy="4937760"/>
          </a:xfrm>
        </p:spPr>
        <p:txBody>
          <a:bodyPr/>
          <a:lstStyle/>
          <a:p>
            <a:pPr lvl="0" eaLnBrk="1" latinLnBrk="0" hangingPunct="1"/>
            <a:r>
              <a:rPr lang="pt-PT" smtClean="0"/>
              <a:t>Haga clic para modificar el estilo de texto del patrón</a:t>
            </a:r>
          </a:p>
          <a:p>
            <a:pPr lvl="1" eaLnBrk="1" latinLnBrk="0" hangingPunct="1"/>
            <a:r>
              <a:rPr lang="pt-PT" smtClean="0"/>
              <a:t>Segundo nivel</a:t>
            </a:r>
          </a:p>
          <a:p>
            <a:pPr lvl="2" eaLnBrk="1" latinLnBrk="0" hangingPunct="1"/>
            <a:r>
              <a:rPr lang="pt-PT" smtClean="0"/>
              <a:t>Tercer nivel</a:t>
            </a:r>
          </a:p>
          <a:p>
            <a:pPr lvl="3" eaLnBrk="1" latinLnBrk="0" hangingPunct="1"/>
            <a:r>
              <a:rPr lang="pt-PT" smtClean="0"/>
              <a:t>Cuarto nivel</a:t>
            </a:r>
          </a:p>
          <a:p>
            <a:pPr lvl="4" eaLnBrk="1" latinLnBrk="0" hangingPunct="1"/>
            <a:r>
              <a:rPr lang="pt-PT"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ítulo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pt-PT" smtClean="0"/>
              <a:t>Clic para editar título</a:t>
            </a:r>
            <a:endParaRPr kumimoji="0" lang="en-US"/>
          </a:p>
        </p:txBody>
      </p:sp>
      <p:sp>
        <p:nvSpPr>
          <p:cNvPr id="3" name="Marcador de texto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pt-PT" smtClean="0"/>
              <a:t>Haga clic para modificar el estilo de texto del patrón</a:t>
            </a:r>
          </a:p>
        </p:txBody>
      </p:sp>
      <p:sp>
        <p:nvSpPr>
          <p:cNvPr id="4" name="Marcador de fecha 3"/>
          <p:cNvSpPr>
            <a:spLocks noGrp="1"/>
          </p:cNvSpPr>
          <p:nvPr>
            <p:ph type="dt" sz="half" idx="10"/>
          </p:nvPr>
        </p:nvSpPr>
        <p:spPr>
          <a:xfrm>
            <a:off x="6400800" y="6355080"/>
            <a:ext cx="2286000" cy="365760"/>
          </a:xfrm>
        </p:spPr>
        <p:txBody>
          <a:bodyPr/>
          <a:lstStyle/>
          <a:p>
            <a:fld id="{D0EE38E8-BAB9-4249-8F06-689CAFBF6BFC}" type="datetimeFigureOut">
              <a:rPr lang="es-ES_tradnl" smtClean="0"/>
              <a:pPr/>
              <a:t>14/12/2011</a:t>
            </a:fld>
            <a:endParaRPr lang="es-ES_tradnl"/>
          </a:p>
        </p:txBody>
      </p:sp>
      <p:sp>
        <p:nvSpPr>
          <p:cNvPr id="5" name="Marcador de pie de página 4"/>
          <p:cNvSpPr>
            <a:spLocks noGrp="1"/>
          </p:cNvSpPr>
          <p:nvPr>
            <p:ph type="ftr" sz="quarter" idx="11"/>
          </p:nvPr>
        </p:nvSpPr>
        <p:spPr>
          <a:xfrm>
            <a:off x="2898648" y="6355080"/>
            <a:ext cx="3474720" cy="365760"/>
          </a:xfrm>
        </p:spPr>
        <p:txBody>
          <a:bodyPr/>
          <a:lstStyle/>
          <a:p>
            <a:endParaRPr lang="es-ES_tradnl"/>
          </a:p>
        </p:txBody>
      </p:sp>
      <p:sp>
        <p:nvSpPr>
          <p:cNvPr id="6" name="Marcador de número de diapositiva 5"/>
          <p:cNvSpPr>
            <a:spLocks noGrp="1"/>
          </p:cNvSpPr>
          <p:nvPr>
            <p:ph type="sldNum" sz="quarter" idx="12"/>
          </p:nvPr>
        </p:nvSpPr>
        <p:spPr>
          <a:xfrm>
            <a:off x="1069848" y="6355080"/>
            <a:ext cx="1520952" cy="365760"/>
          </a:xfrm>
        </p:spPr>
        <p:txBody>
          <a:bodyPr/>
          <a:lstStyle/>
          <a:p>
            <a:fld id="{E7655BC1-8407-7D4C-BC56-3A5CDED79C5C}" type="slidenum">
              <a:rPr lang="es-ES_tradnl" smtClean="0"/>
              <a:pPr/>
              <a:t>‹#›</a:t>
            </a:fld>
            <a:endParaRPr lang="es-ES_tradnl"/>
          </a:p>
        </p:txBody>
      </p:sp>
      <p:sp>
        <p:nvSpPr>
          <p:cNvPr id="7" name="Rectángulo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ángulo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228600"/>
            <a:ext cx="8229600" cy="914400"/>
          </a:xfrm>
        </p:spPr>
        <p:txBody>
          <a:bodyPr/>
          <a:lstStyle/>
          <a:p>
            <a:r>
              <a:rPr kumimoji="0" lang="pt-PT" smtClean="0"/>
              <a:t>Clic para editar título</a:t>
            </a:r>
            <a:endParaRPr kumimoji="0" lang="en-US"/>
          </a:p>
        </p:txBody>
      </p:sp>
      <p:sp>
        <p:nvSpPr>
          <p:cNvPr id="5" name="Marcador de fecha 4"/>
          <p:cNvSpPr>
            <a:spLocks noGrp="1"/>
          </p:cNvSpPr>
          <p:nvPr>
            <p:ph type="dt" sz="half" idx="10"/>
          </p:nvPr>
        </p:nvSpPr>
        <p:spPr/>
        <p:txBody>
          <a:bodyPr/>
          <a:lstStyle/>
          <a:p>
            <a:fld id="{D0EE38E8-BAB9-4249-8F06-689CAFBF6BFC}" type="datetimeFigureOut">
              <a:rPr lang="es-ES_tradnl" smtClean="0"/>
              <a:pPr/>
              <a:t>14/12/2011</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E7655BC1-8407-7D4C-BC56-3A5CDED79C5C}" type="slidenum">
              <a:rPr lang="es-ES_tradnl" smtClean="0"/>
              <a:pPr/>
              <a:t>‹#›</a:t>
            </a:fld>
            <a:endParaRPr lang="es-ES_tradnl"/>
          </a:p>
        </p:txBody>
      </p:sp>
      <p:sp>
        <p:nvSpPr>
          <p:cNvPr id="9" name="Marcador de contenido 8"/>
          <p:cNvSpPr>
            <a:spLocks noGrp="1"/>
          </p:cNvSpPr>
          <p:nvPr>
            <p:ph sz="quarter" idx="1"/>
          </p:nvPr>
        </p:nvSpPr>
        <p:spPr>
          <a:xfrm>
            <a:off x="457200" y="1219200"/>
            <a:ext cx="4041648" cy="4937760"/>
          </a:xfrm>
        </p:spPr>
        <p:txBody>
          <a:bodyPr/>
          <a:lstStyle/>
          <a:p>
            <a:pPr lvl="0" eaLnBrk="1" latinLnBrk="0" hangingPunct="1"/>
            <a:r>
              <a:rPr lang="pt-PT" smtClean="0"/>
              <a:t>Haga clic para modificar el estilo de texto del patrón</a:t>
            </a:r>
          </a:p>
          <a:p>
            <a:pPr lvl="1" eaLnBrk="1" latinLnBrk="0" hangingPunct="1"/>
            <a:r>
              <a:rPr lang="pt-PT" smtClean="0"/>
              <a:t>Segundo nivel</a:t>
            </a:r>
          </a:p>
          <a:p>
            <a:pPr lvl="2" eaLnBrk="1" latinLnBrk="0" hangingPunct="1"/>
            <a:r>
              <a:rPr lang="pt-PT" smtClean="0"/>
              <a:t>Tercer nivel</a:t>
            </a:r>
          </a:p>
          <a:p>
            <a:pPr lvl="3" eaLnBrk="1" latinLnBrk="0" hangingPunct="1"/>
            <a:r>
              <a:rPr lang="pt-PT" smtClean="0"/>
              <a:t>Cuarto nivel</a:t>
            </a:r>
          </a:p>
          <a:p>
            <a:pPr lvl="4" eaLnBrk="1" latinLnBrk="0" hangingPunct="1"/>
            <a:r>
              <a:rPr lang="pt-PT" smtClean="0"/>
              <a:t>Quinto nivel</a:t>
            </a:r>
            <a:endParaRPr kumimoji="0" lang="en-US"/>
          </a:p>
        </p:txBody>
      </p:sp>
      <p:sp>
        <p:nvSpPr>
          <p:cNvPr id="11" name="Marcador de contenido 10"/>
          <p:cNvSpPr>
            <a:spLocks noGrp="1"/>
          </p:cNvSpPr>
          <p:nvPr>
            <p:ph sz="quarter" idx="2"/>
          </p:nvPr>
        </p:nvSpPr>
        <p:spPr>
          <a:xfrm>
            <a:off x="4632198" y="1216152"/>
            <a:ext cx="4041648" cy="4937760"/>
          </a:xfrm>
        </p:spPr>
        <p:txBody>
          <a:bodyPr/>
          <a:lstStyle/>
          <a:p>
            <a:pPr lvl="0" eaLnBrk="1" latinLnBrk="0" hangingPunct="1"/>
            <a:r>
              <a:rPr lang="pt-PT" smtClean="0"/>
              <a:t>Haga clic para modificar el estilo de texto del patrón</a:t>
            </a:r>
          </a:p>
          <a:p>
            <a:pPr lvl="1" eaLnBrk="1" latinLnBrk="0" hangingPunct="1"/>
            <a:r>
              <a:rPr lang="pt-PT" smtClean="0"/>
              <a:t>Segundo nivel</a:t>
            </a:r>
          </a:p>
          <a:p>
            <a:pPr lvl="2" eaLnBrk="1" latinLnBrk="0" hangingPunct="1"/>
            <a:r>
              <a:rPr lang="pt-PT" smtClean="0"/>
              <a:t>Tercer nivel</a:t>
            </a:r>
          </a:p>
          <a:p>
            <a:pPr lvl="3" eaLnBrk="1" latinLnBrk="0" hangingPunct="1"/>
            <a:r>
              <a:rPr lang="pt-PT" smtClean="0"/>
              <a:t>Cuarto nivel</a:t>
            </a:r>
          </a:p>
          <a:p>
            <a:pPr lvl="4" eaLnBrk="1" latinLnBrk="0" hangingPunct="1"/>
            <a:r>
              <a:rPr lang="pt-PT"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228600"/>
            <a:ext cx="8229600" cy="914400"/>
          </a:xfrm>
        </p:spPr>
        <p:txBody>
          <a:bodyPr anchor="ctr"/>
          <a:lstStyle>
            <a:lvl1pPr>
              <a:defRPr/>
            </a:lvl1pPr>
          </a:lstStyle>
          <a:p>
            <a:r>
              <a:rPr kumimoji="0" lang="pt-PT" smtClean="0"/>
              <a:t>Clic para editar título</a:t>
            </a:r>
            <a:endParaRPr kumimoji="0" lang="en-US"/>
          </a:p>
        </p:txBody>
      </p:sp>
      <p:sp>
        <p:nvSpPr>
          <p:cNvPr id="3" name="Marcador de texto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pt-PT" smtClean="0"/>
              <a:t>Haga clic para modificar el estilo de texto del patrón</a:t>
            </a:r>
          </a:p>
        </p:txBody>
      </p:sp>
      <p:sp>
        <p:nvSpPr>
          <p:cNvPr id="4" name="Marcador de texto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pt-PT" smtClean="0"/>
              <a:t>Haga clic para modificar el estilo de texto del patrón</a:t>
            </a:r>
          </a:p>
        </p:txBody>
      </p:sp>
      <p:sp>
        <p:nvSpPr>
          <p:cNvPr id="7" name="Marcador de fecha 6"/>
          <p:cNvSpPr>
            <a:spLocks noGrp="1"/>
          </p:cNvSpPr>
          <p:nvPr>
            <p:ph type="dt" sz="half" idx="10"/>
          </p:nvPr>
        </p:nvSpPr>
        <p:spPr/>
        <p:txBody>
          <a:bodyPr/>
          <a:lstStyle/>
          <a:p>
            <a:fld id="{D0EE38E8-BAB9-4249-8F06-689CAFBF6BFC}" type="datetimeFigureOut">
              <a:rPr lang="es-ES_tradnl" smtClean="0"/>
              <a:pPr/>
              <a:t>14/12/2011</a:t>
            </a:fld>
            <a:endParaRPr lang="es-ES_tradnl"/>
          </a:p>
        </p:txBody>
      </p:sp>
      <p:sp>
        <p:nvSpPr>
          <p:cNvPr id="8" name="Marcador de pie de página 7"/>
          <p:cNvSpPr>
            <a:spLocks noGrp="1"/>
          </p:cNvSpPr>
          <p:nvPr>
            <p:ph type="ftr" sz="quarter" idx="11"/>
          </p:nvPr>
        </p:nvSpPr>
        <p:spPr/>
        <p:txBody>
          <a:bodyPr/>
          <a:lstStyle/>
          <a:p>
            <a:endParaRPr lang="es-ES_tradnl"/>
          </a:p>
        </p:txBody>
      </p:sp>
      <p:sp>
        <p:nvSpPr>
          <p:cNvPr id="9" name="Marcador de número de diapositiva 8"/>
          <p:cNvSpPr>
            <a:spLocks noGrp="1"/>
          </p:cNvSpPr>
          <p:nvPr>
            <p:ph type="sldNum" sz="quarter" idx="12"/>
          </p:nvPr>
        </p:nvSpPr>
        <p:spPr/>
        <p:txBody>
          <a:bodyPr/>
          <a:lstStyle/>
          <a:p>
            <a:fld id="{E7655BC1-8407-7D4C-BC56-3A5CDED79C5C}" type="slidenum">
              <a:rPr lang="es-ES_tradnl" smtClean="0"/>
              <a:pPr/>
              <a:t>‹#›</a:t>
            </a:fld>
            <a:endParaRPr lang="es-ES_tradnl"/>
          </a:p>
        </p:txBody>
      </p:sp>
      <p:sp>
        <p:nvSpPr>
          <p:cNvPr id="11" name="Marcador de contenido 10"/>
          <p:cNvSpPr>
            <a:spLocks noGrp="1"/>
          </p:cNvSpPr>
          <p:nvPr>
            <p:ph sz="quarter" idx="2"/>
          </p:nvPr>
        </p:nvSpPr>
        <p:spPr>
          <a:xfrm>
            <a:off x="457200" y="2133600"/>
            <a:ext cx="4038600" cy="4038600"/>
          </a:xfrm>
        </p:spPr>
        <p:txBody>
          <a:bodyPr/>
          <a:lstStyle/>
          <a:p>
            <a:pPr lvl="0" eaLnBrk="1" latinLnBrk="0" hangingPunct="1"/>
            <a:r>
              <a:rPr lang="pt-PT" smtClean="0"/>
              <a:t>Haga clic para modificar el estilo de texto del patrón</a:t>
            </a:r>
          </a:p>
          <a:p>
            <a:pPr lvl="1" eaLnBrk="1" latinLnBrk="0" hangingPunct="1"/>
            <a:r>
              <a:rPr lang="pt-PT" smtClean="0"/>
              <a:t>Segundo nivel</a:t>
            </a:r>
          </a:p>
          <a:p>
            <a:pPr lvl="2" eaLnBrk="1" latinLnBrk="0" hangingPunct="1"/>
            <a:r>
              <a:rPr lang="pt-PT" smtClean="0"/>
              <a:t>Tercer nivel</a:t>
            </a:r>
          </a:p>
          <a:p>
            <a:pPr lvl="3" eaLnBrk="1" latinLnBrk="0" hangingPunct="1"/>
            <a:r>
              <a:rPr lang="pt-PT" smtClean="0"/>
              <a:t>Cuarto nivel</a:t>
            </a:r>
          </a:p>
          <a:p>
            <a:pPr lvl="4" eaLnBrk="1" latinLnBrk="0" hangingPunct="1"/>
            <a:r>
              <a:rPr lang="pt-PT" smtClean="0"/>
              <a:t>Quinto nivel</a:t>
            </a:r>
            <a:endParaRPr kumimoji="0" lang="en-US"/>
          </a:p>
        </p:txBody>
      </p:sp>
      <p:sp>
        <p:nvSpPr>
          <p:cNvPr id="13" name="Marcador de contenido 12"/>
          <p:cNvSpPr>
            <a:spLocks noGrp="1"/>
          </p:cNvSpPr>
          <p:nvPr>
            <p:ph sz="quarter" idx="4"/>
          </p:nvPr>
        </p:nvSpPr>
        <p:spPr>
          <a:xfrm>
            <a:off x="4648200" y="2133600"/>
            <a:ext cx="4038600" cy="4038600"/>
          </a:xfrm>
        </p:spPr>
        <p:txBody>
          <a:bodyPr/>
          <a:lstStyle/>
          <a:p>
            <a:pPr lvl="0" eaLnBrk="1" latinLnBrk="0" hangingPunct="1"/>
            <a:r>
              <a:rPr lang="pt-PT" smtClean="0"/>
              <a:t>Haga clic para modificar el estilo de texto del patrón</a:t>
            </a:r>
          </a:p>
          <a:p>
            <a:pPr lvl="1" eaLnBrk="1" latinLnBrk="0" hangingPunct="1"/>
            <a:r>
              <a:rPr lang="pt-PT" smtClean="0"/>
              <a:t>Segundo nivel</a:t>
            </a:r>
          </a:p>
          <a:p>
            <a:pPr lvl="2" eaLnBrk="1" latinLnBrk="0" hangingPunct="1"/>
            <a:r>
              <a:rPr lang="pt-PT" smtClean="0"/>
              <a:t>Tercer nivel</a:t>
            </a:r>
          </a:p>
          <a:p>
            <a:pPr lvl="3" eaLnBrk="1" latinLnBrk="0" hangingPunct="1"/>
            <a:r>
              <a:rPr lang="pt-PT" smtClean="0"/>
              <a:t>Cuarto nivel</a:t>
            </a:r>
          </a:p>
          <a:p>
            <a:pPr lvl="4" eaLnBrk="1" latinLnBrk="0" hangingPunct="1"/>
            <a:r>
              <a:rPr lang="pt-PT"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28600"/>
            <a:ext cx="8229600" cy="914400"/>
          </a:xfrm>
        </p:spPr>
        <p:txBody>
          <a:bodyPr/>
          <a:lstStyle/>
          <a:p>
            <a:r>
              <a:rPr kumimoji="0" lang="pt-PT" smtClean="0"/>
              <a:t>Clic para editar título</a:t>
            </a:r>
            <a:endParaRPr kumimoji="0" lang="en-US"/>
          </a:p>
        </p:txBody>
      </p:sp>
      <p:sp>
        <p:nvSpPr>
          <p:cNvPr id="3" name="Marcador de fecha 2"/>
          <p:cNvSpPr>
            <a:spLocks noGrp="1"/>
          </p:cNvSpPr>
          <p:nvPr>
            <p:ph type="dt" sz="half" idx="10"/>
          </p:nvPr>
        </p:nvSpPr>
        <p:spPr/>
        <p:txBody>
          <a:bodyPr/>
          <a:lstStyle/>
          <a:p>
            <a:fld id="{D0EE38E8-BAB9-4249-8F06-689CAFBF6BFC}" type="datetimeFigureOut">
              <a:rPr lang="es-ES_tradnl" smtClean="0"/>
              <a:pPr/>
              <a:t>14/12/2011</a:t>
            </a:fld>
            <a:endParaRPr lang="es-ES_tradnl"/>
          </a:p>
        </p:txBody>
      </p:sp>
      <p:sp>
        <p:nvSpPr>
          <p:cNvPr id="4" name="Marcador de pie de página 3"/>
          <p:cNvSpPr>
            <a:spLocks noGrp="1"/>
          </p:cNvSpPr>
          <p:nvPr>
            <p:ph type="ftr" sz="quarter" idx="11"/>
          </p:nvPr>
        </p:nvSpPr>
        <p:spPr/>
        <p:txBody>
          <a:bodyPr/>
          <a:lstStyle/>
          <a:p>
            <a:endParaRPr lang="es-ES_tradnl"/>
          </a:p>
        </p:txBody>
      </p:sp>
      <p:sp>
        <p:nvSpPr>
          <p:cNvPr id="5" name="Marcador de número de diapositiva 4"/>
          <p:cNvSpPr>
            <a:spLocks noGrp="1"/>
          </p:cNvSpPr>
          <p:nvPr>
            <p:ph type="sldNum" sz="quarter" idx="12"/>
          </p:nvPr>
        </p:nvSpPr>
        <p:spPr/>
        <p:txBody>
          <a:bodyPr/>
          <a:lstStyle/>
          <a:p>
            <a:fld id="{E7655BC1-8407-7D4C-BC56-3A5CDED79C5C}" type="slidenum">
              <a:rPr lang="es-ES_tradnl" smtClean="0"/>
              <a:pPr/>
              <a:t>‹#›</a:t>
            </a:fld>
            <a:endParaRPr lang="es-ES_tradnl"/>
          </a:p>
        </p:txBody>
      </p:sp>
      <p:sp>
        <p:nvSpPr>
          <p:cNvPr id="6" name="Triángulo isósceles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D0EE38E8-BAB9-4249-8F06-689CAFBF6BFC}" type="datetimeFigureOut">
              <a:rPr lang="es-ES_tradnl" smtClean="0"/>
              <a:pPr/>
              <a:t>14/12/2011</a:t>
            </a:fld>
            <a:endParaRPr lang="es-ES_tradnl"/>
          </a:p>
        </p:txBody>
      </p:sp>
      <p:sp>
        <p:nvSpPr>
          <p:cNvPr id="3" name="Marcador de pie de página 2"/>
          <p:cNvSpPr>
            <a:spLocks noGrp="1"/>
          </p:cNvSpPr>
          <p:nvPr>
            <p:ph type="ftr" sz="quarter" idx="11"/>
          </p:nvPr>
        </p:nvSpPr>
        <p:spPr/>
        <p:txBody>
          <a:bodyPr/>
          <a:lstStyle/>
          <a:p>
            <a:endParaRPr lang="es-ES_tradnl"/>
          </a:p>
        </p:txBody>
      </p:sp>
      <p:sp>
        <p:nvSpPr>
          <p:cNvPr id="4" name="Marcador de número de diapositiva 3"/>
          <p:cNvSpPr>
            <a:spLocks noGrp="1"/>
          </p:cNvSpPr>
          <p:nvPr>
            <p:ph type="sldNum" sz="quarter" idx="12"/>
          </p:nvPr>
        </p:nvSpPr>
        <p:spPr/>
        <p:txBody>
          <a:bodyPr/>
          <a:lstStyle/>
          <a:p>
            <a:fld id="{E7655BC1-8407-7D4C-BC56-3A5CDED79C5C}" type="slidenum">
              <a:rPr lang="es-ES_tradnl" smtClean="0"/>
              <a:pPr/>
              <a:t>‹#›</a:t>
            </a:fld>
            <a:endParaRPr lang="es-ES_tradnl"/>
          </a:p>
        </p:txBody>
      </p:sp>
      <p:sp>
        <p:nvSpPr>
          <p:cNvPr id="5" name="Conector recto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Triángulo isósceles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pt-PT" smtClean="0"/>
              <a:t>Clic para editar título</a:t>
            </a:r>
            <a:endParaRPr kumimoji="0" lang="en-US"/>
          </a:p>
        </p:txBody>
      </p:sp>
      <p:sp>
        <p:nvSpPr>
          <p:cNvPr id="3" name="Marcador de texto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pt-PT" smtClean="0"/>
              <a:t>Haga clic para modificar el estilo de texto del patrón</a:t>
            </a:r>
          </a:p>
        </p:txBody>
      </p:sp>
      <p:sp>
        <p:nvSpPr>
          <p:cNvPr id="5" name="Marcador de fecha 4"/>
          <p:cNvSpPr>
            <a:spLocks noGrp="1"/>
          </p:cNvSpPr>
          <p:nvPr>
            <p:ph type="dt" sz="half" idx="10"/>
          </p:nvPr>
        </p:nvSpPr>
        <p:spPr/>
        <p:txBody>
          <a:bodyPr/>
          <a:lstStyle/>
          <a:p>
            <a:fld id="{D0EE38E8-BAB9-4249-8F06-689CAFBF6BFC}" type="datetimeFigureOut">
              <a:rPr lang="es-ES_tradnl" smtClean="0"/>
              <a:pPr/>
              <a:t>14/12/2011</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E7655BC1-8407-7D4C-BC56-3A5CDED79C5C}" type="slidenum">
              <a:rPr lang="es-ES_tradnl" smtClean="0"/>
              <a:pPr/>
              <a:t>‹#›</a:t>
            </a:fld>
            <a:endParaRPr lang="es-ES_tradnl"/>
          </a:p>
        </p:txBody>
      </p:sp>
      <p:sp>
        <p:nvSpPr>
          <p:cNvPr id="8" name="Conector recto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Conector recto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Triángulo isósceles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Marcador de contenido 11"/>
          <p:cNvSpPr>
            <a:spLocks noGrp="1"/>
          </p:cNvSpPr>
          <p:nvPr>
            <p:ph sz="quarter" idx="1"/>
          </p:nvPr>
        </p:nvSpPr>
        <p:spPr>
          <a:xfrm>
            <a:off x="304800" y="304800"/>
            <a:ext cx="5715000" cy="5715000"/>
          </a:xfrm>
        </p:spPr>
        <p:txBody>
          <a:bodyPr/>
          <a:lstStyle/>
          <a:p>
            <a:pPr lvl="0" eaLnBrk="1" latinLnBrk="0" hangingPunct="1"/>
            <a:r>
              <a:rPr lang="pt-PT" smtClean="0"/>
              <a:t>Haga clic para modificar el estilo de texto del patrón</a:t>
            </a:r>
          </a:p>
          <a:p>
            <a:pPr lvl="1" eaLnBrk="1" latinLnBrk="0" hangingPunct="1"/>
            <a:r>
              <a:rPr lang="pt-PT" smtClean="0"/>
              <a:t>Segundo nivel</a:t>
            </a:r>
          </a:p>
          <a:p>
            <a:pPr lvl="2" eaLnBrk="1" latinLnBrk="0" hangingPunct="1"/>
            <a:r>
              <a:rPr lang="pt-PT" smtClean="0"/>
              <a:t>Tercer nivel</a:t>
            </a:r>
          </a:p>
          <a:p>
            <a:pPr lvl="3" eaLnBrk="1" latinLnBrk="0" hangingPunct="1"/>
            <a:r>
              <a:rPr lang="pt-PT" smtClean="0"/>
              <a:t>Cuarto nivel</a:t>
            </a:r>
          </a:p>
          <a:p>
            <a:pPr lvl="4" eaLnBrk="1" latinLnBrk="0" hangingPunct="1"/>
            <a:r>
              <a:rPr lang="pt-PT"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1">
        <a:schemeClr val="bg2"/>
      </p:bgRef>
    </p:bg>
    <p:spTree>
      <p:nvGrpSpPr>
        <p:cNvPr id="1" name=""/>
        <p:cNvGrpSpPr/>
        <p:nvPr/>
      </p:nvGrpSpPr>
      <p:grpSpPr>
        <a:xfrm>
          <a:off x="0" y="0"/>
          <a:ext cx="0" cy="0"/>
          <a:chOff x="0" y="0"/>
          <a:chExt cx="0" cy="0"/>
        </a:xfrm>
      </p:grpSpPr>
      <p:sp>
        <p:nvSpPr>
          <p:cNvPr id="2" name="Título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pt-PT" smtClean="0"/>
              <a:t>Clic para editar título</a:t>
            </a:r>
            <a:endParaRPr kumimoji="0" lang="en-US"/>
          </a:p>
        </p:txBody>
      </p:sp>
      <p:sp>
        <p:nvSpPr>
          <p:cNvPr id="3" name="Marcador de posición de imagen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pt-PT" smtClean="0"/>
              <a:t>Haga clic en el icono para agregar una imagen</a:t>
            </a:r>
            <a:endParaRPr kumimoji="0" lang="en-US"/>
          </a:p>
        </p:txBody>
      </p:sp>
      <p:sp>
        <p:nvSpPr>
          <p:cNvPr id="4" name="Marcador de texto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pt-PT" smtClean="0"/>
              <a:t>Haga clic para modificar el estilo de texto del patrón</a:t>
            </a:r>
          </a:p>
        </p:txBody>
      </p:sp>
      <p:sp>
        <p:nvSpPr>
          <p:cNvPr id="5" name="Marcador de fecha 4"/>
          <p:cNvSpPr>
            <a:spLocks noGrp="1"/>
          </p:cNvSpPr>
          <p:nvPr>
            <p:ph type="dt" sz="half" idx="10"/>
          </p:nvPr>
        </p:nvSpPr>
        <p:spPr/>
        <p:txBody>
          <a:bodyPr/>
          <a:lstStyle/>
          <a:p>
            <a:fld id="{D0EE38E8-BAB9-4249-8F06-689CAFBF6BFC}" type="datetimeFigureOut">
              <a:rPr lang="es-ES_tradnl" smtClean="0"/>
              <a:pPr/>
              <a:t>14/12/2011</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E7655BC1-8407-7D4C-BC56-3A5CDED79C5C}" type="slidenum">
              <a:rPr lang="es-ES_tradnl" smtClean="0"/>
              <a:pPr/>
              <a:t>‹#›</a:t>
            </a:fld>
            <a:endParaRPr lang="es-ES_tradnl"/>
          </a:p>
        </p:txBody>
      </p:sp>
      <p:sp>
        <p:nvSpPr>
          <p:cNvPr id="8" name="Conector recto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Triángulo isósceles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ángulo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PT" smtClean="0"/>
              <a:t>Clic para editar título</a:t>
            </a:r>
            <a:endParaRPr kumimoji="0" lang="en-US"/>
          </a:p>
        </p:txBody>
      </p:sp>
      <p:sp>
        <p:nvSpPr>
          <p:cNvPr id="3" name="Marcador de texto vertical 2"/>
          <p:cNvSpPr>
            <a:spLocks noGrp="1"/>
          </p:cNvSpPr>
          <p:nvPr>
            <p:ph type="body" orient="vert" idx="1"/>
          </p:nvPr>
        </p:nvSpPr>
        <p:spPr/>
        <p:txBody>
          <a:bodyPr vert="eaVert"/>
          <a:lstStyle/>
          <a:p>
            <a:pPr lvl="0" eaLnBrk="1" latinLnBrk="0" hangingPunct="1"/>
            <a:r>
              <a:rPr lang="pt-PT" smtClean="0"/>
              <a:t>Haga clic para modificar el estilo de texto del patrón</a:t>
            </a:r>
          </a:p>
          <a:p>
            <a:pPr lvl="1" eaLnBrk="1" latinLnBrk="0" hangingPunct="1"/>
            <a:r>
              <a:rPr lang="pt-PT" smtClean="0"/>
              <a:t>Segundo nivel</a:t>
            </a:r>
          </a:p>
          <a:p>
            <a:pPr lvl="2" eaLnBrk="1" latinLnBrk="0" hangingPunct="1"/>
            <a:r>
              <a:rPr lang="pt-PT" smtClean="0"/>
              <a:t>Tercer nivel</a:t>
            </a:r>
          </a:p>
          <a:p>
            <a:pPr lvl="3" eaLnBrk="1" latinLnBrk="0" hangingPunct="1"/>
            <a:r>
              <a:rPr lang="pt-PT" smtClean="0"/>
              <a:t>Cuarto nivel</a:t>
            </a:r>
          </a:p>
          <a:p>
            <a:pPr lvl="4" eaLnBrk="1" latinLnBrk="0" hangingPunct="1"/>
            <a:r>
              <a:rPr lang="pt-PT" smtClean="0"/>
              <a:t>Quinto nivel</a:t>
            </a:r>
            <a:endParaRPr kumimoji="0" lang="en-US"/>
          </a:p>
        </p:txBody>
      </p:sp>
      <p:sp>
        <p:nvSpPr>
          <p:cNvPr id="4" name="Marcador de fecha 3"/>
          <p:cNvSpPr>
            <a:spLocks noGrp="1"/>
          </p:cNvSpPr>
          <p:nvPr>
            <p:ph type="dt" sz="half" idx="10"/>
          </p:nvPr>
        </p:nvSpPr>
        <p:spPr/>
        <p:txBody>
          <a:bodyPr/>
          <a:lstStyle/>
          <a:p>
            <a:fld id="{D0EE38E8-BAB9-4249-8F06-689CAFBF6BFC}" type="datetimeFigureOut">
              <a:rPr lang="es-ES_tradnl" smtClean="0"/>
              <a:pPr/>
              <a:t>14/12/2011</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E7655BC1-8407-7D4C-BC56-3A5CDED79C5C}" type="slidenum">
              <a:rPr lang="es-ES_tradnl" smtClean="0"/>
              <a:pPr/>
              <a:t>‹#›</a:t>
            </a:fld>
            <a:endParaRPr lang="es-ES_trad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kumimoji="0" lang="pt-PT" smtClean="0"/>
              <a:t>Clic para editar título</a:t>
            </a:r>
            <a:endParaRPr kumimoji="0" lang="en-US"/>
          </a:p>
        </p:txBody>
      </p:sp>
      <p:sp>
        <p:nvSpPr>
          <p:cNvPr id="3" name="Marcador de texto vertical 2"/>
          <p:cNvSpPr>
            <a:spLocks noGrp="1"/>
          </p:cNvSpPr>
          <p:nvPr>
            <p:ph type="body" orient="vert" idx="1"/>
          </p:nvPr>
        </p:nvSpPr>
        <p:spPr>
          <a:xfrm>
            <a:off x="457200" y="274638"/>
            <a:ext cx="6019800" cy="5851525"/>
          </a:xfrm>
        </p:spPr>
        <p:txBody>
          <a:bodyPr vert="eaVert"/>
          <a:lstStyle/>
          <a:p>
            <a:pPr lvl="0" eaLnBrk="1" latinLnBrk="0" hangingPunct="1"/>
            <a:r>
              <a:rPr lang="pt-PT" smtClean="0"/>
              <a:t>Haga clic para modificar el estilo de texto del patrón</a:t>
            </a:r>
          </a:p>
          <a:p>
            <a:pPr lvl="1" eaLnBrk="1" latinLnBrk="0" hangingPunct="1"/>
            <a:r>
              <a:rPr lang="pt-PT" smtClean="0"/>
              <a:t>Segundo nivel</a:t>
            </a:r>
          </a:p>
          <a:p>
            <a:pPr lvl="2" eaLnBrk="1" latinLnBrk="0" hangingPunct="1"/>
            <a:r>
              <a:rPr lang="pt-PT" smtClean="0"/>
              <a:t>Tercer nivel</a:t>
            </a:r>
          </a:p>
          <a:p>
            <a:pPr lvl="3" eaLnBrk="1" latinLnBrk="0" hangingPunct="1"/>
            <a:r>
              <a:rPr lang="pt-PT" smtClean="0"/>
              <a:t>Cuarto nivel</a:t>
            </a:r>
          </a:p>
          <a:p>
            <a:pPr lvl="4" eaLnBrk="1" latinLnBrk="0" hangingPunct="1"/>
            <a:r>
              <a:rPr lang="pt-PT" smtClean="0"/>
              <a:t>Quinto nivel</a:t>
            </a:r>
            <a:endParaRPr kumimoji="0" lang="en-US"/>
          </a:p>
        </p:txBody>
      </p:sp>
      <p:sp>
        <p:nvSpPr>
          <p:cNvPr id="4" name="Marcador de fecha 3"/>
          <p:cNvSpPr>
            <a:spLocks noGrp="1"/>
          </p:cNvSpPr>
          <p:nvPr>
            <p:ph type="dt" sz="half" idx="10"/>
          </p:nvPr>
        </p:nvSpPr>
        <p:spPr/>
        <p:txBody>
          <a:bodyPr/>
          <a:lstStyle/>
          <a:p>
            <a:fld id="{D0EE38E8-BAB9-4249-8F06-689CAFBF6BFC}" type="datetimeFigureOut">
              <a:rPr lang="es-ES_tradnl" smtClean="0"/>
              <a:pPr/>
              <a:t>14/12/2011</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E7655BC1-8407-7D4C-BC56-3A5CDED79C5C}" type="slidenum">
              <a:rPr lang="es-ES_tradnl" smtClean="0"/>
              <a:pPr/>
              <a:t>‹#›</a:t>
            </a:fld>
            <a:endParaRPr lang="es-ES_tradnl"/>
          </a:p>
        </p:txBody>
      </p:sp>
      <p:sp>
        <p:nvSpPr>
          <p:cNvPr id="7" name="Conector recto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Triángulo isósceles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Conector recto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Marcador de título 21"/>
          <p:cNvSpPr>
            <a:spLocks noGrp="1"/>
          </p:cNvSpPr>
          <p:nvPr>
            <p:ph type="title"/>
          </p:nvPr>
        </p:nvSpPr>
        <p:spPr>
          <a:xfrm>
            <a:off x="457200" y="152400"/>
            <a:ext cx="8229600" cy="990600"/>
          </a:xfrm>
          <a:prstGeom prst="rect">
            <a:avLst/>
          </a:prstGeom>
        </p:spPr>
        <p:txBody>
          <a:bodyPr vert="horz" anchor="b" anchorCtr="0">
            <a:normAutofit/>
          </a:bodyPr>
          <a:lstStyle/>
          <a:p>
            <a:r>
              <a:rPr kumimoji="0" lang="pt-PT" smtClean="0"/>
              <a:t>Clic para editar título</a:t>
            </a:r>
            <a:endParaRPr kumimoji="0" lang="en-US"/>
          </a:p>
        </p:txBody>
      </p:sp>
      <p:sp>
        <p:nvSpPr>
          <p:cNvPr id="13" name="Marcador de texto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pt-PT" smtClean="0"/>
              <a:t>Haga clic para modificar el estilo de texto del patrón</a:t>
            </a:r>
          </a:p>
          <a:p>
            <a:pPr lvl="1" eaLnBrk="1" latinLnBrk="0" hangingPunct="1"/>
            <a:r>
              <a:rPr kumimoji="0" lang="pt-PT" smtClean="0"/>
              <a:t>Segundo nivel</a:t>
            </a:r>
          </a:p>
          <a:p>
            <a:pPr lvl="2" eaLnBrk="1" latinLnBrk="0" hangingPunct="1"/>
            <a:r>
              <a:rPr kumimoji="0" lang="pt-PT" smtClean="0"/>
              <a:t>Tercer nivel</a:t>
            </a:r>
          </a:p>
          <a:p>
            <a:pPr lvl="3" eaLnBrk="1" latinLnBrk="0" hangingPunct="1"/>
            <a:r>
              <a:rPr kumimoji="0" lang="pt-PT" smtClean="0"/>
              <a:t>Cuarto nivel</a:t>
            </a:r>
          </a:p>
          <a:p>
            <a:pPr lvl="4" eaLnBrk="1" latinLnBrk="0" hangingPunct="1"/>
            <a:r>
              <a:rPr kumimoji="0" lang="pt-PT" smtClean="0"/>
              <a:t>Quinto nivel</a:t>
            </a:r>
            <a:endParaRPr kumimoji="0" lang="en-US"/>
          </a:p>
        </p:txBody>
      </p:sp>
      <p:sp>
        <p:nvSpPr>
          <p:cNvPr id="14" name="Marcador de fecha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D0EE38E8-BAB9-4249-8F06-689CAFBF6BFC}" type="datetimeFigureOut">
              <a:rPr lang="es-ES_tradnl" smtClean="0"/>
              <a:pPr/>
              <a:t>14/12/2011</a:t>
            </a:fld>
            <a:endParaRPr lang="es-ES_tradnl"/>
          </a:p>
        </p:txBody>
      </p:sp>
      <p:sp>
        <p:nvSpPr>
          <p:cNvPr id="3" name="Marcador de pie de página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s-ES_tradnl"/>
          </a:p>
        </p:txBody>
      </p:sp>
      <p:sp>
        <p:nvSpPr>
          <p:cNvPr id="23" name="Marcador de número de diapositiva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E7655BC1-8407-7D4C-BC56-3A5CDED79C5C}" type="slidenum">
              <a:rPr lang="es-ES_tradnl" smtClean="0"/>
              <a:pPr/>
              <a:t>‹#›</a:t>
            </a:fld>
            <a:endParaRPr lang="es-ES_tradnl"/>
          </a:p>
        </p:txBody>
      </p:sp>
      <p:sp>
        <p:nvSpPr>
          <p:cNvPr id="28" name="Conector recto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Conector recto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Triángulo isósceles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hyperlink" Target="http://www.cepal.org/rio20" TargetMode="Externa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hyperlink" Target="http://www.iisd.ca/download/pdf/enb2707e.pdf" TargetMode="External"/><Relationship Id="rId2" Type="http://schemas.openxmlformats.org/officeDocument/2006/relationships/hyperlink" Target="http://www.cepal.org/rio2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Office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Office_Word_Document2.docx"/><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2521" y="1395412"/>
            <a:ext cx="7770934" cy="1470025"/>
          </a:xfrm>
        </p:spPr>
        <p:txBody>
          <a:bodyPr>
            <a:normAutofit fontScale="90000"/>
          </a:bodyPr>
          <a:lstStyle/>
          <a:p>
            <a:r>
              <a:rPr lang="es-ES_tradnl" sz="3600" dirty="0" err="1" smtClean="0">
                <a:solidFill>
                  <a:srgbClr val="000090"/>
                </a:solidFill>
                <a:latin typeface="+mn-lt"/>
              </a:rPr>
              <a:t>Latin</a:t>
            </a:r>
            <a:r>
              <a:rPr lang="es-ES_tradnl" sz="3600" dirty="0" smtClean="0">
                <a:solidFill>
                  <a:srgbClr val="000090"/>
                </a:solidFill>
                <a:latin typeface="+mn-lt"/>
              </a:rPr>
              <a:t> </a:t>
            </a:r>
            <a:r>
              <a:rPr lang="es-ES_tradnl" sz="3600" dirty="0" err="1" smtClean="0">
                <a:solidFill>
                  <a:srgbClr val="000090"/>
                </a:solidFill>
                <a:latin typeface="+mn-lt"/>
              </a:rPr>
              <a:t>America</a:t>
            </a:r>
            <a:r>
              <a:rPr lang="es-ES_tradnl" sz="3600" dirty="0" smtClean="0">
                <a:solidFill>
                  <a:srgbClr val="000090"/>
                </a:solidFill>
                <a:latin typeface="+mn-lt"/>
              </a:rPr>
              <a:t> and </a:t>
            </a:r>
            <a:r>
              <a:rPr lang="es-ES_tradnl" sz="3600" dirty="0" err="1" smtClean="0">
                <a:solidFill>
                  <a:srgbClr val="000090"/>
                </a:solidFill>
                <a:latin typeface="+mn-lt"/>
              </a:rPr>
              <a:t>the</a:t>
            </a:r>
            <a:r>
              <a:rPr lang="es-ES_tradnl" sz="3600" dirty="0" smtClean="0">
                <a:solidFill>
                  <a:srgbClr val="000090"/>
                </a:solidFill>
                <a:latin typeface="+mn-lt"/>
              </a:rPr>
              <a:t> </a:t>
            </a:r>
            <a:r>
              <a:rPr lang="es-ES_tradnl" sz="3600" dirty="0" err="1" smtClean="0">
                <a:solidFill>
                  <a:srgbClr val="000090"/>
                </a:solidFill>
                <a:latin typeface="+mn-lt"/>
              </a:rPr>
              <a:t>Caribbean</a:t>
            </a:r>
            <a:r>
              <a:rPr lang="es-ES_tradnl" sz="3600" dirty="0" smtClean="0">
                <a:solidFill>
                  <a:srgbClr val="000090"/>
                </a:solidFill>
                <a:latin typeface="+mn-lt"/>
              </a:rPr>
              <a:t>: </a:t>
            </a:r>
            <a:br>
              <a:rPr lang="es-ES_tradnl" sz="3600" dirty="0" smtClean="0">
                <a:solidFill>
                  <a:srgbClr val="000090"/>
                </a:solidFill>
                <a:latin typeface="+mn-lt"/>
              </a:rPr>
            </a:br>
            <a:r>
              <a:rPr lang="es-ES_tradnl" sz="3600" dirty="0" smtClean="0">
                <a:solidFill>
                  <a:srgbClr val="000090"/>
                </a:solidFill>
                <a:latin typeface="+mn-lt"/>
              </a:rPr>
              <a:t>Regional </a:t>
            </a:r>
            <a:r>
              <a:rPr lang="es-ES_tradnl" sz="3600" dirty="0" err="1" smtClean="0">
                <a:solidFill>
                  <a:srgbClr val="000090"/>
                </a:solidFill>
                <a:latin typeface="+mn-lt"/>
              </a:rPr>
              <a:t>Preparatory</a:t>
            </a:r>
            <a:r>
              <a:rPr lang="es-ES_tradnl" sz="3600" dirty="0" smtClean="0">
                <a:solidFill>
                  <a:srgbClr val="000090"/>
                </a:solidFill>
                <a:latin typeface="+mn-lt"/>
              </a:rPr>
              <a:t> </a:t>
            </a:r>
            <a:r>
              <a:rPr lang="es-ES_tradnl" sz="3600" dirty="0" err="1" smtClean="0">
                <a:solidFill>
                  <a:srgbClr val="000090"/>
                </a:solidFill>
                <a:latin typeface="+mn-lt"/>
              </a:rPr>
              <a:t>Process</a:t>
            </a:r>
            <a:r>
              <a:rPr lang="es-ES_tradnl" sz="3600" dirty="0" smtClean="0">
                <a:solidFill>
                  <a:srgbClr val="000090"/>
                </a:solidFill>
                <a:latin typeface="+mn-lt"/>
              </a:rPr>
              <a:t> </a:t>
            </a:r>
            <a:r>
              <a:rPr lang="es-ES_tradnl" sz="3600" dirty="0" err="1" smtClean="0">
                <a:solidFill>
                  <a:srgbClr val="000090"/>
                </a:solidFill>
                <a:latin typeface="+mn-lt"/>
              </a:rPr>
              <a:t>for</a:t>
            </a:r>
            <a:r>
              <a:rPr lang="es-ES_tradnl" sz="3600" dirty="0" smtClean="0">
                <a:solidFill>
                  <a:srgbClr val="000090"/>
                </a:solidFill>
                <a:latin typeface="+mn-lt"/>
              </a:rPr>
              <a:t> Rio+20</a:t>
            </a:r>
            <a:endParaRPr lang="es-ES_tradnl" dirty="0"/>
          </a:p>
        </p:txBody>
      </p:sp>
      <p:sp>
        <p:nvSpPr>
          <p:cNvPr id="3" name="Subtítulo 2"/>
          <p:cNvSpPr>
            <a:spLocks noGrp="1"/>
          </p:cNvSpPr>
          <p:nvPr>
            <p:ph type="subTitle" idx="1"/>
          </p:nvPr>
        </p:nvSpPr>
        <p:spPr>
          <a:xfrm>
            <a:off x="2078181" y="3585441"/>
            <a:ext cx="5999019" cy="1304059"/>
          </a:xfrm>
        </p:spPr>
        <p:txBody>
          <a:bodyPr>
            <a:normAutofit/>
          </a:bodyPr>
          <a:lstStyle/>
          <a:p>
            <a:r>
              <a:rPr lang="es-ES_tradnl" sz="2400" dirty="0" err="1" smtClean="0">
                <a:solidFill>
                  <a:srgbClr val="000090"/>
                </a:solidFill>
                <a:latin typeface="+mn-lt"/>
              </a:rPr>
              <a:t>Joseluis</a:t>
            </a:r>
            <a:r>
              <a:rPr lang="es-ES_tradnl" sz="2400" dirty="0" smtClean="0">
                <a:solidFill>
                  <a:srgbClr val="000090"/>
                </a:solidFill>
                <a:latin typeface="+mn-lt"/>
              </a:rPr>
              <a:t> Samaniego</a:t>
            </a:r>
          </a:p>
          <a:p>
            <a:r>
              <a:rPr lang="es-ES_tradnl" dirty="0" smtClean="0">
                <a:solidFill>
                  <a:srgbClr val="000090"/>
                </a:solidFill>
                <a:latin typeface="+mn-lt"/>
              </a:rPr>
              <a:t>		</a:t>
            </a:r>
            <a:r>
              <a:rPr lang="es-ES_tradnl" dirty="0" err="1" smtClean="0">
                <a:solidFill>
                  <a:srgbClr val="000090"/>
                </a:solidFill>
                <a:latin typeface="+mn-lt"/>
              </a:rPr>
              <a:t>Economic</a:t>
            </a:r>
            <a:r>
              <a:rPr lang="es-ES_tradnl" dirty="0" smtClean="0">
                <a:solidFill>
                  <a:srgbClr val="000090"/>
                </a:solidFill>
                <a:latin typeface="+mn-lt"/>
              </a:rPr>
              <a:t> </a:t>
            </a:r>
            <a:r>
              <a:rPr lang="es-ES_tradnl" dirty="0" err="1" smtClean="0">
                <a:solidFill>
                  <a:srgbClr val="000090"/>
                </a:solidFill>
                <a:latin typeface="+mn-lt"/>
              </a:rPr>
              <a:t>Commission</a:t>
            </a:r>
            <a:r>
              <a:rPr lang="es-ES_tradnl" dirty="0" smtClean="0">
                <a:solidFill>
                  <a:srgbClr val="000090"/>
                </a:solidFill>
                <a:latin typeface="+mn-lt"/>
              </a:rPr>
              <a:t> </a:t>
            </a:r>
            <a:r>
              <a:rPr lang="es-ES_tradnl" dirty="0" err="1" smtClean="0">
                <a:solidFill>
                  <a:srgbClr val="000090"/>
                </a:solidFill>
                <a:latin typeface="+mn-lt"/>
              </a:rPr>
              <a:t>for</a:t>
            </a:r>
            <a:r>
              <a:rPr lang="es-ES_tradnl" dirty="0" smtClean="0">
                <a:solidFill>
                  <a:srgbClr val="000090"/>
                </a:solidFill>
                <a:latin typeface="+mn-lt"/>
              </a:rPr>
              <a:t> </a:t>
            </a:r>
            <a:r>
              <a:rPr lang="es-ES_tradnl" dirty="0" err="1" smtClean="0">
                <a:solidFill>
                  <a:srgbClr val="000090"/>
                </a:solidFill>
                <a:latin typeface="+mn-lt"/>
              </a:rPr>
              <a:t>Latin</a:t>
            </a:r>
            <a:r>
              <a:rPr lang="es-ES_tradnl" dirty="0" smtClean="0">
                <a:solidFill>
                  <a:srgbClr val="000090"/>
                </a:solidFill>
                <a:latin typeface="+mn-lt"/>
              </a:rPr>
              <a:t> </a:t>
            </a:r>
            <a:r>
              <a:rPr lang="es-ES_tradnl" dirty="0" err="1" smtClean="0">
                <a:solidFill>
                  <a:srgbClr val="000090"/>
                </a:solidFill>
                <a:latin typeface="+mn-lt"/>
              </a:rPr>
              <a:t>America</a:t>
            </a:r>
            <a:r>
              <a:rPr lang="es-ES_tradnl" dirty="0" smtClean="0">
                <a:solidFill>
                  <a:srgbClr val="000090"/>
                </a:solidFill>
                <a:latin typeface="+mn-lt"/>
              </a:rPr>
              <a:t> and </a:t>
            </a:r>
            <a:r>
              <a:rPr lang="es-ES_tradnl" dirty="0" err="1" smtClean="0">
                <a:solidFill>
                  <a:srgbClr val="000090"/>
                </a:solidFill>
                <a:latin typeface="+mn-lt"/>
              </a:rPr>
              <a:t>the</a:t>
            </a:r>
            <a:r>
              <a:rPr lang="es-ES_tradnl" dirty="0" smtClean="0">
                <a:solidFill>
                  <a:srgbClr val="000090"/>
                </a:solidFill>
                <a:latin typeface="+mn-lt"/>
              </a:rPr>
              <a:t> </a:t>
            </a:r>
            <a:r>
              <a:rPr lang="es-ES_tradnl" dirty="0" err="1" smtClean="0">
                <a:solidFill>
                  <a:srgbClr val="000090"/>
                </a:solidFill>
                <a:latin typeface="+mn-lt"/>
              </a:rPr>
              <a:t>Caribbean</a:t>
            </a:r>
            <a:endParaRPr lang="es-ES_tradnl" dirty="0" smtClean="0">
              <a:solidFill>
                <a:srgbClr val="000090"/>
              </a:solidFill>
              <a:latin typeface="+mn-lt"/>
            </a:endParaRPr>
          </a:p>
        </p:txBody>
      </p:sp>
      <p:pic>
        <p:nvPicPr>
          <p:cNvPr id="4" name="Picture 2"/>
          <p:cNvPicPr>
            <a:picLocks noChangeAspect="1" noChangeArrowheads="1"/>
          </p:cNvPicPr>
          <p:nvPr/>
        </p:nvPicPr>
        <p:blipFill>
          <a:blip r:embed="rId2" cstate="print"/>
          <a:srcRect/>
          <a:stretch>
            <a:fillRect/>
          </a:stretch>
        </p:blipFill>
        <p:spPr bwMode="auto">
          <a:xfrm>
            <a:off x="1163782" y="3769672"/>
            <a:ext cx="914400" cy="1119828"/>
          </a:xfrm>
          <a:prstGeom prst="rect">
            <a:avLst/>
          </a:prstGeom>
          <a:noFill/>
          <a:ln w="9525">
            <a:noFill/>
            <a:miter lim="800000"/>
            <a:headEnd/>
            <a:tailEnd/>
          </a:ln>
        </p:spPr>
      </p:pic>
      <p:sp>
        <p:nvSpPr>
          <p:cNvPr id="5" name="TextBox 4"/>
          <p:cNvSpPr txBox="1"/>
          <p:nvPr/>
        </p:nvSpPr>
        <p:spPr>
          <a:xfrm>
            <a:off x="1818279" y="5073731"/>
            <a:ext cx="6258921" cy="646331"/>
          </a:xfrm>
          <a:prstGeom prst="rect">
            <a:avLst/>
          </a:prstGeom>
          <a:noFill/>
        </p:spPr>
        <p:txBody>
          <a:bodyPr wrap="square" rtlCol="0">
            <a:spAutoFit/>
          </a:bodyPr>
          <a:lstStyle/>
          <a:p>
            <a:pPr algn="r"/>
            <a:r>
              <a:rPr lang="es-ES_tradnl" dirty="0" smtClean="0">
                <a:solidFill>
                  <a:srgbClr val="000090"/>
                </a:solidFill>
              </a:rPr>
              <a:t>UN </a:t>
            </a:r>
            <a:r>
              <a:rPr lang="es-ES_tradnl" dirty="0" err="1" smtClean="0">
                <a:solidFill>
                  <a:srgbClr val="000090"/>
                </a:solidFill>
              </a:rPr>
              <a:t>headquarters</a:t>
            </a:r>
            <a:r>
              <a:rPr lang="es-ES_tradnl" dirty="0" smtClean="0">
                <a:solidFill>
                  <a:srgbClr val="000090"/>
                </a:solidFill>
              </a:rPr>
              <a:t> New York, NY</a:t>
            </a:r>
          </a:p>
          <a:p>
            <a:pPr algn="r"/>
            <a:r>
              <a:rPr lang="es-ES_tradnl" dirty="0" err="1" smtClean="0">
                <a:solidFill>
                  <a:srgbClr val="000090"/>
                </a:solidFill>
              </a:rPr>
              <a:t>December</a:t>
            </a:r>
            <a:r>
              <a:rPr lang="es-ES_tradnl" dirty="0" smtClean="0">
                <a:solidFill>
                  <a:srgbClr val="000090"/>
                </a:solidFill>
              </a:rPr>
              <a:t> 14, 2011</a:t>
            </a:r>
            <a:endParaRPr lang="es-ES_tradnl" dirty="0">
              <a:solidFill>
                <a:srgbClr val="00009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457200" y="1219200"/>
            <a:ext cx="8229600" cy="4752110"/>
          </a:xfrm>
        </p:spPr>
        <p:txBody>
          <a:bodyPr/>
          <a:lstStyle/>
          <a:p>
            <a:pPr>
              <a:buNone/>
            </a:pPr>
            <a:endParaRPr lang="es-ES_tradnl" dirty="0" smtClean="0"/>
          </a:p>
          <a:p>
            <a:r>
              <a:rPr lang="es-ES_tradnl" sz="3200" dirty="0" smtClean="0"/>
              <a:t>LAC Regional </a:t>
            </a:r>
            <a:r>
              <a:rPr lang="es-ES_tradnl" sz="3200" dirty="0" err="1" smtClean="0"/>
              <a:t>Preparatory</a:t>
            </a:r>
            <a:r>
              <a:rPr lang="es-ES_tradnl" sz="3200" dirty="0" smtClean="0"/>
              <a:t> Meeting</a:t>
            </a:r>
          </a:p>
          <a:p>
            <a:pPr>
              <a:buNone/>
            </a:pPr>
            <a:endParaRPr lang="es-ES_tradnl" sz="3200" dirty="0" smtClean="0"/>
          </a:p>
          <a:p>
            <a:r>
              <a:rPr lang="es-ES_tradnl" sz="3200" dirty="0" err="1" smtClean="0"/>
              <a:t>Interagency</a:t>
            </a:r>
            <a:r>
              <a:rPr lang="es-ES_tradnl" sz="3200" dirty="0" smtClean="0"/>
              <a:t> </a:t>
            </a:r>
            <a:r>
              <a:rPr lang="es-ES_tradnl" sz="3200" dirty="0" err="1" smtClean="0"/>
              <a:t>assessment</a:t>
            </a:r>
            <a:r>
              <a:rPr lang="es-ES_tradnl" sz="3200" dirty="0" smtClean="0"/>
              <a:t> of </a:t>
            </a:r>
            <a:r>
              <a:rPr lang="es-ES_tradnl" sz="3200" dirty="0" err="1" smtClean="0"/>
              <a:t>progress</a:t>
            </a:r>
            <a:r>
              <a:rPr lang="es-ES_tradnl" sz="3200" dirty="0" smtClean="0"/>
              <a:t> and gaps in </a:t>
            </a:r>
            <a:r>
              <a:rPr lang="es-ES_tradnl" sz="3200" dirty="0" err="1" smtClean="0"/>
              <a:t>the</a:t>
            </a:r>
            <a:r>
              <a:rPr lang="es-ES_tradnl" sz="3200" dirty="0" smtClean="0"/>
              <a:t> </a:t>
            </a:r>
            <a:r>
              <a:rPr lang="es-ES_tradnl" sz="3200" dirty="0" err="1" smtClean="0"/>
              <a:t>implementation</a:t>
            </a:r>
            <a:r>
              <a:rPr lang="es-ES_tradnl" sz="3200" dirty="0" smtClean="0"/>
              <a:t> of </a:t>
            </a:r>
            <a:r>
              <a:rPr lang="es-ES_tradnl" sz="3200" dirty="0" err="1" smtClean="0"/>
              <a:t>sustainable</a:t>
            </a:r>
            <a:r>
              <a:rPr lang="es-ES_tradnl" sz="3200" dirty="0" smtClean="0"/>
              <a:t> </a:t>
            </a:r>
            <a:r>
              <a:rPr lang="es-ES_tradnl" sz="3200" dirty="0" err="1" smtClean="0"/>
              <a:t>development</a:t>
            </a:r>
            <a:r>
              <a:rPr lang="es-ES_tradnl" sz="3200" dirty="0" smtClean="0"/>
              <a:t> </a:t>
            </a:r>
            <a:r>
              <a:rPr lang="es-ES_tradnl" sz="3200" dirty="0" err="1" smtClean="0"/>
              <a:t>since</a:t>
            </a:r>
            <a:r>
              <a:rPr lang="es-ES_tradnl" sz="3200" dirty="0" smtClean="0"/>
              <a:t> </a:t>
            </a:r>
            <a:r>
              <a:rPr lang="es-ES_tradnl" sz="3200" dirty="0" err="1" smtClean="0"/>
              <a:t>the</a:t>
            </a:r>
            <a:r>
              <a:rPr lang="es-ES_tradnl" sz="3200" dirty="0" smtClean="0"/>
              <a:t> </a:t>
            </a:r>
            <a:r>
              <a:rPr lang="es-ES_tradnl" sz="3200" dirty="0" err="1" smtClean="0"/>
              <a:t>Earth</a:t>
            </a:r>
            <a:r>
              <a:rPr lang="es-ES_tradnl" sz="3200" dirty="0" smtClean="0"/>
              <a:t> Summit in 1992</a:t>
            </a:r>
          </a:p>
          <a:p>
            <a:pPr>
              <a:buNone/>
            </a:pPr>
            <a:endParaRPr lang="es-ES_tradnl" sz="3200" dirty="0" smtClean="0"/>
          </a:p>
          <a:p>
            <a:r>
              <a:rPr lang="es-ES_tradnl" sz="3200" dirty="0" err="1" smtClean="0"/>
              <a:t>Submissions</a:t>
            </a:r>
            <a:r>
              <a:rPr lang="es-ES_tradnl" sz="3200" dirty="0" smtClean="0"/>
              <a:t> </a:t>
            </a:r>
            <a:r>
              <a:rPr lang="es-ES_tradnl" sz="3200" dirty="0" err="1" smtClean="0"/>
              <a:t>for</a:t>
            </a:r>
            <a:r>
              <a:rPr lang="es-ES_tradnl" sz="3200" dirty="0" smtClean="0"/>
              <a:t> </a:t>
            </a:r>
            <a:r>
              <a:rPr lang="es-ES_tradnl" sz="3200" dirty="0" err="1" smtClean="0"/>
              <a:t>the</a:t>
            </a:r>
            <a:r>
              <a:rPr lang="es-ES_tradnl" sz="3200" dirty="0" smtClean="0"/>
              <a:t> </a:t>
            </a:r>
            <a:r>
              <a:rPr lang="es-ES_tradnl" sz="3200" i="1" dirty="0" err="1" smtClean="0"/>
              <a:t>zero</a:t>
            </a:r>
            <a:r>
              <a:rPr lang="es-ES_tradnl" sz="3200" i="1" dirty="0" smtClean="0"/>
              <a:t> </a:t>
            </a:r>
            <a:r>
              <a:rPr lang="es-ES_tradnl" sz="3200" i="1" dirty="0" err="1" smtClean="0"/>
              <a:t>draft</a:t>
            </a:r>
            <a:endParaRPr lang="es-ES_tradnl" sz="3200"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Autofit/>
          </a:bodyPr>
          <a:lstStyle/>
          <a:p>
            <a:r>
              <a:rPr lang="en-US" smtClean="0">
                <a:solidFill>
                  <a:srgbClr val="000090"/>
                </a:solidFill>
                <a:cs typeface="Gill Sans MT (Cuerpo)"/>
              </a:rPr>
              <a:t>LAC Regional Preparatory Meeting</a:t>
            </a:r>
            <a:endParaRPr lang="en-US">
              <a:solidFill>
                <a:srgbClr val="000090"/>
              </a:solidFill>
              <a:cs typeface="Gill Sans MT (Cuerpo)"/>
            </a:endParaRPr>
          </a:p>
        </p:txBody>
      </p:sp>
      <p:pic>
        <p:nvPicPr>
          <p:cNvPr id="15362" name="Picture 2" descr="http://www.cepal.org/prensa/noticias/comunicados/6/44456/Rio+20_7sept_OK6.jpg"/>
          <p:cNvPicPr>
            <a:picLocks noGrp="1" noChangeAspect="1" noChangeArrowheads="1"/>
          </p:cNvPicPr>
          <p:nvPr>
            <p:ph sz="quarter" idx="1"/>
          </p:nvPr>
        </p:nvPicPr>
        <p:blipFill>
          <a:blip r:embed="rId2" cstate="print"/>
          <a:srcRect/>
          <a:stretch>
            <a:fillRect/>
          </a:stretch>
        </p:blipFill>
        <p:spPr bwMode="auto">
          <a:xfrm>
            <a:off x="5029200" y="1371600"/>
            <a:ext cx="3810000" cy="2540000"/>
          </a:xfrm>
          <a:prstGeom prst="rect">
            <a:avLst/>
          </a:prstGeom>
          <a:noFill/>
        </p:spPr>
      </p:pic>
      <p:pic>
        <p:nvPicPr>
          <p:cNvPr id="15364" name="Picture 4" descr="http://www.cepal.org/prensa/noticias/comunicados/6/44456/Rio+20_7sept_OK7.jpg"/>
          <p:cNvPicPr>
            <a:picLocks noChangeAspect="1" noChangeArrowheads="1"/>
          </p:cNvPicPr>
          <p:nvPr/>
        </p:nvPicPr>
        <p:blipFill>
          <a:blip r:embed="rId3" cstate="print"/>
          <a:srcRect/>
          <a:stretch>
            <a:fillRect/>
          </a:stretch>
        </p:blipFill>
        <p:spPr bwMode="auto">
          <a:xfrm>
            <a:off x="228600" y="1371600"/>
            <a:ext cx="4576575" cy="3048000"/>
          </a:xfrm>
          <a:prstGeom prst="rect">
            <a:avLst/>
          </a:prstGeom>
          <a:noFill/>
        </p:spPr>
      </p:pic>
      <p:pic>
        <p:nvPicPr>
          <p:cNvPr id="15366" name="Picture 6" descr="http://www.cepal.org/prensa/noticias/comunicados/6/44456/Rio+20_7sept_OK14.jpg"/>
          <p:cNvPicPr>
            <a:picLocks noChangeAspect="1" noChangeArrowheads="1"/>
          </p:cNvPicPr>
          <p:nvPr/>
        </p:nvPicPr>
        <p:blipFill>
          <a:blip r:embed="rId4" cstate="print"/>
          <a:srcRect/>
          <a:stretch>
            <a:fillRect/>
          </a:stretch>
        </p:blipFill>
        <p:spPr bwMode="auto">
          <a:xfrm>
            <a:off x="5029200" y="4038600"/>
            <a:ext cx="3813048" cy="2478481"/>
          </a:xfrm>
          <a:prstGeom prst="rect">
            <a:avLst/>
          </a:prstGeom>
          <a:noFill/>
        </p:spPr>
      </p:pic>
      <p:sp>
        <p:nvSpPr>
          <p:cNvPr id="6" name="TextBox 5"/>
          <p:cNvSpPr txBox="1"/>
          <p:nvPr/>
        </p:nvSpPr>
        <p:spPr>
          <a:xfrm>
            <a:off x="457200" y="4648200"/>
            <a:ext cx="4052454" cy="1015663"/>
          </a:xfrm>
          <a:prstGeom prst="rect">
            <a:avLst/>
          </a:prstGeom>
          <a:noFill/>
        </p:spPr>
        <p:txBody>
          <a:bodyPr wrap="square" rtlCol="0">
            <a:spAutoFit/>
          </a:bodyPr>
          <a:lstStyle/>
          <a:p>
            <a:r>
              <a:rPr lang="en-US" sz="2000" dirty="0" smtClean="0"/>
              <a:t>ECLAC headquarters, Santiago, Chile </a:t>
            </a:r>
          </a:p>
          <a:p>
            <a:r>
              <a:rPr lang="en-US" sz="2000" dirty="0" smtClean="0"/>
              <a:t>September 7-9 2011 </a:t>
            </a:r>
          </a:p>
          <a:p>
            <a:r>
              <a:rPr lang="en-US" sz="2000" dirty="0" smtClean="0">
                <a:hlinkClick r:id="rId5"/>
              </a:rPr>
              <a:t>www.cepal.org/rio20</a:t>
            </a: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0"/>
            <a:ext cx="8229600" cy="990600"/>
          </a:xfrm>
        </p:spPr>
        <p:txBody>
          <a:bodyPr>
            <a:normAutofit/>
          </a:bodyPr>
          <a:lstStyle/>
          <a:p>
            <a:r>
              <a:rPr lang="es-ES_tradnl" sz="2800" smtClean="0">
                <a:solidFill>
                  <a:srgbClr val="000090"/>
                </a:solidFill>
              </a:rPr>
              <a:t>LAC Regional </a:t>
            </a:r>
            <a:r>
              <a:rPr lang="es-ES_tradnl" sz="2800" err="1" smtClean="0">
                <a:solidFill>
                  <a:srgbClr val="000090"/>
                </a:solidFill>
              </a:rPr>
              <a:t>Preparatory</a:t>
            </a:r>
            <a:r>
              <a:rPr lang="es-ES_tradnl" sz="2800" smtClean="0">
                <a:solidFill>
                  <a:srgbClr val="000090"/>
                </a:solidFill>
              </a:rPr>
              <a:t> Meeting</a:t>
            </a:r>
            <a:endParaRPr lang="es-ES_tradnl" sz="2800">
              <a:solidFill>
                <a:srgbClr val="000090"/>
              </a:solidFill>
            </a:endParaRPr>
          </a:p>
        </p:txBody>
      </p:sp>
      <p:sp>
        <p:nvSpPr>
          <p:cNvPr id="3" name="Marcador de contenido 2"/>
          <p:cNvSpPr>
            <a:spLocks noGrp="1"/>
          </p:cNvSpPr>
          <p:nvPr>
            <p:ph sz="quarter" idx="1"/>
          </p:nvPr>
        </p:nvSpPr>
        <p:spPr/>
        <p:txBody>
          <a:bodyPr>
            <a:normAutofit fontScale="92500" lnSpcReduction="10000"/>
          </a:bodyPr>
          <a:lstStyle/>
          <a:p>
            <a:r>
              <a:rPr lang="es-ES_tradnl" dirty="0" smtClean="0"/>
              <a:t>29 </a:t>
            </a:r>
            <a:r>
              <a:rPr lang="es-ES_tradnl" dirty="0" err="1" smtClean="0"/>
              <a:t>countries</a:t>
            </a:r>
            <a:r>
              <a:rPr lang="es-ES_tradnl" dirty="0" smtClean="0"/>
              <a:t> </a:t>
            </a:r>
            <a:r>
              <a:rPr lang="es-ES_tradnl" dirty="0" err="1" smtClean="0"/>
              <a:t>from</a:t>
            </a:r>
            <a:r>
              <a:rPr lang="es-ES_tradnl" dirty="0" smtClean="0"/>
              <a:t> </a:t>
            </a:r>
            <a:r>
              <a:rPr lang="es-ES_tradnl" dirty="0" err="1" smtClean="0"/>
              <a:t>the</a:t>
            </a:r>
            <a:r>
              <a:rPr lang="es-ES_tradnl" dirty="0" smtClean="0"/>
              <a:t> </a:t>
            </a:r>
            <a:r>
              <a:rPr lang="es-ES_tradnl" dirty="0" err="1" smtClean="0"/>
              <a:t>region</a:t>
            </a:r>
            <a:endParaRPr lang="es-ES_tradnl" dirty="0" smtClean="0"/>
          </a:p>
          <a:p>
            <a:r>
              <a:rPr lang="es-ES_tradnl" dirty="0" smtClean="0"/>
              <a:t>UN </a:t>
            </a:r>
            <a:r>
              <a:rPr lang="es-ES_tradnl" dirty="0" err="1" smtClean="0"/>
              <a:t>System</a:t>
            </a:r>
            <a:r>
              <a:rPr lang="es-ES_tradnl" dirty="0" smtClean="0"/>
              <a:t> </a:t>
            </a:r>
            <a:r>
              <a:rPr lang="es-ES_tradnl" dirty="0" err="1" smtClean="0"/>
              <a:t>entities</a:t>
            </a:r>
            <a:r>
              <a:rPr lang="es-ES_tradnl" dirty="0" smtClean="0"/>
              <a:t>, </a:t>
            </a:r>
            <a:r>
              <a:rPr lang="es-ES_tradnl" dirty="0" err="1" smtClean="0"/>
              <a:t>Intergovernmental</a:t>
            </a:r>
            <a:r>
              <a:rPr lang="es-ES_tradnl" dirty="0" smtClean="0"/>
              <a:t> </a:t>
            </a:r>
            <a:r>
              <a:rPr lang="es-ES_tradnl" dirty="0" err="1" smtClean="0"/>
              <a:t>organisations</a:t>
            </a:r>
            <a:endParaRPr lang="es-ES_tradnl" dirty="0" smtClean="0"/>
          </a:p>
          <a:p>
            <a:r>
              <a:rPr lang="es-ES_tradnl" dirty="0" err="1" smtClean="0"/>
              <a:t>Almost</a:t>
            </a:r>
            <a:r>
              <a:rPr lang="es-ES_tradnl" dirty="0" smtClean="0"/>
              <a:t> 100 </a:t>
            </a:r>
            <a:r>
              <a:rPr lang="es-ES_tradnl" dirty="0" err="1" smtClean="0"/>
              <a:t>representatives</a:t>
            </a:r>
            <a:r>
              <a:rPr lang="es-ES_tradnl" dirty="0" smtClean="0"/>
              <a:t> of </a:t>
            </a:r>
            <a:r>
              <a:rPr lang="es-ES_tradnl" dirty="0" err="1" smtClean="0"/>
              <a:t>Major</a:t>
            </a:r>
            <a:r>
              <a:rPr lang="es-ES_tradnl" dirty="0" smtClean="0"/>
              <a:t> </a:t>
            </a:r>
            <a:r>
              <a:rPr lang="es-ES_tradnl" dirty="0" err="1" smtClean="0"/>
              <a:t>Groups</a:t>
            </a:r>
            <a:r>
              <a:rPr lang="es-ES_tradnl" dirty="0" smtClean="0"/>
              <a:t> (civil </a:t>
            </a:r>
            <a:r>
              <a:rPr lang="es-ES_tradnl" dirty="0" err="1" smtClean="0"/>
              <a:t>society</a:t>
            </a:r>
            <a:r>
              <a:rPr lang="es-ES_tradnl" dirty="0" smtClean="0"/>
              <a:t>, </a:t>
            </a:r>
            <a:r>
              <a:rPr lang="es-ES_tradnl" dirty="0" err="1" smtClean="0"/>
              <a:t>private</a:t>
            </a:r>
            <a:r>
              <a:rPr lang="es-ES_tradnl" dirty="0" smtClean="0"/>
              <a:t> sector)</a:t>
            </a:r>
          </a:p>
          <a:p>
            <a:r>
              <a:rPr lang="es-ES_tradnl" dirty="0" err="1" smtClean="0"/>
              <a:t>Conclusions</a:t>
            </a:r>
            <a:r>
              <a:rPr lang="es-ES_tradnl" dirty="0" smtClean="0"/>
              <a:t> </a:t>
            </a:r>
            <a:r>
              <a:rPr lang="es-ES_tradnl" dirty="0" err="1" smtClean="0"/>
              <a:t>available</a:t>
            </a:r>
            <a:r>
              <a:rPr lang="es-ES_tradnl" dirty="0" smtClean="0"/>
              <a:t> at </a:t>
            </a:r>
            <a:r>
              <a:rPr lang="es-ES_tradnl" dirty="0" smtClean="0">
                <a:hlinkClick r:id="rId2"/>
              </a:rPr>
              <a:t>www.cepal.org/rio20</a:t>
            </a:r>
            <a:endParaRPr lang="es-ES_tradnl" dirty="0" smtClean="0"/>
          </a:p>
          <a:p>
            <a:r>
              <a:rPr lang="es-ES_tradnl" dirty="0" err="1" smtClean="0"/>
              <a:t>Report</a:t>
            </a:r>
            <a:r>
              <a:rPr lang="es-ES_tradnl" dirty="0" smtClean="0"/>
              <a:t> </a:t>
            </a:r>
            <a:r>
              <a:rPr lang="es-ES_tradnl" dirty="0" err="1" smtClean="0"/>
              <a:t>forthcoming</a:t>
            </a:r>
            <a:endParaRPr lang="es-ES_tradnl" dirty="0" smtClean="0"/>
          </a:p>
          <a:p>
            <a:r>
              <a:rPr lang="es-ES_tradnl" dirty="0" smtClean="0"/>
              <a:t>IISD </a:t>
            </a:r>
            <a:r>
              <a:rPr lang="es-ES_tradnl" dirty="0" err="1" smtClean="0"/>
              <a:t>summary</a:t>
            </a:r>
            <a:r>
              <a:rPr lang="es-ES_tradnl" dirty="0" smtClean="0"/>
              <a:t> </a:t>
            </a:r>
            <a:r>
              <a:rPr lang="es-ES_tradnl" dirty="0" err="1" smtClean="0"/>
              <a:t>report</a:t>
            </a:r>
            <a:r>
              <a:rPr lang="es-ES_tradnl" dirty="0" smtClean="0"/>
              <a:t> </a:t>
            </a:r>
            <a:r>
              <a:rPr lang="es-ES_tradnl" dirty="0" err="1" smtClean="0"/>
              <a:t>available</a:t>
            </a:r>
            <a:r>
              <a:rPr lang="es-ES_tradnl" dirty="0" smtClean="0"/>
              <a:t> at: </a:t>
            </a:r>
            <a:r>
              <a:rPr lang="en-US" dirty="0" smtClean="0">
                <a:hlinkClick r:id="rId3"/>
              </a:rPr>
              <a:t>http://www.iisd.ca/download/pdf/enb2707e.pdf</a:t>
            </a:r>
            <a:endParaRPr lang="es-ES_tradnl" dirty="0" smtClean="0"/>
          </a:p>
          <a:p>
            <a:r>
              <a:rPr lang="es-ES_tradnl" dirty="0" err="1" smtClean="0"/>
              <a:t>Proposals</a:t>
            </a:r>
            <a:r>
              <a:rPr lang="es-ES_tradnl" dirty="0" smtClean="0"/>
              <a:t>:</a:t>
            </a:r>
          </a:p>
          <a:p>
            <a:pPr lvl="1"/>
            <a:r>
              <a:rPr lang="es-ES_tradnl" dirty="0" smtClean="0">
                <a:solidFill>
                  <a:schemeClr val="tx1"/>
                </a:solidFill>
              </a:rPr>
              <a:t>Colombia and Guatemala: </a:t>
            </a:r>
            <a:r>
              <a:rPr lang="es-ES_tradnl" dirty="0" err="1" smtClean="0">
                <a:solidFill>
                  <a:schemeClr val="tx1"/>
                </a:solidFill>
              </a:rPr>
              <a:t>Sustainable</a:t>
            </a:r>
            <a:r>
              <a:rPr lang="es-ES_tradnl" dirty="0" smtClean="0">
                <a:solidFill>
                  <a:schemeClr val="tx1"/>
                </a:solidFill>
              </a:rPr>
              <a:t> </a:t>
            </a:r>
            <a:r>
              <a:rPr lang="es-ES_tradnl" dirty="0" err="1" smtClean="0">
                <a:solidFill>
                  <a:schemeClr val="tx1"/>
                </a:solidFill>
              </a:rPr>
              <a:t>Development</a:t>
            </a:r>
            <a:r>
              <a:rPr lang="es-ES_tradnl" dirty="0" smtClean="0">
                <a:solidFill>
                  <a:schemeClr val="tx1"/>
                </a:solidFill>
              </a:rPr>
              <a:t> </a:t>
            </a:r>
            <a:r>
              <a:rPr lang="es-ES_tradnl" dirty="0" err="1" smtClean="0">
                <a:solidFill>
                  <a:schemeClr val="tx1"/>
                </a:solidFill>
              </a:rPr>
              <a:t>Goals</a:t>
            </a:r>
            <a:endParaRPr lang="es-ES_tradnl" dirty="0" smtClean="0">
              <a:solidFill>
                <a:schemeClr val="tx1"/>
              </a:solidFill>
            </a:endParaRPr>
          </a:p>
          <a:p>
            <a:pPr lvl="1"/>
            <a:r>
              <a:rPr lang="es-ES_tradnl" dirty="0" err="1" smtClean="0">
                <a:solidFill>
                  <a:schemeClr val="tx1"/>
                </a:solidFill>
              </a:rPr>
              <a:t>Boliva</a:t>
            </a:r>
            <a:r>
              <a:rPr lang="es-ES_tradnl" dirty="0" smtClean="0">
                <a:solidFill>
                  <a:schemeClr val="tx1"/>
                </a:solidFill>
              </a:rPr>
              <a:t>: </a:t>
            </a:r>
            <a:r>
              <a:rPr lang="es-ES_tradnl" dirty="0" err="1" smtClean="0">
                <a:solidFill>
                  <a:schemeClr val="tx1"/>
                </a:solidFill>
              </a:rPr>
              <a:t>Rights</a:t>
            </a:r>
            <a:r>
              <a:rPr lang="es-ES_tradnl" dirty="0" smtClean="0">
                <a:solidFill>
                  <a:schemeClr val="tx1"/>
                </a:solidFill>
              </a:rPr>
              <a:t> of </a:t>
            </a:r>
            <a:r>
              <a:rPr lang="es-ES_tradnl" dirty="0" err="1" smtClean="0">
                <a:solidFill>
                  <a:schemeClr val="tx1"/>
                </a:solidFill>
              </a:rPr>
              <a:t>Nature</a:t>
            </a:r>
            <a:endParaRPr lang="es-ES_tradnl" dirty="0" smtClean="0">
              <a:solidFill>
                <a:schemeClr val="tx1"/>
              </a:solidFill>
            </a:endParaRPr>
          </a:p>
          <a:p>
            <a:pPr lvl="1"/>
            <a:r>
              <a:rPr lang="es-ES_tradnl" dirty="0" smtClean="0">
                <a:solidFill>
                  <a:schemeClr val="tx1"/>
                </a:solidFill>
              </a:rPr>
              <a:t>Cuba: </a:t>
            </a:r>
            <a:r>
              <a:rPr lang="es-ES_tradnl" dirty="0" err="1" smtClean="0">
                <a:solidFill>
                  <a:schemeClr val="tx1"/>
                </a:solidFill>
              </a:rPr>
              <a:t>Institutional</a:t>
            </a:r>
            <a:r>
              <a:rPr lang="es-ES_tradnl" dirty="0" smtClean="0">
                <a:solidFill>
                  <a:schemeClr val="tx1"/>
                </a:solidFill>
              </a:rPr>
              <a:t> Framework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0"/>
            <a:ext cx="8229600" cy="990600"/>
          </a:xfrm>
        </p:spPr>
        <p:txBody>
          <a:bodyPr>
            <a:normAutofit/>
          </a:bodyPr>
          <a:lstStyle/>
          <a:p>
            <a:r>
              <a:rPr lang="es-ES_tradnl" sz="2800" dirty="0" err="1" smtClean="0">
                <a:solidFill>
                  <a:srgbClr val="000090"/>
                </a:solidFill>
              </a:rPr>
              <a:t>Issues</a:t>
            </a:r>
            <a:r>
              <a:rPr lang="es-ES_tradnl" sz="2800" dirty="0" smtClean="0">
                <a:solidFill>
                  <a:srgbClr val="000090"/>
                </a:solidFill>
              </a:rPr>
              <a:t> </a:t>
            </a:r>
            <a:r>
              <a:rPr lang="es-ES_tradnl" sz="2800" dirty="0" err="1" smtClean="0">
                <a:solidFill>
                  <a:srgbClr val="000090"/>
                </a:solidFill>
              </a:rPr>
              <a:t>highlighted</a:t>
            </a:r>
            <a:endParaRPr lang="es-ES_tradnl" sz="2800" dirty="0">
              <a:solidFill>
                <a:srgbClr val="000090"/>
              </a:solidFill>
            </a:endParaRPr>
          </a:p>
        </p:txBody>
      </p:sp>
      <p:sp>
        <p:nvSpPr>
          <p:cNvPr id="3" name="Marcador de contenido 2"/>
          <p:cNvSpPr>
            <a:spLocks noGrp="1"/>
          </p:cNvSpPr>
          <p:nvPr>
            <p:ph sz="quarter" idx="1"/>
          </p:nvPr>
        </p:nvSpPr>
        <p:spPr>
          <a:xfrm>
            <a:off x="457200" y="1219199"/>
            <a:ext cx="8229600" cy="5167183"/>
          </a:xfrm>
        </p:spPr>
        <p:txBody>
          <a:bodyPr>
            <a:normAutofit fontScale="92500"/>
          </a:bodyPr>
          <a:lstStyle/>
          <a:p>
            <a:r>
              <a:rPr lang="es-ES_tradnl" dirty="0" err="1" smtClean="0"/>
              <a:t>Consensus</a:t>
            </a:r>
            <a:r>
              <a:rPr lang="es-ES_tradnl" dirty="0" smtClean="0"/>
              <a:t> </a:t>
            </a:r>
            <a:r>
              <a:rPr lang="es-ES_tradnl" dirty="0" err="1" smtClean="0"/>
              <a:t>on</a:t>
            </a:r>
            <a:r>
              <a:rPr lang="es-ES_tradnl" dirty="0" smtClean="0"/>
              <a:t> </a:t>
            </a:r>
            <a:r>
              <a:rPr lang="es-ES_tradnl" dirty="0" err="1" smtClean="0"/>
              <a:t>the</a:t>
            </a:r>
            <a:r>
              <a:rPr lang="es-ES_tradnl" dirty="0" smtClean="0"/>
              <a:t> </a:t>
            </a:r>
            <a:r>
              <a:rPr lang="es-ES_tradnl" dirty="0" err="1" smtClean="0"/>
              <a:t>need</a:t>
            </a:r>
            <a:r>
              <a:rPr lang="es-ES_tradnl" dirty="0" smtClean="0"/>
              <a:t> </a:t>
            </a:r>
            <a:r>
              <a:rPr lang="es-ES_tradnl" dirty="0" err="1" smtClean="0"/>
              <a:t>to</a:t>
            </a:r>
            <a:r>
              <a:rPr lang="es-ES_tradnl" dirty="0" smtClean="0"/>
              <a:t> </a:t>
            </a:r>
            <a:r>
              <a:rPr lang="es-ES_tradnl" dirty="0" err="1" smtClean="0"/>
              <a:t>change</a:t>
            </a:r>
            <a:r>
              <a:rPr lang="es-ES_tradnl" dirty="0" smtClean="0"/>
              <a:t> </a:t>
            </a:r>
            <a:r>
              <a:rPr lang="es-ES_tradnl" dirty="0" err="1" smtClean="0"/>
              <a:t>the</a:t>
            </a:r>
            <a:r>
              <a:rPr lang="es-ES_tradnl" dirty="0" smtClean="0"/>
              <a:t> </a:t>
            </a:r>
            <a:r>
              <a:rPr lang="es-ES_tradnl" dirty="0" err="1" smtClean="0"/>
              <a:t>model</a:t>
            </a:r>
            <a:r>
              <a:rPr lang="es-ES_tradnl" dirty="0" smtClean="0"/>
              <a:t> of </a:t>
            </a:r>
            <a:r>
              <a:rPr lang="es-ES_tradnl" dirty="0" err="1" smtClean="0"/>
              <a:t>development</a:t>
            </a:r>
            <a:endParaRPr lang="es-ES_tradnl" dirty="0" smtClean="0"/>
          </a:p>
          <a:p>
            <a:r>
              <a:rPr lang="es-ES_tradnl" dirty="0" err="1" smtClean="0"/>
              <a:t>Concerns</a:t>
            </a:r>
            <a:r>
              <a:rPr lang="es-ES_tradnl" dirty="0" smtClean="0"/>
              <a:t> </a:t>
            </a:r>
            <a:r>
              <a:rPr lang="es-ES_tradnl" dirty="0" err="1" smtClean="0"/>
              <a:t>on</a:t>
            </a:r>
            <a:r>
              <a:rPr lang="es-ES_tradnl" dirty="0" smtClean="0"/>
              <a:t> </a:t>
            </a:r>
            <a:r>
              <a:rPr lang="es-ES_tradnl" dirty="0" err="1" smtClean="0"/>
              <a:t>green</a:t>
            </a:r>
            <a:r>
              <a:rPr lang="es-ES_tradnl" dirty="0" smtClean="0"/>
              <a:t> </a:t>
            </a:r>
            <a:r>
              <a:rPr lang="es-ES_tradnl" dirty="0" err="1" smtClean="0"/>
              <a:t>economy</a:t>
            </a:r>
            <a:r>
              <a:rPr lang="es-ES_tradnl" dirty="0" smtClean="0"/>
              <a:t> (</a:t>
            </a:r>
            <a:r>
              <a:rPr lang="es-ES_tradnl" dirty="0" err="1" smtClean="0"/>
              <a:t>protectionism</a:t>
            </a:r>
            <a:r>
              <a:rPr lang="es-ES_tradnl" dirty="0" smtClean="0"/>
              <a:t>, </a:t>
            </a:r>
            <a:r>
              <a:rPr lang="es-ES_tradnl" dirty="0" err="1" smtClean="0"/>
              <a:t>conditionality</a:t>
            </a:r>
            <a:r>
              <a:rPr lang="es-ES_tradnl" dirty="0" smtClean="0"/>
              <a:t>, </a:t>
            </a:r>
            <a:r>
              <a:rPr lang="es-ES_tradnl" dirty="0" err="1" smtClean="0"/>
              <a:t>values</a:t>
            </a:r>
            <a:r>
              <a:rPr lang="es-ES_tradnl" dirty="0" smtClean="0"/>
              <a:t>/</a:t>
            </a:r>
            <a:r>
              <a:rPr lang="es-ES_tradnl" dirty="0" err="1" smtClean="0"/>
              <a:t>principles</a:t>
            </a:r>
            <a:r>
              <a:rPr lang="es-ES_tradnl" dirty="0" smtClean="0"/>
              <a:t>)</a:t>
            </a:r>
          </a:p>
          <a:p>
            <a:r>
              <a:rPr lang="es-ES_tradnl" dirty="0" err="1" smtClean="0"/>
              <a:t>Need</a:t>
            </a:r>
            <a:r>
              <a:rPr lang="es-ES_tradnl" dirty="0" smtClean="0"/>
              <a:t> </a:t>
            </a:r>
            <a:r>
              <a:rPr lang="es-ES_tradnl" dirty="0" err="1" smtClean="0"/>
              <a:t>for</a:t>
            </a:r>
            <a:r>
              <a:rPr lang="es-ES_tradnl" dirty="0" smtClean="0"/>
              <a:t> active </a:t>
            </a:r>
            <a:r>
              <a:rPr lang="es-ES_tradnl" dirty="0" err="1" smtClean="0"/>
              <a:t>policies</a:t>
            </a:r>
            <a:r>
              <a:rPr lang="es-ES_tradnl" dirty="0" smtClean="0"/>
              <a:t> </a:t>
            </a:r>
            <a:r>
              <a:rPr lang="es-ES_tradnl" dirty="0" err="1" smtClean="0"/>
              <a:t>for</a:t>
            </a:r>
            <a:r>
              <a:rPr lang="es-ES_tradnl" dirty="0" smtClean="0"/>
              <a:t> a </a:t>
            </a:r>
            <a:r>
              <a:rPr lang="es-ES_tradnl" dirty="0" err="1" smtClean="0"/>
              <a:t>change</a:t>
            </a:r>
            <a:r>
              <a:rPr lang="es-ES_tradnl" dirty="0" smtClean="0"/>
              <a:t> in </a:t>
            </a:r>
            <a:r>
              <a:rPr lang="es-ES_tradnl" dirty="0" err="1" smtClean="0"/>
              <a:t>development</a:t>
            </a:r>
            <a:r>
              <a:rPr lang="es-ES_tradnl" dirty="0" smtClean="0"/>
              <a:t> </a:t>
            </a:r>
            <a:r>
              <a:rPr lang="es-ES_tradnl" dirty="0" err="1" smtClean="0"/>
              <a:t>model</a:t>
            </a:r>
            <a:endParaRPr lang="es-ES_tradnl" dirty="0" smtClean="0"/>
          </a:p>
          <a:p>
            <a:r>
              <a:rPr lang="es-ES_tradnl" dirty="0" err="1" smtClean="0"/>
              <a:t>Need</a:t>
            </a:r>
            <a:r>
              <a:rPr lang="es-ES_tradnl" dirty="0" smtClean="0"/>
              <a:t> </a:t>
            </a:r>
            <a:r>
              <a:rPr lang="es-ES_tradnl" dirty="0" err="1" smtClean="0"/>
              <a:t>for</a:t>
            </a:r>
            <a:r>
              <a:rPr lang="es-ES_tradnl" dirty="0" smtClean="0"/>
              <a:t> </a:t>
            </a:r>
            <a:r>
              <a:rPr lang="es-ES_tradnl" dirty="0" err="1" smtClean="0"/>
              <a:t>international</a:t>
            </a:r>
            <a:r>
              <a:rPr lang="es-ES_tradnl" dirty="0" smtClean="0"/>
              <a:t> </a:t>
            </a:r>
            <a:r>
              <a:rPr lang="es-ES_tradnl" dirty="0" err="1" smtClean="0"/>
              <a:t>cooperation</a:t>
            </a:r>
            <a:r>
              <a:rPr lang="es-ES_tradnl" dirty="0" smtClean="0"/>
              <a:t>, </a:t>
            </a:r>
            <a:r>
              <a:rPr lang="es-ES_tradnl" dirty="0" err="1" smtClean="0"/>
              <a:t>leadership</a:t>
            </a:r>
            <a:r>
              <a:rPr lang="es-ES_tradnl" dirty="0" smtClean="0"/>
              <a:t> </a:t>
            </a:r>
            <a:r>
              <a:rPr lang="es-ES_tradnl" dirty="0" err="1" smtClean="0"/>
              <a:t>from</a:t>
            </a:r>
            <a:r>
              <a:rPr lang="es-ES_tradnl" dirty="0" smtClean="0"/>
              <a:t> </a:t>
            </a:r>
            <a:r>
              <a:rPr lang="es-ES_tradnl" dirty="0" err="1" smtClean="0"/>
              <a:t>developed</a:t>
            </a:r>
            <a:r>
              <a:rPr lang="es-ES_tradnl" dirty="0" smtClean="0"/>
              <a:t> </a:t>
            </a:r>
            <a:r>
              <a:rPr lang="es-ES_tradnl" dirty="0" err="1" smtClean="0"/>
              <a:t>countries</a:t>
            </a:r>
            <a:endParaRPr lang="es-ES_tradnl" dirty="0" smtClean="0"/>
          </a:p>
          <a:p>
            <a:r>
              <a:rPr lang="es-ES_tradnl" dirty="0" smtClean="0"/>
              <a:t>Conceptual </a:t>
            </a:r>
            <a:r>
              <a:rPr lang="es-ES_tradnl" dirty="0" err="1" smtClean="0"/>
              <a:t>concerns</a:t>
            </a:r>
            <a:r>
              <a:rPr lang="es-ES_tradnl" dirty="0" smtClean="0"/>
              <a:t> vs. </a:t>
            </a:r>
            <a:r>
              <a:rPr lang="es-ES_tradnl" dirty="0" err="1" smtClean="0"/>
              <a:t>pragmatic</a:t>
            </a:r>
            <a:r>
              <a:rPr lang="es-ES_tradnl" dirty="0" smtClean="0"/>
              <a:t> </a:t>
            </a:r>
            <a:r>
              <a:rPr lang="es-ES_tradnl" dirty="0" err="1" smtClean="0"/>
              <a:t>approaches</a:t>
            </a:r>
            <a:endParaRPr lang="es-ES_tradnl" dirty="0" smtClean="0"/>
          </a:p>
          <a:p>
            <a:r>
              <a:rPr lang="es-ES_tradnl" dirty="0" smtClean="0"/>
              <a:t>No </a:t>
            </a:r>
            <a:r>
              <a:rPr lang="es-ES_tradnl" dirty="0" err="1" smtClean="0"/>
              <a:t>mention</a:t>
            </a:r>
            <a:r>
              <a:rPr lang="es-ES_tradnl" dirty="0" smtClean="0"/>
              <a:t> of </a:t>
            </a:r>
            <a:r>
              <a:rPr lang="es-ES_tradnl" dirty="0" err="1" smtClean="0"/>
              <a:t>green</a:t>
            </a:r>
            <a:r>
              <a:rPr lang="es-ES_tradnl" dirty="0" smtClean="0"/>
              <a:t> </a:t>
            </a:r>
            <a:r>
              <a:rPr lang="es-ES_tradnl" dirty="0" err="1" smtClean="0"/>
              <a:t>economy</a:t>
            </a:r>
            <a:r>
              <a:rPr lang="es-ES_tradnl" dirty="0" smtClean="0"/>
              <a:t> in </a:t>
            </a:r>
            <a:r>
              <a:rPr lang="es-ES_tradnl" dirty="0" err="1" smtClean="0"/>
              <a:t>outcome</a:t>
            </a:r>
            <a:r>
              <a:rPr lang="es-ES_tradnl" dirty="0" smtClean="0"/>
              <a:t> </a:t>
            </a:r>
            <a:r>
              <a:rPr lang="es-ES_tradnl" dirty="0" err="1" smtClean="0"/>
              <a:t>document</a:t>
            </a:r>
            <a:r>
              <a:rPr lang="es-ES_tradnl" dirty="0" smtClean="0"/>
              <a:t>, </a:t>
            </a:r>
            <a:r>
              <a:rPr lang="es-ES_tradnl" dirty="0" err="1" smtClean="0"/>
              <a:t>but</a:t>
            </a:r>
            <a:r>
              <a:rPr lang="es-ES_tradnl" dirty="0" smtClean="0"/>
              <a:t> </a:t>
            </a:r>
            <a:r>
              <a:rPr lang="es-ES_tradnl" dirty="0" err="1" smtClean="0"/>
              <a:t>consensus</a:t>
            </a:r>
            <a:r>
              <a:rPr lang="es-ES_tradnl" dirty="0" smtClean="0"/>
              <a:t> </a:t>
            </a:r>
            <a:r>
              <a:rPr lang="es-ES_tradnl" dirty="0" err="1" smtClean="0"/>
              <a:t>on</a:t>
            </a:r>
            <a:r>
              <a:rPr lang="es-ES_tradnl" dirty="0" smtClean="0"/>
              <a:t> </a:t>
            </a:r>
            <a:r>
              <a:rPr lang="es-ES_tradnl" dirty="0" err="1" smtClean="0"/>
              <a:t>need</a:t>
            </a:r>
            <a:r>
              <a:rPr lang="es-ES_tradnl" dirty="0" smtClean="0"/>
              <a:t> a </a:t>
            </a:r>
            <a:r>
              <a:rPr lang="es-ES_tradnl" dirty="0" err="1" smtClean="0"/>
              <a:t>for</a:t>
            </a:r>
            <a:r>
              <a:rPr lang="es-ES_tradnl" dirty="0" smtClean="0"/>
              <a:t> </a:t>
            </a:r>
            <a:r>
              <a:rPr lang="es-ES_tradnl" dirty="0" err="1" smtClean="0"/>
              <a:t>commitments</a:t>
            </a:r>
            <a:r>
              <a:rPr lang="es-ES_tradnl" dirty="0" smtClean="0"/>
              <a:t> </a:t>
            </a:r>
            <a:r>
              <a:rPr lang="es-ES_tradnl" dirty="0" err="1" smtClean="0"/>
              <a:t>to</a:t>
            </a:r>
            <a:r>
              <a:rPr lang="es-ES_tradnl" dirty="0" smtClean="0"/>
              <a:t> </a:t>
            </a:r>
            <a:r>
              <a:rPr lang="es-ES_tradnl" dirty="0" err="1" smtClean="0"/>
              <a:t>achieve</a:t>
            </a:r>
            <a:r>
              <a:rPr lang="es-ES_tradnl" dirty="0" smtClean="0"/>
              <a:t> (…) 	“</a:t>
            </a:r>
            <a:r>
              <a:rPr lang="es-ES_tradnl" i="1" dirty="0" err="1" smtClean="0"/>
              <a:t>change</a:t>
            </a:r>
            <a:r>
              <a:rPr lang="es-ES_tradnl" i="1" dirty="0" smtClean="0"/>
              <a:t> in </a:t>
            </a:r>
            <a:r>
              <a:rPr lang="es-ES_tradnl" i="1" dirty="0" err="1" smtClean="0"/>
              <a:t>patterns</a:t>
            </a:r>
            <a:r>
              <a:rPr lang="es-ES_tradnl" i="1" dirty="0" smtClean="0"/>
              <a:t> of </a:t>
            </a:r>
            <a:r>
              <a:rPr lang="es-ES_tradnl" i="1" dirty="0" err="1" smtClean="0"/>
              <a:t>production</a:t>
            </a:r>
            <a:r>
              <a:rPr lang="es-ES_tradnl" i="1" dirty="0" smtClean="0"/>
              <a:t> and </a:t>
            </a:r>
            <a:r>
              <a:rPr lang="es-ES_tradnl" i="1" dirty="0" err="1" smtClean="0"/>
              <a:t>consumption</a:t>
            </a:r>
            <a:r>
              <a:rPr lang="es-ES_tradnl" i="1" dirty="0" smtClean="0"/>
              <a:t>, in </a:t>
            </a:r>
            <a:r>
              <a:rPr lang="es-ES_tradnl" i="1" dirty="0" err="1" smtClean="0"/>
              <a:t>which</a:t>
            </a:r>
            <a:r>
              <a:rPr lang="es-ES_tradnl" i="1" dirty="0" smtClean="0"/>
              <a:t> 	</a:t>
            </a:r>
            <a:r>
              <a:rPr lang="es-ES_tradnl" i="1" dirty="0" err="1" smtClean="0"/>
              <a:t>the</a:t>
            </a:r>
            <a:r>
              <a:rPr lang="es-ES_tradnl" i="1" dirty="0" smtClean="0"/>
              <a:t> </a:t>
            </a:r>
            <a:r>
              <a:rPr lang="es-ES_tradnl" i="1" dirty="0" err="1" smtClean="0"/>
              <a:t>developed</a:t>
            </a:r>
            <a:r>
              <a:rPr lang="es-ES_tradnl" i="1" dirty="0" smtClean="0"/>
              <a:t> </a:t>
            </a:r>
            <a:r>
              <a:rPr lang="es-ES_tradnl" i="1" dirty="0" err="1" smtClean="0"/>
              <a:t>countries</a:t>
            </a:r>
            <a:r>
              <a:rPr lang="es-ES_tradnl" i="1" dirty="0" smtClean="0"/>
              <a:t> </a:t>
            </a:r>
            <a:r>
              <a:rPr lang="es-ES_tradnl" i="1" dirty="0" err="1" smtClean="0"/>
              <a:t>should</a:t>
            </a:r>
            <a:r>
              <a:rPr lang="es-ES_tradnl" i="1" dirty="0" smtClean="0"/>
              <a:t> </a:t>
            </a:r>
            <a:r>
              <a:rPr lang="es-ES_tradnl" i="1" dirty="0" err="1" smtClean="0"/>
              <a:t>play</a:t>
            </a:r>
            <a:r>
              <a:rPr lang="es-ES_tradnl" i="1" dirty="0" smtClean="0"/>
              <a:t> a </a:t>
            </a:r>
            <a:r>
              <a:rPr lang="es-ES_tradnl" i="1" dirty="0" err="1" smtClean="0"/>
              <a:t>leading</a:t>
            </a:r>
            <a:r>
              <a:rPr lang="es-ES_tradnl" i="1" dirty="0" smtClean="0"/>
              <a:t> global role</a:t>
            </a:r>
            <a:r>
              <a:rPr lang="es-ES_tradnl" dirty="0" smtClean="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23563" cy="990600"/>
          </a:xfrm>
        </p:spPr>
        <p:txBody>
          <a:bodyPr>
            <a:noAutofit/>
          </a:bodyPr>
          <a:lstStyle/>
          <a:p>
            <a:r>
              <a:rPr lang="en-US" sz="2400" dirty="0" smtClean="0">
                <a:solidFill>
                  <a:srgbClr val="000090"/>
                </a:solidFill>
              </a:rPr>
              <a:t>Conclusions from the Latin American and Caribbean Regional Preparatory Meeting for Rio+20 </a:t>
            </a:r>
          </a:p>
        </p:txBody>
      </p:sp>
      <p:sp>
        <p:nvSpPr>
          <p:cNvPr id="3" name="Content Placeholder 2"/>
          <p:cNvSpPr>
            <a:spLocks noGrp="1"/>
          </p:cNvSpPr>
          <p:nvPr>
            <p:ph sz="quarter" idx="1"/>
          </p:nvPr>
        </p:nvSpPr>
        <p:spPr/>
        <p:txBody>
          <a:bodyPr>
            <a:noAutofit/>
          </a:bodyPr>
          <a:lstStyle/>
          <a:p>
            <a:pPr>
              <a:lnSpc>
                <a:spcPct val="90000"/>
              </a:lnSpc>
              <a:buNone/>
            </a:pPr>
            <a:r>
              <a:rPr lang="en-US" sz="2400" dirty="0" smtClean="0"/>
              <a:t>The ministers and representatives of the Governments in Latin America and the Caribbean and affirmed the need for commitments to achieve:</a:t>
            </a:r>
          </a:p>
          <a:p>
            <a:pPr lvl="1">
              <a:lnSpc>
                <a:spcPct val="90000"/>
              </a:lnSpc>
            </a:pPr>
            <a:r>
              <a:rPr lang="en-US" sz="2400" dirty="0" smtClean="0">
                <a:solidFill>
                  <a:schemeClr val="tx1"/>
                </a:solidFill>
              </a:rPr>
              <a:t>A global institutional framework for sustainable development which is efficient and flexible and ensures the effective integration of its three pillars</a:t>
            </a:r>
          </a:p>
          <a:p>
            <a:pPr lvl="1"/>
            <a:r>
              <a:rPr lang="en-US" sz="2400" dirty="0" smtClean="0">
                <a:solidFill>
                  <a:schemeClr val="tx1"/>
                </a:solidFill>
              </a:rPr>
              <a:t>A change in patterns of production and consumption, in which developed countries should play a leading role</a:t>
            </a:r>
          </a:p>
          <a:p>
            <a:pPr lvl="1"/>
            <a:r>
              <a:rPr lang="en-US" sz="2400" dirty="0" smtClean="0">
                <a:solidFill>
                  <a:schemeClr val="tx1"/>
                </a:solidFill>
              </a:rPr>
              <a:t>Full implementation of the right to access to environmental information, participation and justice enshrined in Principle 10 of the Rio Declaration</a:t>
            </a:r>
          </a:p>
          <a:p>
            <a:pPr lvl="1"/>
            <a:r>
              <a:rPr lang="en-US" sz="2400" dirty="0" smtClean="0">
                <a:solidFill>
                  <a:schemeClr val="tx1"/>
                </a:solidFill>
              </a:rPr>
              <a:t>Better ways of measuring countries' wealth that adequately reflect the three pillars of sustainable development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smtClean="0">
                <a:solidFill>
                  <a:srgbClr val="000090"/>
                </a:solidFill>
              </a:rPr>
              <a:t>Conclusions from the Latin American and Caribbean Regional Preparatory  Meeting for Rio+20 </a:t>
            </a:r>
            <a:r>
              <a:rPr lang="es-ES" sz="1800" i="1" dirty="0" smtClean="0">
                <a:solidFill>
                  <a:srgbClr val="000090"/>
                </a:solidFill>
              </a:rPr>
              <a:t>(cont.)</a:t>
            </a:r>
            <a:endParaRPr lang="en-US" sz="1800" i="1" dirty="0"/>
          </a:p>
        </p:txBody>
      </p:sp>
      <p:sp>
        <p:nvSpPr>
          <p:cNvPr id="3" name="Content Placeholder 2"/>
          <p:cNvSpPr>
            <a:spLocks noGrp="1"/>
          </p:cNvSpPr>
          <p:nvPr>
            <p:ph sz="quarter" idx="1"/>
          </p:nvPr>
        </p:nvSpPr>
        <p:spPr/>
        <p:txBody>
          <a:bodyPr/>
          <a:lstStyle/>
          <a:p>
            <a:pPr>
              <a:lnSpc>
                <a:spcPct val="90000"/>
              </a:lnSpc>
              <a:buNone/>
            </a:pPr>
            <a:r>
              <a:rPr lang="en-US" sz="2400" dirty="0" smtClean="0"/>
              <a:t>They affirmed the need for commitments to achieve:</a:t>
            </a:r>
          </a:p>
          <a:p>
            <a:pPr lvl="1">
              <a:lnSpc>
                <a:spcPct val="90000"/>
              </a:lnSpc>
            </a:pPr>
            <a:r>
              <a:rPr lang="en-US" sz="2400" dirty="0" smtClean="0">
                <a:solidFill>
                  <a:schemeClr val="tx1"/>
                </a:solidFill>
              </a:rPr>
              <a:t>The eradication of extreme poverty </a:t>
            </a:r>
          </a:p>
          <a:p>
            <a:pPr lvl="1">
              <a:lnSpc>
                <a:spcPct val="90000"/>
              </a:lnSpc>
            </a:pPr>
            <a:r>
              <a:rPr lang="en-US" sz="2400" dirty="0" smtClean="0">
                <a:solidFill>
                  <a:schemeClr val="tx1"/>
                </a:solidFill>
              </a:rPr>
              <a:t>A new, additional, stable and predictable financing for supporting implementation activities in developing countries </a:t>
            </a:r>
          </a:p>
          <a:p>
            <a:pPr lvl="1">
              <a:lnSpc>
                <a:spcPct val="90000"/>
              </a:lnSpc>
            </a:pPr>
            <a:r>
              <a:rPr lang="en-US" sz="2400" dirty="0" smtClean="0">
                <a:solidFill>
                  <a:schemeClr val="tx1"/>
                </a:solidFill>
              </a:rPr>
              <a:t>The fulfillment of mitigation and adaptation commitments in relation to climate change and the building of resilience to its impacts </a:t>
            </a:r>
          </a:p>
          <a:p>
            <a:pPr lvl="1">
              <a:lnSpc>
                <a:spcPct val="90000"/>
              </a:lnSpc>
            </a:pPr>
            <a:r>
              <a:rPr lang="en-US" sz="2400" dirty="0" smtClean="0">
                <a:solidFill>
                  <a:schemeClr val="tx1"/>
                </a:solidFill>
              </a:rPr>
              <a:t>Effective access to and transfer of safe and appropriate technologies</a:t>
            </a:r>
          </a:p>
          <a:p>
            <a:pPr lvl="1">
              <a:lnSpc>
                <a:spcPct val="90000"/>
              </a:lnSpc>
            </a:pPr>
            <a:r>
              <a:rPr lang="en-US" sz="2400" dirty="0" smtClean="0">
                <a:solidFill>
                  <a:schemeClr val="tx1"/>
                </a:solidFill>
              </a:rPr>
              <a:t>The promotion of a global intellectual property rights regime that facilitates the transfer of technologies</a:t>
            </a:r>
          </a:p>
          <a:p>
            <a:pPr lvl="1">
              <a:lnSpc>
                <a:spcPct val="90000"/>
              </a:lnSpc>
            </a:pPr>
            <a:r>
              <a:rPr lang="en-US" sz="2400" dirty="0" smtClean="0">
                <a:solidFill>
                  <a:schemeClr val="tx1"/>
                </a:solidFill>
              </a:rPr>
              <a:t>greater South‐South cooperation and exchange of successful experiences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err="1" smtClean="0">
                <a:solidFill>
                  <a:srgbClr val="000090"/>
                </a:solidFill>
              </a:rPr>
              <a:t>Interagency</a:t>
            </a:r>
            <a:r>
              <a:rPr lang="es-ES_tradnl" smtClean="0">
                <a:solidFill>
                  <a:srgbClr val="000090"/>
                </a:solidFill>
              </a:rPr>
              <a:t> </a:t>
            </a:r>
            <a:r>
              <a:rPr lang="es-ES_tradnl" err="1" smtClean="0">
                <a:solidFill>
                  <a:srgbClr val="000090"/>
                </a:solidFill>
              </a:rPr>
              <a:t>assessment</a:t>
            </a:r>
            <a:endParaRPr lang="es-ES_tradnl">
              <a:solidFill>
                <a:srgbClr val="000090"/>
              </a:solidFill>
            </a:endParaRPr>
          </a:p>
        </p:txBody>
      </p:sp>
      <p:sp>
        <p:nvSpPr>
          <p:cNvPr id="3" name="Marcador de contenido 2"/>
          <p:cNvSpPr>
            <a:spLocks noGrp="1"/>
          </p:cNvSpPr>
          <p:nvPr>
            <p:ph sz="quarter" idx="1"/>
          </p:nvPr>
        </p:nvSpPr>
        <p:spPr>
          <a:xfrm>
            <a:off x="457200" y="1472364"/>
            <a:ext cx="8229600" cy="4684595"/>
          </a:xfrm>
        </p:spPr>
        <p:txBody>
          <a:bodyPr>
            <a:normAutofit/>
          </a:bodyPr>
          <a:lstStyle/>
          <a:p>
            <a:pPr>
              <a:buClr>
                <a:srgbClr val="2E3192"/>
              </a:buClr>
            </a:pPr>
            <a:r>
              <a:rPr lang="en-US" sz="2400" dirty="0" smtClean="0"/>
              <a:t>Prepared under the coordination of ECLAC in close collaboration with 19 regional offices from various United Nations entities.</a:t>
            </a:r>
          </a:p>
          <a:p>
            <a:pPr>
              <a:buClr>
                <a:srgbClr val="2E3192"/>
              </a:buClr>
              <a:buNone/>
            </a:pPr>
            <a:endParaRPr lang="en-US" sz="2400" dirty="0" smtClean="0"/>
          </a:p>
          <a:p>
            <a:pPr>
              <a:buClr>
                <a:srgbClr val="2E3192"/>
              </a:buClr>
            </a:pPr>
            <a:r>
              <a:rPr lang="en-US" sz="2400" dirty="0" smtClean="0"/>
              <a:t>Progress and gaps</a:t>
            </a:r>
          </a:p>
          <a:p>
            <a:pPr>
              <a:buClr>
                <a:srgbClr val="2E3192"/>
              </a:buClr>
            </a:pPr>
            <a:r>
              <a:rPr lang="en-US" sz="2400" dirty="0" smtClean="0"/>
              <a:t>Guidelines for action</a:t>
            </a:r>
          </a:p>
          <a:p>
            <a:pPr>
              <a:buClr>
                <a:srgbClr val="2E3192"/>
              </a:buClr>
              <a:buNone/>
            </a:pPr>
            <a:endParaRPr lang="en-US" sz="2400" dirty="0" smtClean="0"/>
          </a:p>
          <a:p>
            <a:pPr>
              <a:buClr>
                <a:srgbClr val="2E3192"/>
              </a:buClr>
            </a:pPr>
            <a:r>
              <a:rPr lang="en-US" sz="2400" dirty="0" smtClean="0"/>
              <a:t>Preliminary version presented at Regional Preparatory Meeting. Final version to be launched during 2012</a:t>
            </a:r>
          </a:p>
          <a:p>
            <a:endParaRPr lang="es-ES_tradnl" dirty="0">
              <a:solidFill>
                <a:srgbClr val="00009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4"/>
          <p:cNvSpPr>
            <a:spLocks noGrp="1" noChangeArrowheads="1"/>
          </p:cNvSpPr>
          <p:nvPr>
            <p:ph type="title"/>
          </p:nvPr>
        </p:nvSpPr>
        <p:spPr bwMode="auto">
          <a:xfrm>
            <a:off x="526473" y="228600"/>
            <a:ext cx="8160327" cy="914400"/>
          </a:xfrm>
          <a:noFill/>
          <a:ln>
            <a:miter lim="800000"/>
            <a:headEnd/>
            <a:tailEnd/>
          </a:ln>
        </p:spPr>
        <p:txBody>
          <a:bodyPr vert="horz" wrap="square" lIns="91440" tIns="45720" rIns="91440" bIns="45720" numCol="1" anchor="ctr" anchorCtr="0" compatLnSpc="1">
            <a:prstTxWarp prst="textNoShape">
              <a:avLst/>
            </a:prstTxWarp>
            <a:normAutofit/>
          </a:bodyPr>
          <a:lstStyle/>
          <a:p>
            <a:pPr eaLnBrk="1" hangingPunct="1"/>
            <a:r>
              <a:rPr lang="en-US" sz="2400" dirty="0" smtClean="0">
                <a:solidFill>
                  <a:srgbClr val="000090"/>
                </a:solidFill>
              </a:rPr>
              <a:t>The situation in the region today is quite different from that which existed in 1992</a:t>
            </a:r>
            <a:endParaRPr lang="es-ES" sz="2400" dirty="0" smtClean="0">
              <a:solidFill>
                <a:srgbClr val="000090"/>
              </a:solidFill>
            </a:endParaRPr>
          </a:p>
        </p:txBody>
      </p:sp>
      <p:sp>
        <p:nvSpPr>
          <p:cNvPr id="5" name="Rectangle 3"/>
          <p:cNvSpPr txBox="1">
            <a:spLocks noChangeArrowheads="1"/>
          </p:cNvSpPr>
          <p:nvPr/>
        </p:nvSpPr>
        <p:spPr>
          <a:xfrm>
            <a:off x="6858000" y="1657538"/>
            <a:ext cx="2092036" cy="4138015"/>
          </a:xfrm>
          <a:prstGeom prst="rect">
            <a:avLst/>
          </a:prstGeom>
          <a:ln>
            <a:solidFill>
              <a:schemeClr val="tx1"/>
            </a:solidFill>
          </a:ln>
        </p:spPr>
        <p:txBody>
          <a:bodyPr/>
          <a:lstStyle/>
          <a:p>
            <a:pPr>
              <a:lnSpc>
                <a:spcPct val="80000"/>
              </a:lnSpc>
              <a:spcBef>
                <a:spcPct val="20000"/>
              </a:spcBef>
              <a:defRPr/>
            </a:pPr>
            <a:endParaRPr lang="es-CL" sz="1100" kern="0" dirty="0">
              <a:solidFill>
                <a:srgbClr val="000090"/>
              </a:solidFill>
              <a:latin typeface="Candara" pitchFamily="34" charset="0"/>
            </a:endParaRPr>
          </a:p>
          <a:p>
            <a:pPr>
              <a:lnSpc>
                <a:spcPct val="80000"/>
              </a:lnSpc>
              <a:spcBef>
                <a:spcPct val="20000"/>
              </a:spcBef>
              <a:defRPr/>
            </a:pPr>
            <a:r>
              <a:rPr lang="en-US" dirty="0" smtClean="0">
                <a:solidFill>
                  <a:srgbClr val="000090"/>
                </a:solidFill>
              </a:rPr>
              <a:t>In 1992, the region was emerging from a "lost decade" of low growth, high inflation and restrictions on the balance of payments related to foreign borrowing. </a:t>
            </a:r>
          </a:p>
          <a:p>
            <a:pPr>
              <a:lnSpc>
                <a:spcPct val="80000"/>
              </a:lnSpc>
              <a:spcBef>
                <a:spcPct val="20000"/>
              </a:spcBef>
              <a:defRPr/>
            </a:pPr>
            <a:endParaRPr lang="en-US" dirty="0" smtClean="0">
              <a:solidFill>
                <a:srgbClr val="000090"/>
              </a:solidFill>
            </a:endParaRPr>
          </a:p>
          <a:p>
            <a:pPr>
              <a:lnSpc>
                <a:spcPct val="80000"/>
              </a:lnSpc>
              <a:spcBef>
                <a:spcPct val="20000"/>
              </a:spcBef>
              <a:defRPr/>
            </a:pPr>
            <a:r>
              <a:rPr lang="en-US" dirty="0" smtClean="0">
                <a:solidFill>
                  <a:srgbClr val="000090"/>
                </a:solidFill>
              </a:rPr>
              <a:t>Currently, despite the recent global economic crisis, the region is achieving nearly a decade of relatively high growth</a:t>
            </a:r>
            <a:r>
              <a:rPr lang="en-US" dirty="0" smtClean="0">
                <a:solidFill>
                  <a:schemeClr val="accent2"/>
                </a:solidFill>
              </a:rPr>
              <a:t>.</a:t>
            </a:r>
            <a:endParaRPr lang="en-US" kern="0" dirty="0">
              <a:solidFill>
                <a:schemeClr val="accent2"/>
              </a:solidFill>
              <a:latin typeface="+mn-lt"/>
            </a:endParaRPr>
          </a:p>
        </p:txBody>
      </p:sp>
      <p:pic>
        <p:nvPicPr>
          <p:cNvPr id="6" name="Picture 5" descr="Figure 1.jpg"/>
          <p:cNvPicPr>
            <a:picLocks noChangeAspect="1"/>
          </p:cNvPicPr>
          <p:nvPr/>
        </p:nvPicPr>
        <p:blipFill>
          <a:blip r:embed="rId2" cstate="print"/>
          <a:stretch>
            <a:fillRect/>
          </a:stretch>
        </p:blipFill>
        <p:spPr>
          <a:xfrm>
            <a:off x="1313506" y="1657538"/>
            <a:ext cx="5459434" cy="4702681"/>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4"/>
          <p:cNvSpPr>
            <a:spLocks noGrp="1" noChangeArrowheads="1"/>
          </p:cNvSpPr>
          <p:nvPr>
            <p:ph type="title"/>
          </p:nvPr>
        </p:nvSpPr>
        <p:spPr bwMode="auto">
          <a:xfrm>
            <a:off x="782554" y="0"/>
            <a:ext cx="8053118" cy="1295400"/>
          </a:xfrm>
          <a:noFill/>
          <a:ln>
            <a:miter lim="800000"/>
            <a:headEnd/>
            <a:tailEnd/>
          </a:ln>
        </p:spPr>
        <p:txBody>
          <a:bodyPr vert="horz" wrap="square" lIns="91440" tIns="45720" rIns="91440" bIns="45720" numCol="1" anchor="ctr" anchorCtr="0" compatLnSpc="1">
            <a:prstTxWarp prst="textNoShape">
              <a:avLst/>
            </a:prstTxWarp>
            <a:normAutofit/>
          </a:bodyPr>
          <a:lstStyle/>
          <a:p>
            <a:pPr eaLnBrk="1" hangingPunct="1"/>
            <a:r>
              <a:rPr lang="en-US" sz="2400" dirty="0" smtClean="0">
                <a:solidFill>
                  <a:srgbClr val="000090"/>
                </a:solidFill>
              </a:rPr>
              <a:t>Mixed progress has been observed in the sustainability of development</a:t>
            </a:r>
            <a:endParaRPr lang="es-ES" sz="2400" b="1" dirty="0" smtClean="0">
              <a:solidFill>
                <a:srgbClr val="000090"/>
              </a:solidFill>
            </a:endParaRPr>
          </a:p>
        </p:txBody>
      </p:sp>
      <p:graphicFrame>
        <p:nvGraphicFramePr>
          <p:cNvPr id="7" name="Table 6"/>
          <p:cNvGraphicFramePr>
            <a:graphicFrameLocks noGrp="1"/>
          </p:cNvGraphicFramePr>
          <p:nvPr/>
        </p:nvGraphicFramePr>
        <p:xfrm>
          <a:off x="782554" y="1295400"/>
          <a:ext cx="7740187" cy="5130051"/>
        </p:xfrm>
        <a:graphic>
          <a:graphicData uri="http://schemas.openxmlformats.org/drawingml/2006/table">
            <a:tbl>
              <a:tblPr/>
              <a:tblGrid>
                <a:gridCol w="4240706"/>
                <a:gridCol w="874463"/>
                <a:gridCol w="875277"/>
                <a:gridCol w="908413"/>
                <a:gridCol w="841328"/>
              </a:tblGrid>
              <a:tr h="275149">
                <a:tc>
                  <a:txBody>
                    <a:bodyPr/>
                    <a:lstStyle/>
                    <a:p>
                      <a:pPr marL="0" marR="0" algn="l">
                        <a:lnSpc>
                          <a:spcPct val="115000"/>
                        </a:lnSpc>
                        <a:spcBef>
                          <a:spcPts val="0"/>
                        </a:spcBef>
                        <a:spcAft>
                          <a:spcPts val="0"/>
                        </a:spcAft>
                      </a:pPr>
                      <a:r>
                        <a:rPr lang="es-ES_tradnl" sz="1400" b="1" dirty="0" smtClean="0">
                          <a:solidFill>
                            <a:srgbClr val="000000"/>
                          </a:solidFill>
                          <a:latin typeface="Calibri" pitchFamily="34" charset="0"/>
                          <a:ea typeface="Times New Roman"/>
                        </a:rPr>
                        <a:t>Indicator</a:t>
                      </a:r>
                      <a:endParaRPr lang="en-US" sz="1400" dirty="0">
                        <a:latin typeface="Calibri" pitchFamily="34" charset="0"/>
                        <a:ea typeface="Times New Roman"/>
                      </a:endParaRPr>
                    </a:p>
                  </a:txBody>
                  <a:tcPr marL="36195" marR="717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r">
                        <a:lnSpc>
                          <a:spcPct val="115000"/>
                        </a:lnSpc>
                        <a:spcBef>
                          <a:spcPts val="0"/>
                        </a:spcBef>
                        <a:spcAft>
                          <a:spcPts val="0"/>
                        </a:spcAft>
                      </a:pPr>
                      <a:r>
                        <a:rPr lang="es-ES_tradnl" sz="1400" b="1" dirty="0">
                          <a:solidFill>
                            <a:srgbClr val="000000"/>
                          </a:solidFill>
                          <a:latin typeface="Calibri" pitchFamily="34" charset="0"/>
                          <a:ea typeface="Times New Roman"/>
                        </a:rPr>
                        <a:t>1990</a:t>
                      </a:r>
                      <a:endParaRPr lang="en-US" sz="1400" dirty="0">
                        <a:latin typeface="Calibri" pitchFamily="34" charset="0"/>
                        <a:ea typeface="Times New Roman"/>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r">
                        <a:lnSpc>
                          <a:spcPct val="115000"/>
                        </a:lnSpc>
                        <a:spcBef>
                          <a:spcPts val="0"/>
                        </a:spcBef>
                        <a:spcAft>
                          <a:spcPts val="0"/>
                        </a:spcAft>
                      </a:pPr>
                      <a:r>
                        <a:rPr lang="es-ES_tradnl" sz="1400" b="1" dirty="0">
                          <a:solidFill>
                            <a:srgbClr val="000000"/>
                          </a:solidFill>
                          <a:latin typeface="Calibri" pitchFamily="34" charset="0"/>
                          <a:ea typeface="Times New Roman"/>
                        </a:rPr>
                        <a:t>2000</a:t>
                      </a:r>
                      <a:endParaRPr lang="en-US" sz="1400" dirty="0">
                        <a:latin typeface="Calibri" pitchFamily="34" charset="0"/>
                        <a:ea typeface="Times New Roman"/>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r">
                        <a:lnSpc>
                          <a:spcPct val="115000"/>
                        </a:lnSpc>
                        <a:spcBef>
                          <a:spcPts val="0"/>
                        </a:spcBef>
                        <a:spcAft>
                          <a:spcPts val="0"/>
                        </a:spcAft>
                      </a:pPr>
                      <a:r>
                        <a:rPr lang="es-ES_tradnl" sz="1400" b="1" dirty="0">
                          <a:solidFill>
                            <a:srgbClr val="000000"/>
                          </a:solidFill>
                          <a:latin typeface="Calibri" pitchFamily="34" charset="0"/>
                          <a:ea typeface="Times New Roman"/>
                        </a:rPr>
                        <a:t>2005</a:t>
                      </a:r>
                      <a:endParaRPr lang="en-US" sz="1400" dirty="0">
                        <a:latin typeface="Calibri" pitchFamily="34" charset="0"/>
                        <a:ea typeface="Times New Roman"/>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r">
                        <a:lnSpc>
                          <a:spcPct val="115000"/>
                        </a:lnSpc>
                        <a:spcBef>
                          <a:spcPts val="0"/>
                        </a:spcBef>
                        <a:spcAft>
                          <a:spcPts val="0"/>
                        </a:spcAft>
                      </a:pPr>
                      <a:r>
                        <a:rPr lang="es-ES_tradnl" sz="1400" b="1" dirty="0">
                          <a:solidFill>
                            <a:srgbClr val="000000"/>
                          </a:solidFill>
                          <a:latin typeface="Calibri" pitchFamily="34" charset="0"/>
                          <a:ea typeface="Times New Roman"/>
                        </a:rPr>
                        <a:t>2010</a:t>
                      </a:r>
                      <a:endParaRPr lang="en-US" sz="1400" dirty="0">
                        <a:latin typeface="Calibri" pitchFamily="34" charset="0"/>
                        <a:ea typeface="Times New Roman"/>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5149">
                <a:tc>
                  <a:txBody>
                    <a:bodyPr/>
                    <a:lstStyle/>
                    <a:p>
                      <a:pPr marL="0" marR="0" algn="l">
                        <a:lnSpc>
                          <a:spcPct val="115000"/>
                        </a:lnSpc>
                        <a:spcBef>
                          <a:spcPts val="0"/>
                        </a:spcBef>
                        <a:spcAft>
                          <a:spcPts val="0"/>
                        </a:spcAft>
                      </a:pPr>
                      <a:r>
                        <a:rPr lang="en-CA" sz="1400" kern="1200" dirty="0" smtClean="0">
                          <a:solidFill>
                            <a:schemeClr val="tx1"/>
                          </a:solidFill>
                          <a:latin typeface="Calibri" pitchFamily="34" charset="0"/>
                          <a:ea typeface="+mn-ea"/>
                          <a:cs typeface="+mn-cs"/>
                        </a:rPr>
                        <a:t>Population (thousands, at mid-year)</a:t>
                      </a:r>
                      <a:endParaRPr lang="en-US" sz="1400" dirty="0">
                        <a:latin typeface="Calibri" pitchFamily="34" charset="0"/>
                        <a:ea typeface="Times New Roman"/>
                      </a:endParaRPr>
                    </a:p>
                  </a:txBody>
                  <a:tcPr marL="36195" marR="71755"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r">
                        <a:lnSpc>
                          <a:spcPct val="115000"/>
                        </a:lnSpc>
                        <a:spcBef>
                          <a:spcPts val="0"/>
                        </a:spcBef>
                        <a:spcAft>
                          <a:spcPts val="0"/>
                        </a:spcAft>
                      </a:pPr>
                      <a:r>
                        <a:rPr lang="es-CL" sz="1400" dirty="0">
                          <a:latin typeface="Calibri" pitchFamily="34" charset="0"/>
                          <a:ea typeface="Times New Roman"/>
                        </a:rPr>
                        <a:t> 443 032</a:t>
                      </a:r>
                      <a:endParaRPr lang="en-US" sz="1400" dirty="0">
                        <a:latin typeface="Calibri" pitchFamily="34" charset="0"/>
                        <a:ea typeface="Times New Roman"/>
                      </a:endParaRPr>
                    </a:p>
                  </a:txBody>
                  <a:tcPr marL="0" marR="36195"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r">
                        <a:lnSpc>
                          <a:spcPct val="115000"/>
                        </a:lnSpc>
                        <a:spcBef>
                          <a:spcPts val="0"/>
                        </a:spcBef>
                        <a:spcAft>
                          <a:spcPts val="0"/>
                        </a:spcAft>
                      </a:pPr>
                      <a:r>
                        <a:rPr lang="es-CL" sz="1400" dirty="0">
                          <a:solidFill>
                            <a:srgbClr val="008000"/>
                          </a:solidFill>
                          <a:latin typeface="Calibri" pitchFamily="34" charset="0"/>
                          <a:ea typeface="Times New Roman"/>
                        </a:rPr>
                        <a:t> </a:t>
                      </a:r>
                      <a:r>
                        <a:rPr lang="es-CL" sz="1400" dirty="0">
                          <a:latin typeface="Calibri" pitchFamily="34" charset="0"/>
                          <a:ea typeface="Times New Roman"/>
                        </a:rPr>
                        <a:t>521 429</a:t>
                      </a:r>
                      <a:endParaRPr lang="en-US" sz="1400" dirty="0">
                        <a:latin typeface="Calibri" pitchFamily="34" charset="0"/>
                        <a:ea typeface="Times New Roman"/>
                      </a:endParaRPr>
                    </a:p>
                  </a:txBody>
                  <a:tcPr marL="0" marR="36195"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r">
                        <a:lnSpc>
                          <a:spcPct val="115000"/>
                        </a:lnSpc>
                        <a:spcBef>
                          <a:spcPts val="0"/>
                        </a:spcBef>
                        <a:spcAft>
                          <a:spcPts val="0"/>
                        </a:spcAft>
                      </a:pPr>
                      <a:r>
                        <a:rPr lang="es-CL" sz="1400" dirty="0">
                          <a:latin typeface="Calibri" pitchFamily="34" charset="0"/>
                          <a:ea typeface="Times New Roman"/>
                        </a:rPr>
                        <a:t>557 038</a:t>
                      </a:r>
                      <a:endParaRPr lang="en-US" sz="1400" dirty="0">
                        <a:latin typeface="Calibri" pitchFamily="34" charset="0"/>
                        <a:ea typeface="Times New Roman"/>
                      </a:endParaRPr>
                    </a:p>
                  </a:txBody>
                  <a:tcPr marL="0" marR="36195"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r">
                        <a:lnSpc>
                          <a:spcPct val="115000"/>
                        </a:lnSpc>
                        <a:spcBef>
                          <a:spcPts val="0"/>
                        </a:spcBef>
                        <a:spcAft>
                          <a:spcPts val="0"/>
                        </a:spcAft>
                      </a:pPr>
                      <a:r>
                        <a:rPr lang="es-CL" sz="1400" dirty="0">
                          <a:latin typeface="Calibri" pitchFamily="34" charset="0"/>
                          <a:ea typeface="Times New Roman"/>
                        </a:rPr>
                        <a:t>590 082</a:t>
                      </a:r>
                      <a:endParaRPr lang="en-US" sz="1400" dirty="0">
                        <a:latin typeface="Calibri" pitchFamily="34" charset="0"/>
                        <a:ea typeface="Times New Roman"/>
                      </a:endParaRPr>
                    </a:p>
                  </a:txBody>
                  <a:tcPr marL="0" marR="36195" marT="0" marB="0" anchor="ctr">
                    <a:lnL>
                      <a:noFill/>
                    </a:lnL>
                    <a:lnR>
                      <a:noFill/>
                    </a:lnR>
                    <a:lnT w="12700" cap="flat" cmpd="sng" algn="ctr">
                      <a:solidFill>
                        <a:srgbClr val="000000"/>
                      </a:solidFill>
                      <a:prstDash val="solid"/>
                      <a:round/>
                      <a:headEnd type="none" w="med" len="med"/>
                      <a:tailEnd type="none" w="med" len="med"/>
                    </a:lnT>
                    <a:lnB>
                      <a:noFill/>
                    </a:lnB>
                  </a:tcPr>
                </a:tc>
              </a:tr>
              <a:tr h="330952">
                <a:tc>
                  <a:txBody>
                    <a:bodyPr/>
                    <a:lstStyle/>
                    <a:p>
                      <a:pPr marL="0" marR="0" algn="l" defTabSz="914400" rtl="0" eaLnBrk="1" latinLnBrk="0" hangingPunct="1">
                        <a:lnSpc>
                          <a:spcPct val="115000"/>
                        </a:lnSpc>
                        <a:spcBef>
                          <a:spcPts val="0"/>
                        </a:spcBef>
                        <a:spcAft>
                          <a:spcPts val="0"/>
                        </a:spcAft>
                      </a:pPr>
                      <a:r>
                        <a:rPr lang="en-CA" sz="1400" kern="1200" dirty="0" smtClean="0">
                          <a:solidFill>
                            <a:schemeClr val="tx1"/>
                          </a:solidFill>
                          <a:latin typeface="Calibri" pitchFamily="34" charset="0"/>
                          <a:ea typeface="+mn-ea"/>
                          <a:cs typeface="+mn-cs"/>
                        </a:rPr>
                        <a:t>Urban population (thousands, at mid-year) </a:t>
                      </a:r>
                      <a:endParaRPr lang="en-US" sz="1400" kern="1200" dirty="0">
                        <a:solidFill>
                          <a:schemeClr val="tx1"/>
                        </a:solidFill>
                        <a:latin typeface="Calibri" pitchFamily="34" charset="0"/>
                        <a:ea typeface="+mn-ea"/>
                        <a:cs typeface="+mn-cs"/>
                      </a:endParaRPr>
                    </a:p>
                  </a:txBody>
                  <a:tcPr marL="36195" marR="71755" marT="0" marB="0" anchor="ctr">
                    <a:lnL>
                      <a:noFill/>
                    </a:lnL>
                    <a:lnR>
                      <a:noFill/>
                    </a:lnR>
                    <a:lnT>
                      <a:noFill/>
                    </a:lnT>
                    <a:lnB>
                      <a:noFill/>
                    </a:lnB>
                  </a:tcPr>
                </a:tc>
                <a:tc>
                  <a:txBody>
                    <a:bodyPr/>
                    <a:lstStyle/>
                    <a:p>
                      <a:pPr marL="0" marR="0" algn="r">
                        <a:lnSpc>
                          <a:spcPct val="115000"/>
                        </a:lnSpc>
                        <a:spcBef>
                          <a:spcPts val="0"/>
                        </a:spcBef>
                        <a:spcAft>
                          <a:spcPts val="0"/>
                        </a:spcAft>
                      </a:pPr>
                      <a:r>
                        <a:rPr lang="es-CL" sz="1400" dirty="0">
                          <a:solidFill>
                            <a:srgbClr val="000000"/>
                          </a:solidFill>
                          <a:latin typeface="Calibri" pitchFamily="34" charset="0"/>
                          <a:ea typeface="Times New Roman"/>
                        </a:rPr>
                        <a:t>311 042</a:t>
                      </a: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CL" sz="1400" dirty="0">
                          <a:solidFill>
                            <a:srgbClr val="000000"/>
                          </a:solidFill>
                          <a:latin typeface="Calibri" pitchFamily="34" charset="0"/>
                          <a:ea typeface="Times New Roman"/>
                        </a:rPr>
                        <a:t>393 420</a:t>
                      </a: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CL" sz="1400" dirty="0">
                          <a:solidFill>
                            <a:srgbClr val="000000"/>
                          </a:solidFill>
                          <a:latin typeface="Calibri" pitchFamily="34" charset="0"/>
                          <a:ea typeface="Times New Roman"/>
                        </a:rPr>
                        <a:t>432 646</a:t>
                      </a: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CL" sz="1400" dirty="0">
                          <a:solidFill>
                            <a:srgbClr val="000000"/>
                          </a:solidFill>
                          <a:latin typeface="Calibri" pitchFamily="34" charset="0"/>
                          <a:ea typeface="Times New Roman"/>
                        </a:rPr>
                        <a:t>468 757</a:t>
                      </a:r>
                      <a:endParaRPr lang="en-US" sz="1400" dirty="0">
                        <a:latin typeface="Calibri" pitchFamily="34" charset="0"/>
                        <a:ea typeface="Times New Roman"/>
                      </a:endParaRPr>
                    </a:p>
                  </a:txBody>
                  <a:tcPr marL="0" marR="36195" marT="0" marB="0" anchor="ctr">
                    <a:lnL>
                      <a:noFill/>
                    </a:lnL>
                    <a:lnR>
                      <a:noFill/>
                    </a:lnR>
                    <a:lnT>
                      <a:noFill/>
                    </a:lnT>
                    <a:lnB>
                      <a:noFill/>
                    </a:lnB>
                  </a:tcPr>
                </a:tc>
              </a:tr>
              <a:tr h="275149">
                <a:tc>
                  <a:txBody>
                    <a:bodyPr/>
                    <a:lstStyle/>
                    <a:p>
                      <a:pPr marL="0" marR="0" algn="l">
                        <a:lnSpc>
                          <a:spcPct val="115000"/>
                        </a:lnSpc>
                        <a:spcBef>
                          <a:spcPts val="0"/>
                        </a:spcBef>
                        <a:spcAft>
                          <a:spcPts val="0"/>
                        </a:spcAft>
                      </a:pPr>
                      <a:r>
                        <a:rPr lang="es-ES_tradnl" sz="1400" dirty="0" smtClean="0">
                          <a:solidFill>
                            <a:srgbClr val="000000"/>
                          </a:solidFill>
                          <a:latin typeface="Calibri" pitchFamily="34" charset="0"/>
                          <a:ea typeface="Times New Roman"/>
                        </a:rPr>
                        <a:t>Poverty</a:t>
                      </a:r>
                      <a:endParaRPr lang="en-US" sz="1400" dirty="0">
                        <a:latin typeface="Calibri" pitchFamily="34" charset="0"/>
                        <a:ea typeface="Times New Roman"/>
                      </a:endParaRPr>
                    </a:p>
                  </a:txBody>
                  <a:tcPr marL="36195" marR="7175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r>
              <a:tr h="479769">
                <a:tc>
                  <a:txBody>
                    <a:bodyPr/>
                    <a:lstStyle/>
                    <a:p>
                      <a:pPr marL="71755" marR="0" algn="l">
                        <a:lnSpc>
                          <a:spcPct val="115000"/>
                        </a:lnSpc>
                        <a:spcBef>
                          <a:spcPts val="0"/>
                        </a:spcBef>
                        <a:spcAft>
                          <a:spcPts val="0"/>
                        </a:spcAft>
                      </a:pPr>
                      <a:r>
                        <a:rPr lang="es-ES_tradnl" sz="1400" dirty="0" smtClean="0">
                          <a:solidFill>
                            <a:srgbClr val="000000"/>
                          </a:solidFill>
                          <a:latin typeface="Calibri" pitchFamily="34" charset="0"/>
                          <a:ea typeface="Times New Roman"/>
                        </a:rPr>
                        <a:t>    - </a:t>
                      </a:r>
                      <a:r>
                        <a:rPr lang="en-CA" sz="1400" kern="1200" dirty="0" smtClean="0">
                          <a:solidFill>
                            <a:srgbClr val="000000"/>
                          </a:solidFill>
                          <a:latin typeface="Calibri" pitchFamily="34" charset="0"/>
                          <a:ea typeface="Times New Roman"/>
                          <a:cs typeface="+mn-cs"/>
                        </a:rPr>
                        <a:t>Proportion of total (percentages)</a:t>
                      </a:r>
                      <a:endParaRPr lang="en-US" sz="1400" kern="120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48,3</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43,8 (1999)</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34,1</a:t>
                      </a:r>
                    </a:p>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 </a:t>
                      </a:r>
                      <a:r>
                        <a:rPr lang="es-ES_tradnl" sz="1400" dirty="0">
                          <a:solidFill>
                            <a:srgbClr val="000000"/>
                          </a:solidFill>
                          <a:latin typeface="Calibri" pitchFamily="34" charset="0"/>
                          <a:ea typeface="Times New Roman"/>
                        </a:rPr>
                        <a:t>(2007)</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32,1</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r>
              <a:tr h="479769">
                <a:tc>
                  <a:txBody>
                    <a:bodyPr/>
                    <a:lstStyle/>
                    <a:p>
                      <a:pPr marL="0" marR="0" algn="l" defTabSz="914400" rtl="0" eaLnBrk="1" latinLnBrk="0" hangingPunct="1">
                        <a:lnSpc>
                          <a:spcPct val="115000"/>
                        </a:lnSpc>
                        <a:spcBef>
                          <a:spcPts val="0"/>
                        </a:spcBef>
                        <a:spcAft>
                          <a:spcPts val="0"/>
                        </a:spcAft>
                      </a:pPr>
                      <a:r>
                        <a:rPr lang="es-ES_tradnl" sz="1400" kern="1200" dirty="0" smtClean="0">
                          <a:solidFill>
                            <a:srgbClr val="000000"/>
                          </a:solidFill>
                          <a:latin typeface="Calibri" pitchFamily="34" charset="0"/>
                          <a:ea typeface="Times New Roman"/>
                          <a:cs typeface="+mn-cs"/>
                        </a:rPr>
                        <a:t>       - </a:t>
                      </a:r>
                      <a:r>
                        <a:rPr lang="en-CA" sz="1400" kern="1200" dirty="0" smtClean="0">
                          <a:solidFill>
                            <a:srgbClr val="000000"/>
                          </a:solidFill>
                          <a:latin typeface="Calibri" pitchFamily="34" charset="0"/>
                          <a:ea typeface="Times New Roman"/>
                          <a:cs typeface="+mn-cs"/>
                        </a:rPr>
                        <a:t>Number of people (millions)</a:t>
                      </a:r>
                      <a:endParaRPr lang="en-US" sz="1400" kern="120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200</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211</a:t>
                      </a:r>
                    </a:p>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 </a:t>
                      </a:r>
                      <a:r>
                        <a:rPr lang="es-ES_tradnl" sz="1400" dirty="0">
                          <a:solidFill>
                            <a:srgbClr val="000000"/>
                          </a:solidFill>
                          <a:latin typeface="Calibri" pitchFamily="34" charset="0"/>
                          <a:ea typeface="Times New Roman"/>
                        </a:rPr>
                        <a:t>(1999)</a:t>
                      </a: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184 </a:t>
                      </a:r>
                      <a:endParaRPr lang="es-ES_tradnl" sz="1400" dirty="0" smtClean="0">
                        <a:solidFill>
                          <a:srgbClr val="000000"/>
                        </a:solidFill>
                        <a:latin typeface="Calibri" pitchFamily="34" charset="0"/>
                        <a:ea typeface="Times New Roman"/>
                      </a:endParaRPr>
                    </a:p>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a:t>
                      </a:r>
                      <a:r>
                        <a:rPr lang="es-ES_tradnl" sz="1400" dirty="0">
                          <a:solidFill>
                            <a:srgbClr val="000000"/>
                          </a:solidFill>
                          <a:latin typeface="Calibri" pitchFamily="34" charset="0"/>
                          <a:ea typeface="Times New Roman"/>
                        </a:rPr>
                        <a:t>2007)</a:t>
                      </a: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180</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tcPr>
                </a:tc>
              </a:tr>
              <a:tr h="275149">
                <a:tc>
                  <a:txBody>
                    <a:bodyPr/>
                    <a:lstStyle/>
                    <a:p>
                      <a:pPr marL="0" marR="0" algn="l" defTabSz="914400" rtl="0" eaLnBrk="1" latinLnBrk="0" hangingPunct="1">
                        <a:lnSpc>
                          <a:spcPct val="115000"/>
                        </a:lnSpc>
                        <a:spcBef>
                          <a:spcPts val="0"/>
                        </a:spcBef>
                        <a:spcAft>
                          <a:spcPts val="0"/>
                        </a:spcAft>
                      </a:pPr>
                      <a:r>
                        <a:rPr lang="en-CA" sz="1400" kern="1200" dirty="0" smtClean="0">
                          <a:solidFill>
                            <a:srgbClr val="000000"/>
                          </a:solidFill>
                          <a:latin typeface="Calibri" pitchFamily="34" charset="0"/>
                          <a:ea typeface="Times New Roman"/>
                          <a:cs typeface="+mn-cs"/>
                        </a:rPr>
                        <a:t>Human Development Index </a:t>
                      </a:r>
                      <a:endParaRPr lang="en-US" sz="1400" kern="120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0,614</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0,66</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0,681</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0,704</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r>
              <a:tr h="634995">
                <a:tc>
                  <a:txBody>
                    <a:bodyPr/>
                    <a:lstStyle/>
                    <a:p>
                      <a:pPr marL="71755" marR="0" algn="l" defTabSz="914400" rtl="0" eaLnBrk="1" latinLnBrk="0" hangingPunct="1">
                        <a:lnSpc>
                          <a:spcPct val="115000"/>
                        </a:lnSpc>
                        <a:spcBef>
                          <a:spcPts val="0"/>
                        </a:spcBef>
                        <a:spcAft>
                          <a:spcPts val="0"/>
                        </a:spcAft>
                      </a:pPr>
                      <a:r>
                        <a:rPr lang="en-CA" sz="1400" kern="1200" dirty="0" smtClean="0">
                          <a:solidFill>
                            <a:srgbClr val="000000"/>
                          </a:solidFill>
                          <a:latin typeface="Calibri" pitchFamily="34" charset="0"/>
                          <a:ea typeface="Times New Roman"/>
                          <a:cs typeface="+mn-cs"/>
                        </a:rPr>
                        <a:t>Income distribution (</a:t>
                      </a:r>
                      <a:r>
                        <a:rPr lang="en-US" sz="1400" kern="1200" noProof="0" dirty="0" smtClean="0">
                          <a:solidFill>
                            <a:srgbClr val="000000"/>
                          </a:solidFill>
                          <a:latin typeface="Calibri" pitchFamily="34" charset="0"/>
                          <a:ea typeface="Times New Roman"/>
                          <a:cs typeface="+mn-cs"/>
                        </a:rPr>
                        <a:t>Gini</a:t>
                      </a:r>
                      <a:r>
                        <a:rPr lang="en-CA" sz="1400" kern="1200" dirty="0" smtClean="0">
                          <a:solidFill>
                            <a:srgbClr val="000000"/>
                          </a:solidFill>
                          <a:latin typeface="Calibri" pitchFamily="34" charset="0"/>
                          <a:ea typeface="Times New Roman"/>
                          <a:cs typeface="+mn-cs"/>
                        </a:rPr>
                        <a:t> coefficient x 100)</a:t>
                      </a:r>
                      <a:endParaRPr lang="en-US" sz="1400" kern="120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53,8 (</a:t>
                      </a:r>
                      <a:r>
                        <a:rPr lang="es-ES_tradnl" sz="1400" dirty="0" smtClean="0">
                          <a:solidFill>
                            <a:srgbClr val="000000"/>
                          </a:solidFill>
                          <a:latin typeface="Calibri" pitchFamily="34" charset="0"/>
                          <a:ea typeface="Times New Roman"/>
                        </a:rPr>
                        <a:t>1989/92</a:t>
                      </a:r>
                      <a:r>
                        <a:rPr lang="es-ES_tradnl" sz="1400" dirty="0">
                          <a:solidFill>
                            <a:srgbClr val="000000"/>
                          </a:solidFill>
                          <a:latin typeface="Calibri" pitchFamily="34" charset="0"/>
                          <a:ea typeface="Times New Roman"/>
                        </a:rPr>
                        <a:t>)</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55</a:t>
                      </a:r>
                    </a:p>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 </a:t>
                      </a:r>
                      <a:r>
                        <a:rPr lang="es-ES_tradnl" sz="1400" dirty="0">
                          <a:solidFill>
                            <a:srgbClr val="000000"/>
                          </a:solidFill>
                          <a:latin typeface="Calibri" pitchFamily="34" charset="0"/>
                          <a:ea typeface="Times New Roman"/>
                        </a:rPr>
                        <a:t>(2002)</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52 (</a:t>
                      </a:r>
                      <a:r>
                        <a:rPr lang="es-ES_tradnl" sz="1400" dirty="0" smtClean="0">
                          <a:solidFill>
                            <a:srgbClr val="000000"/>
                          </a:solidFill>
                          <a:latin typeface="Calibri" pitchFamily="34" charset="0"/>
                          <a:ea typeface="Times New Roman"/>
                        </a:rPr>
                        <a:t>2006/09</a:t>
                      </a:r>
                      <a:r>
                        <a:rPr lang="es-ES_tradnl" sz="1400" dirty="0">
                          <a:solidFill>
                            <a:srgbClr val="000000"/>
                          </a:solidFill>
                          <a:latin typeface="Calibri" pitchFamily="34" charset="0"/>
                          <a:ea typeface="Times New Roman"/>
                        </a:rPr>
                        <a:t>)</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r>
              <a:tr h="275149">
                <a:tc>
                  <a:txBody>
                    <a:bodyPr/>
                    <a:lstStyle/>
                    <a:p>
                      <a:pPr marL="0" marR="0" algn="l" defTabSz="914400" rtl="0" eaLnBrk="1" latinLnBrk="0" hangingPunct="1">
                        <a:lnSpc>
                          <a:spcPct val="115000"/>
                        </a:lnSpc>
                        <a:spcBef>
                          <a:spcPts val="0"/>
                        </a:spcBef>
                        <a:spcAft>
                          <a:spcPts val="0"/>
                        </a:spcAft>
                      </a:pPr>
                      <a:r>
                        <a:rPr lang="en-CA" sz="1400" kern="1200" dirty="0" smtClean="0">
                          <a:solidFill>
                            <a:srgbClr val="000000"/>
                          </a:solidFill>
                          <a:latin typeface="Calibri" pitchFamily="34" charset="0"/>
                          <a:ea typeface="Times New Roman"/>
                          <a:cs typeface="+mn-cs"/>
                        </a:rPr>
                        <a:t>Population living in slum dwellings </a:t>
                      </a:r>
                      <a:endParaRPr lang="en-US" sz="1400" kern="1200" dirty="0" smtClean="0">
                        <a:solidFill>
                          <a:srgbClr val="000000"/>
                        </a:solidFill>
                        <a:latin typeface="Calibri" pitchFamily="34" charset="0"/>
                        <a:ea typeface="Times New Roman"/>
                        <a:cs typeface="+mn-cs"/>
                      </a:endParaRPr>
                    </a:p>
                  </a:txBody>
                  <a:tcPr marL="36195" marR="7175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r>
              <a:tr h="275149">
                <a:tc>
                  <a:txBody>
                    <a:bodyPr/>
                    <a:lstStyle/>
                    <a:p>
                      <a:pPr marL="0" marR="0" algn="l" defTabSz="914400" rtl="0" eaLnBrk="1" latinLnBrk="0" hangingPunct="1">
                        <a:lnSpc>
                          <a:spcPct val="115000"/>
                        </a:lnSpc>
                        <a:spcBef>
                          <a:spcPts val="0"/>
                        </a:spcBef>
                        <a:spcAft>
                          <a:spcPts val="0"/>
                        </a:spcAft>
                      </a:pPr>
                      <a:r>
                        <a:rPr lang="es-ES_tradnl" sz="1400" kern="1200" dirty="0" smtClean="0">
                          <a:solidFill>
                            <a:srgbClr val="000000"/>
                          </a:solidFill>
                          <a:latin typeface="Calibri" pitchFamily="34" charset="0"/>
                          <a:ea typeface="Times New Roman"/>
                          <a:cs typeface="+mn-cs"/>
                        </a:rPr>
                        <a:t>      - </a:t>
                      </a:r>
                      <a:r>
                        <a:rPr lang="en-CA" sz="1400" kern="1200" dirty="0" smtClean="0">
                          <a:solidFill>
                            <a:srgbClr val="000000"/>
                          </a:solidFill>
                          <a:latin typeface="Calibri" pitchFamily="34" charset="0"/>
                          <a:ea typeface="Times New Roman"/>
                          <a:cs typeface="+mn-cs"/>
                        </a:rPr>
                        <a:t>Proportion of total (percentages)</a:t>
                      </a:r>
                      <a:endParaRPr lang="en-US" sz="1400" kern="120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33,7</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29,2</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25,5</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23,5</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r>
              <a:tr h="275149">
                <a:tc>
                  <a:txBody>
                    <a:bodyPr/>
                    <a:lstStyle/>
                    <a:p>
                      <a:pPr marL="0" marR="0" algn="l" defTabSz="914400" rtl="0" eaLnBrk="1" latinLnBrk="0" hangingPunct="1">
                        <a:lnSpc>
                          <a:spcPct val="115000"/>
                        </a:lnSpc>
                        <a:spcBef>
                          <a:spcPts val="0"/>
                        </a:spcBef>
                        <a:spcAft>
                          <a:spcPts val="0"/>
                        </a:spcAft>
                      </a:pPr>
                      <a:r>
                        <a:rPr lang="en-CA" sz="1400" kern="1200" dirty="0" smtClean="0">
                          <a:solidFill>
                            <a:srgbClr val="000000"/>
                          </a:solidFill>
                          <a:latin typeface="Calibri" pitchFamily="34" charset="0"/>
                          <a:ea typeface="Times New Roman"/>
                          <a:cs typeface="+mn-cs"/>
                        </a:rPr>
                        <a:t>      - Number of people (millions)</a:t>
                      </a:r>
                      <a:endParaRPr lang="en-US" sz="1400" kern="120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106,7</a:t>
                      </a: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115,2</a:t>
                      </a: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110,1</a:t>
                      </a: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110,8</a:t>
                      </a:r>
                      <a:endParaRPr lang="en-US" sz="1400" dirty="0">
                        <a:latin typeface="Calibri" pitchFamily="34" charset="0"/>
                        <a:ea typeface="Times New Roman"/>
                      </a:endParaRPr>
                    </a:p>
                  </a:txBody>
                  <a:tcPr marL="0" marR="36195" marT="0" marB="0" anchor="ctr">
                    <a:lnL>
                      <a:noFill/>
                    </a:lnL>
                    <a:lnR>
                      <a:noFill/>
                    </a:lnR>
                    <a:lnT>
                      <a:noFill/>
                    </a:lnT>
                    <a:lnB>
                      <a:noFill/>
                    </a:lnB>
                  </a:tcPr>
                </a:tc>
              </a:tr>
              <a:tr h="275149">
                <a:tc>
                  <a:txBody>
                    <a:bodyPr/>
                    <a:lstStyle/>
                    <a:p>
                      <a:pPr marL="0" marR="0" algn="l" defTabSz="914400" rtl="0" eaLnBrk="1" latinLnBrk="0" hangingPunct="1">
                        <a:lnSpc>
                          <a:spcPct val="115000"/>
                        </a:lnSpc>
                        <a:spcBef>
                          <a:spcPts val="0"/>
                        </a:spcBef>
                        <a:spcAft>
                          <a:spcPts val="0"/>
                        </a:spcAft>
                      </a:pPr>
                      <a:r>
                        <a:rPr lang="en-CA" sz="1400" kern="1200" dirty="0" smtClean="0">
                          <a:solidFill>
                            <a:srgbClr val="000000"/>
                          </a:solidFill>
                          <a:latin typeface="Calibri" pitchFamily="34" charset="0"/>
                          <a:ea typeface="Times New Roman"/>
                          <a:cs typeface="+mn-cs"/>
                        </a:rPr>
                        <a:t>Population without access to energy</a:t>
                      </a:r>
                      <a:endParaRPr lang="en-US" sz="1400" kern="120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endParaRPr lang="es-ES_tradnl" sz="1400" dirty="0">
                        <a:solidFill>
                          <a:srgbClr val="000000"/>
                        </a:solidFill>
                        <a:latin typeface="Calibri" pitchFamily="34" charset="0"/>
                        <a:ea typeface="Times New Roman"/>
                      </a:endParaRPr>
                    </a:p>
                  </a:txBody>
                  <a:tcPr marL="0" marR="36195" marT="0" marB="0" anchor="ctr">
                    <a:lnL>
                      <a:noFill/>
                    </a:lnL>
                    <a:lnR>
                      <a:noFill/>
                    </a:lnR>
                    <a:lnT>
                      <a:noFill/>
                    </a:lnT>
                    <a:lnB>
                      <a:noFill/>
                    </a:lnB>
                  </a:tcPr>
                </a:tc>
              </a:tr>
              <a:tr h="479769">
                <a:tc>
                  <a:txBody>
                    <a:bodyPr/>
                    <a:lstStyle/>
                    <a:p>
                      <a:pPr marL="71755" marR="0" algn="l">
                        <a:lnSpc>
                          <a:spcPct val="115000"/>
                        </a:lnSpc>
                        <a:spcBef>
                          <a:spcPts val="0"/>
                        </a:spcBef>
                        <a:spcAft>
                          <a:spcPts val="0"/>
                        </a:spcAft>
                      </a:pPr>
                      <a:r>
                        <a:rPr lang="es-ES_tradnl" sz="1400" dirty="0" smtClean="0">
                          <a:solidFill>
                            <a:srgbClr val="000000"/>
                          </a:solidFill>
                          <a:latin typeface="Calibri" pitchFamily="34" charset="0"/>
                          <a:ea typeface="Times New Roman"/>
                        </a:rPr>
                        <a:t>     - </a:t>
                      </a:r>
                      <a:r>
                        <a:rPr lang="en-CA" sz="1400" kern="1200" dirty="0" smtClean="0">
                          <a:solidFill>
                            <a:srgbClr val="000000"/>
                          </a:solidFill>
                          <a:latin typeface="Calibri" pitchFamily="34" charset="0"/>
                          <a:ea typeface="Times New Roman"/>
                          <a:cs typeface="+mn-cs"/>
                        </a:rPr>
                        <a:t>Proportion of total (percentages)</a:t>
                      </a:r>
                      <a:endParaRPr lang="en-US" sz="1400" kern="120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17,8</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13,4</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7,8</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6,4 (2009)</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r>
              <a:tr h="338096">
                <a:tc>
                  <a:txBody>
                    <a:bodyPr/>
                    <a:lstStyle/>
                    <a:p>
                      <a:pPr marL="0" marR="0" algn="l" defTabSz="914400" rtl="0" eaLnBrk="1" latinLnBrk="0" hangingPunct="1">
                        <a:lnSpc>
                          <a:spcPct val="115000"/>
                        </a:lnSpc>
                        <a:spcBef>
                          <a:spcPts val="0"/>
                        </a:spcBef>
                        <a:spcAft>
                          <a:spcPts val="0"/>
                        </a:spcAft>
                      </a:pPr>
                      <a:r>
                        <a:rPr lang="es-ES_tradnl" sz="1400" kern="1200" dirty="0" smtClean="0">
                          <a:solidFill>
                            <a:srgbClr val="000000"/>
                          </a:solidFill>
                          <a:latin typeface="Calibri" pitchFamily="34" charset="0"/>
                          <a:ea typeface="Times New Roman"/>
                          <a:cs typeface="+mn-cs"/>
                        </a:rPr>
                        <a:t>       - </a:t>
                      </a:r>
                      <a:r>
                        <a:rPr lang="en-CA" sz="1400" kern="1200" dirty="0" smtClean="0">
                          <a:solidFill>
                            <a:srgbClr val="000000"/>
                          </a:solidFill>
                          <a:latin typeface="Calibri" pitchFamily="34" charset="0"/>
                          <a:ea typeface="Times New Roman"/>
                          <a:cs typeface="+mn-cs"/>
                        </a:rPr>
                        <a:t>Number of people (millions)</a:t>
                      </a:r>
                      <a:endParaRPr lang="en-US" sz="1400" kern="120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76</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41</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43</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39 </a:t>
                      </a:r>
                    </a:p>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a:t>
                      </a:r>
                      <a:r>
                        <a:rPr lang="es-ES_tradnl" sz="1400" dirty="0">
                          <a:solidFill>
                            <a:srgbClr val="000000"/>
                          </a:solidFill>
                          <a:latin typeface="Calibri" pitchFamily="34" charset="0"/>
                          <a:ea typeface="Times New Roman"/>
                        </a:rPr>
                        <a:t>2009)</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4"/>
          <p:cNvSpPr>
            <a:spLocks noGrp="1" noChangeArrowheads="1"/>
          </p:cNvSpPr>
          <p:nvPr>
            <p:ph type="title"/>
          </p:nvPr>
        </p:nvSpPr>
        <p:spPr bwMode="auto">
          <a:xfrm>
            <a:off x="838201" y="0"/>
            <a:ext cx="7619999" cy="1295400"/>
          </a:xfrm>
          <a:noFill/>
          <a:ln>
            <a:miter lim="800000"/>
            <a:headEnd/>
            <a:tailEnd/>
          </a:ln>
        </p:spPr>
        <p:txBody>
          <a:bodyPr vert="horz" wrap="square" lIns="91440" tIns="45720" rIns="91440" bIns="45720" numCol="1" anchor="ctr" anchorCtr="0" compatLnSpc="1">
            <a:prstTxWarp prst="textNoShape">
              <a:avLst/>
            </a:prstTxWarp>
            <a:normAutofit/>
          </a:bodyPr>
          <a:lstStyle/>
          <a:p>
            <a:r>
              <a:rPr lang="en-US" sz="2400" dirty="0" smtClean="0">
                <a:solidFill>
                  <a:srgbClr val="000090"/>
                </a:solidFill>
              </a:rPr>
              <a:t>Mixed progress has been observed in the sustainability of development</a:t>
            </a:r>
            <a:endParaRPr lang="es-ES" sz="2400" b="1" dirty="0" smtClean="0">
              <a:solidFill>
                <a:srgbClr val="000090"/>
              </a:solidFill>
            </a:endParaRPr>
          </a:p>
        </p:txBody>
      </p:sp>
      <p:graphicFrame>
        <p:nvGraphicFramePr>
          <p:cNvPr id="7" name="Table 6"/>
          <p:cNvGraphicFramePr>
            <a:graphicFrameLocks noGrp="1"/>
          </p:cNvGraphicFramePr>
          <p:nvPr/>
        </p:nvGraphicFramePr>
        <p:xfrm>
          <a:off x="838201" y="1582792"/>
          <a:ext cx="7467599" cy="4392711"/>
        </p:xfrm>
        <a:graphic>
          <a:graphicData uri="http://schemas.openxmlformats.org/drawingml/2006/table">
            <a:tbl>
              <a:tblPr/>
              <a:tblGrid>
                <a:gridCol w="4267199"/>
                <a:gridCol w="693672"/>
                <a:gridCol w="835835"/>
                <a:gridCol w="867478"/>
                <a:gridCol w="803415"/>
              </a:tblGrid>
              <a:tr h="333083">
                <a:tc>
                  <a:txBody>
                    <a:bodyPr/>
                    <a:lstStyle/>
                    <a:p>
                      <a:pPr marL="0" marR="0" algn="l">
                        <a:lnSpc>
                          <a:spcPct val="115000"/>
                        </a:lnSpc>
                        <a:spcBef>
                          <a:spcPts val="0"/>
                        </a:spcBef>
                        <a:spcAft>
                          <a:spcPts val="0"/>
                        </a:spcAft>
                      </a:pPr>
                      <a:r>
                        <a:rPr lang="en-US" sz="1400" b="1" noProof="0" dirty="0" smtClean="0">
                          <a:solidFill>
                            <a:srgbClr val="000000"/>
                          </a:solidFill>
                          <a:latin typeface="Calibri" pitchFamily="34" charset="0"/>
                          <a:ea typeface="Times New Roman"/>
                        </a:rPr>
                        <a:t>Indicator</a:t>
                      </a:r>
                      <a:endParaRPr lang="en-US" sz="1400" noProof="0" dirty="0">
                        <a:latin typeface="Calibri" pitchFamily="34" charset="0"/>
                        <a:ea typeface="Times New Roman"/>
                      </a:endParaRPr>
                    </a:p>
                  </a:txBody>
                  <a:tcPr marL="36195" marR="717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r">
                        <a:lnSpc>
                          <a:spcPct val="115000"/>
                        </a:lnSpc>
                        <a:spcBef>
                          <a:spcPts val="0"/>
                        </a:spcBef>
                        <a:spcAft>
                          <a:spcPts val="0"/>
                        </a:spcAft>
                      </a:pPr>
                      <a:r>
                        <a:rPr lang="es-ES_tradnl" sz="1400" b="1" dirty="0">
                          <a:solidFill>
                            <a:srgbClr val="000000"/>
                          </a:solidFill>
                          <a:latin typeface="Calibri" pitchFamily="34" charset="0"/>
                          <a:ea typeface="Times New Roman"/>
                        </a:rPr>
                        <a:t>1990</a:t>
                      </a:r>
                      <a:endParaRPr lang="en-US" sz="1400" dirty="0">
                        <a:latin typeface="Calibri" pitchFamily="34" charset="0"/>
                        <a:ea typeface="Times New Roman"/>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r">
                        <a:lnSpc>
                          <a:spcPct val="115000"/>
                        </a:lnSpc>
                        <a:spcBef>
                          <a:spcPts val="0"/>
                        </a:spcBef>
                        <a:spcAft>
                          <a:spcPts val="0"/>
                        </a:spcAft>
                      </a:pPr>
                      <a:r>
                        <a:rPr lang="es-ES_tradnl" sz="1400" b="1" dirty="0">
                          <a:solidFill>
                            <a:srgbClr val="000000"/>
                          </a:solidFill>
                          <a:latin typeface="Calibri" pitchFamily="34" charset="0"/>
                          <a:ea typeface="Times New Roman"/>
                        </a:rPr>
                        <a:t>2000</a:t>
                      </a:r>
                      <a:endParaRPr lang="en-US" sz="1400" dirty="0">
                        <a:latin typeface="Calibri" pitchFamily="34" charset="0"/>
                        <a:ea typeface="Times New Roman"/>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r">
                        <a:lnSpc>
                          <a:spcPct val="115000"/>
                        </a:lnSpc>
                        <a:spcBef>
                          <a:spcPts val="0"/>
                        </a:spcBef>
                        <a:spcAft>
                          <a:spcPts val="0"/>
                        </a:spcAft>
                      </a:pPr>
                      <a:r>
                        <a:rPr lang="es-ES_tradnl" sz="1400" b="1" dirty="0">
                          <a:solidFill>
                            <a:srgbClr val="000000"/>
                          </a:solidFill>
                          <a:latin typeface="Calibri" pitchFamily="34" charset="0"/>
                          <a:ea typeface="Times New Roman"/>
                        </a:rPr>
                        <a:t>2005</a:t>
                      </a:r>
                      <a:endParaRPr lang="en-US" sz="1400" dirty="0">
                        <a:latin typeface="Calibri" pitchFamily="34" charset="0"/>
                        <a:ea typeface="Times New Roman"/>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r">
                        <a:lnSpc>
                          <a:spcPct val="115000"/>
                        </a:lnSpc>
                        <a:spcBef>
                          <a:spcPts val="0"/>
                        </a:spcBef>
                        <a:spcAft>
                          <a:spcPts val="0"/>
                        </a:spcAft>
                      </a:pPr>
                      <a:r>
                        <a:rPr lang="es-ES_tradnl" sz="1400" b="1" dirty="0">
                          <a:solidFill>
                            <a:srgbClr val="000000"/>
                          </a:solidFill>
                          <a:latin typeface="Calibri" pitchFamily="34" charset="0"/>
                          <a:ea typeface="Times New Roman"/>
                        </a:rPr>
                        <a:t>2010</a:t>
                      </a:r>
                      <a:endParaRPr lang="en-US" sz="1400" dirty="0">
                        <a:latin typeface="Calibri" pitchFamily="34" charset="0"/>
                        <a:ea typeface="Times New Roman"/>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083">
                <a:tc>
                  <a:txBody>
                    <a:bodyPr/>
                    <a:lstStyle/>
                    <a:p>
                      <a:pPr marL="0" marR="0" algn="l" defTabSz="914400" rtl="0" eaLnBrk="1" latinLnBrk="0" hangingPunct="1">
                        <a:lnSpc>
                          <a:spcPct val="115000"/>
                        </a:lnSpc>
                        <a:spcBef>
                          <a:spcPts val="0"/>
                        </a:spcBef>
                        <a:spcAft>
                          <a:spcPts val="0"/>
                        </a:spcAft>
                      </a:pPr>
                      <a:r>
                        <a:rPr lang="en-CA" sz="1400" kern="1200" spc="-20" dirty="0" smtClean="0">
                          <a:solidFill>
                            <a:srgbClr val="000000"/>
                          </a:solidFill>
                          <a:latin typeface="Calibri" pitchFamily="34" charset="0"/>
                          <a:ea typeface="Times New Roman"/>
                          <a:cs typeface="+mn-cs"/>
                        </a:rPr>
                        <a:t>Surface area with forest cover (percentages)</a:t>
                      </a:r>
                      <a:endParaRPr lang="en-US" sz="1400" kern="1200" spc="-20" dirty="0">
                        <a:solidFill>
                          <a:srgbClr val="000000"/>
                        </a:solidFill>
                        <a:latin typeface="Calibri" pitchFamily="34" charset="0"/>
                        <a:ea typeface="Times New Roman"/>
                        <a:cs typeface="+mn-cs"/>
                      </a:endParaRPr>
                    </a:p>
                  </a:txBody>
                  <a:tcPr marL="36195" marR="71755" marT="0" marB="0" anchor="ctr">
                    <a:lnL>
                      <a:noFill/>
                    </a:lnL>
                    <a:lnR>
                      <a:noFill/>
                    </a:lnR>
                    <a:lnT w="12700" cap="flat" cmpd="sng" algn="ctr">
                      <a:solidFill>
                        <a:srgbClr val="000000"/>
                      </a:solidFill>
                      <a:prstDash val="solid"/>
                      <a:round/>
                      <a:headEnd type="none" w="med" len="med"/>
                      <a:tailEnd type="none" w="med" len="med"/>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51,9</a:t>
                      </a:r>
                      <a:endParaRPr lang="en-US" sz="1400" dirty="0">
                        <a:latin typeface="Calibri" pitchFamily="34" charset="0"/>
                        <a:ea typeface="Times New Roman"/>
                      </a:endParaRPr>
                    </a:p>
                  </a:txBody>
                  <a:tcPr marL="0" marR="36195" marT="0" marB="0" anchor="ctr">
                    <a:lnL>
                      <a:noFill/>
                    </a:lnL>
                    <a:lnR>
                      <a:noFill/>
                    </a:lnR>
                    <a:lnT w="12700" cap="flat" cmpd="sng" algn="ctr">
                      <a:solidFill>
                        <a:srgbClr val="000000"/>
                      </a:solidFill>
                      <a:prstDash val="solid"/>
                      <a:round/>
                      <a:headEnd type="none" w="med" len="med"/>
                      <a:tailEnd type="none" w="med" len="med"/>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49,4</a:t>
                      </a:r>
                      <a:endParaRPr lang="en-US" sz="1400" dirty="0">
                        <a:latin typeface="Calibri" pitchFamily="34" charset="0"/>
                        <a:ea typeface="Times New Roman"/>
                      </a:endParaRPr>
                    </a:p>
                  </a:txBody>
                  <a:tcPr marL="0" marR="36195" marT="0" marB="0" anchor="ctr">
                    <a:lnL>
                      <a:noFill/>
                    </a:lnL>
                    <a:lnR>
                      <a:noFill/>
                    </a:lnR>
                    <a:lnT w="12700" cap="flat" cmpd="sng" algn="ctr">
                      <a:solidFill>
                        <a:srgbClr val="000000"/>
                      </a:solidFill>
                      <a:prstDash val="solid"/>
                      <a:round/>
                      <a:headEnd type="none" w="med" len="med"/>
                      <a:tailEnd type="none" w="med" len="med"/>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48,2</a:t>
                      </a:r>
                      <a:endParaRPr lang="en-US" sz="1400" dirty="0">
                        <a:latin typeface="Calibri" pitchFamily="34" charset="0"/>
                        <a:ea typeface="Times New Roman"/>
                      </a:endParaRPr>
                    </a:p>
                  </a:txBody>
                  <a:tcPr marL="0" marR="36195" marT="0" marB="0" anchor="ctr">
                    <a:lnL>
                      <a:noFill/>
                    </a:lnL>
                    <a:lnR>
                      <a:noFill/>
                    </a:lnR>
                    <a:lnT w="12700" cap="flat" cmpd="sng" algn="ctr">
                      <a:solidFill>
                        <a:srgbClr val="000000"/>
                      </a:solidFill>
                      <a:prstDash val="solid"/>
                      <a:round/>
                      <a:headEnd type="none" w="med" len="med"/>
                      <a:tailEnd type="none" w="med" len="med"/>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47,2</a:t>
                      </a:r>
                      <a:endParaRPr lang="en-US" sz="1400" dirty="0">
                        <a:latin typeface="Calibri" pitchFamily="34" charset="0"/>
                        <a:ea typeface="Times New Roman"/>
                      </a:endParaRPr>
                    </a:p>
                  </a:txBody>
                  <a:tcPr marL="0" marR="36195" marT="0" marB="0" anchor="ctr">
                    <a:lnL>
                      <a:noFill/>
                    </a:lnL>
                    <a:lnR>
                      <a:noFill/>
                    </a:lnR>
                    <a:lnT w="12700" cap="flat" cmpd="sng" algn="ctr">
                      <a:solidFill>
                        <a:srgbClr val="000000"/>
                      </a:solidFill>
                      <a:prstDash val="solid"/>
                      <a:round/>
                      <a:headEnd type="none" w="med" len="med"/>
                      <a:tailEnd type="none" w="med" len="med"/>
                    </a:lnT>
                    <a:lnB>
                      <a:noFill/>
                    </a:lnB>
                    <a:solidFill>
                      <a:srgbClr val="EAEAEA"/>
                    </a:solidFill>
                  </a:tcPr>
                </a:tc>
              </a:tr>
              <a:tr h="509770">
                <a:tc>
                  <a:txBody>
                    <a:bodyPr/>
                    <a:lstStyle/>
                    <a:p>
                      <a:pPr marL="0" marR="0" algn="l" defTabSz="914400" rtl="0" eaLnBrk="1" latinLnBrk="0" hangingPunct="1">
                        <a:lnSpc>
                          <a:spcPct val="115000"/>
                        </a:lnSpc>
                        <a:spcBef>
                          <a:spcPts val="0"/>
                        </a:spcBef>
                        <a:spcAft>
                          <a:spcPts val="0"/>
                        </a:spcAft>
                      </a:pPr>
                      <a:r>
                        <a:rPr lang="en-CA" sz="1400" kern="1200" spc="-20" dirty="0" smtClean="0">
                          <a:solidFill>
                            <a:srgbClr val="000000"/>
                          </a:solidFill>
                          <a:latin typeface="Calibri" pitchFamily="34" charset="0"/>
                          <a:ea typeface="Times New Roman"/>
                          <a:cs typeface="+mn-cs"/>
                        </a:rPr>
                        <a:t>Proportion of protected land areas (percentages)</a:t>
                      </a:r>
                      <a:endParaRPr lang="en-US" sz="1400" kern="1200" spc="-2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10,5</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16,2</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20,3</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20,8 (2009)</a:t>
                      </a:r>
                      <a:endParaRPr lang="en-US" sz="1400" dirty="0">
                        <a:latin typeface="Calibri" pitchFamily="34" charset="0"/>
                        <a:ea typeface="Times New Roman"/>
                      </a:endParaRPr>
                    </a:p>
                  </a:txBody>
                  <a:tcPr marL="0" marR="36195" marT="0" marB="0" anchor="ctr">
                    <a:lnL>
                      <a:noFill/>
                    </a:lnL>
                    <a:lnR>
                      <a:noFill/>
                    </a:lnR>
                    <a:lnT>
                      <a:noFill/>
                    </a:lnT>
                    <a:lnB>
                      <a:noFill/>
                    </a:lnB>
                    <a:solidFill>
                      <a:srgbClr val="EAEAEA"/>
                    </a:solidFill>
                  </a:tcPr>
                </a:tc>
              </a:tr>
              <a:tr h="333083">
                <a:tc>
                  <a:txBody>
                    <a:bodyPr/>
                    <a:lstStyle/>
                    <a:p>
                      <a:pPr marL="0" marR="0" algn="l" defTabSz="914400" rtl="0" eaLnBrk="1" latinLnBrk="0" hangingPunct="1">
                        <a:lnSpc>
                          <a:spcPct val="115000"/>
                        </a:lnSpc>
                        <a:spcBef>
                          <a:spcPts val="0"/>
                        </a:spcBef>
                        <a:spcAft>
                          <a:spcPts val="0"/>
                        </a:spcAft>
                      </a:pPr>
                      <a:r>
                        <a:rPr lang="en-CA" sz="1400" kern="1200" spc="-20" dirty="0" smtClean="0">
                          <a:solidFill>
                            <a:srgbClr val="000000"/>
                          </a:solidFill>
                          <a:latin typeface="Calibri" pitchFamily="34" charset="0"/>
                          <a:ea typeface="Times New Roman"/>
                          <a:cs typeface="+mn-cs"/>
                        </a:rPr>
                        <a:t>Supply of renewable energy (percentages)</a:t>
                      </a:r>
                      <a:endParaRPr lang="en-US" sz="1400" kern="1200" spc="-2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25</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21,5</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22,2</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23,2 (2009)</a:t>
                      </a:r>
                      <a:endParaRPr lang="en-US" sz="1400" dirty="0">
                        <a:latin typeface="Calibri" pitchFamily="34" charset="0"/>
                        <a:ea typeface="Times New Roman"/>
                      </a:endParaRPr>
                    </a:p>
                  </a:txBody>
                  <a:tcPr marL="0" marR="36195" marT="0" marB="0" anchor="ctr">
                    <a:lnL>
                      <a:noFill/>
                    </a:lnL>
                    <a:lnR>
                      <a:noFill/>
                    </a:lnR>
                    <a:lnT>
                      <a:noFill/>
                    </a:lnT>
                    <a:lnB>
                      <a:noFill/>
                    </a:lnB>
                  </a:tcPr>
                </a:tc>
              </a:tr>
              <a:tr h="333083">
                <a:tc>
                  <a:txBody>
                    <a:bodyPr/>
                    <a:lstStyle/>
                    <a:p>
                      <a:pPr marL="0" marR="0" algn="l" defTabSz="914400" rtl="0" eaLnBrk="1" latinLnBrk="0" hangingPunct="1">
                        <a:lnSpc>
                          <a:spcPct val="115000"/>
                        </a:lnSpc>
                        <a:spcBef>
                          <a:spcPts val="0"/>
                        </a:spcBef>
                        <a:spcAft>
                          <a:spcPts val="0"/>
                        </a:spcAft>
                      </a:pPr>
                      <a:r>
                        <a:rPr lang="en-US" sz="1400" kern="1200" spc="-20" dirty="0" smtClean="0">
                          <a:solidFill>
                            <a:srgbClr val="000000"/>
                          </a:solidFill>
                          <a:latin typeface="Calibri" pitchFamily="34" charset="0"/>
                          <a:ea typeface="Times New Roman"/>
                          <a:cs typeface="+mn-cs"/>
                        </a:rPr>
                        <a:t>Energy intensity of GDP (total energy consumption — in thousands of barrels of oil equivalent— per million dollars of GDP at constant 2000 prices)</a:t>
                      </a:r>
                      <a:endParaRPr lang="en-US" sz="1400" kern="1200" spc="-2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1,6</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1,53</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1,5</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1,45 (2009)</a:t>
                      </a: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r>
              <a:tr h="333083">
                <a:tc>
                  <a:txBody>
                    <a:bodyPr/>
                    <a:lstStyle/>
                    <a:p>
                      <a:pPr marL="0" marR="0" algn="l" defTabSz="914400" rtl="0" eaLnBrk="1" latinLnBrk="0" hangingPunct="1">
                        <a:lnSpc>
                          <a:spcPct val="115000"/>
                        </a:lnSpc>
                        <a:spcBef>
                          <a:spcPts val="0"/>
                        </a:spcBef>
                        <a:spcAft>
                          <a:spcPts val="0"/>
                        </a:spcAft>
                      </a:pPr>
                      <a:r>
                        <a:rPr lang="en-US" sz="1400" kern="1200" spc="-20" dirty="0" smtClean="0">
                          <a:solidFill>
                            <a:srgbClr val="000000"/>
                          </a:solidFill>
                          <a:latin typeface="Calibri" pitchFamily="34" charset="0"/>
                          <a:ea typeface="Times New Roman"/>
                          <a:cs typeface="+mn-cs"/>
                        </a:rPr>
                        <a:t>Intensity of CO2 emissions (tons per 1,000 dollars of GDP at constant 2000 prices)</a:t>
                      </a:r>
                    </a:p>
                  </a:txBody>
                  <a:tcPr marL="36195" marR="7175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0,67</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0,63</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0,61</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0,59 (2007)</a:t>
                      </a:r>
                      <a:endParaRPr lang="en-US" sz="1400" dirty="0">
                        <a:latin typeface="Calibri" pitchFamily="34" charset="0"/>
                        <a:ea typeface="Times New Roman"/>
                      </a:endParaRPr>
                    </a:p>
                  </a:txBody>
                  <a:tcPr marL="0" marR="36195" marT="0" marB="0" anchor="b">
                    <a:lnL>
                      <a:noFill/>
                    </a:lnL>
                    <a:lnR>
                      <a:noFill/>
                    </a:lnR>
                    <a:lnT>
                      <a:noFill/>
                    </a:lnT>
                    <a:lnB>
                      <a:noFill/>
                    </a:lnB>
                  </a:tcPr>
                </a:tc>
              </a:tr>
              <a:tr h="333083">
                <a:tc>
                  <a:txBody>
                    <a:bodyPr/>
                    <a:lstStyle/>
                    <a:p>
                      <a:pPr marL="0" marR="0" algn="l" defTabSz="914400" rtl="0" eaLnBrk="1" latinLnBrk="0" hangingPunct="1">
                        <a:lnSpc>
                          <a:spcPct val="115000"/>
                        </a:lnSpc>
                        <a:spcBef>
                          <a:spcPts val="0"/>
                        </a:spcBef>
                        <a:spcAft>
                          <a:spcPts val="0"/>
                        </a:spcAft>
                      </a:pPr>
                      <a:r>
                        <a:rPr lang="en-US" sz="1400" kern="1200" spc="-20" dirty="0" smtClean="0">
                          <a:solidFill>
                            <a:srgbClr val="000000"/>
                          </a:solidFill>
                          <a:latin typeface="Calibri" pitchFamily="34" charset="0"/>
                          <a:ea typeface="Times New Roman"/>
                          <a:cs typeface="+mn-cs"/>
                        </a:rPr>
                        <a:t>CO2 emissions per inhabitant (tons of CO2 per inhabitant, from the burning of fossil fuels and cement production)</a:t>
                      </a:r>
                      <a:endParaRPr lang="en-US" sz="1400" kern="1200" spc="-2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2,4</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2,6</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2,7</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2,8</a:t>
                      </a:r>
                    </a:p>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 </a:t>
                      </a:r>
                      <a:r>
                        <a:rPr lang="es-ES_tradnl" sz="1400" dirty="0">
                          <a:solidFill>
                            <a:srgbClr val="000000"/>
                          </a:solidFill>
                          <a:latin typeface="Calibri" pitchFamily="34" charset="0"/>
                          <a:ea typeface="Times New Roman"/>
                        </a:rPr>
                        <a:t>(2007)</a:t>
                      </a:r>
                      <a:endParaRPr lang="en-US" sz="1400" dirty="0">
                        <a:latin typeface="Calibri" pitchFamily="34" charset="0"/>
                        <a:ea typeface="Times New Roman"/>
                      </a:endParaRPr>
                    </a:p>
                  </a:txBody>
                  <a:tcPr marL="0" marR="36195" marT="0" marB="0" anchor="b">
                    <a:lnL>
                      <a:noFill/>
                    </a:lnL>
                    <a:lnR>
                      <a:noFill/>
                    </a:lnR>
                    <a:lnT>
                      <a:noFill/>
                    </a:lnT>
                    <a:lnB>
                      <a:noFill/>
                    </a:lnB>
                  </a:tcPr>
                </a:tc>
              </a:tr>
              <a:tr h="517771">
                <a:tc>
                  <a:txBody>
                    <a:bodyPr/>
                    <a:lstStyle/>
                    <a:p>
                      <a:pPr marL="0" marR="0" algn="l" defTabSz="914400" rtl="0" eaLnBrk="1" latinLnBrk="0" hangingPunct="1">
                        <a:lnSpc>
                          <a:spcPct val="115000"/>
                        </a:lnSpc>
                        <a:spcBef>
                          <a:spcPts val="0"/>
                        </a:spcBef>
                        <a:spcAft>
                          <a:spcPts val="0"/>
                        </a:spcAft>
                      </a:pPr>
                      <a:r>
                        <a:rPr lang="en-US" sz="1400" kern="1200" spc="-20" dirty="0" smtClean="0">
                          <a:solidFill>
                            <a:srgbClr val="000000"/>
                          </a:solidFill>
                          <a:latin typeface="Calibri" pitchFamily="34" charset="0"/>
                          <a:ea typeface="Times New Roman"/>
                          <a:cs typeface="+mn-cs"/>
                        </a:rPr>
                        <a:t>Intensity of fertilizer use (tons per 1,000 hectares of farmland)</a:t>
                      </a:r>
                      <a:endParaRPr lang="en-US" sz="1400" kern="1200" spc="-2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11,6</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17,3</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21,3</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a:solidFill>
                            <a:srgbClr val="000000"/>
                          </a:solidFill>
                          <a:latin typeface="Calibri" pitchFamily="34" charset="0"/>
                          <a:ea typeface="Times New Roman"/>
                        </a:rPr>
                        <a:t>23,3 (2008)</a:t>
                      </a: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r>
              <a:tr h="409284">
                <a:tc>
                  <a:txBody>
                    <a:bodyPr/>
                    <a:lstStyle/>
                    <a:p>
                      <a:pPr marL="0" marR="0" algn="l" defTabSz="914400" rtl="0" eaLnBrk="1" latinLnBrk="0" hangingPunct="1">
                        <a:lnSpc>
                          <a:spcPct val="115000"/>
                        </a:lnSpc>
                        <a:spcBef>
                          <a:spcPts val="0"/>
                        </a:spcBef>
                        <a:spcAft>
                          <a:spcPts val="0"/>
                        </a:spcAft>
                      </a:pPr>
                      <a:r>
                        <a:rPr lang="en-US" sz="1400" kern="1200" spc="-20" dirty="0" smtClean="0">
                          <a:solidFill>
                            <a:srgbClr val="000000"/>
                          </a:solidFill>
                          <a:latin typeface="Calibri" pitchFamily="34" charset="0"/>
                          <a:ea typeface="Times New Roman"/>
                          <a:cs typeface="+mn-cs"/>
                        </a:rPr>
                        <a:t>Consumption of ozone-layer-depleting substances  (thousands of tons of ozone-depletion potential)</a:t>
                      </a:r>
                      <a:endParaRPr lang="en-US" sz="1400" kern="1200" spc="-20" dirty="0">
                        <a:solidFill>
                          <a:srgbClr val="000000"/>
                        </a:solidFill>
                        <a:latin typeface="Calibri" pitchFamily="34" charset="0"/>
                        <a:ea typeface="Times New Roman"/>
                        <a:cs typeface="+mn-cs"/>
                      </a:endParaRPr>
                    </a:p>
                  </a:txBody>
                  <a:tcPr marL="36195" marR="71755" marT="0" marB="0" anchor="ctr">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74,6</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31,1</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14,5</a:t>
                      </a:r>
                    </a:p>
                    <a:p>
                      <a:pPr marL="0" marR="0" algn="r">
                        <a:lnSpc>
                          <a:spcPct val="115000"/>
                        </a:lnSpc>
                        <a:spcBef>
                          <a:spcPts val="0"/>
                        </a:spcBef>
                        <a:spcAft>
                          <a:spcPts val="0"/>
                        </a:spcAft>
                      </a:pP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c>
                  <a:txBody>
                    <a:bodyPr/>
                    <a:lstStyle/>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5,3</a:t>
                      </a:r>
                    </a:p>
                    <a:p>
                      <a:pPr marL="0" marR="0" algn="r">
                        <a:lnSpc>
                          <a:spcPct val="115000"/>
                        </a:lnSpc>
                        <a:spcBef>
                          <a:spcPts val="0"/>
                        </a:spcBef>
                        <a:spcAft>
                          <a:spcPts val="0"/>
                        </a:spcAft>
                      </a:pPr>
                      <a:r>
                        <a:rPr lang="es-ES_tradnl" sz="1400" dirty="0" smtClean="0">
                          <a:solidFill>
                            <a:srgbClr val="000000"/>
                          </a:solidFill>
                          <a:latin typeface="Calibri" pitchFamily="34" charset="0"/>
                          <a:ea typeface="Times New Roman"/>
                        </a:rPr>
                        <a:t> </a:t>
                      </a:r>
                      <a:r>
                        <a:rPr lang="es-ES_tradnl" sz="1400" dirty="0">
                          <a:solidFill>
                            <a:srgbClr val="000000"/>
                          </a:solidFill>
                          <a:latin typeface="Calibri" pitchFamily="34" charset="0"/>
                          <a:ea typeface="Times New Roman"/>
                        </a:rPr>
                        <a:t>(2009)</a:t>
                      </a:r>
                      <a:endParaRPr lang="en-US" sz="1400" dirty="0">
                        <a:latin typeface="Calibri" pitchFamily="34" charset="0"/>
                        <a:ea typeface="Times New Roman"/>
                      </a:endParaRPr>
                    </a:p>
                  </a:txBody>
                  <a:tcPr marL="0" marR="36195" marT="0" marB="0" anchor="b">
                    <a:lnL>
                      <a:noFill/>
                    </a:lnL>
                    <a:lnR>
                      <a:noFill/>
                    </a:lnR>
                    <a:lnT>
                      <a:noFill/>
                    </a:lnT>
                    <a:lnB>
                      <a:noFill/>
                    </a:lnB>
                    <a:solidFill>
                      <a:srgbClr val="EAEAEA"/>
                    </a:solid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4"/>
          <p:cNvSpPr>
            <a:spLocks noGrp="1" noChangeArrowheads="1"/>
          </p:cNvSpPr>
          <p:nvPr>
            <p:ph type="title"/>
          </p:nvPr>
        </p:nvSpPr>
        <p:spPr bwMode="auto">
          <a:xfrm>
            <a:off x="1093958" y="228600"/>
            <a:ext cx="7592842" cy="914400"/>
          </a:xfrm>
          <a:noFill/>
          <a:ln>
            <a:miter lim="800000"/>
            <a:headEnd/>
            <a:tailEnd/>
          </a:ln>
        </p:spPr>
        <p:txBody>
          <a:bodyPr vert="horz" wrap="square" lIns="91440" tIns="45720" rIns="91440" bIns="45720" numCol="1" anchor="ctr" anchorCtr="0" compatLnSpc="1">
            <a:prstTxWarp prst="textNoShape">
              <a:avLst/>
            </a:prstTxWarp>
            <a:normAutofit/>
          </a:bodyPr>
          <a:lstStyle/>
          <a:p>
            <a:pPr eaLnBrk="1" hangingPunct="1"/>
            <a:r>
              <a:rPr lang="en-GB" sz="2400" dirty="0" smtClean="0">
                <a:solidFill>
                  <a:srgbClr val="000090"/>
                </a:solidFill>
              </a:rPr>
              <a:t>Inequality has slightly diminished over the last 20 years</a:t>
            </a:r>
            <a:endParaRPr lang="es-ES" sz="2400" dirty="0" smtClean="0">
              <a:solidFill>
                <a:srgbClr val="000090"/>
              </a:solidFill>
            </a:endParaRPr>
          </a:p>
        </p:txBody>
      </p:sp>
      <p:sp>
        <p:nvSpPr>
          <p:cNvPr id="5" name="Rectangle 3"/>
          <p:cNvSpPr txBox="1">
            <a:spLocks noChangeArrowheads="1"/>
          </p:cNvSpPr>
          <p:nvPr/>
        </p:nvSpPr>
        <p:spPr>
          <a:xfrm>
            <a:off x="6826102" y="1366533"/>
            <a:ext cx="2083199" cy="4696779"/>
          </a:xfrm>
          <a:prstGeom prst="rect">
            <a:avLst/>
          </a:prstGeom>
          <a:ln>
            <a:solidFill>
              <a:schemeClr val="tx1"/>
            </a:solidFill>
          </a:ln>
        </p:spPr>
        <p:txBody>
          <a:bodyPr/>
          <a:lstStyle/>
          <a:p>
            <a:pPr>
              <a:lnSpc>
                <a:spcPct val="80000"/>
              </a:lnSpc>
              <a:spcBef>
                <a:spcPct val="20000"/>
              </a:spcBef>
              <a:defRPr/>
            </a:pPr>
            <a:endParaRPr lang="es-CL" sz="800" kern="0" dirty="0" smtClean="0">
              <a:solidFill>
                <a:schemeClr val="accent2"/>
              </a:solidFill>
              <a:latin typeface="Candara" pitchFamily="34" charset="0"/>
            </a:endParaRPr>
          </a:p>
          <a:p>
            <a:pPr>
              <a:lnSpc>
                <a:spcPct val="80000"/>
              </a:lnSpc>
              <a:spcBef>
                <a:spcPts val="0"/>
              </a:spcBef>
              <a:defRPr/>
            </a:pPr>
            <a:r>
              <a:rPr lang="en-US" sz="2000" dirty="0" smtClean="0">
                <a:solidFill>
                  <a:srgbClr val="000090"/>
                </a:solidFill>
              </a:rPr>
              <a:t>Between 1990 and 2009, the Gini coefficient is a measure of the inequality of income distribution, showed an improvement, from 0.538 to 0.520. </a:t>
            </a:r>
          </a:p>
          <a:p>
            <a:pPr>
              <a:lnSpc>
                <a:spcPct val="80000"/>
              </a:lnSpc>
              <a:spcBef>
                <a:spcPts val="600"/>
              </a:spcBef>
              <a:defRPr/>
            </a:pPr>
            <a:r>
              <a:rPr lang="en-US" sz="2000" dirty="0" smtClean="0">
                <a:solidFill>
                  <a:srgbClr val="000090"/>
                </a:solidFill>
              </a:rPr>
              <a:t>However, this progress is relative, as the region still remains the most imbalanced in the world.</a:t>
            </a:r>
            <a:endParaRPr lang="en-US" sz="2000" kern="0" dirty="0">
              <a:solidFill>
                <a:srgbClr val="000090"/>
              </a:solidFill>
              <a:latin typeface="+mn-lt"/>
            </a:endParaRPr>
          </a:p>
        </p:txBody>
      </p:sp>
      <p:pic>
        <p:nvPicPr>
          <p:cNvPr id="6" name="Picture 5" descr="Figure 2.jpg"/>
          <p:cNvPicPr>
            <a:picLocks noChangeAspect="1"/>
          </p:cNvPicPr>
          <p:nvPr/>
        </p:nvPicPr>
        <p:blipFill>
          <a:blip r:embed="rId2" cstate="print"/>
          <a:stretch>
            <a:fillRect/>
          </a:stretch>
        </p:blipFill>
        <p:spPr>
          <a:xfrm>
            <a:off x="1093958" y="1366533"/>
            <a:ext cx="5732143" cy="469678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4"/>
          <p:cNvSpPr>
            <a:spLocks noGrp="1" noChangeArrowheads="1"/>
          </p:cNvSpPr>
          <p:nvPr>
            <p:ph type="title"/>
          </p:nvPr>
        </p:nvSpPr>
        <p:spPr bwMode="auto">
          <a:xfrm>
            <a:off x="1143000" y="228600"/>
            <a:ext cx="7543800" cy="914400"/>
          </a:xfr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GB" sz="2400" dirty="0" smtClean="0">
                <a:solidFill>
                  <a:srgbClr val="000090"/>
                </a:solidFill>
              </a:rPr>
              <a:t>The past five years have seen significant progress in the control of deforestation </a:t>
            </a:r>
            <a:endParaRPr lang="es-ES" sz="2400" dirty="0" smtClean="0">
              <a:solidFill>
                <a:srgbClr val="000090"/>
              </a:solidFill>
            </a:endParaRPr>
          </a:p>
        </p:txBody>
      </p:sp>
      <p:sp>
        <p:nvSpPr>
          <p:cNvPr id="5" name="Rectangle 3"/>
          <p:cNvSpPr txBox="1">
            <a:spLocks noChangeArrowheads="1"/>
          </p:cNvSpPr>
          <p:nvPr/>
        </p:nvSpPr>
        <p:spPr>
          <a:xfrm>
            <a:off x="221673" y="5846618"/>
            <a:ext cx="8631382" cy="1011382"/>
          </a:xfrm>
          <a:prstGeom prst="rect">
            <a:avLst/>
          </a:prstGeom>
          <a:ln>
            <a:noFill/>
          </a:ln>
        </p:spPr>
        <p:style>
          <a:lnRef idx="2">
            <a:schemeClr val="accent2"/>
          </a:lnRef>
          <a:fillRef idx="1">
            <a:schemeClr val="lt1"/>
          </a:fillRef>
          <a:effectRef idx="0">
            <a:schemeClr val="accent2"/>
          </a:effectRef>
          <a:fontRef idx="minor">
            <a:schemeClr val="dk1"/>
          </a:fontRef>
        </p:style>
        <p:txBody>
          <a:bodyPr/>
          <a:lstStyle/>
          <a:p>
            <a:pPr>
              <a:lnSpc>
                <a:spcPct val="80000"/>
              </a:lnSpc>
              <a:spcBef>
                <a:spcPct val="20000"/>
              </a:spcBef>
              <a:defRPr/>
            </a:pPr>
            <a:endParaRPr lang="es-CL" sz="1200" kern="0" dirty="0">
              <a:solidFill>
                <a:srgbClr val="000090"/>
              </a:solidFill>
              <a:latin typeface="Candara" pitchFamily="34" charset="0"/>
            </a:endParaRPr>
          </a:p>
          <a:p>
            <a:pPr>
              <a:lnSpc>
                <a:spcPct val="80000"/>
              </a:lnSpc>
              <a:spcBef>
                <a:spcPct val="20000"/>
              </a:spcBef>
              <a:defRPr/>
            </a:pPr>
            <a:r>
              <a:rPr lang="en-US" sz="2000" dirty="0" smtClean="0">
                <a:solidFill>
                  <a:srgbClr val="000090"/>
                </a:solidFill>
              </a:rPr>
              <a:t>This progress can be seen especially in the Amazon. However, the annual rate of forest loss between 2000 and 2010 was 0.46%, more than three times the global annual rate (0.13%).</a:t>
            </a:r>
            <a:endParaRPr lang="en-US" sz="2000" kern="0" dirty="0">
              <a:solidFill>
                <a:srgbClr val="000090"/>
              </a:solidFill>
              <a:latin typeface="+mn-lt"/>
            </a:endParaRPr>
          </a:p>
        </p:txBody>
      </p:sp>
      <p:graphicFrame>
        <p:nvGraphicFramePr>
          <p:cNvPr id="6" name="Table 5"/>
          <p:cNvGraphicFramePr>
            <a:graphicFrameLocks noGrp="1"/>
          </p:cNvGraphicFramePr>
          <p:nvPr/>
        </p:nvGraphicFramePr>
        <p:xfrm>
          <a:off x="221673" y="1573887"/>
          <a:ext cx="8853053" cy="4440539"/>
        </p:xfrm>
        <a:graphic>
          <a:graphicData uri="http://schemas.openxmlformats.org/drawingml/2006/table">
            <a:tbl>
              <a:tblPr/>
              <a:tblGrid>
                <a:gridCol w="1140604"/>
                <a:gridCol w="837631"/>
                <a:gridCol w="891098"/>
                <a:gridCol w="889393"/>
                <a:gridCol w="854837"/>
                <a:gridCol w="768665"/>
                <a:gridCol w="695057"/>
                <a:gridCol w="655535"/>
                <a:gridCol w="697864"/>
                <a:gridCol w="785236"/>
                <a:gridCol w="637133"/>
              </a:tblGrid>
              <a:tr h="335180">
                <a:tc rowSpan="3">
                  <a:txBody>
                    <a:bodyPr/>
                    <a:lstStyle/>
                    <a:p>
                      <a:pPr marL="0" marR="0" algn="ctr">
                        <a:lnSpc>
                          <a:spcPct val="115000"/>
                        </a:lnSpc>
                        <a:spcBef>
                          <a:spcPts val="600"/>
                        </a:spcBef>
                        <a:spcAft>
                          <a:spcPts val="600"/>
                        </a:spcAft>
                      </a:pPr>
                      <a:endParaRPr lang="en-US" sz="1200" b="1" i="0" dirty="0">
                        <a:latin typeface="+mj-lt"/>
                        <a:ea typeface="Calibri"/>
                        <a:cs typeface="Times New Roman"/>
                      </a:endParaRPr>
                    </a:p>
                  </a:txBody>
                  <a:tcPr marL="68580" marR="68580" marT="0" marB="0">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2700" cap="flat" cmpd="sng" algn="ctr">
                      <a:solidFill>
                        <a:srgbClr val="0033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33CC"/>
                    </a:solidFill>
                  </a:tcPr>
                </a:tc>
                <a:tc gridSpan="4">
                  <a:txBody>
                    <a:bodyPr/>
                    <a:lstStyle/>
                    <a:p>
                      <a:pPr marL="0" marR="0" algn="ctr">
                        <a:lnSpc>
                          <a:spcPct val="115000"/>
                        </a:lnSpc>
                        <a:spcBef>
                          <a:spcPts val="600"/>
                        </a:spcBef>
                        <a:spcAft>
                          <a:spcPts val="600"/>
                        </a:spcAft>
                      </a:pPr>
                      <a:r>
                        <a:rPr lang="en-US" sz="1200" b="1" i="0" noProof="0" dirty="0" smtClean="0">
                          <a:solidFill>
                            <a:schemeClr val="bg1"/>
                          </a:solidFill>
                          <a:latin typeface="+mn-lt"/>
                          <a:ea typeface="Calibri"/>
                          <a:cs typeface="Times New Roman"/>
                        </a:rPr>
                        <a:t>Forest</a:t>
                      </a:r>
                      <a:r>
                        <a:rPr lang="en-US" sz="1200" b="1" i="0" baseline="0" dirty="0" smtClean="0">
                          <a:solidFill>
                            <a:schemeClr val="bg1"/>
                          </a:solidFill>
                          <a:latin typeface="+mn-lt"/>
                          <a:ea typeface="Calibri"/>
                          <a:cs typeface="Times New Roman"/>
                        </a:rPr>
                        <a:t> </a:t>
                      </a:r>
                      <a:r>
                        <a:rPr lang="en-US" sz="1200" b="1" i="0" baseline="0" noProof="0" dirty="0" smtClean="0">
                          <a:solidFill>
                            <a:schemeClr val="bg1"/>
                          </a:solidFill>
                          <a:latin typeface="+mn-lt"/>
                          <a:ea typeface="Calibri"/>
                          <a:cs typeface="Times New Roman"/>
                        </a:rPr>
                        <a:t>area</a:t>
                      </a:r>
                      <a:r>
                        <a:rPr lang="en-US" sz="1200" b="1" i="0" baseline="0" dirty="0" smtClean="0">
                          <a:solidFill>
                            <a:schemeClr val="bg1"/>
                          </a:solidFill>
                          <a:latin typeface="+mn-lt"/>
                          <a:ea typeface="Calibri"/>
                          <a:cs typeface="Times New Roman"/>
                        </a:rPr>
                        <a:t> (thousand of hectares)</a:t>
                      </a:r>
                      <a:endParaRPr lang="en-US" sz="1200" b="1" i="0" dirty="0">
                        <a:solidFill>
                          <a:schemeClr val="bg1"/>
                        </a:solidFill>
                        <a:latin typeface="+mn-lt"/>
                        <a:ea typeface="Calibri"/>
                        <a:cs typeface="Times New Roman"/>
                      </a:endParaRPr>
                    </a:p>
                  </a:txBody>
                  <a:tcPr marL="68580" marR="68580" marT="0" marB="0" anchor="ctr">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2700" cap="flat" cmpd="sng" algn="ctr">
                      <a:solidFill>
                        <a:srgbClr val="0033CC"/>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3CC"/>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marR="0" algn="ctr">
                        <a:lnSpc>
                          <a:spcPct val="115000"/>
                        </a:lnSpc>
                        <a:spcBef>
                          <a:spcPts val="600"/>
                        </a:spcBef>
                        <a:spcAft>
                          <a:spcPts val="600"/>
                        </a:spcAft>
                      </a:pPr>
                      <a:r>
                        <a:rPr lang="en-US" sz="1200" b="1" i="0" dirty="0" smtClean="0">
                          <a:solidFill>
                            <a:schemeClr val="bg1"/>
                          </a:solidFill>
                          <a:latin typeface="+mn-lt"/>
                          <a:ea typeface="Calibri"/>
                          <a:cs typeface="Times New Roman"/>
                        </a:rPr>
                        <a:t>Annual rate of change</a:t>
                      </a:r>
                      <a:endParaRPr lang="en-US" sz="1200" b="1" i="0" dirty="0">
                        <a:solidFill>
                          <a:schemeClr val="bg1"/>
                        </a:solidFill>
                        <a:latin typeface="+mn-lt"/>
                        <a:ea typeface="Calibri"/>
                        <a:cs typeface="Times New Roman"/>
                      </a:endParaRPr>
                    </a:p>
                  </a:txBody>
                  <a:tcPr marL="68580" marR="68580" marT="0" marB="0" anchor="ctr">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2700" cap="flat" cmpd="sng" algn="ctr">
                      <a:solidFill>
                        <a:srgbClr val="0033CC"/>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3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11239">
                <a:tc vMerge="1">
                  <a:txBody>
                    <a:bodyPr/>
                    <a:lstStyle/>
                    <a:p>
                      <a:endParaRPr lang="en-US"/>
                    </a:p>
                  </a:txBody>
                  <a:tcPr/>
                </a:tc>
                <a:tc rowSpan="2">
                  <a:txBody>
                    <a:bodyPr/>
                    <a:lstStyle/>
                    <a:p>
                      <a:pPr marL="0" marR="0" algn="ctr">
                        <a:lnSpc>
                          <a:spcPct val="115000"/>
                        </a:lnSpc>
                        <a:spcBef>
                          <a:spcPts val="600"/>
                        </a:spcBef>
                        <a:spcAft>
                          <a:spcPts val="600"/>
                        </a:spcAft>
                      </a:pPr>
                      <a:r>
                        <a:rPr lang="en-US" sz="1200" b="1" i="0" dirty="0" smtClean="0">
                          <a:solidFill>
                            <a:schemeClr val="bg1"/>
                          </a:solidFill>
                          <a:latin typeface="+mn-lt"/>
                          <a:ea typeface="Calibri"/>
                          <a:cs typeface="Times New Roman"/>
                        </a:rPr>
                        <a:t>1990</a:t>
                      </a:r>
                      <a:endParaRPr lang="en-US" sz="1200" b="1" i="0" dirty="0">
                        <a:solidFill>
                          <a:schemeClr val="bg1"/>
                        </a:solidFill>
                        <a:latin typeface="+mn-lt"/>
                        <a:ea typeface="Calibri"/>
                        <a:cs typeface="Times New Roman"/>
                      </a:endParaRPr>
                    </a:p>
                  </a:txBody>
                  <a:tcPr marL="68580" marR="68580" marT="0" marB="0">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33CC"/>
                    </a:solidFill>
                  </a:tcPr>
                </a:tc>
                <a:tc rowSpan="2">
                  <a:txBody>
                    <a:bodyPr/>
                    <a:lstStyle/>
                    <a:p>
                      <a:pPr marL="0" marR="0" algn="ctr">
                        <a:lnSpc>
                          <a:spcPct val="115000"/>
                        </a:lnSpc>
                        <a:spcBef>
                          <a:spcPts val="600"/>
                        </a:spcBef>
                        <a:spcAft>
                          <a:spcPts val="600"/>
                        </a:spcAft>
                      </a:pPr>
                      <a:r>
                        <a:rPr lang="en-US" sz="1200" b="1" i="0" dirty="0" smtClean="0">
                          <a:solidFill>
                            <a:schemeClr val="bg1"/>
                          </a:solidFill>
                          <a:latin typeface="+mn-lt"/>
                          <a:ea typeface="Calibri"/>
                          <a:cs typeface="Times New Roman"/>
                        </a:rPr>
                        <a:t>2000</a:t>
                      </a:r>
                      <a:endParaRPr lang="en-US" sz="1200" b="1" i="0" dirty="0">
                        <a:solidFill>
                          <a:schemeClr val="bg1"/>
                        </a:solidFill>
                        <a:latin typeface="+mn-lt"/>
                        <a:ea typeface="Calibri"/>
                        <a:cs typeface="Times New Roman"/>
                      </a:endParaRPr>
                    </a:p>
                  </a:txBody>
                  <a:tcPr marL="68580" marR="68580" marT="0" marB="0">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33CC"/>
                    </a:solidFill>
                  </a:tcPr>
                </a:tc>
                <a:tc rowSpan="2">
                  <a:txBody>
                    <a:bodyPr/>
                    <a:lstStyle/>
                    <a:p>
                      <a:pPr marL="0" marR="0" algn="ctr">
                        <a:lnSpc>
                          <a:spcPct val="115000"/>
                        </a:lnSpc>
                        <a:spcBef>
                          <a:spcPts val="600"/>
                        </a:spcBef>
                        <a:spcAft>
                          <a:spcPts val="600"/>
                        </a:spcAft>
                      </a:pPr>
                      <a:r>
                        <a:rPr lang="en-US" sz="1200" b="1" i="0" dirty="0" smtClean="0">
                          <a:solidFill>
                            <a:schemeClr val="bg1"/>
                          </a:solidFill>
                          <a:latin typeface="+mn-lt"/>
                          <a:ea typeface="Calibri"/>
                          <a:cs typeface="Times New Roman"/>
                        </a:rPr>
                        <a:t>2005</a:t>
                      </a:r>
                      <a:endParaRPr lang="en-US" sz="1200" b="1" i="0" dirty="0">
                        <a:solidFill>
                          <a:schemeClr val="bg1"/>
                        </a:solidFill>
                        <a:latin typeface="+mn-lt"/>
                        <a:ea typeface="Calibri"/>
                        <a:cs typeface="Times New Roman"/>
                      </a:endParaRPr>
                    </a:p>
                  </a:txBody>
                  <a:tcPr marL="68580" marR="68580" marT="0" marB="0">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33CC"/>
                    </a:solidFill>
                  </a:tcPr>
                </a:tc>
                <a:tc rowSpan="2">
                  <a:txBody>
                    <a:bodyPr/>
                    <a:lstStyle/>
                    <a:p>
                      <a:pPr marL="0" marR="0" algn="ctr">
                        <a:lnSpc>
                          <a:spcPct val="115000"/>
                        </a:lnSpc>
                        <a:spcBef>
                          <a:spcPts val="600"/>
                        </a:spcBef>
                        <a:spcAft>
                          <a:spcPts val="600"/>
                        </a:spcAft>
                      </a:pPr>
                      <a:r>
                        <a:rPr lang="en-US" sz="1200" b="1" i="0" dirty="0" smtClean="0">
                          <a:solidFill>
                            <a:schemeClr val="bg1"/>
                          </a:solidFill>
                          <a:latin typeface="+mn-lt"/>
                          <a:ea typeface="Calibri"/>
                          <a:cs typeface="Times New Roman"/>
                        </a:rPr>
                        <a:t>2010</a:t>
                      </a:r>
                      <a:endParaRPr lang="en-US" sz="1200" b="1" i="0" dirty="0">
                        <a:solidFill>
                          <a:schemeClr val="bg1"/>
                        </a:solidFill>
                        <a:latin typeface="+mn-lt"/>
                        <a:ea typeface="Calibri"/>
                        <a:cs typeface="Times New Roman"/>
                      </a:endParaRPr>
                    </a:p>
                  </a:txBody>
                  <a:tcPr marL="68580" marR="68580" marT="0" marB="0">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33CC"/>
                    </a:solidFill>
                  </a:tcPr>
                </a:tc>
                <a:tc gridSpan="2">
                  <a:txBody>
                    <a:bodyPr/>
                    <a:lstStyle/>
                    <a:p>
                      <a:pPr marL="0" marR="0" algn="ctr">
                        <a:lnSpc>
                          <a:spcPct val="115000"/>
                        </a:lnSpc>
                        <a:spcBef>
                          <a:spcPts val="600"/>
                        </a:spcBef>
                        <a:spcAft>
                          <a:spcPts val="600"/>
                        </a:spcAft>
                      </a:pPr>
                      <a:r>
                        <a:rPr lang="en-US" sz="1200" b="1" i="0" dirty="0" smtClean="0">
                          <a:solidFill>
                            <a:schemeClr val="bg1"/>
                          </a:solidFill>
                          <a:latin typeface="+mn-lt"/>
                          <a:ea typeface="Calibri"/>
                          <a:cs typeface="Times New Roman"/>
                        </a:rPr>
                        <a:t>1990-2000</a:t>
                      </a:r>
                      <a:endParaRPr lang="en-US" sz="1200" b="1" i="0" dirty="0">
                        <a:solidFill>
                          <a:schemeClr val="bg1"/>
                        </a:solidFill>
                        <a:latin typeface="+mn-lt"/>
                        <a:ea typeface="Calibri"/>
                        <a:cs typeface="Times New Roman"/>
                      </a:endParaRPr>
                    </a:p>
                  </a:txBody>
                  <a:tcPr marL="68580" marR="68580" marT="0" marB="0" anchor="ctr">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3CC"/>
                    </a:solidFill>
                  </a:tcPr>
                </a:tc>
                <a:tc hMerge="1">
                  <a:txBody>
                    <a:bodyPr/>
                    <a:lstStyle/>
                    <a:p>
                      <a:endParaRPr lang="en-US"/>
                    </a:p>
                  </a:txBody>
                  <a:tcPr/>
                </a:tc>
                <a:tc gridSpan="2">
                  <a:txBody>
                    <a:bodyPr/>
                    <a:lstStyle/>
                    <a:p>
                      <a:pPr marL="0" marR="0" algn="ctr">
                        <a:lnSpc>
                          <a:spcPct val="115000"/>
                        </a:lnSpc>
                        <a:spcBef>
                          <a:spcPts val="600"/>
                        </a:spcBef>
                        <a:spcAft>
                          <a:spcPts val="600"/>
                        </a:spcAft>
                      </a:pPr>
                      <a:r>
                        <a:rPr lang="en-US" sz="1200" b="1" i="0" dirty="0" smtClean="0">
                          <a:solidFill>
                            <a:schemeClr val="bg1"/>
                          </a:solidFill>
                          <a:latin typeface="+mn-lt"/>
                          <a:ea typeface="Calibri"/>
                          <a:cs typeface="Times New Roman"/>
                        </a:rPr>
                        <a:t>2000-2005</a:t>
                      </a:r>
                      <a:endParaRPr lang="en-US" sz="1200" b="1" i="0" dirty="0">
                        <a:solidFill>
                          <a:schemeClr val="bg1"/>
                        </a:solidFill>
                        <a:latin typeface="+mn-lt"/>
                        <a:ea typeface="Calibri"/>
                        <a:cs typeface="Times New Roman"/>
                      </a:endParaRPr>
                    </a:p>
                  </a:txBody>
                  <a:tcPr marL="68580" marR="68580" marT="0" marB="0" anchor="ctr">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3CC"/>
                    </a:solidFill>
                  </a:tcPr>
                </a:tc>
                <a:tc hMerge="1">
                  <a:txBody>
                    <a:bodyPr/>
                    <a:lstStyle/>
                    <a:p>
                      <a:endParaRPr lang="en-US"/>
                    </a:p>
                  </a:txBody>
                  <a:tcPr/>
                </a:tc>
                <a:tc gridSpan="2">
                  <a:txBody>
                    <a:bodyPr/>
                    <a:lstStyle/>
                    <a:p>
                      <a:pPr marL="0" marR="0" algn="ctr">
                        <a:lnSpc>
                          <a:spcPct val="115000"/>
                        </a:lnSpc>
                        <a:spcBef>
                          <a:spcPts val="600"/>
                        </a:spcBef>
                        <a:spcAft>
                          <a:spcPts val="600"/>
                        </a:spcAft>
                      </a:pPr>
                      <a:r>
                        <a:rPr lang="en-US" sz="1200" b="1" i="0" dirty="0" smtClean="0">
                          <a:solidFill>
                            <a:schemeClr val="bg1"/>
                          </a:solidFill>
                          <a:latin typeface="+mn-lt"/>
                          <a:ea typeface="Calibri"/>
                          <a:cs typeface="Times New Roman"/>
                        </a:rPr>
                        <a:t>2005-2010</a:t>
                      </a:r>
                      <a:endParaRPr lang="en-US" sz="1200" b="1" i="0" dirty="0">
                        <a:solidFill>
                          <a:schemeClr val="bg1"/>
                        </a:solidFill>
                        <a:latin typeface="+mn-lt"/>
                        <a:ea typeface="Calibri"/>
                        <a:cs typeface="Times New Roman"/>
                      </a:endParaRPr>
                    </a:p>
                  </a:txBody>
                  <a:tcPr marL="68580" marR="68580" marT="0" marB="0" anchor="ctr">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3CC"/>
                    </a:solidFill>
                  </a:tcPr>
                </a:tc>
                <a:tc hMerge="1">
                  <a:txBody>
                    <a:bodyPr/>
                    <a:lstStyle/>
                    <a:p>
                      <a:endParaRPr lang="en-US"/>
                    </a:p>
                  </a:txBody>
                  <a:tcPr/>
                </a:tc>
              </a:tr>
              <a:tr h="105156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68580" algn="ctr">
                        <a:lnSpc>
                          <a:spcPct val="115000"/>
                        </a:lnSpc>
                        <a:spcBef>
                          <a:spcPts val="600"/>
                        </a:spcBef>
                        <a:spcAft>
                          <a:spcPts val="600"/>
                        </a:spcAft>
                      </a:pPr>
                      <a:r>
                        <a:rPr lang="en-US" sz="1200" b="1" i="0" dirty="0" smtClean="0">
                          <a:solidFill>
                            <a:schemeClr val="bg1"/>
                          </a:solidFill>
                          <a:latin typeface="+mn-lt"/>
                          <a:ea typeface="Calibri"/>
                          <a:cs typeface="Times New Roman"/>
                        </a:rPr>
                        <a:t>Thousands of hectares/  y ear</a:t>
                      </a:r>
                      <a:endParaRPr lang="en-US" sz="1200" b="1" i="0" dirty="0">
                        <a:solidFill>
                          <a:schemeClr val="bg1"/>
                        </a:solidFill>
                        <a:latin typeface="+mn-lt"/>
                        <a:ea typeface="Calibri"/>
                        <a:cs typeface="Times New Roman"/>
                      </a:endParaRPr>
                    </a:p>
                  </a:txBody>
                  <a:tcPr marL="68580" marR="68580" marT="0" marB="0" anchor="ctr">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33CC"/>
                    </a:solidFill>
                  </a:tcPr>
                </a:tc>
                <a:tc>
                  <a:txBody>
                    <a:bodyPr/>
                    <a:lstStyle/>
                    <a:p>
                      <a:pPr marL="0" marR="45720" algn="ctr">
                        <a:lnSpc>
                          <a:spcPct val="115000"/>
                        </a:lnSpc>
                        <a:spcBef>
                          <a:spcPts val="600"/>
                        </a:spcBef>
                        <a:spcAft>
                          <a:spcPts val="600"/>
                        </a:spcAft>
                        <a:tabLst>
                          <a:tab pos="320040" algn="l"/>
                        </a:tabLst>
                      </a:pPr>
                      <a:r>
                        <a:rPr lang="en-US" sz="1200" b="1" i="0" dirty="0" smtClean="0">
                          <a:solidFill>
                            <a:schemeClr val="bg1"/>
                          </a:solidFill>
                          <a:latin typeface="+mn-lt"/>
                          <a:ea typeface="Calibri"/>
                          <a:cs typeface="Times New Roman"/>
                        </a:rPr>
                        <a:t>%</a:t>
                      </a:r>
                      <a:endParaRPr lang="en-US" sz="1200" b="1" i="0" dirty="0">
                        <a:solidFill>
                          <a:schemeClr val="bg1"/>
                        </a:solidFill>
                        <a:latin typeface="+mn-lt"/>
                        <a:ea typeface="Calibri"/>
                        <a:cs typeface="Times New Roman"/>
                      </a:endParaRPr>
                    </a:p>
                  </a:txBody>
                  <a:tcPr marL="68580" marR="68580" marT="0" marB="0" anchor="ctr">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33CC"/>
                    </a:solidFill>
                  </a:tcPr>
                </a:tc>
                <a:tc>
                  <a:txBody>
                    <a:bodyPr/>
                    <a:lstStyle/>
                    <a:p>
                      <a:pPr marL="0" marR="0" indent="-68580" algn="ctr">
                        <a:lnSpc>
                          <a:spcPct val="115000"/>
                        </a:lnSpc>
                        <a:spcBef>
                          <a:spcPts val="600"/>
                        </a:spcBef>
                        <a:spcAft>
                          <a:spcPts val="600"/>
                        </a:spcAft>
                      </a:pPr>
                      <a:r>
                        <a:rPr lang="en-US" sz="1200" b="1" i="0" dirty="0" smtClean="0">
                          <a:solidFill>
                            <a:schemeClr val="bg1"/>
                          </a:solidFill>
                          <a:latin typeface="+mn-lt"/>
                          <a:ea typeface="Calibri"/>
                          <a:cs typeface="Times New Roman"/>
                        </a:rPr>
                        <a:t>Thousands of hectares/  y ear</a:t>
                      </a:r>
                      <a:endParaRPr lang="en-US" sz="1200" b="1" i="0" dirty="0">
                        <a:solidFill>
                          <a:schemeClr val="bg1"/>
                        </a:solidFill>
                        <a:latin typeface="+mn-lt"/>
                        <a:ea typeface="Calibri"/>
                        <a:cs typeface="Times New Roman"/>
                      </a:endParaRPr>
                    </a:p>
                  </a:txBody>
                  <a:tcPr marL="68580" marR="68580" marT="0" marB="0" anchor="ctr">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33CC"/>
                    </a:solidFill>
                  </a:tcPr>
                </a:tc>
                <a:tc>
                  <a:txBody>
                    <a:bodyPr/>
                    <a:lstStyle/>
                    <a:p>
                      <a:pPr marL="0" marR="0" algn="ctr">
                        <a:lnSpc>
                          <a:spcPct val="115000"/>
                        </a:lnSpc>
                        <a:spcBef>
                          <a:spcPts val="600"/>
                        </a:spcBef>
                        <a:spcAft>
                          <a:spcPts val="600"/>
                        </a:spcAft>
                      </a:pPr>
                      <a:r>
                        <a:rPr lang="en-US" sz="1200" b="1" i="0" dirty="0" smtClean="0">
                          <a:solidFill>
                            <a:schemeClr val="bg1"/>
                          </a:solidFill>
                          <a:latin typeface="+mn-lt"/>
                          <a:ea typeface="Calibri"/>
                          <a:cs typeface="Times New Roman"/>
                        </a:rPr>
                        <a:t>%</a:t>
                      </a:r>
                      <a:endParaRPr lang="en-US" sz="1200" b="1" i="0" dirty="0">
                        <a:solidFill>
                          <a:schemeClr val="bg1"/>
                        </a:solidFill>
                        <a:latin typeface="+mn-lt"/>
                        <a:ea typeface="Calibri"/>
                        <a:cs typeface="Times New Roman"/>
                      </a:endParaRPr>
                    </a:p>
                  </a:txBody>
                  <a:tcPr marL="68580" marR="68580" marT="0" marB="0" anchor="ctr">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33CC"/>
                    </a:solidFill>
                  </a:tcPr>
                </a:tc>
                <a:tc>
                  <a:txBody>
                    <a:bodyPr/>
                    <a:lstStyle/>
                    <a:p>
                      <a:pPr marL="0" marR="0" indent="-68580" algn="ctr">
                        <a:lnSpc>
                          <a:spcPct val="115000"/>
                        </a:lnSpc>
                        <a:spcBef>
                          <a:spcPts val="600"/>
                        </a:spcBef>
                        <a:spcAft>
                          <a:spcPts val="600"/>
                        </a:spcAft>
                      </a:pPr>
                      <a:r>
                        <a:rPr lang="en-US" sz="1200" b="1" i="0" dirty="0" smtClean="0">
                          <a:solidFill>
                            <a:schemeClr val="bg1"/>
                          </a:solidFill>
                          <a:latin typeface="+mn-lt"/>
                          <a:ea typeface="Calibri"/>
                          <a:cs typeface="Times New Roman"/>
                        </a:rPr>
                        <a:t>Thousands of hectares/  y ear</a:t>
                      </a:r>
                      <a:endParaRPr lang="en-US" sz="1200" b="1" i="0" dirty="0">
                        <a:solidFill>
                          <a:schemeClr val="bg1"/>
                        </a:solidFill>
                        <a:latin typeface="+mn-lt"/>
                        <a:ea typeface="Calibri"/>
                        <a:cs typeface="Times New Roman"/>
                      </a:endParaRPr>
                    </a:p>
                  </a:txBody>
                  <a:tcPr marL="68580" marR="68580" marT="0" marB="0" anchor="ctr">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33CC"/>
                    </a:solidFill>
                  </a:tcPr>
                </a:tc>
                <a:tc>
                  <a:txBody>
                    <a:bodyPr/>
                    <a:lstStyle/>
                    <a:p>
                      <a:pPr marL="0" marR="0" algn="ctr">
                        <a:lnSpc>
                          <a:spcPct val="115000"/>
                        </a:lnSpc>
                        <a:spcBef>
                          <a:spcPts val="600"/>
                        </a:spcBef>
                        <a:spcAft>
                          <a:spcPts val="600"/>
                        </a:spcAft>
                      </a:pPr>
                      <a:r>
                        <a:rPr lang="en-US" sz="1200" b="1" i="0" dirty="0" smtClean="0">
                          <a:solidFill>
                            <a:schemeClr val="bg1"/>
                          </a:solidFill>
                          <a:latin typeface="+mn-lt"/>
                          <a:ea typeface="Calibri"/>
                          <a:cs typeface="Times New Roman"/>
                        </a:rPr>
                        <a:t>%</a:t>
                      </a:r>
                      <a:endParaRPr lang="en-US" sz="1200" b="1" i="0" dirty="0">
                        <a:solidFill>
                          <a:schemeClr val="bg1"/>
                        </a:solidFill>
                        <a:latin typeface="+mn-lt"/>
                        <a:ea typeface="Calibri"/>
                        <a:cs typeface="Times New Roman"/>
                      </a:endParaRPr>
                    </a:p>
                  </a:txBody>
                  <a:tcPr marL="68580" marR="68580" marT="0" marB="0" anchor="ctr">
                    <a:lnL w="12700" cap="flat" cmpd="sng" algn="ctr">
                      <a:solidFill>
                        <a:srgbClr val="0033CC"/>
                      </a:solidFill>
                      <a:prstDash val="solid"/>
                      <a:round/>
                      <a:headEnd type="none" w="med" len="med"/>
                      <a:tailEnd type="none" w="med" len="med"/>
                    </a:lnL>
                    <a:lnR w="12700" cap="flat" cmpd="sng" algn="ctr">
                      <a:solidFill>
                        <a:srgbClr val="0033CC"/>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33CC"/>
                    </a:solidFill>
                  </a:tcPr>
                </a:tc>
              </a:tr>
              <a:tr h="431672">
                <a:tc>
                  <a:txBody>
                    <a:bodyPr/>
                    <a:lstStyle/>
                    <a:p>
                      <a:pPr marL="0" marR="0">
                        <a:spcBef>
                          <a:spcPts val="0"/>
                        </a:spcBef>
                        <a:spcAft>
                          <a:spcPts val="0"/>
                        </a:spcAft>
                      </a:pPr>
                      <a:r>
                        <a:rPr lang="en-US" sz="1200" b="1" dirty="0">
                          <a:latin typeface="+mj-lt"/>
                          <a:ea typeface="Times New Roman"/>
                          <a:cs typeface="Times New Roman"/>
                        </a:rPr>
                        <a:t>Caribbean</a:t>
                      </a:r>
                    </a:p>
                  </a:txBody>
                  <a:tcPr marL="0" marR="0" marT="17780" marB="1778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5902</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6434</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6728</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6933</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68580" algn="r">
                        <a:lnSpc>
                          <a:spcPct val="115000"/>
                        </a:lnSpc>
                        <a:spcBef>
                          <a:spcPts val="600"/>
                        </a:spcBef>
                        <a:spcAft>
                          <a:spcPts val="600"/>
                        </a:spcAft>
                      </a:pPr>
                      <a:r>
                        <a:rPr lang="en-US" sz="1200" b="1" dirty="0" smtClean="0">
                          <a:latin typeface="+mj-lt"/>
                          <a:ea typeface="Calibri"/>
                          <a:cs typeface="Times New Roman"/>
                        </a:rPr>
                        <a:t>53</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45720" algn="r">
                        <a:lnSpc>
                          <a:spcPct val="115000"/>
                        </a:lnSpc>
                        <a:spcBef>
                          <a:spcPts val="600"/>
                        </a:spcBef>
                        <a:spcAft>
                          <a:spcPts val="600"/>
                        </a:spcAft>
                        <a:tabLst>
                          <a:tab pos="320040" algn="l"/>
                        </a:tabLst>
                      </a:pPr>
                      <a:r>
                        <a:rPr lang="en-US" sz="1200" b="1" dirty="0" smtClean="0">
                          <a:latin typeface="+mj-lt"/>
                          <a:ea typeface="Calibri"/>
                          <a:cs typeface="Times New Roman"/>
                        </a:rPr>
                        <a:t>0,87</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59</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0,90</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41</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0,60</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1672">
                <a:tc>
                  <a:txBody>
                    <a:bodyPr/>
                    <a:lstStyle/>
                    <a:p>
                      <a:pPr marL="0" marR="0">
                        <a:spcBef>
                          <a:spcPts val="0"/>
                        </a:spcBef>
                        <a:spcAft>
                          <a:spcPts val="0"/>
                        </a:spcAft>
                      </a:pPr>
                      <a:r>
                        <a:rPr lang="en-US" sz="1200" b="1" dirty="0">
                          <a:latin typeface="+mj-lt"/>
                          <a:ea typeface="Times New Roman"/>
                          <a:cs typeface="Times New Roman"/>
                        </a:rPr>
                        <a:t>Central America</a:t>
                      </a:r>
                    </a:p>
                  </a:txBody>
                  <a:tcPr marL="0" marR="0" marT="17780" marB="1778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25717</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21980</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20745</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19499</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68580" algn="r">
                        <a:lnSpc>
                          <a:spcPct val="115000"/>
                        </a:lnSpc>
                        <a:spcBef>
                          <a:spcPts val="600"/>
                        </a:spcBef>
                        <a:spcAft>
                          <a:spcPts val="600"/>
                        </a:spcAft>
                      </a:pPr>
                      <a:r>
                        <a:rPr lang="en-US" sz="1200" b="1" dirty="0" smtClean="0">
                          <a:latin typeface="+mj-lt"/>
                          <a:ea typeface="Calibri"/>
                          <a:cs typeface="Times New Roman"/>
                        </a:rPr>
                        <a:t>-374</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-1,56</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-247</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-1,15</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-249</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-1,23</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1672">
                <a:tc>
                  <a:txBody>
                    <a:bodyPr/>
                    <a:lstStyle/>
                    <a:p>
                      <a:pPr marL="0" marR="0">
                        <a:spcBef>
                          <a:spcPts val="0"/>
                        </a:spcBef>
                        <a:spcAft>
                          <a:spcPts val="0"/>
                        </a:spcAft>
                      </a:pPr>
                      <a:r>
                        <a:rPr lang="en-US" sz="1200" b="1" dirty="0" smtClean="0">
                          <a:latin typeface="+mj-lt"/>
                          <a:ea typeface="Times New Roman"/>
                          <a:cs typeface="Times New Roman"/>
                        </a:rPr>
                        <a:t>Mexico</a:t>
                      </a:r>
                      <a:endParaRPr lang="en-US" sz="1200" b="1" dirty="0">
                        <a:latin typeface="+mj-lt"/>
                        <a:ea typeface="Times New Roman"/>
                        <a:cs typeface="Times New Roman"/>
                      </a:endParaRPr>
                    </a:p>
                  </a:txBody>
                  <a:tcPr marL="0" marR="0" marT="17780" marB="1778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70291</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66751</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65578</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64802</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68580" algn="r">
                        <a:lnSpc>
                          <a:spcPct val="115000"/>
                        </a:lnSpc>
                        <a:spcBef>
                          <a:spcPts val="600"/>
                        </a:spcBef>
                        <a:spcAft>
                          <a:spcPts val="600"/>
                        </a:spcAft>
                      </a:pPr>
                      <a:r>
                        <a:rPr lang="en-US" sz="1200" b="1" dirty="0" smtClean="0">
                          <a:latin typeface="+mj-lt"/>
                          <a:ea typeface="Calibri"/>
                          <a:cs typeface="Times New Roman"/>
                        </a:rPr>
                        <a:t>-354</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-0,52</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-235</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-0,35</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-155</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-0,24</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1672">
                <a:tc>
                  <a:txBody>
                    <a:bodyPr/>
                    <a:lstStyle/>
                    <a:p>
                      <a:pPr marL="0" marR="0">
                        <a:spcBef>
                          <a:spcPts val="0"/>
                        </a:spcBef>
                        <a:spcAft>
                          <a:spcPts val="0"/>
                        </a:spcAft>
                      </a:pPr>
                      <a:r>
                        <a:rPr lang="en-US" sz="1200" b="1" dirty="0">
                          <a:latin typeface="+mj-lt"/>
                          <a:ea typeface="Times New Roman"/>
                          <a:cs typeface="Times New Roman"/>
                        </a:rPr>
                        <a:t>South America</a:t>
                      </a:r>
                    </a:p>
                  </a:txBody>
                  <a:tcPr marL="0" marR="0" marT="17780" marB="1778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946454</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904322</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882258</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864351</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68580" algn="r">
                        <a:lnSpc>
                          <a:spcPct val="115000"/>
                        </a:lnSpc>
                        <a:spcBef>
                          <a:spcPts val="600"/>
                        </a:spcBef>
                        <a:spcAft>
                          <a:spcPts val="600"/>
                        </a:spcAft>
                      </a:pPr>
                      <a:r>
                        <a:rPr lang="en-US" sz="1200" b="1" dirty="0" smtClean="0">
                          <a:latin typeface="+mj-lt"/>
                          <a:ea typeface="Calibri"/>
                          <a:cs typeface="Times New Roman"/>
                        </a:rPr>
                        <a:t>-4213</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-0,45</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-4413</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-0,49</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-3581</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-0,41</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1672">
                <a:tc>
                  <a:txBody>
                    <a:bodyPr/>
                    <a:lstStyle/>
                    <a:p>
                      <a:pPr marL="0" marR="0">
                        <a:spcBef>
                          <a:spcPts val="0"/>
                        </a:spcBef>
                        <a:spcAft>
                          <a:spcPts val="0"/>
                        </a:spcAft>
                      </a:pPr>
                      <a:r>
                        <a:rPr lang="en-US" sz="1200" b="1" dirty="0">
                          <a:latin typeface="+mj-lt"/>
                          <a:ea typeface="Times New Roman"/>
                          <a:cs typeface="Times New Roman"/>
                        </a:rPr>
                        <a:t>World</a:t>
                      </a:r>
                    </a:p>
                  </a:txBody>
                  <a:tcPr marL="0" marR="0" marT="17780" marB="1778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4168399</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4085168</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4060964</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4033060</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68580" algn="r">
                        <a:lnSpc>
                          <a:spcPct val="115000"/>
                        </a:lnSpc>
                        <a:spcBef>
                          <a:spcPts val="600"/>
                        </a:spcBef>
                        <a:spcAft>
                          <a:spcPts val="600"/>
                        </a:spcAft>
                      </a:pPr>
                      <a:r>
                        <a:rPr lang="en-US" sz="1200" b="1" dirty="0" smtClean="0">
                          <a:latin typeface="+mj-lt"/>
                          <a:ea typeface="Calibri"/>
                          <a:cs typeface="Times New Roman"/>
                        </a:rPr>
                        <a:t>-8323</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-0,20</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-4841</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-0,12</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-5581</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-0,14</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84200">
                <a:tc>
                  <a:txBody>
                    <a:bodyPr/>
                    <a:lstStyle/>
                    <a:p>
                      <a:pPr marL="0" marR="0">
                        <a:spcBef>
                          <a:spcPts val="0"/>
                        </a:spcBef>
                        <a:spcAft>
                          <a:spcPts val="0"/>
                        </a:spcAft>
                      </a:pPr>
                      <a:r>
                        <a:rPr lang="en-US" sz="1200" b="1" dirty="0">
                          <a:latin typeface="+mj-lt"/>
                          <a:ea typeface="Times New Roman"/>
                          <a:cs typeface="Times New Roman"/>
                        </a:rPr>
                        <a:t>Percentage of global forest area</a:t>
                      </a:r>
                    </a:p>
                  </a:txBody>
                  <a:tcPr marL="0" marR="0" marT="17780" marB="1778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25%</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24%</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24%</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24%</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68580" algn="ctr">
                        <a:lnSpc>
                          <a:spcPct val="115000"/>
                        </a:lnSpc>
                        <a:spcBef>
                          <a:spcPts val="600"/>
                        </a:spcBef>
                        <a:spcAft>
                          <a:spcPts val="600"/>
                        </a:spcAft>
                      </a:pPr>
                      <a:r>
                        <a:rPr lang="en-US" sz="1200" b="1" dirty="0" smtClean="0">
                          <a:latin typeface="+mj-lt"/>
                          <a:ea typeface="Calibri"/>
                          <a:cs typeface="Times New Roman"/>
                        </a:rPr>
                        <a:t> </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 </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 </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 </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 </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r">
                        <a:lnSpc>
                          <a:spcPct val="115000"/>
                        </a:lnSpc>
                        <a:spcBef>
                          <a:spcPts val="600"/>
                        </a:spcBef>
                        <a:spcAft>
                          <a:spcPts val="600"/>
                        </a:spcAft>
                      </a:pPr>
                      <a:r>
                        <a:rPr lang="en-US" sz="1200" b="1" dirty="0" smtClean="0">
                          <a:latin typeface="+mj-lt"/>
                          <a:ea typeface="Calibri"/>
                          <a:cs typeface="Times New Roman"/>
                        </a:rPr>
                        <a:t> </a:t>
                      </a:r>
                      <a:endParaRPr lang="en-US" sz="1200" b="1" dirty="0">
                        <a:latin typeface="+mj-lt"/>
                        <a:ea typeface="Calibri"/>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71681" name="Rectangle 1"/>
          <p:cNvSpPr>
            <a:spLocks noChangeArrowheads="1"/>
          </p:cNvSpPr>
          <p:nvPr/>
        </p:nvSpPr>
        <p:spPr bwMode="auto">
          <a:xfrm>
            <a:off x="1295400" y="1143000"/>
            <a:ext cx="7239000" cy="4308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US" sz="1100" b="1" dirty="0" smtClean="0">
                <a:solidFill>
                  <a:srgbClr val="000090"/>
                </a:solidFill>
              </a:rPr>
              <a:t>LATIN AMERICA AND THE CARIBBEAN: FOREST AREA AND ANNUAL RATES OF CHANGE 1990–2010, AND PERCENTAGE OF GLOBAL FOREST AREA (FAO data)</a:t>
            </a:r>
            <a:endParaRPr lang="en-US" sz="1100" dirty="0">
              <a:solidFill>
                <a:srgbClr val="00009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4"/>
          <p:cNvSpPr>
            <a:spLocks noGrp="1" noChangeArrowheads="1"/>
          </p:cNvSpPr>
          <p:nvPr>
            <p:ph type="title"/>
          </p:nvPr>
        </p:nvSpPr>
        <p:spPr bwMode="auto">
          <a:xfrm>
            <a:off x="1143000" y="228600"/>
            <a:ext cx="7696200" cy="914400"/>
          </a:xfrm>
          <a:noFill/>
          <a:ln>
            <a:miter lim="800000"/>
            <a:headEnd/>
            <a:tailEnd/>
          </a:ln>
        </p:spPr>
        <p:txBody>
          <a:bodyPr vert="horz" wrap="square" lIns="91440" tIns="45720" rIns="91440" bIns="45720" numCol="1" anchor="ctr" anchorCtr="0" compatLnSpc="1">
            <a:prstTxWarp prst="textNoShape">
              <a:avLst/>
            </a:prstTxWarp>
            <a:normAutofit/>
          </a:bodyPr>
          <a:lstStyle/>
          <a:p>
            <a:pPr eaLnBrk="1" hangingPunct="1"/>
            <a:r>
              <a:rPr lang="en-GB" sz="2400" dirty="0" smtClean="0">
                <a:solidFill>
                  <a:srgbClr val="000090"/>
                </a:solidFill>
              </a:rPr>
              <a:t>Regional emissions of ozone-depleting substances have declined steadily over the last 20 years</a:t>
            </a:r>
            <a:endParaRPr lang="es-ES" sz="2400" dirty="0" smtClean="0">
              <a:solidFill>
                <a:srgbClr val="000090"/>
              </a:solidFill>
            </a:endParaRPr>
          </a:p>
        </p:txBody>
      </p:sp>
      <p:sp>
        <p:nvSpPr>
          <p:cNvPr id="5" name="Rectangle 3"/>
          <p:cNvSpPr txBox="1">
            <a:spLocks noChangeArrowheads="1"/>
          </p:cNvSpPr>
          <p:nvPr/>
        </p:nvSpPr>
        <p:spPr>
          <a:xfrm>
            <a:off x="7517218" y="2179673"/>
            <a:ext cx="1321982" cy="2421468"/>
          </a:xfrm>
          <a:prstGeom prst="rect">
            <a:avLst/>
          </a:prstGeom>
          <a:ln>
            <a:solidFill>
              <a:schemeClr val="tx1"/>
            </a:solidFill>
          </a:ln>
        </p:spPr>
        <p:txBody>
          <a:bodyPr/>
          <a:lstStyle/>
          <a:p>
            <a:pPr>
              <a:lnSpc>
                <a:spcPct val="80000"/>
              </a:lnSpc>
              <a:spcBef>
                <a:spcPct val="20000"/>
              </a:spcBef>
              <a:defRPr/>
            </a:pPr>
            <a:endParaRPr lang="es-CL" sz="1200" kern="0" dirty="0">
              <a:solidFill>
                <a:srgbClr val="000090"/>
              </a:solidFill>
              <a:latin typeface="Candara" pitchFamily="34" charset="0"/>
            </a:endParaRPr>
          </a:p>
          <a:p>
            <a:pPr>
              <a:lnSpc>
                <a:spcPct val="80000"/>
              </a:lnSpc>
              <a:spcBef>
                <a:spcPct val="20000"/>
              </a:spcBef>
              <a:defRPr/>
            </a:pPr>
            <a:r>
              <a:rPr lang="en-GB" sz="2000" dirty="0" smtClean="0">
                <a:solidFill>
                  <a:srgbClr val="000090"/>
                </a:solidFill>
              </a:rPr>
              <a:t>This reflects successful efforts made under the Montreal Protocol</a:t>
            </a:r>
            <a:endParaRPr lang="en-US" sz="2000" kern="0" dirty="0">
              <a:solidFill>
                <a:srgbClr val="000090"/>
              </a:solidFill>
              <a:latin typeface="+mn-lt"/>
            </a:endParaRPr>
          </a:p>
        </p:txBody>
      </p:sp>
      <p:pic>
        <p:nvPicPr>
          <p:cNvPr id="6" name="Picture 5"/>
          <p:cNvPicPr/>
          <p:nvPr/>
        </p:nvPicPr>
        <p:blipFill>
          <a:blip r:embed="rId2" cstate="print"/>
          <a:srcRect/>
          <a:stretch>
            <a:fillRect/>
          </a:stretch>
        </p:blipFill>
        <p:spPr bwMode="auto">
          <a:xfrm>
            <a:off x="1752600" y="2133600"/>
            <a:ext cx="5668926" cy="3437860"/>
          </a:xfrm>
          <a:prstGeom prst="rect">
            <a:avLst/>
          </a:prstGeom>
          <a:noFill/>
          <a:ln w="9525">
            <a:noFill/>
            <a:miter lim="800000"/>
            <a:headEnd/>
            <a:tailEnd/>
          </a:ln>
        </p:spPr>
      </p:pic>
      <p:sp>
        <p:nvSpPr>
          <p:cNvPr id="100353" name="Rectangle 1"/>
          <p:cNvSpPr>
            <a:spLocks noChangeArrowheads="1"/>
          </p:cNvSpPr>
          <p:nvPr/>
        </p:nvSpPr>
        <p:spPr bwMode="auto">
          <a:xfrm>
            <a:off x="1143000" y="1399401"/>
            <a:ext cx="6858000" cy="55399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accent2"/>
                </a:solidFill>
                <a:effectLst/>
                <a:latin typeface="Arial" pitchFamily="34" charset="0"/>
                <a:ea typeface="Times New Roman" pitchFamily="18" charset="0"/>
              </a:rPr>
              <a:t>LATIN AMERICA AND THE CARIBBEAN: CONSUMPTION OF OZONE-DEPLETING</a:t>
            </a:r>
            <a:endParaRPr kumimoji="0" lang="en-US" sz="900" b="0" i="0" u="none" strike="noStrike" cap="none" normalizeH="0" baseline="0" dirty="0" smtClean="0">
              <a:ln>
                <a:noFill/>
              </a:ln>
              <a:solidFill>
                <a:schemeClr val="accent2"/>
              </a:solidFill>
              <a:effectLst/>
              <a:latin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accent2"/>
                </a:solidFill>
                <a:effectLst/>
                <a:latin typeface="Arial" pitchFamily="34" charset="0"/>
                <a:ea typeface="Times New Roman" pitchFamily="18" charset="0"/>
              </a:rPr>
              <a:t>SUBSTANCES, 1990–2009</a:t>
            </a:r>
            <a:endParaRPr kumimoji="0" lang="en-US" sz="900" b="0" i="0" u="none" strike="noStrike" cap="none" normalizeH="0" baseline="0" dirty="0" smtClean="0">
              <a:ln>
                <a:noFill/>
              </a:ln>
              <a:solidFill>
                <a:schemeClr val="accent2"/>
              </a:solidFill>
              <a:effectLst/>
              <a:latin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1" u="none" strike="noStrike" cap="none" normalizeH="0" baseline="0" dirty="0" smtClean="0">
                <a:ln>
                  <a:noFill/>
                </a:ln>
                <a:solidFill>
                  <a:schemeClr val="accent2"/>
                </a:solidFill>
                <a:effectLst/>
                <a:latin typeface="Arial" pitchFamily="34" charset="0"/>
                <a:ea typeface="Times New Roman" pitchFamily="18" charset="0"/>
              </a:rPr>
              <a:t>(Ozone-depleting potential (ODP) tons)</a:t>
            </a:r>
            <a:endParaRPr kumimoji="0" lang="en-US" sz="1800" b="0" i="0" u="none" strike="noStrike" cap="none" normalizeH="0" baseline="0" dirty="0" smtClean="0">
              <a:ln>
                <a:noFill/>
              </a:ln>
              <a:solidFill>
                <a:schemeClr val="accent2"/>
              </a:solidFill>
              <a:effectLst/>
              <a:latin typeface="Arial" pitchFamily="34" charset="0"/>
            </a:endParaRPr>
          </a:p>
        </p:txBody>
      </p:sp>
      <p:sp>
        <p:nvSpPr>
          <p:cNvPr id="100354" name="Rectangle 2"/>
          <p:cNvSpPr>
            <a:spLocks noChangeArrowheads="1"/>
          </p:cNvSpPr>
          <p:nvPr/>
        </p:nvSpPr>
        <p:spPr bwMode="auto">
          <a:xfrm>
            <a:off x="2027275" y="5627523"/>
            <a:ext cx="571500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smtClean="0">
                <a:ln>
                  <a:noFill/>
                </a:ln>
                <a:solidFill>
                  <a:schemeClr val="accent2"/>
                </a:solidFill>
                <a:effectLst/>
                <a:latin typeface="Arial" pitchFamily="34" charset="0"/>
                <a:ea typeface="Times New Roman" pitchFamily="18" charset="0"/>
              </a:rPr>
              <a:t>Source</a:t>
            </a:r>
            <a:r>
              <a:rPr kumimoji="0" lang="en-US" sz="900" b="0" i="0" u="none" strike="noStrike" cap="none" normalizeH="0" baseline="0" dirty="0" smtClean="0">
                <a:ln>
                  <a:noFill/>
                </a:ln>
                <a:solidFill>
                  <a:schemeClr val="accent2"/>
                </a:solidFill>
                <a:effectLst/>
                <a:latin typeface="Arial" pitchFamily="34" charset="0"/>
                <a:ea typeface="Times New Roman" pitchFamily="18" charset="0"/>
              </a:rPr>
              <a:t>:</a:t>
            </a:r>
            <a:r>
              <a:rPr kumimoji="0" lang="en-US" sz="900" b="0" i="0" u="none" strike="noStrike" cap="none" normalizeH="0" dirty="0" smtClean="0">
                <a:ln>
                  <a:noFill/>
                </a:ln>
                <a:solidFill>
                  <a:schemeClr val="accent2"/>
                </a:solidFill>
                <a:effectLst/>
                <a:latin typeface="Arial" pitchFamily="34" charset="0"/>
                <a:ea typeface="Times New Roman" pitchFamily="18" charset="0"/>
              </a:rPr>
              <a:t> </a:t>
            </a:r>
            <a:r>
              <a:rPr kumimoji="0" lang="en-US" sz="900" b="0" i="0" u="none" strike="noStrike" cap="none" normalizeH="0" baseline="0" dirty="0" smtClean="0">
                <a:ln>
                  <a:noFill/>
                </a:ln>
                <a:solidFill>
                  <a:schemeClr val="accent2"/>
                </a:solidFill>
                <a:effectLst/>
                <a:latin typeface="Arial" pitchFamily="34" charset="0"/>
                <a:ea typeface="Times New Roman" pitchFamily="18" charset="0"/>
              </a:rPr>
              <a:t>Economic Commission for Latin America and the Caribbean (ECLAC), on the basis of United Nations Millennium Development Goals indicators database based on figures from the Ozone Secretariat of the United Nations Environment Programme (UNEP) [online] http://ozone.unep.org/Data_Reporting/Data_Access/ [date of reference: May 2011].</a:t>
            </a:r>
            <a:endParaRPr kumimoji="0" lang="en-US" sz="1800" b="0" i="0" u="none" strike="noStrike" cap="none" normalizeH="0" baseline="0" dirty="0" smtClean="0">
              <a:ln>
                <a:noFill/>
              </a:ln>
              <a:solidFill>
                <a:schemeClr val="accent2"/>
              </a:solidFill>
              <a:effectLst/>
              <a:latin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4"/>
          <p:cNvSpPr>
            <a:spLocks noGrp="1" noChangeArrowheads="1"/>
          </p:cNvSpPr>
          <p:nvPr>
            <p:ph type="title"/>
          </p:nvPr>
        </p:nvSpPr>
        <p:spPr bwMode="auto">
          <a:xfrm>
            <a:off x="457200" y="228600"/>
            <a:ext cx="8229600" cy="914400"/>
          </a:xfrm>
          <a:noFill/>
          <a:ln>
            <a:miter lim="800000"/>
            <a:headEnd/>
            <a:tailEnd/>
          </a:ln>
        </p:spPr>
        <p:txBody>
          <a:bodyPr vert="horz" wrap="square" lIns="91440" tIns="45720" rIns="91440" bIns="45720" numCol="1" anchor="ctr" anchorCtr="0" compatLnSpc="1">
            <a:prstTxWarp prst="textNoShape">
              <a:avLst/>
            </a:prstTxWarp>
            <a:normAutofit/>
          </a:bodyPr>
          <a:lstStyle/>
          <a:p>
            <a:pPr eaLnBrk="1" hangingPunct="1"/>
            <a:r>
              <a:rPr lang="en-GB" sz="2400" dirty="0" smtClean="0">
                <a:solidFill>
                  <a:srgbClr val="000090"/>
                </a:solidFill>
              </a:rPr>
              <a:t>International cooperation and improvements in the terms of international trade are not sufficient</a:t>
            </a:r>
            <a:endParaRPr lang="es-ES" sz="2400" dirty="0" smtClean="0">
              <a:solidFill>
                <a:srgbClr val="000090"/>
              </a:solidFill>
            </a:endParaRPr>
          </a:p>
        </p:txBody>
      </p:sp>
      <p:sp>
        <p:nvSpPr>
          <p:cNvPr id="5" name="Rectangle 3"/>
          <p:cNvSpPr txBox="1">
            <a:spLocks noChangeArrowheads="1"/>
          </p:cNvSpPr>
          <p:nvPr/>
        </p:nvSpPr>
        <p:spPr>
          <a:xfrm>
            <a:off x="7326245" y="2083981"/>
            <a:ext cx="1817755" cy="3681904"/>
          </a:xfrm>
          <a:prstGeom prst="rect">
            <a:avLst/>
          </a:prstGeom>
          <a:ln>
            <a:solidFill>
              <a:schemeClr val="tx1"/>
            </a:solidFill>
          </a:ln>
        </p:spPr>
        <p:txBody>
          <a:bodyPr/>
          <a:lstStyle/>
          <a:p>
            <a:pPr>
              <a:lnSpc>
                <a:spcPct val="80000"/>
              </a:lnSpc>
              <a:spcBef>
                <a:spcPct val="20000"/>
              </a:spcBef>
              <a:defRPr/>
            </a:pPr>
            <a:endParaRPr lang="en-GB" sz="1050" dirty="0" smtClean="0">
              <a:solidFill>
                <a:srgbClr val="000090"/>
              </a:solidFill>
            </a:endParaRPr>
          </a:p>
          <a:p>
            <a:pPr>
              <a:lnSpc>
                <a:spcPct val="80000"/>
              </a:lnSpc>
              <a:spcBef>
                <a:spcPct val="20000"/>
              </a:spcBef>
              <a:defRPr/>
            </a:pPr>
            <a:r>
              <a:rPr lang="en-GB" sz="2000" dirty="0" smtClean="0">
                <a:solidFill>
                  <a:srgbClr val="000090"/>
                </a:solidFill>
              </a:rPr>
              <a:t>In 2010, ODA provided by developed countries amounted to 0.32% of their GNI, less than half of the percentage target agreed upon.</a:t>
            </a:r>
          </a:p>
          <a:p>
            <a:pPr>
              <a:lnSpc>
                <a:spcPct val="80000"/>
              </a:lnSpc>
              <a:spcBef>
                <a:spcPct val="20000"/>
              </a:spcBef>
              <a:defRPr/>
            </a:pPr>
            <a:endParaRPr lang="en-GB" sz="1600" dirty="0" smtClean="0">
              <a:solidFill>
                <a:schemeClr val="accent2"/>
              </a:solidFill>
            </a:endParaRPr>
          </a:p>
          <a:p>
            <a:pPr>
              <a:lnSpc>
                <a:spcPct val="80000"/>
              </a:lnSpc>
              <a:spcBef>
                <a:spcPct val="20000"/>
              </a:spcBef>
              <a:defRPr/>
            </a:pPr>
            <a:endParaRPr lang="en-US" sz="1600" kern="0" dirty="0">
              <a:solidFill>
                <a:schemeClr val="accent2"/>
              </a:solidFill>
              <a:latin typeface="+mn-lt"/>
            </a:endParaRPr>
          </a:p>
        </p:txBody>
      </p:sp>
      <p:pic>
        <p:nvPicPr>
          <p:cNvPr id="6" name="Picture 5"/>
          <p:cNvPicPr/>
          <p:nvPr/>
        </p:nvPicPr>
        <p:blipFill>
          <a:blip r:embed="rId2" cstate="print"/>
          <a:srcRect/>
          <a:stretch>
            <a:fillRect/>
          </a:stretch>
        </p:blipFill>
        <p:spPr bwMode="auto">
          <a:xfrm>
            <a:off x="644268" y="1981200"/>
            <a:ext cx="6426383" cy="3728484"/>
          </a:xfrm>
          <a:prstGeom prst="rect">
            <a:avLst/>
          </a:prstGeom>
          <a:noFill/>
          <a:ln w="9525">
            <a:noFill/>
            <a:miter lim="800000"/>
            <a:headEnd/>
            <a:tailEnd/>
          </a:ln>
        </p:spPr>
      </p:pic>
      <p:sp>
        <p:nvSpPr>
          <p:cNvPr id="107521" name="Rectangle 1"/>
          <p:cNvSpPr>
            <a:spLocks noChangeArrowheads="1"/>
          </p:cNvSpPr>
          <p:nvPr/>
        </p:nvSpPr>
        <p:spPr bwMode="auto">
          <a:xfrm>
            <a:off x="1224516" y="1150203"/>
            <a:ext cx="5867400" cy="55399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rgbClr val="000090"/>
                </a:solidFill>
                <a:effectLst/>
                <a:latin typeface="Arial" pitchFamily="34" charset="0"/>
                <a:ea typeface="Times New Roman" pitchFamily="18" charset="0"/>
              </a:rPr>
              <a:t>OFFICIAL DEVELOPMENT ASSISTANCE GRANTED BY COUNTRIES OF THE</a:t>
            </a:r>
            <a:br>
              <a:rPr kumimoji="0" lang="en-US" sz="1000" b="1" i="0" u="none" strike="noStrike" cap="none" normalizeH="0" baseline="0" dirty="0" smtClean="0">
                <a:ln>
                  <a:noFill/>
                </a:ln>
                <a:solidFill>
                  <a:srgbClr val="000090"/>
                </a:solidFill>
                <a:effectLst/>
                <a:latin typeface="Arial" pitchFamily="34" charset="0"/>
                <a:ea typeface="Times New Roman" pitchFamily="18" charset="0"/>
              </a:rPr>
            </a:br>
            <a:r>
              <a:rPr kumimoji="0" lang="en-US" sz="1000" b="1" i="0" u="none" strike="noStrike" cap="none" normalizeH="0" baseline="0" dirty="0" smtClean="0">
                <a:ln>
                  <a:noFill/>
                </a:ln>
                <a:solidFill>
                  <a:srgbClr val="000090"/>
                </a:solidFill>
                <a:effectLst/>
                <a:latin typeface="Arial" pitchFamily="34" charset="0"/>
                <a:ea typeface="Times New Roman" pitchFamily="18" charset="0"/>
              </a:rPr>
              <a:t>DEVELOPMENT ASSISTANCE COMMITTEE, 1990-2008</a:t>
            </a:r>
            <a:endParaRPr kumimoji="0" lang="en-US" sz="900" b="0" i="0" u="none" strike="noStrike" cap="none" normalizeH="0" baseline="0" dirty="0" smtClean="0">
              <a:ln>
                <a:noFill/>
              </a:ln>
              <a:solidFill>
                <a:srgbClr val="000090"/>
              </a:solidFill>
              <a:effectLst/>
              <a:latin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1" u="none" strike="noStrike" cap="none" normalizeH="0" baseline="0" dirty="0" smtClean="0">
                <a:ln>
                  <a:noFill/>
                </a:ln>
                <a:solidFill>
                  <a:srgbClr val="000090"/>
                </a:solidFill>
                <a:effectLst/>
                <a:latin typeface="Arial" pitchFamily="34" charset="0"/>
                <a:ea typeface="Times New Roman" pitchFamily="18" charset="0"/>
              </a:rPr>
              <a:t>(Percentages of gross national income of donor countries)</a:t>
            </a:r>
            <a:endParaRPr kumimoji="0" lang="en-US" sz="1800" b="0" i="0" u="none" strike="noStrike" cap="none" normalizeH="0" baseline="0" dirty="0" smtClean="0">
              <a:ln>
                <a:noFill/>
              </a:ln>
              <a:solidFill>
                <a:srgbClr val="000090"/>
              </a:solidFill>
              <a:effectLst/>
              <a:latin typeface="Arial" pitchFamily="34" charset="0"/>
            </a:endParaRPr>
          </a:p>
        </p:txBody>
      </p:sp>
      <p:sp>
        <p:nvSpPr>
          <p:cNvPr id="107522" name="Rectangle 2"/>
          <p:cNvSpPr>
            <a:spLocks noChangeArrowheads="1"/>
          </p:cNvSpPr>
          <p:nvPr/>
        </p:nvSpPr>
        <p:spPr bwMode="auto">
          <a:xfrm>
            <a:off x="1600199" y="5765885"/>
            <a:ext cx="5470451" cy="5078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smtClean="0">
                <a:ln>
                  <a:noFill/>
                </a:ln>
                <a:solidFill>
                  <a:schemeClr val="accent2"/>
                </a:solidFill>
                <a:effectLst/>
                <a:latin typeface="Arial" pitchFamily="34" charset="0"/>
                <a:ea typeface="Times New Roman" pitchFamily="18" charset="0"/>
              </a:rPr>
              <a:t>Source</a:t>
            </a:r>
            <a:r>
              <a:rPr kumimoji="0" lang="en-US" sz="900" b="0" i="0" u="none" strike="noStrike" cap="none" normalizeH="0" baseline="0" dirty="0" smtClean="0">
                <a:ln>
                  <a:noFill/>
                </a:ln>
                <a:solidFill>
                  <a:schemeClr val="accent2"/>
                </a:solidFill>
                <a:effectLst/>
                <a:latin typeface="Arial" pitchFamily="34" charset="0"/>
                <a:ea typeface="Times New Roman" pitchFamily="18" charset="0"/>
              </a:rPr>
              <a:t>: United Nations,</a:t>
            </a:r>
            <a:r>
              <a:rPr kumimoji="0" lang="en-US" sz="900" b="0" i="1" u="none" strike="noStrike" cap="none" normalizeH="0" baseline="0" dirty="0" smtClean="0">
                <a:ln>
                  <a:noFill/>
                </a:ln>
                <a:solidFill>
                  <a:schemeClr val="accent2"/>
                </a:solidFill>
                <a:effectLst/>
                <a:latin typeface="Arial" pitchFamily="34" charset="0"/>
                <a:ea typeface="Times New Roman" pitchFamily="18" charset="0"/>
              </a:rPr>
              <a:t> Achieving the Millennium Development Goals with Equality in Latin America and the Caribbean: progress and challenges</a:t>
            </a:r>
            <a:r>
              <a:rPr kumimoji="0" lang="en-US" sz="900" b="0" i="0" u="none" strike="noStrike" cap="none" normalizeH="0" baseline="0" dirty="0" smtClean="0">
                <a:ln>
                  <a:noFill/>
                </a:ln>
                <a:solidFill>
                  <a:schemeClr val="accent2"/>
                </a:solidFill>
                <a:effectLst/>
                <a:latin typeface="Arial" pitchFamily="34" charset="0"/>
                <a:ea typeface="Times New Roman" pitchFamily="18" charset="0"/>
              </a:rPr>
              <a:t> (LC/G.2460), Santiago, Chile, Economic Commission for Latin America and the Caribbean (ECLAC), 2010.</a:t>
            </a:r>
            <a:endParaRPr kumimoji="0" lang="en-US" sz="1800" b="0" i="0" u="none" strike="noStrike" cap="none" normalizeH="0" baseline="0" dirty="0" smtClean="0">
              <a:ln>
                <a:noFill/>
              </a:ln>
              <a:solidFill>
                <a:schemeClr val="accent2"/>
              </a:solidFill>
              <a:effectLst/>
              <a:latin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6"/>
          <p:cNvSpPr>
            <a:spLocks noGrp="1" noChangeArrowheads="1"/>
          </p:cNvSpPr>
          <p:nvPr>
            <p:ph type="title"/>
          </p:nvPr>
        </p:nvSpPr>
        <p:spPr bwMode="auto">
          <a:xfrm>
            <a:off x="607452" y="76200"/>
            <a:ext cx="7926948" cy="1143000"/>
          </a:xfr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GB" sz="3200" smtClean="0">
                <a:solidFill>
                  <a:srgbClr val="000090"/>
                </a:solidFill>
              </a:rPr>
              <a:t>Strengthening the environmental pillar</a:t>
            </a:r>
            <a:endParaRPr lang="es-ES" sz="3200" smtClean="0">
              <a:solidFill>
                <a:srgbClr val="000090"/>
              </a:solidFill>
            </a:endParaRPr>
          </a:p>
        </p:txBody>
      </p:sp>
      <p:sp>
        <p:nvSpPr>
          <p:cNvPr id="52227" name="Rectangle 14"/>
          <p:cNvSpPr>
            <a:spLocks noGrp="1" noChangeArrowheads="1"/>
          </p:cNvSpPr>
          <p:nvPr>
            <p:ph type="body" idx="1"/>
          </p:nvPr>
        </p:nvSpPr>
        <p:spPr bwMode="auto">
          <a:xfrm>
            <a:off x="607452" y="1219200"/>
            <a:ext cx="7545948" cy="4883888"/>
          </a:xfrm>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lnSpc>
                <a:spcPct val="90000"/>
              </a:lnSpc>
            </a:pPr>
            <a:r>
              <a:rPr lang="pt-PT" sz="2400" dirty="0" smtClean="0"/>
              <a:t>Since 1992, </a:t>
            </a:r>
            <a:r>
              <a:rPr lang="en-GB" sz="2400" dirty="0" smtClean="0"/>
              <a:t>environmental legislation has strengthened and institutions dedicated to the environment</a:t>
            </a:r>
            <a:r>
              <a:rPr lang="pt-PT" sz="2400" dirty="0" smtClean="0"/>
              <a:t> have been created.</a:t>
            </a:r>
          </a:p>
          <a:p>
            <a:pPr eaLnBrk="1" hangingPunct="1">
              <a:lnSpc>
                <a:spcPct val="90000"/>
              </a:lnSpc>
              <a:buNone/>
            </a:pPr>
            <a:endParaRPr lang="pt-PT" sz="2400" dirty="0" smtClean="0"/>
          </a:p>
          <a:p>
            <a:pPr eaLnBrk="1" hangingPunct="1">
              <a:lnSpc>
                <a:spcPct val="90000"/>
              </a:lnSpc>
            </a:pPr>
            <a:r>
              <a:rPr lang="pt-PT" sz="2400" dirty="0" smtClean="0"/>
              <a:t>Sustainable development has been established as a concept in </a:t>
            </a:r>
            <a:r>
              <a:rPr lang="en-US" sz="2400" dirty="0" smtClean="0"/>
              <a:t>public  institutions and policy</a:t>
            </a:r>
            <a:r>
              <a:rPr lang="en-GB" sz="2400" dirty="0" smtClean="0"/>
              <a:t>.</a:t>
            </a:r>
          </a:p>
          <a:p>
            <a:pPr eaLnBrk="1" hangingPunct="1">
              <a:lnSpc>
                <a:spcPct val="90000"/>
              </a:lnSpc>
              <a:buNone/>
            </a:pPr>
            <a:endParaRPr lang="es-ES" sz="2400" dirty="0" smtClean="0"/>
          </a:p>
          <a:p>
            <a:pPr eaLnBrk="1" hangingPunct="1">
              <a:lnSpc>
                <a:spcPct val="90000"/>
              </a:lnSpc>
            </a:pPr>
            <a:r>
              <a:rPr lang="en-GB" sz="2400" dirty="0" smtClean="0"/>
              <a:t>There is still a lack of coordination and consistency in public-sector decision-making and policies. The absence of linkages between social, economic and environmental policies restrains progress on sustainability.</a:t>
            </a:r>
            <a:endParaRPr lang="en-US" sz="2400" dirty="0" smtClean="0"/>
          </a:p>
          <a:p>
            <a:pPr lvl="2" eaLnBrk="1" hangingPunct="1">
              <a:buFontTx/>
              <a:buNone/>
            </a:pPr>
            <a:endParaRPr lang="en-US" sz="2400" dirty="0" smtClean="0"/>
          </a:p>
          <a:p>
            <a:pPr lvl="3" eaLnBrk="1" hangingPunct="1">
              <a:buClr>
                <a:srgbClr val="CC0000"/>
              </a:buClr>
              <a:buFontTx/>
              <a:buNone/>
            </a:pPr>
            <a:endParaRPr lang="en-US"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_tradnl" dirty="0" err="1" smtClean="0">
                <a:solidFill>
                  <a:srgbClr val="000090"/>
                </a:solidFill>
              </a:rPr>
              <a:t>Strategic</a:t>
            </a:r>
            <a:r>
              <a:rPr lang="es-ES_tradnl" dirty="0" smtClean="0">
                <a:solidFill>
                  <a:srgbClr val="000090"/>
                </a:solidFill>
              </a:rPr>
              <a:t> </a:t>
            </a:r>
            <a:r>
              <a:rPr lang="es-ES_tradnl" dirty="0" err="1" smtClean="0">
                <a:solidFill>
                  <a:srgbClr val="000090"/>
                </a:solidFill>
              </a:rPr>
              <a:t>Guidelines</a:t>
            </a:r>
            <a:r>
              <a:rPr lang="es-ES_tradnl" dirty="0" smtClean="0">
                <a:solidFill>
                  <a:srgbClr val="000090"/>
                </a:solidFill>
              </a:rPr>
              <a:t> </a:t>
            </a:r>
            <a:r>
              <a:rPr lang="es-ES_tradnl" dirty="0" err="1" smtClean="0">
                <a:solidFill>
                  <a:srgbClr val="000090"/>
                </a:solidFill>
              </a:rPr>
              <a:t>for</a:t>
            </a:r>
            <a:r>
              <a:rPr lang="es-ES_tradnl" dirty="0" smtClean="0">
                <a:solidFill>
                  <a:srgbClr val="000090"/>
                </a:solidFill>
              </a:rPr>
              <a:t> </a:t>
            </a:r>
            <a:r>
              <a:rPr lang="es-ES_tradnl" dirty="0" err="1" smtClean="0">
                <a:solidFill>
                  <a:srgbClr val="000090"/>
                </a:solidFill>
              </a:rPr>
              <a:t>Sustainable</a:t>
            </a:r>
            <a:r>
              <a:rPr lang="es-ES_tradnl" dirty="0" smtClean="0">
                <a:solidFill>
                  <a:srgbClr val="000090"/>
                </a:solidFill>
              </a:rPr>
              <a:t> </a:t>
            </a:r>
            <a:r>
              <a:rPr lang="es-ES_tradnl" dirty="0" err="1" smtClean="0">
                <a:solidFill>
                  <a:srgbClr val="000090"/>
                </a:solidFill>
              </a:rPr>
              <a:t>Development</a:t>
            </a:r>
            <a:endParaRPr lang="es-ES_tradnl" dirty="0">
              <a:solidFill>
                <a:srgbClr val="000090"/>
              </a:solidFill>
            </a:endParaRPr>
          </a:p>
        </p:txBody>
      </p:sp>
      <p:sp>
        <p:nvSpPr>
          <p:cNvPr id="3" name="Marcador de contenido 2"/>
          <p:cNvSpPr>
            <a:spLocks noGrp="1"/>
          </p:cNvSpPr>
          <p:nvPr>
            <p:ph sz="quarter" idx="1"/>
          </p:nvPr>
        </p:nvSpPr>
        <p:spPr/>
        <p:txBody>
          <a:bodyPr>
            <a:normAutofit/>
          </a:bodyPr>
          <a:lstStyle/>
          <a:p>
            <a:r>
              <a:rPr lang="es-ES" dirty="0" smtClean="0"/>
              <a:t>A.	</a:t>
            </a:r>
            <a:r>
              <a:rPr lang="en-GB" dirty="0" smtClean="0"/>
              <a:t>Align policies on social protection, human security, quality of life with environmentally sound economic activities</a:t>
            </a:r>
          </a:p>
          <a:p>
            <a:endParaRPr lang="en-GB" sz="800" dirty="0" smtClean="0"/>
          </a:p>
          <a:p>
            <a:r>
              <a:rPr lang="es-ES" dirty="0" smtClean="0"/>
              <a:t>B.	</a:t>
            </a:r>
            <a:r>
              <a:rPr lang="en-GB" dirty="0" smtClean="0"/>
              <a:t>Increase the visibility of environmental and social costs of economic decisions</a:t>
            </a:r>
            <a:endParaRPr lang="en-US" dirty="0" smtClean="0"/>
          </a:p>
          <a:p>
            <a:pPr lvl="0"/>
            <a:endParaRPr lang="en-GB" sz="800" dirty="0" smtClean="0"/>
          </a:p>
          <a:p>
            <a:pPr lvl="0"/>
            <a:r>
              <a:rPr lang="en-GB" dirty="0" smtClean="0"/>
              <a:t>C. 	Develop better policies on a more informed, participatory basis</a:t>
            </a:r>
          </a:p>
          <a:p>
            <a:pPr lvl="0"/>
            <a:endParaRPr lang="en-GB" sz="800" dirty="0" smtClean="0"/>
          </a:p>
          <a:p>
            <a:pPr lvl="0"/>
            <a:r>
              <a:rPr lang="en-GB" dirty="0" smtClean="0"/>
              <a:t>D. 	</a:t>
            </a:r>
            <a:r>
              <a:rPr lang="en-US" dirty="0" smtClean="0"/>
              <a:t>Building human and social capital for sustainability by strengthening education, science and technology</a:t>
            </a:r>
          </a:p>
          <a:p>
            <a:pPr lvl="0"/>
            <a:endParaRPr lang="en-US" sz="3200" kern="0" dirty="0" smtClean="0">
              <a:solidFill>
                <a:schemeClr val="accent2"/>
              </a:solidFill>
            </a:endParaRPr>
          </a:p>
          <a:p>
            <a:endParaRPr lang="es-ES" sz="2800" b="1" dirty="0" smtClean="0">
              <a:solidFill>
                <a:schemeClr val="accent2"/>
              </a:solidFill>
            </a:endParaRPr>
          </a:p>
          <a:p>
            <a:endParaRPr lang="es-ES_tradnl"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err="1" smtClean="0">
                <a:solidFill>
                  <a:srgbClr val="000090"/>
                </a:solidFill>
              </a:rPr>
              <a:t>Submissions</a:t>
            </a:r>
            <a:r>
              <a:rPr lang="es-ES_tradnl" smtClean="0">
                <a:solidFill>
                  <a:srgbClr val="000090"/>
                </a:solidFill>
              </a:rPr>
              <a:t> </a:t>
            </a:r>
            <a:r>
              <a:rPr lang="es-ES_tradnl" err="1" smtClean="0">
                <a:solidFill>
                  <a:srgbClr val="000090"/>
                </a:solidFill>
              </a:rPr>
              <a:t>for</a:t>
            </a:r>
            <a:r>
              <a:rPr lang="es-ES_tradnl" smtClean="0">
                <a:solidFill>
                  <a:srgbClr val="000090"/>
                </a:solidFill>
              </a:rPr>
              <a:t> </a:t>
            </a:r>
            <a:r>
              <a:rPr lang="es-ES_tradnl" err="1" smtClean="0">
                <a:solidFill>
                  <a:srgbClr val="000090"/>
                </a:solidFill>
              </a:rPr>
              <a:t>zero</a:t>
            </a:r>
            <a:r>
              <a:rPr lang="es-ES_tradnl" smtClean="0">
                <a:solidFill>
                  <a:srgbClr val="000090"/>
                </a:solidFill>
              </a:rPr>
              <a:t> </a:t>
            </a:r>
            <a:r>
              <a:rPr lang="es-ES_tradnl" err="1" smtClean="0">
                <a:solidFill>
                  <a:srgbClr val="000090"/>
                </a:solidFill>
              </a:rPr>
              <a:t>draft</a:t>
            </a:r>
            <a:endParaRPr lang="es-ES_tradnl">
              <a:solidFill>
                <a:srgbClr val="000090"/>
              </a:solidFill>
            </a:endParaRPr>
          </a:p>
        </p:txBody>
      </p:sp>
      <p:sp>
        <p:nvSpPr>
          <p:cNvPr id="3" name="Marcador de contenido 2"/>
          <p:cNvSpPr>
            <a:spLocks noGrp="1"/>
          </p:cNvSpPr>
          <p:nvPr>
            <p:ph sz="quarter" idx="1"/>
          </p:nvPr>
        </p:nvSpPr>
        <p:spPr/>
        <p:txBody>
          <a:bodyPr/>
          <a:lstStyle/>
          <a:p>
            <a:endParaRPr lang="es-ES_tradnl" dirty="0" smtClean="0"/>
          </a:p>
          <a:p>
            <a:pPr>
              <a:buNone/>
            </a:pPr>
            <a:endParaRPr lang="es-ES_tradnl" dirty="0" smtClean="0"/>
          </a:p>
          <a:p>
            <a:endParaRPr lang="es-ES_tradnl" dirty="0" smtClean="0"/>
          </a:p>
          <a:p>
            <a:r>
              <a:rPr lang="es-ES_tradnl" dirty="0" smtClean="0"/>
              <a:t>19 </a:t>
            </a:r>
            <a:r>
              <a:rPr lang="es-ES_tradnl" dirty="0" err="1" smtClean="0"/>
              <a:t>submissions</a:t>
            </a:r>
            <a:r>
              <a:rPr lang="es-ES_tradnl" dirty="0" smtClean="0"/>
              <a:t> </a:t>
            </a:r>
            <a:r>
              <a:rPr lang="es-ES_tradnl" dirty="0" err="1" smtClean="0"/>
              <a:t>from</a:t>
            </a:r>
            <a:r>
              <a:rPr lang="es-ES_tradnl" dirty="0" smtClean="0"/>
              <a:t> </a:t>
            </a:r>
            <a:r>
              <a:rPr lang="es-ES_tradnl" dirty="0" err="1" smtClean="0"/>
              <a:t>countries</a:t>
            </a:r>
            <a:r>
              <a:rPr lang="es-ES_tradnl" dirty="0" smtClean="0"/>
              <a:t> in </a:t>
            </a:r>
            <a:r>
              <a:rPr lang="es-ES_tradnl" dirty="0" err="1" smtClean="0"/>
              <a:t>the</a:t>
            </a:r>
            <a:r>
              <a:rPr lang="es-ES_tradnl" dirty="0" smtClean="0"/>
              <a:t> </a:t>
            </a:r>
            <a:r>
              <a:rPr lang="es-ES_tradnl" dirty="0" err="1" smtClean="0"/>
              <a:t>region</a:t>
            </a:r>
            <a:endParaRPr lang="es-ES_tradnl" dirty="0" smtClean="0"/>
          </a:p>
          <a:p>
            <a:r>
              <a:rPr lang="es-ES_tradnl" dirty="0" err="1" smtClean="0"/>
              <a:t>Other</a:t>
            </a:r>
            <a:r>
              <a:rPr lang="es-ES_tradnl" dirty="0" smtClean="0"/>
              <a:t> </a:t>
            </a:r>
            <a:r>
              <a:rPr lang="es-ES_tradnl" dirty="0" err="1" smtClean="0"/>
              <a:t>organisations</a:t>
            </a:r>
            <a:r>
              <a:rPr lang="es-ES_tradnl" dirty="0" smtClean="0"/>
              <a:t> </a:t>
            </a:r>
            <a:r>
              <a:rPr lang="es-ES_tradnl" dirty="0" err="1" smtClean="0"/>
              <a:t>including</a:t>
            </a:r>
            <a:r>
              <a:rPr lang="es-ES_tradnl" dirty="0" smtClean="0"/>
              <a:t> ECLAC, </a:t>
            </a:r>
            <a:r>
              <a:rPr lang="es-ES_tradnl" dirty="0" err="1" smtClean="0"/>
              <a:t>Caricom</a:t>
            </a:r>
            <a:endParaRPr lang="es-ES_tradnl" dirty="0" smtClean="0"/>
          </a:p>
          <a:p>
            <a:endParaRPr lang="es-ES_tradnl"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152400"/>
            <a:ext cx="8686800" cy="990600"/>
          </a:xfrm>
        </p:spPr>
        <p:txBody>
          <a:bodyPr>
            <a:noAutofit/>
          </a:bodyPr>
          <a:lstStyle/>
          <a:p>
            <a:r>
              <a:rPr lang="en-US" sz="2400" dirty="0" smtClean="0">
                <a:solidFill>
                  <a:srgbClr val="000090"/>
                </a:solidFill>
              </a:rPr>
              <a:t>ECLAC’s assessment of the main barriers to implementation (contained in submission to zero draft)</a:t>
            </a:r>
            <a:endParaRPr lang="en-US" sz="2400" dirty="0">
              <a:solidFill>
                <a:srgbClr val="000090"/>
              </a:solidFill>
            </a:endParaRPr>
          </a:p>
        </p:txBody>
      </p:sp>
      <p:sp>
        <p:nvSpPr>
          <p:cNvPr id="3" name="Marcador de contenido 2"/>
          <p:cNvSpPr>
            <a:spLocks noGrp="1"/>
          </p:cNvSpPr>
          <p:nvPr>
            <p:ph sz="quarter" idx="1"/>
          </p:nvPr>
        </p:nvSpPr>
        <p:spPr>
          <a:xfrm>
            <a:off x="457200" y="1219200"/>
            <a:ext cx="8229600" cy="5388038"/>
          </a:xfrm>
        </p:spPr>
        <p:txBody>
          <a:bodyPr>
            <a:normAutofit lnSpcReduction="10000"/>
          </a:bodyPr>
          <a:lstStyle/>
          <a:p>
            <a:r>
              <a:rPr lang="en-US" sz="2000" dirty="0" smtClean="0"/>
              <a:t>(</a:t>
            </a:r>
            <a:r>
              <a:rPr lang="en-US" sz="2000" dirty="0" err="1" smtClean="0"/>
              <a:t>i</a:t>
            </a:r>
            <a:r>
              <a:rPr lang="en-US" sz="2000" dirty="0" smtClean="0"/>
              <a:t>) failures in making the social and economic costs of environmental degradation visible and in establishing mechanisms for their internalization (as per Principle 16 of the Rio Declaration);</a:t>
            </a:r>
          </a:p>
          <a:p>
            <a:endParaRPr lang="en-US" sz="2000" dirty="0" smtClean="0"/>
          </a:p>
          <a:p>
            <a:r>
              <a:rPr lang="en-US" sz="2000" dirty="0" smtClean="0"/>
              <a:t>(ii) insufficient mainstreaming of sustainable development as a driving force in public policies and failures in coordinating and ensuring coherence between policy areas, nationally and internationally;</a:t>
            </a:r>
          </a:p>
          <a:p>
            <a:endParaRPr lang="en-US" sz="2000" dirty="0" smtClean="0"/>
          </a:p>
          <a:p>
            <a:r>
              <a:rPr lang="en-US" sz="2000" dirty="0" smtClean="0"/>
              <a:t>(iii) insufficient channels for public participation in decision making and for the effectiveness of access to justice and to information;</a:t>
            </a:r>
          </a:p>
          <a:p>
            <a:endParaRPr lang="en-US" sz="2000" dirty="0" smtClean="0"/>
          </a:p>
          <a:p>
            <a:r>
              <a:rPr lang="en-US" sz="2000" dirty="0" smtClean="0"/>
              <a:t>(iv) difficulties in spurring endogenous technologic development in key productive sectors, in addition to the existence of barriers in access to technology</a:t>
            </a:r>
          </a:p>
          <a:p>
            <a:endParaRPr lang="en-US" sz="2000" dirty="0" smtClean="0"/>
          </a:p>
          <a:p>
            <a:r>
              <a:rPr lang="en-US" sz="2000" dirty="0" smtClean="0"/>
              <a:t>(v) difficulties in financing.</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152400"/>
            <a:ext cx="8686800" cy="990600"/>
          </a:xfrm>
        </p:spPr>
        <p:txBody>
          <a:bodyPr>
            <a:noAutofit/>
          </a:bodyPr>
          <a:lstStyle/>
          <a:p>
            <a:r>
              <a:rPr lang="en-US" sz="2400" dirty="0" smtClean="0">
                <a:solidFill>
                  <a:srgbClr val="000090"/>
                </a:solidFill>
              </a:rPr>
              <a:t>ECLAC’s proposals </a:t>
            </a:r>
            <a:br>
              <a:rPr lang="en-US" sz="2400" dirty="0" smtClean="0">
                <a:solidFill>
                  <a:srgbClr val="000090"/>
                </a:solidFill>
              </a:rPr>
            </a:br>
            <a:r>
              <a:rPr lang="en-US" sz="2400" dirty="0" smtClean="0">
                <a:solidFill>
                  <a:srgbClr val="000090"/>
                </a:solidFill>
              </a:rPr>
              <a:t>(contained in submission to zero draft)</a:t>
            </a:r>
            <a:endParaRPr lang="en-US" sz="2400" dirty="0">
              <a:solidFill>
                <a:srgbClr val="000090"/>
              </a:solidFill>
            </a:endParaRPr>
          </a:p>
        </p:txBody>
      </p:sp>
      <p:sp>
        <p:nvSpPr>
          <p:cNvPr id="3" name="Marcador de contenido 2"/>
          <p:cNvSpPr>
            <a:spLocks noGrp="1"/>
          </p:cNvSpPr>
          <p:nvPr>
            <p:ph sz="quarter" idx="1"/>
          </p:nvPr>
        </p:nvSpPr>
        <p:spPr>
          <a:xfrm>
            <a:off x="457200" y="1219200"/>
            <a:ext cx="8229600" cy="5388038"/>
          </a:xfrm>
        </p:spPr>
        <p:txBody>
          <a:bodyPr>
            <a:noAutofit/>
          </a:bodyPr>
          <a:lstStyle/>
          <a:p>
            <a:r>
              <a:rPr lang="es-ES_tradnl" sz="1800" dirty="0" smtClean="0">
                <a:cs typeface="Gill Sans MT (Cuerpo)"/>
              </a:rPr>
              <a:t>Rio+20 </a:t>
            </a:r>
            <a:r>
              <a:rPr lang="es-ES_tradnl" sz="1800" dirty="0" err="1" smtClean="0">
                <a:cs typeface="Gill Sans MT (Cuerpo)"/>
              </a:rPr>
              <a:t>is</a:t>
            </a:r>
            <a:r>
              <a:rPr lang="es-ES_tradnl" sz="1800" dirty="0" smtClean="0">
                <a:cs typeface="Gill Sans MT (Cuerpo)"/>
              </a:rPr>
              <a:t> </a:t>
            </a:r>
            <a:r>
              <a:rPr lang="es-ES_tradnl" sz="1800" dirty="0" err="1" smtClean="0">
                <a:cs typeface="Gill Sans MT (Cuerpo)"/>
              </a:rPr>
              <a:t>an</a:t>
            </a:r>
            <a:r>
              <a:rPr lang="es-ES_tradnl" sz="1800" dirty="0" smtClean="0">
                <a:cs typeface="Gill Sans MT (Cuerpo)"/>
              </a:rPr>
              <a:t> </a:t>
            </a:r>
            <a:r>
              <a:rPr lang="es-ES_tradnl" sz="1800" dirty="0" err="1" smtClean="0">
                <a:cs typeface="Gill Sans MT (Cuerpo)"/>
              </a:rPr>
              <a:t>opportunity</a:t>
            </a:r>
            <a:r>
              <a:rPr lang="es-ES_tradnl" sz="1800" dirty="0" smtClean="0">
                <a:cs typeface="Gill Sans MT (Cuerpo)"/>
              </a:rPr>
              <a:t> </a:t>
            </a:r>
            <a:r>
              <a:rPr lang="es-ES_tradnl" sz="1800" dirty="0" err="1" smtClean="0">
                <a:cs typeface="Gill Sans MT (Cuerpo)"/>
              </a:rPr>
              <a:t>for</a:t>
            </a:r>
            <a:r>
              <a:rPr lang="es-ES_tradnl" sz="1800" dirty="0" smtClean="0">
                <a:cs typeface="Gill Sans MT (Cuerpo)"/>
              </a:rPr>
              <a:t> </a:t>
            </a:r>
            <a:r>
              <a:rPr lang="es-ES_tradnl" sz="1800" dirty="0" err="1" smtClean="0">
                <a:cs typeface="Gill Sans MT (Cuerpo)"/>
              </a:rPr>
              <a:t>countries</a:t>
            </a:r>
            <a:r>
              <a:rPr lang="es-ES_tradnl" sz="1800" dirty="0" smtClean="0">
                <a:cs typeface="Gill Sans MT (Cuerpo)"/>
              </a:rPr>
              <a:t> </a:t>
            </a:r>
            <a:r>
              <a:rPr lang="es-ES_tradnl" sz="1800" dirty="0" err="1" smtClean="0">
                <a:cs typeface="Gill Sans MT (Cuerpo)"/>
              </a:rPr>
              <a:t>to</a:t>
            </a:r>
            <a:r>
              <a:rPr lang="es-ES_tradnl" sz="1800" dirty="0" smtClean="0">
                <a:cs typeface="Gill Sans MT (Cuerpo)"/>
              </a:rPr>
              <a:t> </a:t>
            </a:r>
            <a:r>
              <a:rPr lang="es-ES_tradnl" sz="1800" dirty="0" err="1" smtClean="0">
                <a:cs typeface="Gill Sans MT (Cuerpo)"/>
              </a:rPr>
              <a:t>agree</a:t>
            </a:r>
            <a:r>
              <a:rPr lang="es-ES_tradnl" sz="1800" dirty="0" smtClean="0">
                <a:cs typeface="Gill Sans MT (Cuerpo)"/>
              </a:rPr>
              <a:t> </a:t>
            </a:r>
            <a:r>
              <a:rPr lang="es-ES_tradnl" sz="1800" dirty="0" err="1" smtClean="0">
                <a:cs typeface="Gill Sans MT (Cuerpo)"/>
              </a:rPr>
              <a:t>on</a:t>
            </a:r>
            <a:r>
              <a:rPr lang="es-ES_tradnl" sz="1800" dirty="0" smtClean="0">
                <a:cs typeface="Gill Sans MT (Cuerpo)"/>
              </a:rPr>
              <a:t> </a:t>
            </a:r>
            <a:r>
              <a:rPr lang="es-ES_tradnl" sz="1800" dirty="0" err="1" smtClean="0">
                <a:cs typeface="Gill Sans MT (Cuerpo)"/>
              </a:rPr>
              <a:t>schedules</a:t>
            </a:r>
            <a:r>
              <a:rPr lang="es-ES_tradnl" sz="1800" dirty="0" smtClean="0">
                <a:cs typeface="Gill Sans MT (Cuerpo)"/>
              </a:rPr>
              <a:t> and </a:t>
            </a:r>
            <a:r>
              <a:rPr lang="es-ES_tradnl" sz="1800" dirty="0" err="1" smtClean="0">
                <a:cs typeface="Gill Sans MT (Cuerpo)"/>
              </a:rPr>
              <a:t>timelines</a:t>
            </a:r>
            <a:r>
              <a:rPr lang="es-ES_tradnl" sz="1800" dirty="0" smtClean="0">
                <a:cs typeface="Gill Sans MT (Cuerpo)"/>
              </a:rPr>
              <a:t> </a:t>
            </a:r>
            <a:r>
              <a:rPr lang="es-ES_tradnl" sz="1800" dirty="0" err="1" smtClean="0">
                <a:cs typeface="Gill Sans MT (Cuerpo)"/>
              </a:rPr>
              <a:t>for</a:t>
            </a:r>
            <a:r>
              <a:rPr lang="es-ES_tradnl" sz="1800" dirty="0" smtClean="0">
                <a:cs typeface="Gill Sans MT (Cuerpo)"/>
              </a:rPr>
              <a:t>:</a:t>
            </a:r>
          </a:p>
          <a:p>
            <a:pPr lvl="1"/>
            <a:r>
              <a:rPr lang="es-ES_tradnl" sz="1800" dirty="0" err="1" smtClean="0">
                <a:solidFill>
                  <a:schemeClr val="tx1"/>
                </a:solidFill>
                <a:cs typeface="Gill Sans MT (Cuerpo)"/>
              </a:rPr>
              <a:t>Developing</a:t>
            </a:r>
            <a:r>
              <a:rPr lang="es-ES_tradnl" sz="1800" dirty="0" smtClean="0">
                <a:solidFill>
                  <a:schemeClr val="tx1"/>
                </a:solidFill>
                <a:cs typeface="Gill Sans MT (Cuerpo)"/>
              </a:rPr>
              <a:t> and </a:t>
            </a:r>
            <a:r>
              <a:rPr lang="es-ES_tradnl" sz="1800" dirty="0" err="1" smtClean="0">
                <a:solidFill>
                  <a:schemeClr val="tx1"/>
                </a:solidFill>
                <a:cs typeface="Gill Sans MT (Cuerpo)"/>
              </a:rPr>
              <a:t>mainstreaming</a:t>
            </a:r>
            <a:r>
              <a:rPr lang="es-ES_tradnl" sz="1800" dirty="0" smtClean="0">
                <a:solidFill>
                  <a:schemeClr val="tx1"/>
                </a:solidFill>
                <a:cs typeface="Gill Sans MT (Cuerpo)"/>
              </a:rPr>
              <a:t> </a:t>
            </a:r>
            <a:r>
              <a:rPr lang="es-ES_tradnl" sz="1800" dirty="0" err="1" smtClean="0">
                <a:solidFill>
                  <a:schemeClr val="tx1"/>
                </a:solidFill>
                <a:cs typeface="Gill Sans MT (Cuerpo)"/>
              </a:rPr>
              <a:t>the</a:t>
            </a:r>
            <a:r>
              <a:rPr lang="es-ES_tradnl" sz="1800" dirty="0" smtClean="0">
                <a:solidFill>
                  <a:schemeClr val="tx1"/>
                </a:solidFill>
                <a:cs typeface="Gill Sans MT (Cuerpo)"/>
              </a:rPr>
              <a:t> use of </a:t>
            </a:r>
            <a:r>
              <a:rPr lang="es-ES_tradnl" sz="1800" dirty="0" err="1" smtClean="0">
                <a:solidFill>
                  <a:schemeClr val="tx1"/>
                </a:solidFill>
                <a:cs typeface="Gill Sans MT (Cuerpo)"/>
              </a:rPr>
              <a:t>indicators</a:t>
            </a:r>
            <a:r>
              <a:rPr lang="es-ES_tradnl" sz="1800" dirty="0" smtClean="0">
                <a:solidFill>
                  <a:schemeClr val="tx1"/>
                </a:solidFill>
                <a:cs typeface="Gill Sans MT (Cuerpo)"/>
              </a:rPr>
              <a:t> of </a:t>
            </a:r>
            <a:r>
              <a:rPr lang="es-ES_tradnl" sz="1800" dirty="0" err="1" smtClean="0">
                <a:solidFill>
                  <a:schemeClr val="tx1"/>
                </a:solidFill>
                <a:cs typeface="Gill Sans MT (Cuerpo)"/>
              </a:rPr>
              <a:t>economic</a:t>
            </a:r>
            <a:r>
              <a:rPr lang="es-ES_tradnl" sz="1800" dirty="0" smtClean="0">
                <a:solidFill>
                  <a:schemeClr val="tx1"/>
                </a:solidFill>
                <a:cs typeface="Gill Sans MT (Cuerpo)"/>
              </a:rPr>
              <a:t> performance and </a:t>
            </a:r>
            <a:r>
              <a:rPr lang="es-ES_tradnl" sz="1800" dirty="0" err="1" smtClean="0">
                <a:solidFill>
                  <a:schemeClr val="tx1"/>
                </a:solidFill>
                <a:cs typeface="Gill Sans MT (Cuerpo)"/>
              </a:rPr>
              <a:t>accounting</a:t>
            </a:r>
            <a:r>
              <a:rPr lang="es-ES_tradnl" sz="1800" dirty="0" smtClean="0">
                <a:solidFill>
                  <a:schemeClr val="tx1"/>
                </a:solidFill>
                <a:cs typeface="Gill Sans MT (Cuerpo)"/>
              </a:rPr>
              <a:t> </a:t>
            </a:r>
            <a:r>
              <a:rPr lang="es-ES_tradnl" sz="1800" dirty="0" err="1" smtClean="0">
                <a:solidFill>
                  <a:schemeClr val="tx1"/>
                </a:solidFill>
                <a:cs typeface="Gill Sans MT (Cuerpo)"/>
              </a:rPr>
              <a:t>methods</a:t>
            </a:r>
            <a:r>
              <a:rPr lang="es-ES_tradnl" sz="1800" dirty="0" smtClean="0">
                <a:solidFill>
                  <a:schemeClr val="tx1"/>
                </a:solidFill>
                <a:cs typeface="Gill Sans MT (Cuerpo)"/>
              </a:rPr>
              <a:t> </a:t>
            </a:r>
            <a:r>
              <a:rPr lang="es-ES_tradnl" sz="1800" dirty="0" err="1" smtClean="0">
                <a:solidFill>
                  <a:schemeClr val="tx1"/>
                </a:solidFill>
                <a:cs typeface="Gill Sans MT (Cuerpo)"/>
              </a:rPr>
              <a:t>that</a:t>
            </a:r>
            <a:r>
              <a:rPr lang="es-ES_tradnl" sz="1800" dirty="0" smtClean="0">
                <a:solidFill>
                  <a:schemeClr val="tx1"/>
                </a:solidFill>
                <a:cs typeface="Gill Sans MT (Cuerpo)"/>
              </a:rPr>
              <a:t> </a:t>
            </a:r>
            <a:r>
              <a:rPr lang="es-ES_tradnl" sz="1800" dirty="0" err="1" smtClean="0">
                <a:solidFill>
                  <a:schemeClr val="tx1"/>
                </a:solidFill>
                <a:cs typeface="Gill Sans MT (Cuerpo)"/>
              </a:rPr>
              <a:t>take</a:t>
            </a:r>
            <a:r>
              <a:rPr lang="es-ES_tradnl" sz="1800" dirty="0" smtClean="0">
                <a:solidFill>
                  <a:schemeClr val="tx1"/>
                </a:solidFill>
                <a:cs typeface="Gill Sans MT (Cuerpo)"/>
              </a:rPr>
              <a:t> </a:t>
            </a:r>
            <a:r>
              <a:rPr lang="es-ES_tradnl" sz="1800" dirty="0" err="1" smtClean="0">
                <a:solidFill>
                  <a:schemeClr val="tx1"/>
                </a:solidFill>
                <a:cs typeface="Gill Sans MT (Cuerpo)"/>
              </a:rPr>
              <a:t>account</a:t>
            </a:r>
            <a:r>
              <a:rPr lang="es-ES_tradnl" sz="1800" dirty="0" smtClean="0">
                <a:solidFill>
                  <a:schemeClr val="tx1"/>
                </a:solidFill>
                <a:cs typeface="Gill Sans MT (Cuerpo)"/>
              </a:rPr>
              <a:t> of </a:t>
            </a:r>
            <a:r>
              <a:rPr lang="es-ES_tradnl" sz="1800" dirty="0" err="1" smtClean="0">
                <a:solidFill>
                  <a:schemeClr val="tx1"/>
                </a:solidFill>
                <a:cs typeface="Gill Sans MT (Cuerpo)"/>
              </a:rPr>
              <a:t>the</a:t>
            </a:r>
            <a:r>
              <a:rPr lang="es-ES_tradnl" sz="1800" dirty="0" smtClean="0">
                <a:solidFill>
                  <a:schemeClr val="tx1"/>
                </a:solidFill>
                <a:cs typeface="Gill Sans MT (Cuerpo)"/>
              </a:rPr>
              <a:t> </a:t>
            </a:r>
            <a:r>
              <a:rPr lang="es-ES_tradnl" sz="1800" dirty="0" err="1" smtClean="0">
                <a:solidFill>
                  <a:schemeClr val="tx1"/>
                </a:solidFill>
                <a:cs typeface="Gill Sans MT (Cuerpo)"/>
              </a:rPr>
              <a:t>environment</a:t>
            </a:r>
            <a:r>
              <a:rPr lang="es-ES_tradnl" sz="1800" dirty="0" smtClean="0">
                <a:solidFill>
                  <a:schemeClr val="tx1"/>
                </a:solidFill>
                <a:cs typeface="Gill Sans MT (Cuerpo)"/>
              </a:rPr>
              <a:t> and of </a:t>
            </a:r>
            <a:r>
              <a:rPr lang="es-ES_tradnl" sz="1800" dirty="0" err="1" smtClean="0">
                <a:solidFill>
                  <a:schemeClr val="tx1"/>
                </a:solidFill>
                <a:cs typeface="Gill Sans MT (Cuerpo)"/>
              </a:rPr>
              <a:t>the</a:t>
            </a:r>
            <a:r>
              <a:rPr lang="es-ES_tradnl" sz="1800" dirty="0" smtClean="0">
                <a:solidFill>
                  <a:schemeClr val="tx1"/>
                </a:solidFill>
                <a:cs typeface="Gill Sans MT (Cuerpo)"/>
              </a:rPr>
              <a:t> </a:t>
            </a:r>
            <a:r>
              <a:rPr lang="es-ES_tradnl" sz="1800" dirty="0" err="1" smtClean="0">
                <a:solidFill>
                  <a:schemeClr val="tx1"/>
                </a:solidFill>
                <a:cs typeface="Gill Sans MT (Cuerpo)"/>
              </a:rPr>
              <a:t>cost</a:t>
            </a:r>
            <a:r>
              <a:rPr lang="es-ES_tradnl" sz="1800" dirty="0" smtClean="0">
                <a:solidFill>
                  <a:schemeClr val="tx1"/>
                </a:solidFill>
                <a:cs typeface="Gill Sans MT (Cuerpo)"/>
              </a:rPr>
              <a:t> of </a:t>
            </a:r>
            <a:r>
              <a:rPr lang="es-ES_tradnl" sz="1800" dirty="0" err="1" smtClean="0">
                <a:solidFill>
                  <a:schemeClr val="tx1"/>
                </a:solidFill>
                <a:cs typeface="Gill Sans MT (Cuerpo)"/>
              </a:rPr>
              <a:t>environmental</a:t>
            </a:r>
            <a:r>
              <a:rPr lang="es-ES_tradnl" sz="1800" dirty="0" smtClean="0">
                <a:solidFill>
                  <a:schemeClr val="tx1"/>
                </a:solidFill>
                <a:cs typeface="Gill Sans MT (Cuerpo)"/>
              </a:rPr>
              <a:t> </a:t>
            </a:r>
            <a:r>
              <a:rPr lang="es-ES_tradnl" sz="1800" dirty="0" err="1" smtClean="0">
                <a:solidFill>
                  <a:schemeClr val="tx1"/>
                </a:solidFill>
                <a:cs typeface="Gill Sans MT (Cuerpo)"/>
              </a:rPr>
              <a:t>degradation</a:t>
            </a:r>
            <a:r>
              <a:rPr lang="es-ES_tradnl" sz="1800" dirty="0" smtClean="0">
                <a:solidFill>
                  <a:schemeClr val="tx1"/>
                </a:solidFill>
                <a:cs typeface="Gill Sans MT (Cuerpo)"/>
              </a:rPr>
              <a:t>, </a:t>
            </a:r>
            <a:r>
              <a:rPr lang="es-ES_tradnl" sz="1800" dirty="0" err="1" smtClean="0">
                <a:solidFill>
                  <a:schemeClr val="tx1"/>
                </a:solidFill>
                <a:cs typeface="Gill Sans MT (Cuerpo)"/>
              </a:rPr>
              <a:t>such</a:t>
            </a:r>
            <a:r>
              <a:rPr lang="es-ES_tradnl" sz="1800" dirty="0" smtClean="0">
                <a:solidFill>
                  <a:schemeClr val="tx1"/>
                </a:solidFill>
                <a:cs typeface="Gill Sans MT (Cuerpo)"/>
              </a:rPr>
              <a:t> as </a:t>
            </a:r>
            <a:r>
              <a:rPr lang="es-ES_tradnl" sz="1800" dirty="0" err="1" smtClean="0">
                <a:solidFill>
                  <a:schemeClr val="tx1"/>
                </a:solidFill>
                <a:cs typeface="Gill Sans MT (Cuerpo)"/>
              </a:rPr>
              <a:t>systems</a:t>
            </a:r>
            <a:r>
              <a:rPr lang="es-ES_tradnl" sz="1800" dirty="0" smtClean="0">
                <a:solidFill>
                  <a:schemeClr val="tx1"/>
                </a:solidFill>
                <a:cs typeface="Gill Sans MT (Cuerpo)"/>
              </a:rPr>
              <a:t> of </a:t>
            </a:r>
            <a:r>
              <a:rPr lang="es-ES_tradnl" sz="1800" dirty="0" err="1" smtClean="0">
                <a:solidFill>
                  <a:schemeClr val="tx1"/>
                </a:solidFill>
                <a:cs typeface="Gill Sans MT (Cuerpo)"/>
              </a:rPr>
              <a:t>integrated</a:t>
            </a:r>
            <a:r>
              <a:rPr lang="es-ES_tradnl" sz="1800" dirty="0" smtClean="0">
                <a:solidFill>
                  <a:schemeClr val="tx1"/>
                </a:solidFill>
                <a:cs typeface="Gill Sans MT (Cuerpo)"/>
              </a:rPr>
              <a:t> </a:t>
            </a:r>
            <a:r>
              <a:rPr lang="es-ES_tradnl" sz="1800" dirty="0" err="1" smtClean="0">
                <a:solidFill>
                  <a:schemeClr val="tx1"/>
                </a:solidFill>
                <a:cs typeface="Gill Sans MT (Cuerpo)"/>
              </a:rPr>
              <a:t>economic</a:t>
            </a:r>
            <a:r>
              <a:rPr lang="es-ES_tradnl" sz="1800" dirty="0" smtClean="0">
                <a:solidFill>
                  <a:schemeClr val="tx1"/>
                </a:solidFill>
                <a:cs typeface="Gill Sans MT (Cuerpo)"/>
              </a:rPr>
              <a:t> and </a:t>
            </a:r>
            <a:r>
              <a:rPr lang="es-ES_tradnl" sz="1800" dirty="0" err="1" smtClean="0">
                <a:solidFill>
                  <a:schemeClr val="tx1"/>
                </a:solidFill>
                <a:cs typeface="Gill Sans MT (Cuerpo)"/>
              </a:rPr>
              <a:t>environmental</a:t>
            </a:r>
            <a:r>
              <a:rPr lang="es-ES_tradnl" sz="1800" dirty="0" smtClean="0">
                <a:solidFill>
                  <a:schemeClr val="tx1"/>
                </a:solidFill>
                <a:cs typeface="Gill Sans MT (Cuerpo)"/>
              </a:rPr>
              <a:t> </a:t>
            </a:r>
            <a:r>
              <a:rPr lang="es-ES_tradnl" sz="1800" dirty="0" err="1" smtClean="0">
                <a:solidFill>
                  <a:schemeClr val="tx1"/>
                </a:solidFill>
                <a:cs typeface="Gill Sans MT (Cuerpo)"/>
              </a:rPr>
              <a:t>accounting</a:t>
            </a:r>
            <a:r>
              <a:rPr lang="es-ES_tradnl" sz="1800" dirty="0" smtClean="0">
                <a:solidFill>
                  <a:schemeClr val="tx1"/>
                </a:solidFill>
                <a:cs typeface="Gill Sans MT (Cuerpo)"/>
              </a:rPr>
              <a:t>. </a:t>
            </a:r>
          </a:p>
          <a:p>
            <a:pPr lvl="1"/>
            <a:r>
              <a:rPr lang="es-ES_tradnl" sz="1800" dirty="0" err="1" smtClean="0">
                <a:solidFill>
                  <a:schemeClr val="tx1"/>
                </a:solidFill>
                <a:cs typeface="Gill Sans MT (Cuerpo)"/>
              </a:rPr>
              <a:t>Eliminating</a:t>
            </a:r>
            <a:r>
              <a:rPr lang="es-ES_tradnl" sz="1800" dirty="0" smtClean="0">
                <a:solidFill>
                  <a:schemeClr val="tx1"/>
                </a:solidFill>
                <a:cs typeface="Gill Sans MT (Cuerpo)"/>
              </a:rPr>
              <a:t> </a:t>
            </a:r>
            <a:r>
              <a:rPr lang="es-ES_tradnl" sz="1800" dirty="0" err="1" smtClean="0">
                <a:solidFill>
                  <a:schemeClr val="tx1"/>
                </a:solidFill>
                <a:cs typeface="Gill Sans MT (Cuerpo)"/>
              </a:rPr>
              <a:t>direct</a:t>
            </a:r>
            <a:r>
              <a:rPr lang="es-ES_tradnl" sz="1800" dirty="0" smtClean="0">
                <a:solidFill>
                  <a:schemeClr val="tx1"/>
                </a:solidFill>
                <a:cs typeface="Gill Sans MT (Cuerpo)"/>
              </a:rPr>
              <a:t> and </a:t>
            </a:r>
            <a:r>
              <a:rPr lang="es-ES_tradnl" sz="1800" dirty="0" err="1" smtClean="0">
                <a:solidFill>
                  <a:schemeClr val="tx1"/>
                </a:solidFill>
                <a:cs typeface="Gill Sans MT (Cuerpo)"/>
              </a:rPr>
              <a:t>indirect</a:t>
            </a:r>
            <a:r>
              <a:rPr lang="es-ES_tradnl" sz="1800" dirty="0" smtClean="0">
                <a:solidFill>
                  <a:schemeClr val="tx1"/>
                </a:solidFill>
                <a:cs typeface="Gill Sans MT (Cuerpo)"/>
              </a:rPr>
              <a:t> subsidies </a:t>
            </a:r>
            <a:r>
              <a:rPr lang="es-ES_tradnl" sz="1800" dirty="0" err="1" smtClean="0">
                <a:solidFill>
                  <a:schemeClr val="tx1"/>
                </a:solidFill>
                <a:cs typeface="Gill Sans MT (Cuerpo)"/>
              </a:rPr>
              <a:t>for</a:t>
            </a:r>
            <a:r>
              <a:rPr lang="es-ES_tradnl" sz="1800" dirty="0" smtClean="0">
                <a:solidFill>
                  <a:schemeClr val="tx1"/>
                </a:solidFill>
                <a:cs typeface="Gill Sans MT (Cuerpo)"/>
              </a:rPr>
              <a:t> </a:t>
            </a:r>
            <a:r>
              <a:rPr lang="es-ES_tradnl" sz="1800" dirty="0" err="1" smtClean="0">
                <a:solidFill>
                  <a:schemeClr val="tx1"/>
                </a:solidFill>
                <a:cs typeface="Gill Sans MT (Cuerpo)"/>
              </a:rPr>
              <a:t>activities</a:t>
            </a:r>
            <a:r>
              <a:rPr lang="es-ES_tradnl" sz="1800" dirty="0" smtClean="0">
                <a:solidFill>
                  <a:schemeClr val="tx1"/>
                </a:solidFill>
                <a:cs typeface="Gill Sans MT (Cuerpo)"/>
              </a:rPr>
              <a:t> </a:t>
            </a:r>
            <a:r>
              <a:rPr lang="es-ES_tradnl" sz="1800" dirty="0" err="1" smtClean="0">
                <a:solidFill>
                  <a:schemeClr val="tx1"/>
                </a:solidFill>
                <a:cs typeface="Gill Sans MT (Cuerpo)"/>
              </a:rPr>
              <a:t>that</a:t>
            </a:r>
            <a:r>
              <a:rPr lang="es-ES_tradnl" sz="1800" dirty="0" smtClean="0">
                <a:solidFill>
                  <a:schemeClr val="tx1"/>
                </a:solidFill>
                <a:cs typeface="Gill Sans MT (Cuerpo)"/>
              </a:rPr>
              <a:t> </a:t>
            </a:r>
            <a:r>
              <a:rPr lang="es-ES_tradnl" sz="1800" dirty="0" err="1" smtClean="0">
                <a:solidFill>
                  <a:schemeClr val="tx1"/>
                </a:solidFill>
                <a:cs typeface="Gill Sans MT (Cuerpo)"/>
              </a:rPr>
              <a:t>generate</a:t>
            </a:r>
            <a:r>
              <a:rPr lang="es-ES_tradnl" sz="1800" dirty="0" smtClean="0">
                <a:solidFill>
                  <a:schemeClr val="tx1"/>
                </a:solidFill>
                <a:cs typeface="Gill Sans MT (Cuerpo)"/>
              </a:rPr>
              <a:t> </a:t>
            </a:r>
            <a:r>
              <a:rPr lang="es-ES_tradnl" sz="1800" dirty="0" err="1" smtClean="0">
                <a:solidFill>
                  <a:schemeClr val="tx1"/>
                </a:solidFill>
                <a:cs typeface="Gill Sans MT (Cuerpo)"/>
              </a:rPr>
              <a:t>significant</a:t>
            </a:r>
            <a:r>
              <a:rPr lang="es-ES_tradnl" sz="1800" dirty="0" smtClean="0">
                <a:solidFill>
                  <a:schemeClr val="tx1"/>
                </a:solidFill>
                <a:cs typeface="Gill Sans MT (Cuerpo)"/>
              </a:rPr>
              <a:t> </a:t>
            </a:r>
            <a:r>
              <a:rPr lang="es-ES_tradnl" sz="1800" dirty="0" err="1" smtClean="0">
                <a:solidFill>
                  <a:schemeClr val="tx1"/>
                </a:solidFill>
                <a:cs typeface="Gill Sans MT (Cuerpo)"/>
              </a:rPr>
              <a:t>environmental</a:t>
            </a:r>
            <a:r>
              <a:rPr lang="es-ES_tradnl" sz="1800" dirty="0" smtClean="0">
                <a:solidFill>
                  <a:schemeClr val="tx1"/>
                </a:solidFill>
                <a:cs typeface="Gill Sans MT (Cuerpo)"/>
              </a:rPr>
              <a:t> </a:t>
            </a:r>
            <a:r>
              <a:rPr lang="es-ES_tradnl" sz="1800" dirty="0" err="1" smtClean="0">
                <a:solidFill>
                  <a:schemeClr val="tx1"/>
                </a:solidFill>
                <a:cs typeface="Gill Sans MT (Cuerpo)"/>
              </a:rPr>
              <a:t>or</a:t>
            </a:r>
            <a:r>
              <a:rPr lang="es-ES_tradnl" sz="1800" dirty="0" smtClean="0">
                <a:solidFill>
                  <a:schemeClr val="tx1"/>
                </a:solidFill>
                <a:cs typeface="Gill Sans MT (Cuerpo)"/>
              </a:rPr>
              <a:t> </a:t>
            </a:r>
            <a:r>
              <a:rPr lang="es-ES_tradnl" sz="1800" dirty="0" err="1" smtClean="0">
                <a:solidFill>
                  <a:schemeClr val="tx1"/>
                </a:solidFill>
                <a:cs typeface="Gill Sans MT (Cuerpo)"/>
              </a:rPr>
              <a:t>health</a:t>
            </a:r>
            <a:r>
              <a:rPr lang="es-ES_tradnl" sz="1800" dirty="0" smtClean="0">
                <a:solidFill>
                  <a:schemeClr val="tx1"/>
                </a:solidFill>
                <a:cs typeface="Gill Sans MT (Cuerpo)"/>
              </a:rPr>
              <a:t> </a:t>
            </a:r>
            <a:r>
              <a:rPr lang="es-ES_tradnl" sz="1800" dirty="0" err="1" smtClean="0">
                <a:solidFill>
                  <a:schemeClr val="tx1"/>
                </a:solidFill>
                <a:cs typeface="Gill Sans MT (Cuerpo)"/>
              </a:rPr>
              <a:t>costs</a:t>
            </a:r>
            <a:r>
              <a:rPr lang="es-ES_tradnl" sz="1800" dirty="0" smtClean="0">
                <a:solidFill>
                  <a:schemeClr val="tx1"/>
                </a:solidFill>
                <a:cs typeface="Gill Sans MT (Cuerpo)"/>
              </a:rPr>
              <a:t>, </a:t>
            </a:r>
            <a:r>
              <a:rPr lang="es-ES_tradnl" sz="1800" dirty="0" err="1" smtClean="0">
                <a:solidFill>
                  <a:schemeClr val="tx1"/>
                </a:solidFill>
                <a:cs typeface="Gill Sans MT (Cuerpo)"/>
              </a:rPr>
              <a:t>implementing</a:t>
            </a:r>
            <a:r>
              <a:rPr lang="es-ES_tradnl" sz="1800" dirty="0" smtClean="0">
                <a:solidFill>
                  <a:schemeClr val="tx1"/>
                </a:solidFill>
                <a:cs typeface="Gill Sans MT (Cuerpo)"/>
              </a:rPr>
              <a:t> </a:t>
            </a:r>
            <a:r>
              <a:rPr lang="es-ES_tradnl" sz="1800" dirty="0" err="1" smtClean="0">
                <a:solidFill>
                  <a:schemeClr val="tx1"/>
                </a:solidFill>
                <a:cs typeface="Gill Sans MT (Cuerpo)"/>
              </a:rPr>
              <a:t>transition</a:t>
            </a:r>
            <a:r>
              <a:rPr lang="es-ES_tradnl" sz="1800" dirty="0" smtClean="0">
                <a:solidFill>
                  <a:schemeClr val="tx1"/>
                </a:solidFill>
                <a:cs typeface="Gill Sans MT (Cuerpo)"/>
              </a:rPr>
              <a:t> </a:t>
            </a:r>
            <a:r>
              <a:rPr lang="es-ES_tradnl" sz="1800" dirty="0" err="1" smtClean="0">
                <a:solidFill>
                  <a:schemeClr val="tx1"/>
                </a:solidFill>
                <a:cs typeface="Gill Sans MT (Cuerpo)"/>
              </a:rPr>
              <a:t>schemes</a:t>
            </a:r>
            <a:r>
              <a:rPr lang="es-ES_tradnl" sz="1800" dirty="0" smtClean="0">
                <a:solidFill>
                  <a:schemeClr val="tx1"/>
                </a:solidFill>
                <a:cs typeface="Gill Sans MT (Cuerpo)"/>
              </a:rPr>
              <a:t> </a:t>
            </a:r>
            <a:r>
              <a:rPr lang="es-ES_tradnl" sz="1800" dirty="0" err="1" smtClean="0">
                <a:solidFill>
                  <a:schemeClr val="tx1"/>
                </a:solidFill>
                <a:cs typeface="Gill Sans MT (Cuerpo)"/>
              </a:rPr>
              <a:t>that</a:t>
            </a:r>
            <a:r>
              <a:rPr lang="es-ES_tradnl" sz="1800" dirty="0" smtClean="0">
                <a:solidFill>
                  <a:schemeClr val="tx1"/>
                </a:solidFill>
                <a:cs typeface="Gill Sans MT (Cuerpo)"/>
              </a:rPr>
              <a:t> </a:t>
            </a:r>
            <a:r>
              <a:rPr lang="es-ES_tradnl" sz="1800" dirty="0" err="1" smtClean="0">
                <a:solidFill>
                  <a:schemeClr val="tx1"/>
                </a:solidFill>
                <a:cs typeface="Gill Sans MT (Cuerpo)"/>
              </a:rPr>
              <a:t>protect</a:t>
            </a:r>
            <a:r>
              <a:rPr lang="es-ES_tradnl" sz="1800" dirty="0" smtClean="0">
                <a:solidFill>
                  <a:schemeClr val="tx1"/>
                </a:solidFill>
                <a:cs typeface="Gill Sans MT (Cuerpo)"/>
              </a:rPr>
              <a:t> </a:t>
            </a:r>
            <a:r>
              <a:rPr lang="es-ES_tradnl" sz="1800" dirty="0" err="1" smtClean="0">
                <a:solidFill>
                  <a:schemeClr val="tx1"/>
                </a:solidFill>
                <a:cs typeface="Gill Sans MT (Cuerpo)"/>
              </a:rPr>
              <a:t>the</a:t>
            </a:r>
            <a:r>
              <a:rPr lang="es-ES_tradnl" sz="1800" dirty="0" smtClean="0">
                <a:solidFill>
                  <a:schemeClr val="tx1"/>
                </a:solidFill>
                <a:cs typeface="Gill Sans MT (Cuerpo)"/>
              </a:rPr>
              <a:t> </a:t>
            </a:r>
            <a:r>
              <a:rPr lang="es-ES_tradnl" sz="1800" dirty="0" err="1" smtClean="0">
                <a:solidFill>
                  <a:schemeClr val="tx1"/>
                </a:solidFill>
                <a:cs typeface="Gill Sans MT (Cuerpo)"/>
              </a:rPr>
              <a:t>poor</a:t>
            </a:r>
            <a:r>
              <a:rPr lang="es-ES_tradnl" sz="1800" dirty="0" smtClean="0">
                <a:solidFill>
                  <a:schemeClr val="tx1"/>
                </a:solidFill>
                <a:cs typeface="Gill Sans MT (Cuerpo)"/>
              </a:rPr>
              <a:t> and </a:t>
            </a:r>
            <a:r>
              <a:rPr lang="es-ES_tradnl" sz="1800" dirty="0" err="1" smtClean="0">
                <a:solidFill>
                  <a:schemeClr val="tx1"/>
                </a:solidFill>
                <a:cs typeface="Gill Sans MT (Cuerpo)"/>
              </a:rPr>
              <a:t>other</a:t>
            </a:r>
            <a:r>
              <a:rPr lang="es-ES_tradnl" sz="1800" dirty="0" smtClean="0">
                <a:solidFill>
                  <a:schemeClr val="tx1"/>
                </a:solidFill>
                <a:cs typeface="Gill Sans MT (Cuerpo)"/>
              </a:rPr>
              <a:t> </a:t>
            </a:r>
            <a:r>
              <a:rPr lang="es-ES_tradnl" sz="1800" dirty="0" err="1" smtClean="0">
                <a:solidFill>
                  <a:schemeClr val="tx1"/>
                </a:solidFill>
                <a:cs typeface="Gill Sans MT (Cuerpo)"/>
              </a:rPr>
              <a:t>groups</a:t>
            </a:r>
            <a:r>
              <a:rPr lang="es-ES_tradnl" sz="1800" dirty="0" smtClean="0">
                <a:solidFill>
                  <a:schemeClr val="tx1"/>
                </a:solidFill>
                <a:cs typeface="Gill Sans MT (Cuerpo)"/>
              </a:rPr>
              <a:t> in vulnerable </a:t>
            </a:r>
            <a:r>
              <a:rPr lang="es-ES_tradnl" sz="1800" dirty="0" err="1" smtClean="0">
                <a:solidFill>
                  <a:schemeClr val="tx1"/>
                </a:solidFill>
                <a:cs typeface="Gill Sans MT (Cuerpo)"/>
              </a:rPr>
              <a:t>situations</a:t>
            </a:r>
            <a:r>
              <a:rPr lang="es-ES_tradnl" sz="1800" dirty="0" smtClean="0">
                <a:solidFill>
                  <a:schemeClr val="tx1"/>
                </a:solidFill>
                <a:cs typeface="Gill Sans MT (Cuerpo)"/>
              </a:rPr>
              <a:t>, and </a:t>
            </a:r>
            <a:r>
              <a:rPr lang="es-ES_tradnl" sz="1800" dirty="0" err="1" smtClean="0">
                <a:solidFill>
                  <a:schemeClr val="tx1"/>
                </a:solidFill>
                <a:cs typeface="Gill Sans MT (Cuerpo)"/>
              </a:rPr>
              <a:t>implementing</a:t>
            </a:r>
            <a:r>
              <a:rPr lang="es-ES_tradnl" sz="1800" dirty="0" smtClean="0">
                <a:solidFill>
                  <a:schemeClr val="tx1"/>
                </a:solidFill>
                <a:cs typeface="Gill Sans MT (Cuerpo)"/>
              </a:rPr>
              <a:t> fiscal and industrial </a:t>
            </a:r>
            <a:r>
              <a:rPr lang="es-ES_tradnl" sz="1800" dirty="0" err="1" smtClean="0">
                <a:solidFill>
                  <a:schemeClr val="tx1"/>
                </a:solidFill>
                <a:cs typeface="Gill Sans MT (Cuerpo)"/>
              </a:rPr>
              <a:t>policies</a:t>
            </a:r>
            <a:r>
              <a:rPr lang="es-ES_tradnl" sz="1800" dirty="0" smtClean="0">
                <a:solidFill>
                  <a:schemeClr val="tx1"/>
                </a:solidFill>
                <a:cs typeface="Gill Sans MT (Cuerpo)"/>
              </a:rPr>
              <a:t> </a:t>
            </a:r>
            <a:r>
              <a:rPr lang="es-ES_tradnl" sz="1800" dirty="0" err="1" smtClean="0">
                <a:solidFill>
                  <a:schemeClr val="tx1"/>
                </a:solidFill>
                <a:cs typeface="Gill Sans MT (Cuerpo)"/>
              </a:rPr>
              <a:t>to</a:t>
            </a:r>
            <a:r>
              <a:rPr lang="es-ES_tradnl" sz="1800" dirty="0" smtClean="0">
                <a:solidFill>
                  <a:schemeClr val="tx1"/>
                </a:solidFill>
                <a:cs typeface="Gill Sans MT (Cuerpo)"/>
              </a:rPr>
              <a:t> </a:t>
            </a:r>
            <a:r>
              <a:rPr lang="es-ES_tradnl" sz="1800" dirty="0" err="1" smtClean="0">
                <a:solidFill>
                  <a:schemeClr val="tx1"/>
                </a:solidFill>
                <a:cs typeface="Gill Sans MT (Cuerpo)"/>
              </a:rPr>
              <a:t>stimulate</a:t>
            </a:r>
            <a:r>
              <a:rPr lang="es-ES_tradnl" sz="1800" dirty="0" smtClean="0">
                <a:solidFill>
                  <a:schemeClr val="tx1"/>
                </a:solidFill>
                <a:cs typeface="Gill Sans MT (Cuerpo)"/>
              </a:rPr>
              <a:t> </a:t>
            </a:r>
            <a:r>
              <a:rPr lang="es-ES_tradnl" sz="1800" dirty="0" err="1" smtClean="0">
                <a:solidFill>
                  <a:schemeClr val="tx1"/>
                </a:solidFill>
                <a:cs typeface="Gill Sans MT (Cuerpo)"/>
              </a:rPr>
              <a:t>sustainable</a:t>
            </a:r>
            <a:r>
              <a:rPr lang="es-ES_tradnl" sz="1800" dirty="0" smtClean="0">
                <a:solidFill>
                  <a:schemeClr val="tx1"/>
                </a:solidFill>
                <a:cs typeface="Gill Sans MT (Cuerpo)"/>
              </a:rPr>
              <a:t> </a:t>
            </a:r>
            <a:r>
              <a:rPr lang="es-ES_tradnl" sz="1800" dirty="0" err="1" smtClean="0">
                <a:solidFill>
                  <a:schemeClr val="tx1"/>
                </a:solidFill>
                <a:cs typeface="Gill Sans MT (Cuerpo)"/>
              </a:rPr>
              <a:t>development</a:t>
            </a:r>
            <a:r>
              <a:rPr lang="es-ES_tradnl" sz="1800" dirty="0" smtClean="0">
                <a:solidFill>
                  <a:schemeClr val="tx1"/>
                </a:solidFill>
                <a:cs typeface="Gill Sans MT (Cuerpo)"/>
              </a:rPr>
              <a:t>;</a:t>
            </a:r>
          </a:p>
          <a:p>
            <a:pPr lvl="1"/>
            <a:r>
              <a:rPr lang="es-ES_tradnl" sz="1800" dirty="0" err="1" smtClean="0">
                <a:solidFill>
                  <a:schemeClr val="tx1"/>
                </a:solidFill>
                <a:cs typeface="Gill Sans MT (Cuerpo)"/>
              </a:rPr>
              <a:t>Implementing</a:t>
            </a:r>
            <a:r>
              <a:rPr lang="es-ES_tradnl" sz="1800" dirty="0" smtClean="0">
                <a:solidFill>
                  <a:schemeClr val="tx1"/>
                </a:solidFill>
                <a:cs typeface="Gill Sans MT (Cuerpo)"/>
              </a:rPr>
              <a:t> fiscal </a:t>
            </a:r>
            <a:r>
              <a:rPr lang="es-ES_tradnl" sz="1800" dirty="0" err="1" smtClean="0">
                <a:solidFill>
                  <a:schemeClr val="tx1"/>
                </a:solidFill>
                <a:cs typeface="Gill Sans MT (Cuerpo)"/>
              </a:rPr>
              <a:t>or</a:t>
            </a:r>
            <a:r>
              <a:rPr lang="es-ES_tradnl" sz="1800" dirty="0" smtClean="0">
                <a:solidFill>
                  <a:schemeClr val="tx1"/>
                </a:solidFill>
                <a:cs typeface="Gill Sans MT (Cuerpo)"/>
              </a:rPr>
              <a:t> </a:t>
            </a:r>
            <a:r>
              <a:rPr lang="es-ES_tradnl" sz="1800" dirty="0" err="1" smtClean="0">
                <a:solidFill>
                  <a:schemeClr val="tx1"/>
                </a:solidFill>
                <a:cs typeface="Gill Sans MT (Cuerpo)"/>
              </a:rPr>
              <a:t>economic</a:t>
            </a:r>
            <a:r>
              <a:rPr lang="es-ES_tradnl" sz="1800" dirty="0" smtClean="0">
                <a:solidFill>
                  <a:schemeClr val="tx1"/>
                </a:solidFill>
                <a:cs typeface="Gill Sans MT (Cuerpo)"/>
              </a:rPr>
              <a:t> </a:t>
            </a:r>
            <a:r>
              <a:rPr lang="es-ES_tradnl" sz="1800" dirty="0" err="1" smtClean="0">
                <a:solidFill>
                  <a:schemeClr val="tx1"/>
                </a:solidFill>
                <a:cs typeface="Gill Sans MT (Cuerpo)"/>
              </a:rPr>
              <a:t>instruments</a:t>
            </a:r>
            <a:r>
              <a:rPr lang="es-ES_tradnl" sz="1800" dirty="0" smtClean="0">
                <a:solidFill>
                  <a:schemeClr val="tx1"/>
                </a:solidFill>
                <a:cs typeface="Gill Sans MT (Cuerpo)"/>
              </a:rPr>
              <a:t> </a:t>
            </a:r>
            <a:r>
              <a:rPr lang="es-ES_tradnl" sz="1800" dirty="0" err="1" smtClean="0">
                <a:solidFill>
                  <a:schemeClr val="tx1"/>
                </a:solidFill>
                <a:cs typeface="Gill Sans MT (Cuerpo)"/>
              </a:rPr>
              <a:t>to</a:t>
            </a:r>
            <a:r>
              <a:rPr lang="es-ES_tradnl" sz="1800" dirty="0" smtClean="0">
                <a:solidFill>
                  <a:schemeClr val="tx1"/>
                </a:solidFill>
                <a:cs typeface="Gill Sans MT (Cuerpo)"/>
              </a:rPr>
              <a:t> reduce </a:t>
            </a:r>
            <a:r>
              <a:rPr lang="es-ES_tradnl" sz="1800" dirty="0" err="1" smtClean="0">
                <a:solidFill>
                  <a:schemeClr val="tx1"/>
                </a:solidFill>
                <a:cs typeface="Gill Sans MT (Cuerpo)"/>
              </a:rPr>
              <a:t>environmental</a:t>
            </a:r>
            <a:r>
              <a:rPr lang="es-ES_tradnl" sz="1800" dirty="0" smtClean="0">
                <a:solidFill>
                  <a:schemeClr val="tx1"/>
                </a:solidFill>
                <a:cs typeface="Gill Sans MT (Cuerpo)"/>
              </a:rPr>
              <a:t> and </a:t>
            </a:r>
            <a:r>
              <a:rPr lang="es-ES_tradnl" sz="1800" dirty="0" err="1" smtClean="0">
                <a:solidFill>
                  <a:schemeClr val="tx1"/>
                </a:solidFill>
                <a:cs typeface="Gill Sans MT (Cuerpo)"/>
              </a:rPr>
              <a:t>health</a:t>
            </a:r>
            <a:r>
              <a:rPr lang="es-ES_tradnl" sz="1800" dirty="0" smtClean="0">
                <a:solidFill>
                  <a:schemeClr val="tx1"/>
                </a:solidFill>
                <a:cs typeface="Gill Sans MT (Cuerpo)"/>
              </a:rPr>
              <a:t> </a:t>
            </a:r>
            <a:r>
              <a:rPr lang="es-ES_tradnl" sz="1800" dirty="0" err="1" smtClean="0">
                <a:solidFill>
                  <a:schemeClr val="tx1"/>
                </a:solidFill>
                <a:cs typeface="Gill Sans MT (Cuerpo)"/>
              </a:rPr>
              <a:t>costs</a:t>
            </a:r>
            <a:r>
              <a:rPr lang="es-ES_tradnl" sz="1800" dirty="0" smtClean="0">
                <a:solidFill>
                  <a:schemeClr val="tx1"/>
                </a:solidFill>
                <a:cs typeface="Gill Sans MT (Cuerpo)"/>
              </a:rPr>
              <a:t> and </a:t>
            </a:r>
            <a:r>
              <a:rPr lang="es-ES_tradnl" sz="1800" dirty="0" err="1" smtClean="0">
                <a:solidFill>
                  <a:schemeClr val="tx1"/>
                </a:solidFill>
                <a:cs typeface="Gill Sans MT (Cuerpo)"/>
              </a:rPr>
              <a:t>to</a:t>
            </a:r>
            <a:r>
              <a:rPr lang="es-ES_tradnl" sz="1800" dirty="0" smtClean="0">
                <a:solidFill>
                  <a:schemeClr val="tx1"/>
                </a:solidFill>
                <a:cs typeface="Gill Sans MT (Cuerpo)"/>
              </a:rPr>
              <a:t> </a:t>
            </a:r>
            <a:r>
              <a:rPr lang="es-ES_tradnl" sz="1800" dirty="0" err="1" smtClean="0">
                <a:solidFill>
                  <a:schemeClr val="tx1"/>
                </a:solidFill>
                <a:cs typeface="Gill Sans MT (Cuerpo)"/>
              </a:rPr>
              <a:t>foster</a:t>
            </a:r>
            <a:r>
              <a:rPr lang="es-ES_tradnl" sz="1800" dirty="0" smtClean="0">
                <a:solidFill>
                  <a:schemeClr val="tx1"/>
                </a:solidFill>
                <a:cs typeface="Gill Sans MT (Cuerpo)"/>
              </a:rPr>
              <a:t> </a:t>
            </a:r>
            <a:r>
              <a:rPr lang="es-ES_tradnl" sz="1800" dirty="0" err="1" smtClean="0">
                <a:solidFill>
                  <a:schemeClr val="tx1"/>
                </a:solidFill>
                <a:cs typeface="Gill Sans MT (Cuerpo)"/>
              </a:rPr>
              <a:t>environmentally</a:t>
            </a:r>
            <a:r>
              <a:rPr lang="es-ES_tradnl" sz="1800" dirty="0" smtClean="0">
                <a:solidFill>
                  <a:schemeClr val="tx1"/>
                </a:solidFill>
                <a:cs typeface="Gill Sans MT (Cuerpo)"/>
              </a:rPr>
              <a:t> </a:t>
            </a:r>
            <a:r>
              <a:rPr lang="es-ES_tradnl" sz="1800" dirty="0" err="1" smtClean="0">
                <a:solidFill>
                  <a:schemeClr val="tx1"/>
                </a:solidFill>
                <a:cs typeface="Gill Sans MT (Cuerpo)"/>
              </a:rPr>
              <a:t>friendly</a:t>
            </a:r>
            <a:r>
              <a:rPr lang="es-ES_tradnl" sz="1800" dirty="0" smtClean="0">
                <a:solidFill>
                  <a:schemeClr val="tx1"/>
                </a:solidFill>
                <a:cs typeface="Gill Sans MT (Cuerpo)"/>
              </a:rPr>
              <a:t> </a:t>
            </a:r>
            <a:r>
              <a:rPr lang="es-ES_tradnl" sz="1800" dirty="0" err="1" smtClean="0">
                <a:solidFill>
                  <a:schemeClr val="tx1"/>
                </a:solidFill>
                <a:cs typeface="Gill Sans MT (Cuerpo)"/>
              </a:rPr>
              <a:t>consumer</a:t>
            </a:r>
            <a:r>
              <a:rPr lang="es-ES_tradnl" sz="1800" dirty="0" smtClean="0">
                <a:solidFill>
                  <a:schemeClr val="tx1"/>
                </a:solidFill>
                <a:cs typeface="Gill Sans MT (Cuerpo)"/>
              </a:rPr>
              <a:t> and </a:t>
            </a:r>
            <a:r>
              <a:rPr lang="es-ES_tradnl" sz="1800" dirty="0" err="1" smtClean="0">
                <a:solidFill>
                  <a:schemeClr val="tx1"/>
                </a:solidFill>
                <a:cs typeface="Gill Sans MT (Cuerpo)"/>
              </a:rPr>
              <a:t>producer</a:t>
            </a:r>
            <a:r>
              <a:rPr lang="es-ES_tradnl" sz="1800" dirty="0" smtClean="0">
                <a:solidFill>
                  <a:schemeClr val="tx1"/>
                </a:solidFill>
                <a:cs typeface="Gill Sans MT (Cuerpo)"/>
              </a:rPr>
              <a:t> </a:t>
            </a:r>
            <a:r>
              <a:rPr lang="es-ES_tradnl" sz="1800" dirty="0" err="1" smtClean="0">
                <a:solidFill>
                  <a:schemeClr val="tx1"/>
                </a:solidFill>
                <a:cs typeface="Gill Sans MT (Cuerpo)"/>
              </a:rPr>
              <a:t>preferences</a:t>
            </a:r>
            <a:r>
              <a:rPr lang="es-ES_tradnl" sz="1800" dirty="0" smtClean="0">
                <a:solidFill>
                  <a:schemeClr val="tx1"/>
                </a:solidFill>
                <a:cs typeface="Gill Sans MT (Cuerpo)"/>
              </a:rPr>
              <a:t>;</a:t>
            </a:r>
          </a:p>
          <a:p>
            <a:pPr lvl="1"/>
            <a:r>
              <a:rPr lang="es-ES_tradnl" sz="1800" dirty="0" err="1" smtClean="0">
                <a:solidFill>
                  <a:schemeClr val="tx1"/>
                </a:solidFill>
                <a:cs typeface="Gill Sans MT (Cuerpo)"/>
              </a:rPr>
              <a:t>Incorporating</a:t>
            </a:r>
            <a:r>
              <a:rPr lang="es-ES_tradnl" sz="1800" dirty="0" smtClean="0">
                <a:solidFill>
                  <a:schemeClr val="tx1"/>
                </a:solidFill>
                <a:cs typeface="Gill Sans MT (Cuerpo)"/>
              </a:rPr>
              <a:t> </a:t>
            </a:r>
            <a:r>
              <a:rPr lang="es-ES_tradnl" sz="1800" dirty="0" err="1" smtClean="0">
                <a:solidFill>
                  <a:schemeClr val="tx1"/>
                </a:solidFill>
                <a:cs typeface="Gill Sans MT (Cuerpo)"/>
              </a:rPr>
              <a:t>environmental</a:t>
            </a:r>
            <a:r>
              <a:rPr lang="es-ES_tradnl" sz="1800" dirty="0" smtClean="0">
                <a:solidFill>
                  <a:schemeClr val="tx1"/>
                </a:solidFill>
                <a:cs typeface="Gill Sans MT (Cuerpo)"/>
              </a:rPr>
              <a:t> and </a:t>
            </a:r>
            <a:r>
              <a:rPr lang="es-ES_tradnl" sz="1800" dirty="0" err="1" smtClean="0">
                <a:solidFill>
                  <a:schemeClr val="tx1"/>
                </a:solidFill>
                <a:cs typeface="Gill Sans MT (Cuerpo)"/>
              </a:rPr>
              <a:t>health</a:t>
            </a:r>
            <a:r>
              <a:rPr lang="es-ES_tradnl" sz="1800" dirty="0" smtClean="0">
                <a:solidFill>
                  <a:schemeClr val="tx1"/>
                </a:solidFill>
                <a:cs typeface="Gill Sans MT (Cuerpo)"/>
              </a:rPr>
              <a:t> </a:t>
            </a:r>
            <a:r>
              <a:rPr lang="es-ES_tradnl" sz="1800" dirty="0" err="1" smtClean="0">
                <a:solidFill>
                  <a:schemeClr val="tx1"/>
                </a:solidFill>
                <a:cs typeface="Gill Sans MT (Cuerpo)"/>
              </a:rPr>
              <a:t>considerations</a:t>
            </a:r>
            <a:r>
              <a:rPr lang="es-ES_tradnl" sz="1800" dirty="0" smtClean="0">
                <a:solidFill>
                  <a:schemeClr val="tx1"/>
                </a:solidFill>
                <a:cs typeface="Gill Sans MT (Cuerpo)"/>
              </a:rPr>
              <a:t> </a:t>
            </a:r>
            <a:r>
              <a:rPr lang="es-ES_tradnl" sz="1800" dirty="0" err="1" smtClean="0">
                <a:solidFill>
                  <a:schemeClr val="tx1"/>
                </a:solidFill>
                <a:cs typeface="Gill Sans MT (Cuerpo)"/>
              </a:rPr>
              <a:t>into</a:t>
            </a:r>
            <a:r>
              <a:rPr lang="es-ES_tradnl" sz="1800" dirty="0" smtClean="0">
                <a:solidFill>
                  <a:schemeClr val="tx1"/>
                </a:solidFill>
                <a:cs typeface="Gill Sans MT (Cuerpo)"/>
              </a:rPr>
              <a:t> </a:t>
            </a:r>
            <a:r>
              <a:rPr lang="es-ES_tradnl" sz="1800" dirty="0" err="1" smtClean="0">
                <a:solidFill>
                  <a:schemeClr val="tx1"/>
                </a:solidFill>
                <a:cs typeface="Gill Sans MT (Cuerpo)"/>
              </a:rPr>
              <a:t>methodologies</a:t>
            </a:r>
            <a:r>
              <a:rPr lang="es-ES_tradnl" sz="1800" dirty="0" smtClean="0">
                <a:solidFill>
                  <a:schemeClr val="tx1"/>
                </a:solidFill>
                <a:cs typeface="Gill Sans MT (Cuerpo)"/>
              </a:rPr>
              <a:t> </a:t>
            </a:r>
            <a:r>
              <a:rPr lang="es-ES_tradnl" sz="1800" dirty="0" err="1" smtClean="0">
                <a:solidFill>
                  <a:schemeClr val="tx1"/>
                </a:solidFill>
                <a:cs typeface="Gill Sans MT (Cuerpo)"/>
              </a:rPr>
              <a:t>for</a:t>
            </a:r>
            <a:r>
              <a:rPr lang="es-ES_tradnl" sz="1800" dirty="0" smtClean="0">
                <a:solidFill>
                  <a:schemeClr val="tx1"/>
                </a:solidFill>
                <a:cs typeface="Gill Sans MT (Cuerpo)"/>
              </a:rPr>
              <a:t> </a:t>
            </a:r>
            <a:r>
              <a:rPr lang="es-ES_tradnl" sz="1800" dirty="0" err="1" smtClean="0">
                <a:solidFill>
                  <a:schemeClr val="tx1"/>
                </a:solidFill>
                <a:cs typeface="Gill Sans MT (Cuerpo)"/>
              </a:rPr>
              <a:t>analyzing</a:t>
            </a:r>
            <a:r>
              <a:rPr lang="es-ES_tradnl" sz="1800" dirty="0" smtClean="0">
                <a:solidFill>
                  <a:schemeClr val="tx1"/>
                </a:solidFill>
                <a:cs typeface="Gill Sans MT (Cuerpo)"/>
              </a:rPr>
              <a:t> </a:t>
            </a:r>
            <a:r>
              <a:rPr lang="es-ES_tradnl" sz="1800" dirty="0" err="1" smtClean="0">
                <a:solidFill>
                  <a:schemeClr val="tx1"/>
                </a:solidFill>
                <a:cs typeface="Gill Sans MT (Cuerpo)"/>
              </a:rPr>
              <a:t>public</a:t>
            </a:r>
            <a:r>
              <a:rPr lang="es-ES_tradnl" sz="1800" dirty="0" smtClean="0">
                <a:solidFill>
                  <a:schemeClr val="tx1"/>
                </a:solidFill>
                <a:cs typeface="Gill Sans MT (Cuerpo)"/>
              </a:rPr>
              <a:t> and </a:t>
            </a:r>
            <a:r>
              <a:rPr lang="es-ES_tradnl" sz="1800" dirty="0" err="1" smtClean="0">
                <a:solidFill>
                  <a:schemeClr val="tx1"/>
                </a:solidFill>
                <a:cs typeface="Gill Sans MT (Cuerpo)"/>
              </a:rPr>
              <a:t>private</a:t>
            </a:r>
            <a:r>
              <a:rPr lang="es-ES_tradnl" sz="1800" dirty="0" smtClean="0">
                <a:solidFill>
                  <a:schemeClr val="tx1"/>
                </a:solidFill>
                <a:cs typeface="Gill Sans MT (Cuerpo)"/>
              </a:rPr>
              <a:t> </a:t>
            </a:r>
            <a:r>
              <a:rPr lang="es-ES_tradnl" sz="1800" dirty="0" err="1" smtClean="0">
                <a:solidFill>
                  <a:schemeClr val="tx1"/>
                </a:solidFill>
                <a:cs typeface="Gill Sans MT (Cuerpo)"/>
              </a:rPr>
              <a:t>investment</a:t>
            </a:r>
            <a:r>
              <a:rPr lang="es-ES_tradnl" sz="1800" dirty="0" smtClean="0">
                <a:solidFill>
                  <a:schemeClr val="tx1"/>
                </a:solidFill>
                <a:cs typeface="Gill Sans MT (Cuerpo)"/>
              </a:rPr>
              <a:t> </a:t>
            </a:r>
            <a:r>
              <a:rPr lang="es-ES_tradnl" sz="1800" dirty="0" err="1" smtClean="0">
                <a:solidFill>
                  <a:schemeClr val="tx1"/>
                </a:solidFill>
                <a:cs typeface="Gill Sans MT (Cuerpo)"/>
              </a:rPr>
              <a:t>options</a:t>
            </a:r>
            <a:r>
              <a:rPr lang="es-ES_tradnl" sz="1800" dirty="0" smtClean="0">
                <a:solidFill>
                  <a:schemeClr val="tx1"/>
                </a:solidFill>
                <a:cs typeface="Gill Sans MT (Cuerpo)"/>
              </a:rPr>
              <a:t>, </a:t>
            </a:r>
            <a:r>
              <a:rPr lang="es-ES_tradnl" sz="1800" dirty="0" err="1" smtClean="0">
                <a:solidFill>
                  <a:schemeClr val="tx1"/>
                </a:solidFill>
                <a:cs typeface="Gill Sans MT (Cuerpo)"/>
              </a:rPr>
              <a:t>including</a:t>
            </a:r>
            <a:r>
              <a:rPr lang="es-ES_tradnl" sz="1800" dirty="0" smtClean="0">
                <a:solidFill>
                  <a:schemeClr val="tx1"/>
                </a:solidFill>
                <a:cs typeface="Gill Sans MT (Cuerpo)"/>
              </a:rPr>
              <a:t> </a:t>
            </a:r>
            <a:r>
              <a:rPr lang="es-ES_tradnl" sz="1800" dirty="0" err="1" smtClean="0">
                <a:solidFill>
                  <a:schemeClr val="tx1"/>
                </a:solidFill>
                <a:cs typeface="Gill Sans MT (Cuerpo)"/>
              </a:rPr>
              <a:t>the</a:t>
            </a:r>
            <a:r>
              <a:rPr lang="es-ES_tradnl" sz="1800" dirty="0" smtClean="0">
                <a:solidFill>
                  <a:schemeClr val="tx1"/>
                </a:solidFill>
                <a:cs typeface="Gill Sans MT (Cuerpo)"/>
              </a:rPr>
              <a:t> </a:t>
            </a:r>
            <a:r>
              <a:rPr lang="es-ES_tradnl" sz="1800" dirty="0" err="1" smtClean="0">
                <a:solidFill>
                  <a:schemeClr val="tx1"/>
                </a:solidFill>
                <a:cs typeface="Gill Sans MT (Cuerpo)"/>
              </a:rPr>
              <a:t>investments</a:t>
            </a:r>
            <a:r>
              <a:rPr lang="es-ES_tradnl" sz="1800" dirty="0" smtClean="0">
                <a:solidFill>
                  <a:schemeClr val="tx1"/>
                </a:solidFill>
                <a:cs typeface="Gill Sans MT (Cuerpo)"/>
              </a:rPr>
              <a:t> </a:t>
            </a:r>
            <a:r>
              <a:rPr lang="es-ES_tradnl" sz="1800" dirty="0" err="1" smtClean="0">
                <a:solidFill>
                  <a:schemeClr val="tx1"/>
                </a:solidFill>
                <a:cs typeface="Gill Sans MT (Cuerpo)"/>
              </a:rPr>
              <a:t>supported</a:t>
            </a:r>
            <a:r>
              <a:rPr lang="es-ES_tradnl" sz="1800" dirty="0" smtClean="0">
                <a:solidFill>
                  <a:schemeClr val="tx1"/>
                </a:solidFill>
                <a:cs typeface="Gill Sans MT (Cuerpo)"/>
              </a:rPr>
              <a:t> </a:t>
            </a:r>
            <a:r>
              <a:rPr lang="es-ES_tradnl" sz="1800" dirty="0" err="1" smtClean="0">
                <a:solidFill>
                  <a:schemeClr val="tx1"/>
                </a:solidFill>
                <a:cs typeface="Gill Sans MT (Cuerpo)"/>
              </a:rPr>
              <a:t>by</a:t>
            </a:r>
            <a:r>
              <a:rPr lang="es-ES_tradnl" sz="1800" dirty="0" smtClean="0">
                <a:solidFill>
                  <a:schemeClr val="tx1"/>
                </a:solidFill>
                <a:cs typeface="Gill Sans MT (Cuerpo)"/>
              </a:rPr>
              <a:t> global and regional </a:t>
            </a:r>
            <a:r>
              <a:rPr lang="es-ES_tradnl" sz="1800" dirty="0" err="1" smtClean="0">
                <a:solidFill>
                  <a:schemeClr val="tx1"/>
                </a:solidFill>
                <a:cs typeface="Gill Sans MT (Cuerpo)"/>
              </a:rPr>
              <a:t>financial</a:t>
            </a:r>
            <a:r>
              <a:rPr lang="es-ES_tradnl" sz="1800" dirty="0" smtClean="0">
                <a:solidFill>
                  <a:schemeClr val="tx1"/>
                </a:solidFill>
                <a:cs typeface="Gill Sans MT (Cuerpo)"/>
              </a:rPr>
              <a:t> </a:t>
            </a:r>
            <a:r>
              <a:rPr lang="es-ES_tradnl" sz="1800" dirty="0" err="1" smtClean="0">
                <a:solidFill>
                  <a:schemeClr val="tx1"/>
                </a:solidFill>
                <a:cs typeface="Gill Sans MT (Cuerpo)"/>
              </a:rPr>
              <a:t>development</a:t>
            </a:r>
            <a:r>
              <a:rPr lang="es-ES_tradnl" sz="1800" dirty="0" smtClean="0">
                <a:solidFill>
                  <a:schemeClr val="tx1"/>
                </a:solidFill>
                <a:cs typeface="Gill Sans MT (Cuerpo)"/>
              </a:rPr>
              <a:t> </a:t>
            </a:r>
            <a:r>
              <a:rPr lang="es-ES_tradnl" sz="1800" dirty="0" err="1" smtClean="0">
                <a:solidFill>
                  <a:schemeClr val="tx1"/>
                </a:solidFill>
                <a:cs typeface="Gill Sans MT (Cuerpo)"/>
              </a:rPr>
              <a:t>institutions</a:t>
            </a:r>
            <a:r>
              <a:rPr lang="es-ES_tradnl" sz="1800" dirty="0" smtClean="0">
                <a:solidFill>
                  <a:schemeClr val="tx1"/>
                </a:solidFill>
                <a:cs typeface="Gill Sans MT (Cuerpo)"/>
              </a:rPr>
              <a:t>;</a:t>
            </a:r>
          </a:p>
          <a:p>
            <a:pPr lvl="1"/>
            <a:r>
              <a:rPr lang="es-ES_tradnl" sz="1800" dirty="0" err="1" smtClean="0">
                <a:solidFill>
                  <a:schemeClr val="tx1"/>
                </a:solidFill>
                <a:cs typeface="Gill Sans MT (Cuerpo)"/>
              </a:rPr>
              <a:t>Mainstreaming</a:t>
            </a:r>
            <a:r>
              <a:rPr lang="es-ES_tradnl" sz="1800" dirty="0" smtClean="0">
                <a:solidFill>
                  <a:schemeClr val="tx1"/>
                </a:solidFill>
                <a:cs typeface="Gill Sans MT (Cuerpo)"/>
              </a:rPr>
              <a:t> </a:t>
            </a:r>
            <a:r>
              <a:rPr lang="es-ES_tradnl" sz="1800" dirty="0" err="1" smtClean="0">
                <a:solidFill>
                  <a:schemeClr val="tx1"/>
                </a:solidFill>
                <a:cs typeface="Gill Sans MT (Cuerpo)"/>
              </a:rPr>
              <a:t>the</a:t>
            </a:r>
            <a:r>
              <a:rPr lang="es-ES_tradnl" sz="1800" dirty="0" smtClean="0">
                <a:solidFill>
                  <a:schemeClr val="tx1"/>
                </a:solidFill>
                <a:cs typeface="Gill Sans MT (Cuerpo)"/>
              </a:rPr>
              <a:t> use of </a:t>
            </a:r>
            <a:r>
              <a:rPr lang="es-ES_tradnl" sz="1800" dirty="0" err="1" smtClean="0">
                <a:solidFill>
                  <a:schemeClr val="tx1"/>
                </a:solidFill>
                <a:cs typeface="Gill Sans MT (Cuerpo)"/>
              </a:rPr>
              <a:t>Strategic</a:t>
            </a:r>
            <a:r>
              <a:rPr lang="es-ES_tradnl" sz="1800" dirty="0" smtClean="0">
                <a:solidFill>
                  <a:schemeClr val="tx1"/>
                </a:solidFill>
                <a:cs typeface="Gill Sans MT (Cuerpo)"/>
              </a:rPr>
              <a:t> </a:t>
            </a:r>
            <a:r>
              <a:rPr lang="es-ES_tradnl" sz="1800" dirty="0" err="1" smtClean="0">
                <a:solidFill>
                  <a:schemeClr val="tx1"/>
                </a:solidFill>
                <a:cs typeface="Gill Sans MT (Cuerpo)"/>
              </a:rPr>
              <a:t>Environmental</a:t>
            </a:r>
            <a:r>
              <a:rPr lang="es-ES_tradnl" sz="1800" dirty="0" smtClean="0">
                <a:solidFill>
                  <a:schemeClr val="tx1"/>
                </a:solidFill>
                <a:cs typeface="Gill Sans MT (Cuerpo)"/>
              </a:rPr>
              <a:t> </a:t>
            </a:r>
            <a:r>
              <a:rPr lang="es-ES_tradnl" sz="1800" dirty="0" err="1" smtClean="0">
                <a:solidFill>
                  <a:schemeClr val="tx1"/>
                </a:solidFill>
                <a:cs typeface="Gill Sans MT (Cuerpo)"/>
              </a:rPr>
              <a:t>Assessment</a:t>
            </a:r>
            <a:r>
              <a:rPr lang="es-ES_tradnl" sz="1800" dirty="0" smtClean="0">
                <a:solidFill>
                  <a:schemeClr val="tx1"/>
                </a:solidFill>
                <a:cs typeface="Gill Sans MT (Cuerpo)"/>
              </a:rPr>
              <a:t> </a:t>
            </a:r>
            <a:r>
              <a:rPr lang="es-ES_tradnl" sz="1800" dirty="0" err="1" smtClean="0">
                <a:solidFill>
                  <a:schemeClr val="tx1"/>
                </a:solidFill>
                <a:cs typeface="Gill Sans MT (Cuerpo)"/>
              </a:rPr>
              <a:t>for</a:t>
            </a:r>
            <a:r>
              <a:rPr lang="es-ES_tradnl" sz="1800" dirty="0" smtClean="0">
                <a:solidFill>
                  <a:schemeClr val="tx1"/>
                </a:solidFill>
                <a:cs typeface="Gill Sans MT (Cuerpo)"/>
              </a:rPr>
              <a:t> </a:t>
            </a:r>
            <a:r>
              <a:rPr lang="es-ES_tradnl" sz="1800" dirty="0" err="1" smtClean="0">
                <a:solidFill>
                  <a:schemeClr val="tx1"/>
                </a:solidFill>
                <a:cs typeface="Gill Sans MT (Cuerpo)"/>
              </a:rPr>
              <a:t>public</a:t>
            </a:r>
            <a:r>
              <a:rPr lang="es-ES_tradnl" sz="1800" dirty="0" smtClean="0">
                <a:solidFill>
                  <a:schemeClr val="tx1"/>
                </a:solidFill>
                <a:cs typeface="Gill Sans MT (Cuerpo)"/>
              </a:rPr>
              <a:t> </a:t>
            </a:r>
            <a:r>
              <a:rPr lang="es-ES_tradnl" sz="1800" dirty="0" err="1" smtClean="0">
                <a:solidFill>
                  <a:schemeClr val="tx1"/>
                </a:solidFill>
                <a:cs typeface="Gill Sans MT (Cuerpo)"/>
              </a:rPr>
              <a:t>investment</a:t>
            </a:r>
            <a:r>
              <a:rPr lang="es-ES_tradnl" sz="1800" dirty="0" smtClean="0">
                <a:solidFill>
                  <a:schemeClr val="tx1"/>
                </a:solidFill>
                <a:cs typeface="Gill Sans MT (Cuerpo)"/>
              </a:rPr>
              <a:t> and </a:t>
            </a:r>
            <a:r>
              <a:rPr lang="es-ES_tradnl" sz="1800" dirty="0" err="1" smtClean="0">
                <a:solidFill>
                  <a:schemeClr val="tx1"/>
                </a:solidFill>
                <a:cs typeface="Gill Sans MT (Cuerpo)"/>
              </a:rPr>
              <a:t>policy</a:t>
            </a:r>
            <a:r>
              <a:rPr lang="es-ES_tradnl" sz="1800" dirty="0" smtClean="0">
                <a:solidFill>
                  <a:schemeClr val="tx1"/>
                </a:solidFill>
                <a:cs typeface="Gill Sans MT (Cuerpo)"/>
              </a:rPr>
              <a:t>.</a:t>
            </a:r>
            <a:endParaRPr lang="en-US" sz="1800" dirty="0">
              <a:solidFill>
                <a:schemeClr val="tx1"/>
              </a:solidFill>
              <a:cs typeface="Gill Sans MT (Cuerp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152400"/>
            <a:ext cx="8686800" cy="990600"/>
          </a:xfrm>
        </p:spPr>
        <p:txBody>
          <a:bodyPr>
            <a:noAutofit/>
          </a:bodyPr>
          <a:lstStyle/>
          <a:p>
            <a:r>
              <a:rPr lang="en-US" sz="2400" dirty="0" smtClean="0">
                <a:solidFill>
                  <a:srgbClr val="000090"/>
                </a:solidFill>
              </a:rPr>
              <a:t>ECLAC’s proposals </a:t>
            </a:r>
            <a:br>
              <a:rPr lang="en-US" sz="2400" dirty="0" smtClean="0">
                <a:solidFill>
                  <a:srgbClr val="000090"/>
                </a:solidFill>
              </a:rPr>
            </a:br>
            <a:r>
              <a:rPr lang="en-US" sz="2400" dirty="0" smtClean="0">
                <a:solidFill>
                  <a:srgbClr val="000090"/>
                </a:solidFill>
              </a:rPr>
              <a:t>(contained in submission to zero draft)</a:t>
            </a:r>
            <a:endParaRPr lang="en-US" sz="2400" dirty="0">
              <a:solidFill>
                <a:srgbClr val="000090"/>
              </a:solidFill>
            </a:endParaRPr>
          </a:p>
        </p:txBody>
      </p:sp>
      <p:sp>
        <p:nvSpPr>
          <p:cNvPr id="3" name="Marcador de contenido 2"/>
          <p:cNvSpPr>
            <a:spLocks noGrp="1"/>
          </p:cNvSpPr>
          <p:nvPr>
            <p:ph sz="quarter" idx="1"/>
          </p:nvPr>
        </p:nvSpPr>
        <p:spPr>
          <a:xfrm>
            <a:off x="457200" y="1219200"/>
            <a:ext cx="8229600" cy="5388038"/>
          </a:xfrm>
        </p:spPr>
        <p:txBody>
          <a:bodyPr>
            <a:noAutofit/>
          </a:bodyPr>
          <a:lstStyle/>
          <a:p>
            <a:r>
              <a:rPr lang="es-ES_tradnl" sz="2000" dirty="0" smtClean="0"/>
              <a:t>Rio+20 </a:t>
            </a:r>
            <a:r>
              <a:rPr lang="es-ES_tradnl" sz="2000" dirty="0" err="1" smtClean="0"/>
              <a:t>is</a:t>
            </a:r>
            <a:r>
              <a:rPr lang="es-ES_tradnl" sz="2000" dirty="0" smtClean="0"/>
              <a:t> </a:t>
            </a:r>
            <a:r>
              <a:rPr lang="es-ES_tradnl" sz="2000" dirty="0" err="1" smtClean="0"/>
              <a:t>an</a:t>
            </a:r>
            <a:r>
              <a:rPr lang="es-ES_tradnl" sz="2000" dirty="0" smtClean="0"/>
              <a:t> </a:t>
            </a:r>
            <a:r>
              <a:rPr lang="es-ES_tradnl" sz="2000" dirty="0" err="1" smtClean="0"/>
              <a:t>opportunity</a:t>
            </a:r>
            <a:r>
              <a:rPr lang="es-ES_tradnl" sz="2000" dirty="0" smtClean="0"/>
              <a:t> </a:t>
            </a:r>
            <a:r>
              <a:rPr lang="es-ES_tradnl" sz="2000" dirty="0" err="1" smtClean="0"/>
              <a:t>to</a:t>
            </a:r>
            <a:r>
              <a:rPr lang="es-ES_tradnl" sz="2000" dirty="0" smtClean="0"/>
              <a:t> </a:t>
            </a:r>
            <a:r>
              <a:rPr lang="es-ES_tradnl" sz="2000" dirty="0" err="1" smtClean="0"/>
              <a:t>issue</a:t>
            </a:r>
            <a:r>
              <a:rPr lang="es-ES_tradnl" sz="2000" dirty="0" smtClean="0"/>
              <a:t> mandates </a:t>
            </a:r>
            <a:r>
              <a:rPr lang="es-ES_tradnl" sz="2000" dirty="0" err="1" smtClean="0"/>
              <a:t>for</a:t>
            </a:r>
            <a:r>
              <a:rPr lang="es-ES_tradnl" sz="2000" dirty="0" smtClean="0"/>
              <a:t> </a:t>
            </a:r>
            <a:r>
              <a:rPr lang="es-ES_tradnl" sz="2000" dirty="0" err="1" smtClean="0"/>
              <a:t>negotiating</a:t>
            </a:r>
            <a:r>
              <a:rPr lang="es-ES_tradnl" sz="2000" dirty="0" smtClean="0"/>
              <a:t> </a:t>
            </a:r>
            <a:r>
              <a:rPr lang="es-ES_tradnl" sz="2000" dirty="0" err="1" smtClean="0"/>
              <a:t>the</a:t>
            </a:r>
            <a:r>
              <a:rPr lang="es-ES_tradnl" sz="2000" dirty="0" smtClean="0"/>
              <a:t> </a:t>
            </a:r>
            <a:r>
              <a:rPr lang="es-ES_tradnl" sz="2000" dirty="0" err="1" smtClean="0"/>
              <a:t>adoption</a:t>
            </a:r>
            <a:r>
              <a:rPr lang="es-ES_tradnl" sz="2000" dirty="0" smtClean="0"/>
              <a:t> of:</a:t>
            </a:r>
          </a:p>
          <a:p>
            <a:pPr lvl="1">
              <a:spcBef>
                <a:spcPts val="0"/>
              </a:spcBef>
              <a:spcAft>
                <a:spcPts val="600"/>
              </a:spcAft>
            </a:pPr>
            <a:r>
              <a:rPr lang="es-ES_tradnl" sz="1800" dirty="0" err="1" smtClean="0">
                <a:solidFill>
                  <a:schemeClr val="tx1"/>
                </a:solidFill>
              </a:rPr>
              <a:t>Agreed</a:t>
            </a:r>
            <a:r>
              <a:rPr lang="es-ES_tradnl" sz="1800" dirty="0" smtClean="0">
                <a:solidFill>
                  <a:schemeClr val="tx1"/>
                </a:solidFill>
              </a:rPr>
              <a:t> and </a:t>
            </a:r>
            <a:r>
              <a:rPr lang="es-ES_tradnl" sz="1800" dirty="0" err="1" smtClean="0">
                <a:solidFill>
                  <a:schemeClr val="tx1"/>
                </a:solidFill>
              </a:rPr>
              <a:t>measurable</a:t>
            </a:r>
            <a:r>
              <a:rPr lang="es-ES_tradnl" sz="1800" dirty="0" smtClean="0">
                <a:solidFill>
                  <a:schemeClr val="tx1"/>
                </a:solidFill>
              </a:rPr>
              <a:t> </a:t>
            </a:r>
            <a:r>
              <a:rPr lang="es-ES_tradnl" sz="1800" dirty="0" err="1" smtClean="0">
                <a:solidFill>
                  <a:schemeClr val="tx1"/>
                </a:solidFill>
              </a:rPr>
              <a:t>sustainable</a:t>
            </a:r>
            <a:r>
              <a:rPr lang="es-ES_tradnl" sz="1800" dirty="0" smtClean="0">
                <a:solidFill>
                  <a:schemeClr val="tx1"/>
                </a:solidFill>
              </a:rPr>
              <a:t> </a:t>
            </a:r>
            <a:r>
              <a:rPr lang="es-ES_tradnl" sz="1800" dirty="0" err="1" smtClean="0">
                <a:solidFill>
                  <a:schemeClr val="tx1"/>
                </a:solidFill>
              </a:rPr>
              <a:t>development</a:t>
            </a:r>
            <a:r>
              <a:rPr lang="es-ES_tradnl" sz="1800" dirty="0" smtClean="0">
                <a:solidFill>
                  <a:schemeClr val="tx1"/>
                </a:solidFill>
              </a:rPr>
              <a:t> </a:t>
            </a:r>
            <a:r>
              <a:rPr lang="es-ES_tradnl" sz="1800" dirty="0" err="1" smtClean="0">
                <a:solidFill>
                  <a:schemeClr val="tx1"/>
                </a:solidFill>
              </a:rPr>
              <a:t>goals</a:t>
            </a:r>
            <a:r>
              <a:rPr lang="es-ES_tradnl" sz="1800" dirty="0" smtClean="0">
                <a:solidFill>
                  <a:schemeClr val="tx1"/>
                </a:solidFill>
              </a:rPr>
              <a:t> and targets. </a:t>
            </a:r>
          </a:p>
          <a:p>
            <a:pPr lvl="1">
              <a:spcBef>
                <a:spcPts val="0"/>
              </a:spcBef>
              <a:spcAft>
                <a:spcPts val="600"/>
              </a:spcAft>
            </a:pPr>
            <a:r>
              <a:rPr lang="en-CA" sz="1800" dirty="0" smtClean="0">
                <a:solidFill>
                  <a:schemeClr val="tx1"/>
                </a:solidFill>
              </a:rPr>
              <a:t>Implementing</a:t>
            </a:r>
            <a:r>
              <a:rPr lang="es-ES_tradnl" sz="1800" dirty="0" smtClean="0">
                <a:solidFill>
                  <a:schemeClr val="tx1"/>
                </a:solidFill>
              </a:rPr>
              <a:t> </a:t>
            </a:r>
            <a:r>
              <a:rPr lang="es-ES_tradnl" sz="1800" dirty="0" err="1" smtClean="0">
                <a:solidFill>
                  <a:schemeClr val="tx1"/>
                </a:solidFill>
              </a:rPr>
              <a:t>changes</a:t>
            </a:r>
            <a:r>
              <a:rPr lang="es-ES_tradnl" sz="1800" dirty="0" smtClean="0">
                <a:solidFill>
                  <a:schemeClr val="tx1"/>
                </a:solidFill>
              </a:rPr>
              <a:t> in </a:t>
            </a:r>
            <a:r>
              <a:rPr lang="es-ES_tradnl" sz="1800" dirty="0" err="1" smtClean="0">
                <a:solidFill>
                  <a:schemeClr val="tx1"/>
                </a:solidFill>
              </a:rPr>
              <a:t>international</a:t>
            </a:r>
            <a:r>
              <a:rPr lang="es-ES_tradnl" sz="1800" dirty="0" smtClean="0">
                <a:solidFill>
                  <a:schemeClr val="tx1"/>
                </a:solidFill>
              </a:rPr>
              <a:t> </a:t>
            </a:r>
            <a:r>
              <a:rPr lang="es-ES_tradnl" sz="1800" dirty="0" err="1" smtClean="0">
                <a:solidFill>
                  <a:schemeClr val="tx1"/>
                </a:solidFill>
              </a:rPr>
              <a:t>governance</a:t>
            </a:r>
            <a:r>
              <a:rPr lang="es-ES_tradnl" sz="1800" dirty="0" smtClean="0">
                <a:solidFill>
                  <a:schemeClr val="tx1"/>
                </a:solidFill>
              </a:rPr>
              <a:t> in </a:t>
            </a:r>
            <a:r>
              <a:rPr lang="es-ES_tradnl" sz="1800" dirty="0" err="1" smtClean="0">
                <a:solidFill>
                  <a:schemeClr val="tx1"/>
                </a:solidFill>
              </a:rPr>
              <a:t>order</a:t>
            </a:r>
            <a:r>
              <a:rPr lang="es-ES_tradnl" sz="1800" dirty="0" smtClean="0">
                <a:solidFill>
                  <a:schemeClr val="tx1"/>
                </a:solidFill>
              </a:rPr>
              <a:t> </a:t>
            </a:r>
            <a:r>
              <a:rPr lang="es-ES_tradnl" sz="1800" dirty="0" err="1" smtClean="0">
                <a:solidFill>
                  <a:schemeClr val="tx1"/>
                </a:solidFill>
              </a:rPr>
              <a:t>to</a:t>
            </a:r>
            <a:r>
              <a:rPr lang="es-ES_tradnl" sz="1800" dirty="0" smtClean="0">
                <a:solidFill>
                  <a:schemeClr val="tx1"/>
                </a:solidFill>
              </a:rPr>
              <a:t> </a:t>
            </a:r>
            <a:r>
              <a:rPr lang="es-ES_tradnl" sz="1800" dirty="0" err="1" smtClean="0">
                <a:solidFill>
                  <a:schemeClr val="tx1"/>
                </a:solidFill>
              </a:rPr>
              <a:t>gain</a:t>
            </a:r>
            <a:r>
              <a:rPr lang="es-ES_tradnl" sz="1800" dirty="0" smtClean="0">
                <a:solidFill>
                  <a:schemeClr val="tx1"/>
                </a:solidFill>
              </a:rPr>
              <a:t> </a:t>
            </a:r>
            <a:r>
              <a:rPr lang="es-ES_tradnl" sz="1800" dirty="0" err="1" smtClean="0">
                <a:solidFill>
                  <a:schemeClr val="tx1"/>
                </a:solidFill>
              </a:rPr>
              <a:t>coherence</a:t>
            </a:r>
            <a:r>
              <a:rPr lang="es-ES_tradnl" sz="1800" dirty="0" smtClean="0">
                <a:solidFill>
                  <a:schemeClr val="tx1"/>
                </a:solidFill>
              </a:rPr>
              <a:t> at </a:t>
            </a:r>
            <a:r>
              <a:rPr lang="es-ES_tradnl" sz="1800" dirty="0" err="1" smtClean="0">
                <a:solidFill>
                  <a:schemeClr val="tx1"/>
                </a:solidFill>
              </a:rPr>
              <a:t>the</a:t>
            </a:r>
            <a:r>
              <a:rPr lang="es-ES_tradnl" sz="1800" dirty="0" smtClean="0">
                <a:solidFill>
                  <a:schemeClr val="tx1"/>
                </a:solidFill>
              </a:rPr>
              <a:t> </a:t>
            </a:r>
            <a:r>
              <a:rPr lang="es-ES_tradnl" sz="1800" dirty="0" err="1" smtClean="0">
                <a:solidFill>
                  <a:schemeClr val="tx1"/>
                </a:solidFill>
              </a:rPr>
              <a:t>international</a:t>
            </a:r>
            <a:r>
              <a:rPr lang="es-ES_tradnl" sz="1800" dirty="0" smtClean="0">
                <a:solidFill>
                  <a:schemeClr val="tx1"/>
                </a:solidFill>
              </a:rPr>
              <a:t> </a:t>
            </a:r>
            <a:r>
              <a:rPr lang="es-ES_tradnl" sz="1800" dirty="0" err="1" smtClean="0">
                <a:solidFill>
                  <a:schemeClr val="tx1"/>
                </a:solidFill>
              </a:rPr>
              <a:t>level</a:t>
            </a:r>
            <a:r>
              <a:rPr lang="es-ES_tradnl" sz="1800" dirty="0" smtClean="0">
                <a:solidFill>
                  <a:schemeClr val="tx1"/>
                </a:solidFill>
              </a:rPr>
              <a:t> (</a:t>
            </a:r>
            <a:r>
              <a:rPr lang="es-ES_tradnl" sz="1800" dirty="0" err="1" smtClean="0">
                <a:solidFill>
                  <a:schemeClr val="tx1"/>
                </a:solidFill>
              </a:rPr>
              <a:t>between</a:t>
            </a:r>
            <a:r>
              <a:rPr lang="es-ES_tradnl" sz="1800" dirty="0" smtClean="0">
                <a:solidFill>
                  <a:schemeClr val="tx1"/>
                </a:solidFill>
              </a:rPr>
              <a:t> </a:t>
            </a:r>
            <a:r>
              <a:rPr lang="es-ES_tradnl" sz="1800" dirty="0" err="1" smtClean="0">
                <a:solidFill>
                  <a:schemeClr val="tx1"/>
                </a:solidFill>
              </a:rPr>
              <a:t>organizations</a:t>
            </a:r>
            <a:r>
              <a:rPr lang="es-ES_tradnl" sz="1800" dirty="0" smtClean="0">
                <a:solidFill>
                  <a:schemeClr val="tx1"/>
                </a:solidFill>
              </a:rPr>
              <a:t> </a:t>
            </a:r>
            <a:r>
              <a:rPr lang="es-ES_tradnl" sz="1800" dirty="0" err="1" smtClean="0">
                <a:solidFill>
                  <a:schemeClr val="tx1"/>
                </a:solidFill>
              </a:rPr>
              <a:t>focusing</a:t>
            </a:r>
            <a:r>
              <a:rPr lang="es-ES_tradnl" sz="1800" dirty="0" smtClean="0">
                <a:solidFill>
                  <a:schemeClr val="tx1"/>
                </a:solidFill>
              </a:rPr>
              <a:t> </a:t>
            </a:r>
            <a:r>
              <a:rPr lang="es-ES_tradnl" sz="1800" dirty="0" err="1" smtClean="0">
                <a:solidFill>
                  <a:schemeClr val="tx1"/>
                </a:solidFill>
              </a:rPr>
              <a:t>on</a:t>
            </a:r>
            <a:r>
              <a:rPr lang="es-ES_tradnl" sz="1800" dirty="0" smtClean="0">
                <a:solidFill>
                  <a:schemeClr val="tx1"/>
                </a:solidFill>
              </a:rPr>
              <a:t> </a:t>
            </a:r>
            <a:r>
              <a:rPr lang="es-ES_tradnl" sz="1800" dirty="0" err="1" smtClean="0">
                <a:solidFill>
                  <a:schemeClr val="tx1"/>
                </a:solidFill>
              </a:rPr>
              <a:t>different</a:t>
            </a:r>
            <a:r>
              <a:rPr lang="es-ES_tradnl" sz="1800" dirty="0" smtClean="0">
                <a:solidFill>
                  <a:schemeClr val="tx1"/>
                </a:solidFill>
              </a:rPr>
              <a:t> </a:t>
            </a:r>
            <a:r>
              <a:rPr lang="es-ES_tradnl" sz="1800" dirty="0" err="1" smtClean="0">
                <a:solidFill>
                  <a:schemeClr val="tx1"/>
                </a:solidFill>
              </a:rPr>
              <a:t>issues</a:t>
            </a:r>
            <a:r>
              <a:rPr lang="es-ES_tradnl" sz="1800" dirty="0" smtClean="0">
                <a:solidFill>
                  <a:schemeClr val="tx1"/>
                </a:solidFill>
              </a:rPr>
              <a:t> and </a:t>
            </a:r>
            <a:r>
              <a:rPr lang="es-ES_tradnl" sz="1800" dirty="0" err="1" smtClean="0">
                <a:solidFill>
                  <a:schemeClr val="tx1"/>
                </a:solidFill>
              </a:rPr>
              <a:t>among</a:t>
            </a:r>
            <a:r>
              <a:rPr lang="es-ES_tradnl" sz="1800" dirty="0" smtClean="0">
                <a:solidFill>
                  <a:schemeClr val="tx1"/>
                </a:solidFill>
              </a:rPr>
              <a:t> </a:t>
            </a:r>
            <a:r>
              <a:rPr lang="es-ES_tradnl" sz="1800" dirty="0" err="1" smtClean="0">
                <a:solidFill>
                  <a:schemeClr val="tx1"/>
                </a:solidFill>
              </a:rPr>
              <a:t>international</a:t>
            </a:r>
            <a:r>
              <a:rPr lang="es-ES_tradnl" sz="1800" dirty="0" smtClean="0">
                <a:solidFill>
                  <a:schemeClr val="tx1"/>
                </a:solidFill>
              </a:rPr>
              <a:t> </a:t>
            </a:r>
            <a:r>
              <a:rPr lang="es-ES_tradnl" sz="1800" dirty="0" err="1" smtClean="0">
                <a:solidFill>
                  <a:schemeClr val="tx1"/>
                </a:solidFill>
              </a:rPr>
              <a:t>agreements</a:t>
            </a:r>
            <a:r>
              <a:rPr lang="es-ES_tradnl" sz="1800" dirty="0" smtClean="0">
                <a:solidFill>
                  <a:schemeClr val="tx1"/>
                </a:solidFill>
              </a:rPr>
              <a:t>) as </a:t>
            </a:r>
            <a:r>
              <a:rPr lang="es-ES_tradnl" sz="1800" dirty="0" err="1" smtClean="0">
                <a:solidFill>
                  <a:schemeClr val="tx1"/>
                </a:solidFill>
              </a:rPr>
              <a:t>well</a:t>
            </a:r>
            <a:r>
              <a:rPr lang="es-ES_tradnl" sz="1800" dirty="0" smtClean="0">
                <a:solidFill>
                  <a:schemeClr val="tx1"/>
                </a:solidFill>
              </a:rPr>
              <a:t> as </a:t>
            </a:r>
            <a:r>
              <a:rPr lang="es-ES_tradnl" sz="1800" dirty="0" err="1" smtClean="0">
                <a:solidFill>
                  <a:schemeClr val="tx1"/>
                </a:solidFill>
              </a:rPr>
              <a:t>to</a:t>
            </a:r>
            <a:r>
              <a:rPr lang="es-ES_tradnl" sz="1800" dirty="0" smtClean="0">
                <a:solidFill>
                  <a:schemeClr val="tx1"/>
                </a:solidFill>
              </a:rPr>
              <a:t> </a:t>
            </a:r>
            <a:r>
              <a:rPr lang="es-ES_tradnl" sz="1800" dirty="0" err="1" smtClean="0">
                <a:solidFill>
                  <a:schemeClr val="tx1"/>
                </a:solidFill>
              </a:rPr>
              <a:t>enable</a:t>
            </a:r>
            <a:r>
              <a:rPr lang="es-ES_tradnl" sz="1800" dirty="0" smtClean="0">
                <a:solidFill>
                  <a:schemeClr val="tx1"/>
                </a:solidFill>
              </a:rPr>
              <a:t> </a:t>
            </a:r>
            <a:r>
              <a:rPr lang="es-ES_tradnl" sz="1800" dirty="0" err="1" smtClean="0">
                <a:solidFill>
                  <a:schemeClr val="tx1"/>
                </a:solidFill>
              </a:rPr>
              <a:t>the</a:t>
            </a:r>
            <a:r>
              <a:rPr lang="es-ES_tradnl" sz="1800" dirty="0" smtClean="0">
                <a:solidFill>
                  <a:schemeClr val="tx1"/>
                </a:solidFill>
              </a:rPr>
              <a:t> </a:t>
            </a:r>
            <a:r>
              <a:rPr lang="es-ES_tradnl" sz="1800" dirty="0" err="1" smtClean="0">
                <a:solidFill>
                  <a:schemeClr val="tx1"/>
                </a:solidFill>
              </a:rPr>
              <a:t>negotiation</a:t>
            </a:r>
            <a:r>
              <a:rPr lang="es-ES_tradnl" sz="1800" dirty="0" smtClean="0">
                <a:solidFill>
                  <a:schemeClr val="tx1"/>
                </a:solidFill>
              </a:rPr>
              <a:t> of new </a:t>
            </a:r>
            <a:r>
              <a:rPr lang="es-ES_tradnl" sz="1800" dirty="0" err="1" smtClean="0">
                <a:solidFill>
                  <a:schemeClr val="tx1"/>
                </a:solidFill>
              </a:rPr>
              <a:t>international</a:t>
            </a:r>
            <a:r>
              <a:rPr lang="es-ES_tradnl" sz="1800" dirty="0" smtClean="0">
                <a:solidFill>
                  <a:schemeClr val="tx1"/>
                </a:solidFill>
              </a:rPr>
              <a:t> </a:t>
            </a:r>
            <a:r>
              <a:rPr lang="es-ES_tradnl" sz="1800" dirty="0" err="1" smtClean="0">
                <a:solidFill>
                  <a:schemeClr val="tx1"/>
                </a:solidFill>
              </a:rPr>
              <a:t>agreements</a:t>
            </a:r>
            <a:r>
              <a:rPr lang="es-ES_tradnl" sz="1800" dirty="0" smtClean="0">
                <a:solidFill>
                  <a:schemeClr val="tx1"/>
                </a:solidFill>
              </a:rPr>
              <a:t> </a:t>
            </a:r>
            <a:r>
              <a:rPr lang="es-ES_tradnl" sz="1800" dirty="0" err="1" smtClean="0">
                <a:solidFill>
                  <a:schemeClr val="tx1"/>
                </a:solidFill>
              </a:rPr>
              <a:t>where</a:t>
            </a:r>
            <a:r>
              <a:rPr lang="es-ES_tradnl" sz="1800" dirty="0" smtClean="0">
                <a:solidFill>
                  <a:schemeClr val="tx1"/>
                </a:solidFill>
              </a:rPr>
              <a:t> </a:t>
            </a:r>
            <a:r>
              <a:rPr lang="es-ES_tradnl" sz="1800" dirty="0" err="1" smtClean="0">
                <a:solidFill>
                  <a:schemeClr val="tx1"/>
                </a:solidFill>
              </a:rPr>
              <a:t>necessary</a:t>
            </a:r>
            <a:r>
              <a:rPr lang="es-ES_tradnl" sz="1800" dirty="0" smtClean="0">
                <a:solidFill>
                  <a:schemeClr val="tx1"/>
                </a:solidFill>
              </a:rPr>
              <a:t>. </a:t>
            </a:r>
            <a:r>
              <a:rPr lang="es-ES_tradnl" sz="1800" dirty="0" err="1" smtClean="0">
                <a:solidFill>
                  <a:schemeClr val="tx1"/>
                </a:solidFill>
              </a:rPr>
              <a:t>One</a:t>
            </a:r>
            <a:r>
              <a:rPr lang="es-ES_tradnl" sz="1800" dirty="0" smtClean="0">
                <a:solidFill>
                  <a:schemeClr val="tx1"/>
                </a:solidFill>
              </a:rPr>
              <a:t> </a:t>
            </a:r>
            <a:r>
              <a:rPr lang="es-ES_tradnl" sz="1800" dirty="0" err="1" smtClean="0">
                <a:solidFill>
                  <a:schemeClr val="tx1"/>
                </a:solidFill>
              </a:rPr>
              <a:t>possibility</a:t>
            </a:r>
            <a:r>
              <a:rPr lang="es-ES_tradnl" sz="1800" dirty="0" smtClean="0">
                <a:solidFill>
                  <a:schemeClr val="tx1"/>
                </a:solidFill>
              </a:rPr>
              <a:t> </a:t>
            </a:r>
            <a:r>
              <a:rPr lang="es-ES_tradnl" sz="1800" dirty="0" err="1" smtClean="0">
                <a:solidFill>
                  <a:schemeClr val="tx1"/>
                </a:solidFill>
              </a:rPr>
              <a:t>for</a:t>
            </a:r>
            <a:r>
              <a:rPr lang="es-ES_tradnl" sz="1800" dirty="0" smtClean="0">
                <a:solidFill>
                  <a:schemeClr val="tx1"/>
                </a:solidFill>
              </a:rPr>
              <a:t> </a:t>
            </a:r>
            <a:r>
              <a:rPr lang="es-ES_tradnl" sz="1800" dirty="0" err="1" smtClean="0">
                <a:solidFill>
                  <a:schemeClr val="tx1"/>
                </a:solidFill>
              </a:rPr>
              <a:t>enhancing</a:t>
            </a:r>
            <a:r>
              <a:rPr lang="es-ES_tradnl" sz="1800" dirty="0" smtClean="0">
                <a:solidFill>
                  <a:schemeClr val="tx1"/>
                </a:solidFill>
              </a:rPr>
              <a:t> </a:t>
            </a:r>
            <a:r>
              <a:rPr lang="es-ES_tradnl" sz="1800" dirty="0" err="1" smtClean="0">
                <a:solidFill>
                  <a:schemeClr val="tx1"/>
                </a:solidFill>
              </a:rPr>
              <a:t>coordination</a:t>
            </a:r>
            <a:r>
              <a:rPr lang="es-ES_tradnl" sz="1800" dirty="0" smtClean="0">
                <a:solidFill>
                  <a:schemeClr val="tx1"/>
                </a:solidFill>
              </a:rPr>
              <a:t> and </a:t>
            </a:r>
            <a:r>
              <a:rPr lang="es-ES_tradnl" sz="1800" dirty="0" err="1" smtClean="0">
                <a:solidFill>
                  <a:schemeClr val="tx1"/>
                </a:solidFill>
              </a:rPr>
              <a:t>coherence</a:t>
            </a:r>
            <a:r>
              <a:rPr lang="es-ES_tradnl" sz="1800" dirty="0" smtClean="0">
                <a:solidFill>
                  <a:schemeClr val="tx1"/>
                </a:solidFill>
              </a:rPr>
              <a:t> at </a:t>
            </a:r>
            <a:r>
              <a:rPr lang="es-ES_tradnl" sz="1800" dirty="0" err="1" smtClean="0">
                <a:solidFill>
                  <a:schemeClr val="tx1"/>
                </a:solidFill>
              </a:rPr>
              <a:t>the</a:t>
            </a:r>
            <a:r>
              <a:rPr lang="es-ES_tradnl" sz="1800" dirty="0" smtClean="0">
                <a:solidFill>
                  <a:schemeClr val="tx1"/>
                </a:solidFill>
              </a:rPr>
              <a:t> </a:t>
            </a:r>
            <a:r>
              <a:rPr lang="es-ES_tradnl" sz="1800" dirty="0" err="1" smtClean="0">
                <a:solidFill>
                  <a:schemeClr val="tx1"/>
                </a:solidFill>
              </a:rPr>
              <a:t>international</a:t>
            </a:r>
            <a:r>
              <a:rPr lang="es-ES_tradnl" sz="1800" dirty="0" smtClean="0">
                <a:solidFill>
                  <a:schemeClr val="tx1"/>
                </a:solidFill>
              </a:rPr>
              <a:t> </a:t>
            </a:r>
            <a:r>
              <a:rPr lang="es-ES_tradnl" sz="1800" dirty="0" err="1" smtClean="0">
                <a:solidFill>
                  <a:schemeClr val="tx1"/>
                </a:solidFill>
              </a:rPr>
              <a:t>level</a:t>
            </a:r>
            <a:r>
              <a:rPr lang="es-ES_tradnl" sz="1800" dirty="0" smtClean="0">
                <a:solidFill>
                  <a:schemeClr val="tx1"/>
                </a:solidFill>
              </a:rPr>
              <a:t> </a:t>
            </a:r>
            <a:r>
              <a:rPr lang="es-ES_tradnl" sz="1800" dirty="0" err="1" smtClean="0">
                <a:solidFill>
                  <a:schemeClr val="tx1"/>
                </a:solidFill>
              </a:rPr>
              <a:t>is</a:t>
            </a:r>
            <a:r>
              <a:rPr lang="es-ES_tradnl" sz="1800" dirty="0" smtClean="0">
                <a:solidFill>
                  <a:schemeClr val="tx1"/>
                </a:solidFill>
              </a:rPr>
              <a:t> </a:t>
            </a:r>
            <a:r>
              <a:rPr lang="es-ES_tradnl" sz="1800" dirty="0" err="1" smtClean="0">
                <a:solidFill>
                  <a:schemeClr val="tx1"/>
                </a:solidFill>
              </a:rPr>
              <a:t>to</a:t>
            </a:r>
            <a:r>
              <a:rPr lang="es-ES_tradnl" sz="1800" dirty="0" smtClean="0">
                <a:solidFill>
                  <a:schemeClr val="tx1"/>
                </a:solidFill>
              </a:rPr>
              <a:t> revise </a:t>
            </a:r>
            <a:r>
              <a:rPr lang="es-ES_tradnl" sz="1800" dirty="0" err="1" smtClean="0">
                <a:solidFill>
                  <a:schemeClr val="tx1"/>
                </a:solidFill>
              </a:rPr>
              <a:t>the</a:t>
            </a:r>
            <a:r>
              <a:rPr lang="es-ES_tradnl" sz="1800" dirty="0" smtClean="0">
                <a:solidFill>
                  <a:schemeClr val="tx1"/>
                </a:solidFill>
              </a:rPr>
              <a:t> role and </a:t>
            </a:r>
            <a:r>
              <a:rPr lang="es-ES_tradnl" sz="1800" dirty="0" err="1" smtClean="0">
                <a:solidFill>
                  <a:schemeClr val="tx1"/>
                </a:solidFill>
              </a:rPr>
              <a:t>functioning</a:t>
            </a:r>
            <a:r>
              <a:rPr lang="es-ES_tradnl" sz="1800" dirty="0" smtClean="0">
                <a:solidFill>
                  <a:schemeClr val="tx1"/>
                </a:solidFill>
              </a:rPr>
              <a:t> of </a:t>
            </a:r>
            <a:r>
              <a:rPr lang="es-ES_tradnl" sz="1800" dirty="0" err="1" smtClean="0">
                <a:solidFill>
                  <a:schemeClr val="tx1"/>
                </a:solidFill>
              </a:rPr>
              <a:t>the</a:t>
            </a:r>
            <a:r>
              <a:rPr lang="es-ES_tradnl" sz="1800" dirty="0" smtClean="0">
                <a:solidFill>
                  <a:schemeClr val="tx1"/>
                </a:solidFill>
              </a:rPr>
              <a:t> </a:t>
            </a:r>
            <a:r>
              <a:rPr lang="es-ES_tradnl" sz="1800" dirty="0" err="1" smtClean="0">
                <a:solidFill>
                  <a:schemeClr val="tx1"/>
                </a:solidFill>
              </a:rPr>
              <a:t>Economic</a:t>
            </a:r>
            <a:r>
              <a:rPr lang="es-ES_tradnl" sz="1800" dirty="0" smtClean="0">
                <a:solidFill>
                  <a:schemeClr val="tx1"/>
                </a:solidFill>
              </a:rPr>
              <a:t> and Social Council (ECOSOC), </a:t>
            </a:r>
            <a:r>
              <a:rPr lang="es-ES_tradnl" sz="1800" dirty="0" err="1" smtClean="0">
                <a:solidFill>
                  <a:schemeClr val="tx1"/>
                </a:solidFill>
              </a:rPr>
              <a:t>establishing</a:t>
            </a:r>
            <a:r>
              <a:rPr lang="es-ES_tradnl" sz="1800" dirty="0" smtClean="0">
                <a:solidFill>
                  <a:schemeClr val="tx1"/>
                </a:solidFill>
              </a:rPr>
              <a:t> </a:t>
            </a:r>
            <a:r>
              <a:rPr lang="es-ES_tradnl" sz="1800" dirty="0" err="1" smtClean="0">
                <a:solidFill>
                  <a:schemeClr val="tx1"/>
                </a:solidFill>
              </a:rPr>
              <a:t>sustainability</a:t>
            </a:r>
            <a:r>
              <a:rPr lang="es-ES_tradnl" sz="1800" dirty="0" smtClean="0">
                <a:solidFill>
                  <a:schemeClr val="tx1"/>
                </a:solidFill>
              </a:rPr>
              <a:t> as a </a:t>
            </a:r>
            <a:r>
              <a:rPr lang="es-ES_tradnl" sz="1800" dirty="0" err="1" smtClean="0">
                <a:solidFill>
                  <a:schemeClr val="tx1"/>
                </a:solidFill>
              </a:rPr>
              <a:t>guiding</a:t>
            </a:r>
            <a:r>
              <a:rPr lang="es-ES_tradnl" sz="1800" dirty="0" smtClean="0">
                <a:solidFill>
                  <a:schemeClr val="tx1"/>
                </a:solidFill>
              </a:rPr>
              <a:t> concept </a:t>
            </a:r>
            <a:r>
              <a:rPr lang="es-ES_tradnl" sz="1800" dirty="0" err="1" smtClean="0">
                <a:solidFill>
                  <a:schemeClr val="tx1"/>
                </a:solidFill>
              </a:rPr>
              <a:t>for</a:t>
            </a:r>
            <a:r>
              <a:rPr lang="es-ES_tradnl" sz="1800" dirty="0" smtClean="0">
                <a:solidFill>
                  <a:schemeClr val="tx1"/>
                </a:solidFill>
              </a:rPr>
              <a:t> </a:t>
            </a:r>
            <a:r>
              <a:rPr lang="es-ES_tradnl" sz="1800" dirty="0" err="1" smtClean="0">
                <a:solidFill>
                  <a:schemeClr val="tx1"/>
                </a:solidFill>
              </a:rPr>
              <a:t>its</a:t>
            </a:r>
            <a:r>
              <a:rPr lang="es-ES_tradnl" sz="1800" dirty="0" smtClean="0">
                <a:solidFill>
                  <a:schemeClr val="tx1"/>
                </a:solidFill>
              </a:rPr>
              <a:t> </a:t>
            </a:r>
            <a:r>
              <a:rPr lang="es-ES_tradnl" sz="1800" dirty="0" err="1" smtClean="0">
                <a:solidFill>
                  <a:schemeClr val="tx1"/>
                </a:solidFill>
              </a:rPr>
              <a:t>decisions</a:t>
            </a:r>
            <a:r>
              <a:rPr lang="es-ES_tradnl" sz="1800" dirty="0" smtClean="0">
                <a:solidFill>
                  <a:schemeClr val="tx1"/>
                </a:solidFill>
              </a:rPr>
              <a:t>.</a:t>
            </a:r>
          </a:p>
          <a:p>
            <a:pPr lvl="1">
              <a:spcBef>
                <a:spcPts val="0"/>
              </a:spcBef>
              <a:spcAft>
                <a:spcPts val="600"/>
              </a:spcAft>
            </a:pPr>
            <a:r>
              <a:rPr lang="es-ES_tradnl" sz="1800" dirty="0" err="1" smtClean="0">
                <a:solidFill>
                  <a:schemeClr val="tx1"/>
                </a:solidFill>
              </a:rPr>
              <a:t>Strengthen</a:t>
            </a:r>
            <a:r>
              <a:rPr lang="es-ES_tradnl" sz="1800" dirty="0" smtClean="0">
                <a:solidFill>
                  <a:schemeClr val="tx1"/>
                </a:solidFill>
              </a:rPr>
              <a:t> </a:t>
            </a:r>
            <a:r>
              <a:rPr lang="es-ES_tradnl" sz="1800" dirty="0" err="1" smtClean="0">
                <a:solidFill>
                  <a:schemeClr val="tx1"/>
                </a:solidFill>
              </a:rPr>
              <a:t>the</a:t>
            </a:r>
            <a:r>
              <a:rPr lang="es-ES_tradnl" sz="1800" dirty="0" smtClean="0">
                <a:solidFill>
                  <a:schemeClr val="tx1"/>
                </a:solidFill>
              </a:rPr>
              <a:t> </a:t>
            </a:r>
            <a:r>
              <a:rPr lang="es-ES_tradnl" sz="1800" dirty="0" err="1" smtClean="0">
                <a:solidFill>
                  <a:schemeClr val="tx1"/>
                </a:solidFill>
              </a:rPr>
              <a:t>development</a:t>
            </a:r>
            <a:r>
              <a:rPr lang="es-ES_tradnl" sz="1800" dirty="0" smtClean="0">
                <a:solidFill>
                  <a:schemeClr val="tx1"/>
                </a:solidFill>
              </a:rPr>
              <a:t> pillar of </a:t>
            </a:r>
            <a:r>
              <a:rPr lang="es-ES_tradnl" sz="1800" dirty="0" err="1" smtClean="0">
                <a:solidFill>
                  <a:schemeClr val="tx1"/>
                </a:solidFill>
              </a:rPr>
              <a:t>the</a:t>
            </a:r>
            <a:r>
              <a:rPr lang="es-ES_tradnl" sz="1800" dirty="0" smtClean="0">
                <a:solidFill>
                  <a:schemeClr val="tx1"/>
                </a:solidFill>
              </a:rPr>
              <a:t> </a:t>
            </a:r>
            <a:r>
              <a:rPr lang="es-ES_tradnl" sz="1800" dirty="0" err="1" smtClean="0">
                <a:solidFill>
                  <a:schemeClr val="tx1"/>
                </a:solidFill>
              </a:rPr>
              <a:t>United</a:t>
            </a:r>
            <a:r>
              <a:rPr lang="es-ES_tradnl" sz="1800" dirty="0" smtClean="0">
                <a:solidFill>
                  <a:schemeClr val="tx1"/>
                </a:solidFill>
              </a:rPr>
              <a:t> </a:t>
            </a:r>
            <a:r>
              <a:rPr lang="es-ES_tradnl" sz="1800" dirty="0" err="1" smtClean="0">
                <a:solidFill>
                  <a:schemeClr val="tx1"/>
                </a:solidFill>
              </a:rPr>
              <a:t>Nations</a:t>
            </a:r>
            <a:endParaRPr lang="es-ES_tradnl" sz="1800" dirty="0" smtClean="0">
              <a:solidFill>
                <a:schemeClr val="tx1"/>
              </a:solidFill>
            </a:endParaRPr>
          </a:p>
          <a:p>
            <a:pPr lvl="1">
              <a:spcBef>
                <a:spcPts val="0"/>
              </a:spcBef>
              <a:spcAft>
                <a:spcPts val="600"/>
              </a:spcAft>
            </a:pPr>
            <a:r>
              <a:rPr lang="es-ES_tradnl" sz="1800" dirty="0" smtClean="0">
                <a:solidFill>
                  <a:schemeClr val="tx1"/>
                </a:solidFill>
              </a:rPr>
              <a:t>International </a:t>
            </a:r>
            <a:r>
              <a:rPr lang="es-ES_tradnl" sz="1800" dirty="0" err="1" smtClean="0">
                <a:solidFill>
                  <a:schemeClr val="tx1"/>
                </a:solidFill>
              </a:rPr>
              <a:t>agreements</a:t>
            </a:r>
            <a:r>
              <a:rPr lang="es-ES_tradnl" sz="1800" dirty="0" smtClean="0">
                <a:solidFill>
                  <a:schemeClr val="tx1"/>
                </a:solidFill>
              </a:rPr>
              <a:t> (at </a:t>
            </a:r>
            <a:r>
              <a:rPr lang="es-ES_tradnl" sz="1800" dirty="0" err="1" smtClean="0">
                <a:solidFill>
                  <a:schemeClr val="tx1"/>
                </a:solidFill>
              </a:rPr>
              <a:t>the</a:t>
            </a:r>
            <a:r>
              <a:rPr lang="es-ES_tradnl" sz="1800" dirty="0" smtClean="0">
                <a:solidFill>
                  <a:schemeClr val="tx1"/>
                </a:solidFill>
              </a:rPr>
              <a:t> global </a:t>
            </a:r>
            <a:r>
              <a:rPr lang="es-ES_tradnl" sz="1800" dirty="0" err="1" smtClean="0">
                <a:solidFill>
                  <a:schemeClr val="tx1"/>
                </a:solidFill>
              </a:rPr>
              <a:t>or</a:t>
            </a:r>
            <a:r>
              <a:rPr lang="es-ES_tradnl" sz="1800" dirty="0" smtClean="0">
                <a:solidFill>
                  <a:schemeClr val="tx1"/>
                </a:solidFill>
              </a:rPr>
              <a:t> regional </a:t>
            </a:r>
            <a:r>
              <a:rPr lang="es-ES_tradnl" sz="1800" dirty="0" err="1" smtClean="0">
                <a:solidFill>
                  <a:schemeClr val="tx1"/>
                </a:solidFill>
              </a:rPr>
              <a:t>level</a:t>
            </a:r>
            <a:r>
              <a:rPr lang="es-ES_tradnl" sz="1800" dirty="0" smtClean="0">
                <a:solidFill>
                  <a:schemeClr val="tx1"/>
                </a:solidFill>
              </a:rPr>
              <a:t>) </a:t>
            </a:r>
            <a:r>
              <a:rPr lang="es-ES_tradnl" sz="1800" dirty="0" err="1" smtClean="0">
                <a:solidFill>
                  <a:schemeClr val="tx1"/>
                </a:solidFill>
              </a:rPr>
              <a:t>to</a:t>
            </a:r>
            <a:r>
              <a:rPr lang="es-ES_tradnl" sz="1800" dirty="0" smtClean="0">
                <a:solidFill>
                  <a:schemeClr val="tx1"/>
                </a:solidFill>
              </a:rPr>
              <a:t> </a:t>
            </a:r>
            <a:r>
              <a:rPr lang="es-ES_tradnl" sz="1800" dirty="0" err="1" smtClean="0">
                <a:solidFill>
                  <a:schemeClr val="tx1"/>
                </a:solidFill>
              </a:rPr>
              <a:t>promote</a:t>
            </a:r>
            <a:r>
              <a:rPr lang="es-ES_tradnl" sz="1800" dirty="0" smtClean="0">
                <a:solidFill>
                  <a:schemeClr val="tx1"/>
                </a:solidFill>
              </a:rPr>
              <a:t> </a:t>
            </a:r>
            <a:r>
              <a:rPr lang="es-ES_tradnl" sz="1800" dirty="0" err="1" smtClean="0">
                <a:solidFill>
                  <a:schemeClr val="tx1"/>
                </a:solidFill>
              </a:rPr>
              <a:t>the</a:t>
            </a:r>
            <a:r>
              <a:rPr lang="es-ES_tradnl" sz="1800" dirty="0" smtClean="0">
                <a:solidFill>
                  <a:schemeClr val="tx1"/>
                </a:solidFill>
              </a:rPr>
              <a:t> </a:t>
            </a:r>
            <a:r>
              <a:rPr lang="es-ES_tradnl" sz="1800" dirty="0" err="1" smtClean="0">
                <a:solidFill>
                  <a:schemeClr val="tx1"/>
                </a:solidFill>
              </a:rPr>
              <a:t>enactment</a:t>
            </a:r>
            <a:r>
              <a:rPr lang="es-ES_tradnl" sz="1800" dirty="0" smtClean="0">
                <a:solidFill>
                  <a:schemeClr val="tx1"/>
                </a:solidFill>
              </a:rPr>
              <a:t> of </a:t>
            </a:r>
            <a:r>
              <a:rPr lang="es-ES_tradnl" sz="1800" dirty="0" err="1" smtClean="0">
                <a:solidFill>
                  <a:schemeClr val="tx1"/>
                </a:solidFill>
              </a:rPr>
              <a:t>legislation</a:t>
            </a:r>
            <a:r>
              <a:rPr lang="es-ES_tradnl" sz="1800" dirty="0" smtClean="0">
                <a:solidFill>
                  <a:schemeClr val="tx1"/>
                </a:solidFill>
              </a:rPr>
              <a:t> </a:t>
            </a:r>
            <a:r>
              <a:rPr lang="es-ES_tradnl" sz="1800" dirty="0" err="1" smtClean="0">
                <a:solidFill>
                  <a:schemeClr val="tx1"/>
                </a:solidFill>
              </a:rPr>
              <a:t>pertaining</a:t>
            </a:r>
            <a:r>
              <a:rPr lang="es-ES_tradnl" sz="1800" dirty="0" smtClean="0">
                <a:solidFill>
                  <a:schemeClr val="tx1"/>
                </a:solidFill>
              </a:rPr>
              <a:t> </a:t>
            </a:r>
            <a:r>
              <a:rPr lang="es-ES_tradnl" sz="1800" dirty="0" err="1" smtClean="0">
                <a:solidFill>
                  <a:schemeClr val="tx1"/>
                </a:solidFill>
              </a:rPr>
              <a:t>to</a:t>
            </a:r>
            <a:r>
              <a:rPr lang="es-ES_tradnl" sz="1800" dirty="0" smtClean="0">
                <a:solidFill>
                  <a:schemeClr val="tx1"/>
                </a:solidFill>
              </a:rPr>
              <a:t> </a:t>
            </a:r>
            <a:r>
              <a:rPr lang="es-ES_tradnl" sz="1800" dirty="0" err="1" smtClean="0">
                <a:solidFill>
                  <a:schemeClr val="tx1"/>
                </a:solidFill>
              </a:rPr>
              <a:t>Principle</a:t>
            </a:r>
            <a:r>
              <a:rPr lang="es-ES_tradnl" sz="1800" dirty="0" smtClean="0">
                <a:solidFill>
                  <a:schemeClr val="tx1"/>
                </a:solidFill>
              </a:rPr>
              <a:t> 10 of </a:t>
            </a:r>
            <a:r>
              <a:rPr lang="es-ES_tradnl" sz="1800" dirty="0" err="1" smtClean="0">
                <a:solidFill>
                  <a:schemeClr val="tx1"/>
                </a:solidFill>
              </a:rPr>
              <a:t>the</a:t>
            </a:r>
            <a:r>
              <a:rPr lang="es-ES_tradnl" sz="1800" dirty="0" smtClean="0">
                <a:solidFill>
                  <a:schemeClr val="tx1"/>
                </a:solidFill>
              </a:rPr>
              <a:t> Rio </a:t>
            </a:r>
            <a:r>
              <a:rPr lang="es-ES_tradnl" sz="1800" dirty="0" err="1" smtClean="0">
                <a:solidFill>
                  <a:schemeClr val="tx1"/>
                </a:solidFill>
              </a:rPr>
              <a:t>Declaration</a:t>
            </a:r>
            <a:r>
              <a:rPr lang="es-ES_tradnl" sz="1800" dirty="0" smtClean="0">
                <a:solidFill>
                  <a:schemeClr val="tx1"/>
                </a:solidFill>
              </a:rPr>
              <a:t> and </a:t>
            </a:r>
            <a:r>
              <a:rPr lang="es-ES_tradnl" sz="1800" dirty="0" err="1" smtClean="0">
                <a:solidFill>
                  <a:schemeClr val="tx1"/>
                </a:solidFill>
              </a:rPr>
              <a:t>its</a:t>
            </a:r>
            <a:r>
              <a:rPr lang="es-ES_tradnl" sz="1800" dirty="0" smtClean="0">
                <a:solidFill>
                  <a:schemeClr val="tx1"/>
                </a:solidFill>
              </a:rPr>
              <a:t> </a:t>
            </a:r>
            <a:r>
              <a:rPr lang="es-ES_tradnl" sz="1800" dirty="0" err="1" smtClean="0">
                <a:solidFill>
                  <a:schemeClr val="tx1"/>
                </a:solidFill>
              </a:rPr>
              <a:t>implementation</a:t>
            </a:r>
            <a:r>
              <a:rPr lang="es-ES_tradnl" sz="1800" dirty="0" smtClean="0">
                <a:solidFill>
                  <a:schemeClr val="tx1"/>
                </a:solidFill>
              </a:rPr>
              <a:t>, </a:t>
            </a:r>
            <a:r>
              <a:rPr lang="es-ES_tradnl" sz="1800" dirty="0" err="1" smtClean="0">
                <a:solidFill>
                  <a:schemeClr val="tx1"/>
                </a:solidFill>
              </a:rPr>
              <a:t>to</a:t>
            </a:r>
            <a:r>
              <a:rPr lang="es-ES_tradnl" sz="1800" dirty="0" smtClean="0">
                <a:solidFill>
                  <a:schemeClr val="tx1"/>
                </a:solidFill>
              </a:rPr>
              <a:t> </a:t>
            </a:r>
            <a:r>
              <a:rPr lang="es-ES_tradnl" sz="1800" dirty="0" err="1" smtClean="0">
                <a:solidFill>
                  <a:schemeClr val="tx1"/>
                </a:solidFill>
              </a:rPr>
              <a:t>be</a:t>
            </a:r>
            <a:r>
              <a:rPr lang="es-ES_tradnl" sz="1800" dirty="0" smtClean="0">
                <a:solidFill>
                  <a:schemeClr val="tx1"/>
                </a:solidFill>
              </a:rPr>
              <a:t> </a:t>
            </a:r>
            <a:r>
              <a:rPr lang="es-ES_tradnl" sz="1800" dirty="0" err="1" smtClean="0">
                <a:solidFill>
                  <a:schemeClr val="tx1"/>
                </a:solidFill>
              </a:rPr>
              <a:t>possibly</a:t>
            </a:r>
            <a:r>
              <a:rPr lang="es-ES_tradnl" sz="1800" dirty="0" smtClean="0">
                <a:solidFill>
                  <a:schemeClr val="tx1"/>
                </a:solidFill>
              </a:rPr>
              <a:t>, </a:t>
            </a:r>
            <a:r>
              <a:rPr lang="es-ES_tradnl" sz="1800" dirty="0" err="1" smtClean="0">
                <a:solidFill>
                  <a:schemeClr val="tx1"/>
                </a:solidFill>
              </a:rPr>
              <a:t>but</a:t>
            </a:r>
            <a:r>
              <a:rPr lang="es-ES_tradnl" sz="1800" dirty="0" smtClean="0">
                <a:solidFill>
                  <a:schemeClr val="tx1"/>
                </a:solidFill>
              </a:rPr>
              <a:t> </a:t>
            </a:r>
            <a:r>
              <a:rPr lang="es-ES_tradnl" sz="1800" dirty="0" err="1" smtClean="0">
                <a:solidFill>
                  <a:schemeClr val="tx1"/>
                </a:solidFill>
              </a:rPr>
              <a:t>not</a:t>
            </a:r>
            <a:r>
              <a:rPr lang="es-ES_tradnl" sz="1800" dirty="0" smtClean="0">
                <a:solidFill>
                  <a:schemeClr val="tx1"/>
                </a:solidFill>
              </a:rPr>
              <a:t> </a:t>
            </a:r>
            <a:r>
              <a:rPr lang="es-ES_tradnl" sz="1800" dirty="0" err="1" smtClean="0">
                <a:solidFill>
                  <a:schemeClr val="tx1"/>
                </a:solidFill>
              </a:rPr>
              <a:t>necessarily</a:t>
            </a:r>
            <a:r>
              <a:rPr lang="es-ES_tradnl" sz="1800" dirty="0" smtClean="0">
                <a:solidFill>
                  <a:schemeClr val="tx1"/>
                </a:solidFill>
              </a:rPr>
              <a:t>, </a:t>
            </a:r>
            <a:r>
              <a:rPr lang="es-ES_tradnl" sz="1800" dirty="0" err="1" smtClean="0">
                <a:solidFill>
                  <a:schemeClr val="tx1"/>
                </a:solidFill>
              </a:rPr>
              <a:t>based</a:t>
            </a:r>
            <a:r>
              <a:rPr lang="es-ES_tradnl" sz="1800" dirty="0" smtClean="0">
                <a:solidFill>
                  <a:schemeClr val="tx1"/>
                </a:solidFill>
              </a:rPr>
              <a:t> </a:t>
            </a:r>
            <a:r>
              <a:rPr lang="es-ES_tradnl" sz="1800" dirty="0" err="1" smtClean="0">
                <a:solidFill>
                  <a:schemeClr val="tx1"/>
                </a:solidFill>
              </a:rPr>
              <a:t>on</a:t>
            </a:r>
            <a:r>
              <a:rPr lang="es-ES_tradnl" sz="1800" dirty="0" smtClean="0">
                <a:solidFill>
                  <a:schemeClr val="tx1"/>
                </a:solidFill>
              </a:rPr>
              <a:t> </a:t>
            </a:r>
            <a:r>
              <a:rPr lang="es-ES_tradnl" sz="1800" dirty="0" err="1" smtClean="0">
                <a:solidFill>
                  <a:schemeClr val="tx1"/>
                </a:solidFill>
              </a:rPr>
              <a:t>the</a:t>
            </a:r>
            <a:r>
              <a:rPr lang="es-ES_tradnl" sz="1800" dirty="0" smtClean="0">
                <a:solidFill>
                  <a:schemeClr val="tx1"/>
                </a:solidFill>
              </a:rPr>
              <a:t> </a:t>
            </a:r>
            <a:r>
              <a:rPr lang="es-ES_tradnl" sz="1800" dirty="0" err="1" smtClean="0">
                <a:solidFill>
                  <a:schemeClr val="tx1"/>
                </a:solidFill>
              </a:rPr>
              <a:t>Aarhus</a:t>
            </a:r>
            <a:r>
              <a:rPr lang="es-ES_tradnl" sz="1800" dirty="0" smtClean="0">
                <a:solidFill>
                  <a:schemeClr val="tx1"/>
                </a:solidFill>
              </a:rPr>
              <a:t> </a:t>
            </a:r>
            <a:r>
              <a:rPr lang="es-ES_tradnl" sz="1800" dirty="0" err="1" smtClean="0">
                <a:solidFill>
                  <a:schemeClr val="tx1"/>
                </a:solidFill>
              </a:rPr>
              <a:t>Convention</a:t>
            </a:r>
            <a:r>
              <a:rPr lang="es-ES_tradnl" sz="1800" dirty="0" smtClean="0">
                <a:solidFill>
                  <a:schemeClr val="tx1"/>
                </a:solidFill>
              </a:rPr>
              <a:t>.</a:t>
            </a:r>
          </a:p>
          <a:p>
            <a:pPr lvl="1">
              <a:spcBef>
                <a:spcPts val="0"/>
              </a:spcBef>
            </a:pPr>
            <a:r>
              <a:rPr lang="es-ES_tradnl" sz="1800" dirty="0" smtClean="0">
                <a:solidFill>
                  <a:schemeClr val="tx1"/>
                </a:solidFill>
              </a:rPr>
              <a:t>Global </a:t>
            </a:r>
            <a:r>
              <a:rPr lang="es-ES_tradnl" sz="1800" dirty="0" err="1" smtClean="0">
                <a:solidFill>
                  <a:schemeClr val="tx1"/>
                </a:solidFill>
              </a:rPr>
              <a:t>tax</a:t>
            </a:r>
            <a:r>
              <a:rPr lang="es-ES_tradnl" sz="1800" dirty="0" smtClean="0">
                <a:solidFill>
                  <a:schemeClr val="tx1"/>
                </a:solidFill>
              </a:rPr>
              <a:t> </a:t>
            </a:r>
            <a:r>
              <a:rPr lang="es-ES_tradnl" sz="1800" dirty="0" err="1" smtClean="0">
                <a:solidFill>
                  <a:schemeClr val="tx1"/>
                </a:solidFill>
              </a:rPr>
              <a:t>on</a:t>
            </a:r>
            <a:r>
              <a:rPr lang="es-ES_tradnl" sz="1800" dirty="0" smtClean="0">
                <a:solidFill>
                  <a:schemeClr val="tx1"/>
                </a:solidFill>
              </a:rPr>
              <a:t> </a:t>
            </a:r>
            <a:r>
              <a:rPr lang="es-ES_tradnl" sz="1800" dirty="0" err="1" smtClean="0">
                <a:solidFill>
                  <a:schemeClr val="tx1"/>
                </a:solidFill>
              </a:rPr>
              <a:t>international</a:t>
            </a:r>
            <a:r>
              <a:rPr lang="es-ES_tradnl" sz="1800" dirty="0" smtClean="0">
                <a:solidFill>
                  <a:schemeClr val="tx1"/>
                </a:solidFill>
              </a:rPr>
              <a:t> </a:t>
            </a:r>
            <a:r>
              <a:rPr lang="es-ES_tradnl" sz="1800" dirty="0" err="1" smtClean="0">
                <a:solidFill>
                  <a:schemeClr val="tx1"/>
                </a:solidFill>
              </a:rPr>
              <a:t>financial</a:t>
            </a:r>
            <a:r>
              <a:rPr lang="es-ES_tradnl" sz="1800" dirty="0" smtClean="0">
                <a:solidFill>
                  <a:schemeClr val="tx1"/>
                </a:solidFill>
              </a:rPr>
              <a:t> </a:t>
            </a:r>
            <a:r>
              <a:rPr lang="es-ES_tradnl" sz="1800" dirty="0" err="1" smtClean="0">
                <a:solidFill>
                  <a:schemeClr val="tx1"/>
                </a:solidFill>
              </a:rPr>
              <a:t>transactions</a:t>
            </a:r>
            <a:endParaRPr lang="en-US" sz="1800"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2800" dirty="0" smtClean="0">
                <a:solidFill>
                  <a:srgbClr val="000090"/>
                </a:solidFill>
              </a:rPr>
              <a:t>Common themes in regional submissions</a:t>
            </a:r>
          </a:p>
        </p:txBody>
      </p:sp>
      <p:sp>
        <p:nvSpPr>
          <p:cNvPr id="3" name="Content Placeholder 2"/>
          <p:cNvSpPr>
            <a:spLocks noGrp="1"/>
          </p:cNvSpPr>
          <p:nvPr>
            <p:ph sz="quarter" idx="1"/>
          </p:nvPr>
        </p:nvSpPr>
        <p:spPr/>
        <p:txBody>
          <a:bodyPr/>
          <a:lstStyle/>
          <a:p>
            <a:endParaRPr lang="en-US" dirty="0" smtClean="0"/>
          </a:p>
          <a:p>
            <a:r>
              <a:rPr lang="en-US" dirty="0" smtClean="0"/>
              <a:t>Lack of definition of Green Economy</a:t>
            </a:r>
          </a:p>
          <a:p>
            <a:r>
              <a:rPr lang="en-CA" dirty="0" smtClean="0"/>
              <a:t>Public Participation</a:t>
            </a:r>
          </a:p>
          <a:p>
            <a:r>
              <a:rPr lang="en-CA" dirty="0" smtClean="0"/>
              <a:t>Sustainable Consumption and Production</a:t>
            </a:r>
          </a:p>
          <a:p>
            <a:r>
              <a:rPr lang="en-US" dirty="0" smtClean="0"/>
              <a:t>Common but differentiated responsibilities</a:t>
            </a:r>
          </a:p>
          <a:p>
            <a:r>
              <a:rPr lang="en-US" dirty="0" smtClean="0"/>
              <a:t>Concerns with Protectionism</a:t>
            </a:r>
          </a:p>
          <a:p>
            <a:r>
              <a:rPr lang="en-US" dirty="0" smtClean="0"/>
              <a:t>Technology transfer</a:t>
            </a:r>
          </a:p>
          <a:p>
            <a:r>
              <a:rPr lang="en-US" dirty="0" smtClean="0"/>
              <a:t>Financing – ODA commitments not met</a:t>
            </a:r>
          </a:p>
          <a:p>
            <a:endParaRPr lang="en-CA"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13" name="Object 5"/>
          <p:cNvGraphicFramePr>
            <a:graphicFrameLocks noChangeAspect="1"/>
          </p:cNvGraphicFramePr>
          <p:nvPr/>
        </p:nvGraphicFramePr>
        <p:xfrm>
          <a:off x="457200" y="581891"/>
          <a:ext cx="8229600" cy="6120574"/>
        </p:xfrm>
        <a:graphic>
          <a:graphicData uri="http://schemas.openxmlformats.org/presentationml/2006/ole">
            <p:oleObj spid="_x0000_s68613" name="Documento" r:id="rId3" imgW="5536996" imgH="5498898" progId="Word.Document.12">
              <p:embed/>
            </p:oleObj>
          </a:graphicData>
        </a:graphic>
      </p:graphicFrame>
      <p:sp>
        <p:nvSpPr>
          <p:cNvPr id="2" name="Título 1"/>
          <p:cNvSpPr>
            <a:spLocks noGrp="1"/>
          </p:cNvSpPr>
          <p:nvPr>
            <p:ph type="title"/>
          </p:nvPr>
        </p:nvSpPr>
        <p:spPr/>
        <p:txBody>
          <a:bodyPr>
            <a:normAutofit fontScale="90000"/>
          </a:bodyPr>
          <a:lstStyle/>
          <a:p>
            <a:r>
              <a:rPr lang="es-ES_tradnl" err="1" smtClean="0">
                <a:solidFill>
                  <a:srgbClr val="000090"/>
                </a:solidFill>
              </a:rPr>
              <a:t>References</a:t>
            </a:r>
            <a:r>
              <a:rPr lang="es-ES_tradnl" smtClean="0">
                <a:solidFill>
                  <a:srgbClr val="000090"/>
                </a:solidFill>
              </a:rPr>
              <a:t> </a:t>
            </a:r>
            <a:r>
              <a:rPr lang="es-ES_tradnl" err="1" smtClean="0">
                <a:solidFill>
                  <a:srgbClr val="000090"/>
                </a:solidFill>
              </a:rPr>
              <a:t>to</a:t>
            </a:r>
            <a:r>
              <a:rPr lang="es-ES_tradnl" smtClean="0">
                <a:solidFill>
                  <a:srgbClr val="000090"/>
                </a:solidFill>
              </a:rPr>
              <a:t> </a:t>
            </a:r>
            <a:r>
              <a:rPr lang="es-ES_tradnl" err="1" smtClean="0">
                <a:solidFill>
                  <a:srgbClr val="000090"/>
                </a:solidFill>
              </a:rPr>
              <a:t>Green</a:t>
            </a:r>
            <a:r>
              <a:rPr lang="es-ES_tradnl" smtClean="0">
                <a:solidFill>
                  <a:srgbClr val="000090"/>
                </a:solidFill>
              </a:rPr>
              <a:t> </a:t>
            </a:r>
            <a:r>
              <a:rPr lang="es-ES_tradnl" err="1" smtClean="0">
                <a:solidFill>
                  <a:srgbClr val="000090"/>
                </a:solidFill>
              </a:rPr>
              <a:t>Economy</a:t>
            </a:r>
            <a:r>
              <a:rPr lang="es-ES_tradnl" smtClean="0">
                <a:solidFill>
                  <a:srgbClr val="000090"/>
                </a:solidFill>
              </a:rPr>
              <a:t> in </a:t>
            </a:r>
            <a:r>
              <a:rPr lang="es-ES_tradnl" err="1" smtClean="0">
                <a:solidFill>
                  <a:srgbClr val="000090"/>
                </a:solidFill>
              </a:rPr>
              <a:t>submissions</a:t>
            </a:r>
            <a:r>
              <a:rPr lang="es-ES_tradnl" smtClean="0">
                <a:solidFill>
                  <a:srgbClr val="000090"/>
                </a:solidFill>
              </a:rPr>
              <a:t> by LAC </a:t>
            </a:r>
            <a:r>
              <a:rPr lang="es-ES_tradnl" err="1" smtClean="0">
                <a:solidFill>
                  <a:srgbClr val="000090"/>
                </a:solidFill>
              </a:rPr>
              <a:t>countries</a:t>
            </a:r>
            <a:endParaRPr lang="es-ES_tradnl">
              <a:solidFill>
                <a:srgbClr val="00009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5" name="Object 3"/>
          <p:cNvGraphicFramePr>
            <a:graphicFrameLocks noChangeAspect="1"/>
          </p:cNvGraphicFramePr>
          <p:nvPr/>
        </p:nvGraphicFramePr>
        <p:xfrm>
          <a:off x="457201" y="858982"/>
          <a:ext cx="8229599" cy="5622056"/>
        </p:xfrm>
        <a:graphic>
          <a:graphicData uri="http://schemas.openxmlformats.org/presentationml/2006/ole">
            <p:oleObj spid="_x0000_s69635" name="Documento" r:id="rId3" imgW="6083076" imgH="5232207" progId="Word.Document.12">
              <p:embed/>
            </p:oleObj>
          </a:graphicData>
        </a:graphic>
      </p:graphicFrame>
      <p:sp>
        <p:nvSpPr>
          <p:cNvPr id="2" name="Título 1"/>
          <p:cNvSpPr>
            <a:spLocks noGrp="1"/>
          </p:cNvSpPr>
          <p:nvPr>
            <p:ph type="title"/>
          </p:nvPr>
        </p:nvSpPr>
        <p:spPr/>
        <p:txBody>
          <a:bodyPr>
            <a:normAutofit fontScale="90000"/>
          </a:bodyPr>
          <a:lstStyle/>
          <a:p>
            <a:r>
              <a:rPr lang="es-ES_tradnl" err="1" smtClean="0">
                <a:solidFill>
                  <a:srgbClr val="000090"/>
                </a:solidFill>
              </a:rPr>
              <a:t>References</a:t>
            </a:r>
            <a:r>
              <a:rPr lang="es-ES_tradnl" smtClean="0">
                <a:solidFill>
                  <a:srgbClr val="000090"/>
                </a:solidFill>
              </a:rPr>
              <a:t> </a:t>
            </a:r>
            <a:r>
              <a:rPr lang="es-ES_tradnl" err="1" smtClean="0">
                <a:solidFill>
                  <a:srgbClr val="000090"/>
                </a:solidFill>
              </a:rPr>
              <a:t>to</a:t>
            </a:r>
            <a:r>
              <a:rPr lang="es-ES_tradnl" smtClean="0">
                <a:solidFill>
                  <a:srgbClr val="000090"/>
                </a:solidFill>
              </a:rPr>
              <a:t> </a:t>
            </a:r>
            <a:r>
              <a:rPr lang="es-ES_tradnl" err="1" smtClean="0">
                <a:solidFill>
                  <a:srgbClr val="000090"/>
                </a:solidFill>
              </a:rPr>
              <a:t>Green</a:t>
            </a:r>
            <a:r>
              <a:rPr lang="es-ES_tradnl" smtClean="0">
                <a:solidFill>
                  <a:srgbClr val="000090"/>
                </a:solidFill>
              </a:rPr>
              <a:t> </a:t>
            </a:r>
            <a:r>
              <a:rPr lang="es-ES_tradnl" err="1" smtClean="0">
                <a:solidFill>
                  <a:srgbClr val="000090"/>
                </a:solidFill>
              </a:rPr>
              <a:t>Economy</a:t>
            </a:r>
            <a:r>
              <a:rPr lang="es-ES_tradnl" smtClean="0">
                <a:solidFill>
                  <a:srgbClr val="000090"/>
                </a:solidFill>
              </a:rPr>
              <a:t> in </a:t>
            </a:r>
            <a:r>
              <a:rPr lang="es-ES_tradnl" err="1" smtClean="0">
                <a:solidFill>
                  <a:srgbClr val="000090"/>
                </a:solidFill>
              </a:rPr>
              <a:t>submissions</a:t>
            </a:r>
            <a:r>
              <a:rPr lang="es-ES_tradnl" smtClean="0">
                <a:solidFill>
                  <a:srgbClr val="000090"/>
                </a:solidFill>
              </a:rPr>
              <a:t> by LAC </a:t>
            </a:r>
            <a:r>
              <a:rPr lang="es-ES_tradnl" err="1" smtClean="0">
                <a:solidFill>
                  <a:srgbClr val="000090"/>
                </a:solidFill>
              </a:rPr>
              <a:t>countries</a:t>
            </a:r>
            <a:endParaRPr lang="es-ES_tradnl">
              <a:solidFill>
                <a:srgbClr val="000090"/>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en">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en">
      <a:majorFont>
        <a:latin typeface="Bookman Old Style"/>
        <a:ea typeface=""/>
        <a:cs typeface=""/>
        <a:font script="Grek" typeface="Cambria"/>
        <a:font script="Cyrl" typeface="Cambria"/>
        <a:font script="Jpan" typeface="ＭＳ 明朝"/>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Origen.thmx</Template>
  <TotalTime>669</TotalTime>
  <Words>1894</Words>
  <Application>Microsoft Office PowerPoint</Application>
  <PresentationFormat>On-screen Show (4:3)</PresentationFormat>
  <Paragraphs>331</Paragraphs>
  <Slides>24</Slides>
  <Notes>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26" baseType="lpstr">
      <vt:lpstr>Origen</vt:lpstr>
      <vt:lpstr>Documento</vt:lpstr>
      <vt:lpstr>Latin America and the Caribbean:  Regional Preparatory Process for Rio+20</vt:lpstr>
      <vt:lpstr>Slide 2</vt:lpstr>
      <vt:lpstr>LAC Regional Preparatory Meeting</vt:lpstr>
      <vt:lpstr>LAC Regional Preparatory Meeting</vt:lpstr>
      <vt:lpstr>Issues highlighted</vt:lpstr>
      <vt:lpstr>Conclusions from the Latin American and Caribbean Regional Preparatory Meeting for Rio+20 </vt:lpstr>
      <vt:lpstr>Conclusions from the Latin American and Caribbean Regional Preparatory  Meeting for Rio+20 (cont.)</vt:lpstr>
      <vt:lpstr>Interagency assessment</vt:lpstr>
      <vt:lpstr>The situation in the region today is quite different from that which existed in 1992</vt:lpstr>
      <vt:lpstr>Mixed progress has been observed in the sustainability of development</vt:lpstr>
      <vt:lpstr>Mixed progress has been observed in the sustainability of development</vt:lpstr>
      <vt:lpstr>Inequality has slightly diminished over the last 20 years</vt:lpstr>
      <vt:lpstr>The past five years have seen significant progress in the control of deforestation </vt:lpstr>
      <vt:lpstr>Regional emissions of ozone-depleting substances have declined steadily over the last 20 years</vt:lpstr>
      <vt:lpstr>International cooperation and improvements in the terms of international trade are not sufficient</vt:lpstr>
      <vt:lpstr>Strengthening the environmental pillar</vt:lpstr>
      <vt:lpstr>Strategic Guidelines for Sustainable Development</vt:lpstr>
      <vt:lpstr>Submissions for zero draft</vt:lpstr>
      <vt:lpstr>ECLAC’s assessment of the main barriers to implementation (contained in submission to zero draft)</vt:lpstr>
      <vt:lpstr>ECLAC’s proposals  (contained in submission to zero draft)</vt:lpstr>
      <vt:lpstr>ECLAC’s proposals  (contained in submission to zero draft)</vt:lpstr>
      <vt:lpstr>Common themes in regional submissions</vt:lpstr>
      <vt:lpstr>References to Green Economy in submissions by LAC countries</vt:lpstr>
      <vt:lpstr>References to Green Economy in submissions by LAC countries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Latin America and the Caribbean: regional preparatory process for Rio+20 </dc:title>
  <dc:creator>Marcia  Tavares</dc:creator>
  <cp:lastModifiedBy>userxp</cp:lastModifiedBy>
  <cp:revision>58</cp:revision>
  <dcterms:created xsi:type="dcterms:W3CDTF">2011-11-24T21:26:18Z</dcterms:created>
  <dcterms:modified xsi:type="dcterms:W3CDTF">2011-12-14T18:03:41Z</dcterms:modified>
</cp:coreProperties>
</file>
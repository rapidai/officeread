
<file path=[Content_Types].xml><?xml version="1.0" encoding="utf-8"?>
<Types xmlns="http://schemas.openxmlformats.org/package/2006/content-types"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Layouts/slideLayout6.xml" ContentType="application/vnd.openxmlformats-officedocument.presentationml.slideLayout+xml"/>
  <Default Extension="rels" ContentType="application/vnd.openxmlformats-package.relationships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Default Extension="xml" ContentType="application/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Default Extension="bin" ContentType="application/vnd.openxmlformats-officedocument.presentationml.printerSettings"/>
  <Override PartName="/ppt/slides/slide1.xml" ContentType="application/vnd.openxmlformats-officedocument.presentationml.slide+xml"/>
  <Default Extension="jpeg" ContentType="image/jpeg"/>
  <Override PartName="/ppt/slideLayouts/slideLayout4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136" d="100"/>
          <a:sy n="136" d="100"/>
        </p:scale>
        <p:origin x="-90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5CF91-3584-6B4F-8DD1-6BD7A4EBEC40}" type="datetimeFigureOut">
              <a:rPr lang="en-US" smtClean="0"/>
              <a:t>1/26/12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C6F3-7B6A-C541-9CB6-E09C9FED51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5CF91-3584-6B4F-8DD1-6BD7A4EBEC40}" type="datetimeFigureOut">
              <a:rPr lang="en-US" smtClean="0"/>
              <a:t>1/26/12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C6F3-7B6A-C541-9CB6-E09C9FED51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5CF91-3584-6B4F-8DD1-6BD7A4EBEC40}" type="datetimeFigureOut">
              <a:rPr lang="en-US" smtClean="0"/>
              <a:t>1/26/12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C6F3-7B6A-C541-9CB6-E09C9FED51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5CF91-3584-6B4F-8DD1-6BD7A4EBEC40}" type="datetimeFigureOut">
              <a:rPr lang="en-US" smtClean="0"/>
              <a:t>1/26/12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C6F3-7B6A-C541-9CB6-E09C9FED51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5CF91-3584-6B4F-8DD1-6BD7A4EBEC40}" type="datetimeFigureOut">
              <a:rPr lang="en-US" smtClean="0"/>
              <a:t>1/26/12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C6F3-7B6A-C541-9CB6-E09C9FED51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5CF91-3584-6B4F-8DD1-6BD7A4EBEC40}" type="datetimeFigureOut">
              <a:rPr lang="en-US" smtClean="0"/>
              <a:t>1/26/12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C6F3-7B6A-C541-9CB6-E09C9FED51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5CF91-3584-6B4F-8DD1-6BD7A4EBEC40}" type="datetimeFigureOut">
              <a:rPr lang="en-US" smtClean="0"/>
              <a:t>1/26/12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C6F3-7B6A-C541-9CB6-E09C9FED51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5CF91-3584-6B4F-8DD1-6BD7A4EBEC40}" type="datetimeFigureOut">
              <a:rPr lang="en-US" smtClean="0"/>
              <a:t>1/26/12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C6F3-7B6A-C541-9CB6-E09C9FED51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5CF91-3584-6B4F-8DD1-6BD7A4EBEC40}" type="datetimeFigureOut">
              <a:rPr lang="en-US" smtClean="0"/>
              <a:t>1/26/12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C6F3-7B6A-C541-9CB6-E09C9FED51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5CF91-3584-6B4F-8DD1-6BD7A4EBEC40}" type="datetimeFigureOut">
              <a:rPr lang="en-US" smtClean="0"/>
              <a:t>1/26/12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C6F3-7B6A-C541-9CB6-E09C9FED51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5CF91-3584-6B4F-8DD1-6BD7A4EBEC40}" type="datetimeFigureOut">
              <a:rPr lang="en-US" smtClean="0"/>
              <a:t>1/26/12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C6F3-7B6A-C541-9CB6-E09C9FED51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5CF91-3584-6B4F-8DD1-6BD7A4EBEC40}" type="datetimeFigureOut">
              <a:rPr lang="en-US" smtClean="0"/>
              <a:t>1/26/12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BC6F3-7B6A-C541-9CB6-E09C9FED51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772400" cy="1470025"/>
          </a:xfrm>
        </p:spPr>
        <p:txBody>
          <a:bodyPr/>
          <a:lstStyle/>
          <a:p>
            <a:r>
              <a:rPr lang="en-US" dirty="0" smtClean="0"/>
              <a:t>Remember to forget  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HTTP Logs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Keep DNT</a:t>
            </a:r>
            <a:r>
              <a:rPr lang="en-US" dirty="0"/>
              <a:t>=1 in logs and when/if all </a:t>
            </a:r>
            <a:r>
              <a:rPr lang="en-US" dirty="0" smtClean="0"/>
              <a:t>exemption covered </a:t>
            </a:r>
            <a:r>
              <a:rPr lang="en-US" dirty="0"/>
              <a:t>use has been </a:t>
            </a:r>
            <a:r>
              <a:rPr lang="en-US" dirty="0" smtClean="0"/>
              <a:t>made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de-</a:t>
            </a:r>
            <a:r>
              <a:rPr lang="en-US" dirty="0" smtClean="0"/>
              <a:t>identify (</a:t>
            </a:r>
            <a:r>
              <a:rPr lang="en-US" dirty="0" smtClean="0"/>
              <a:t>IP=0.0.0.0, UA=ZZZ)</a:t>
            </a:r>
          </a:p>
          <a:p>
            <a:pPr lvl="1"/>
            <a:r>
              <a:rPr lang="en-US" dirty="0" smtClean="0"/>
              <a:t>erase </a:t>
            </a:r>
            <a:r>
              <a:rPr lang="en-US" dirty="0"/>
              <a:t>the </a:t>
            </a:r>
            <a:r>
              <a:rPr lang="en-US" dirty="0" smtClean="0"/>
              <a:t>data</a:t>
            </a:r>
          </a:p>
          <a:p>
            <a:r>
              <a:rPr lang="en-US" dirty="0" smtClean="0"/>
              <a:t>Remove referrer </a:t>
            </a:r>
            <a:r>
              <a:rPr lang="en-US" dirty="0"/>
              <a:t>when de-identifying the data-</a:t>
            </a:r>
            <a:r>
              <a:rPr lang="en-US" dirty="0" smtClean="0"/>
              <a:t> </a:t>
            </a:r>
          </a:p>
          <a:p>
            <a:r>
              <a:rPr lang="en-US" dirty="0" smtClean="0"/>
              <a:t>When </a:t>
            </a:r>
            <a:r>
              <a:rPr lang="en-US" dirty="0"/>
              <a:t>logs are aggregated, they do not contain information for record with DNT=1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lines </a:t>
            </a:r>
            <a:r>
              <a:rPr lang="en-US" dirty="0"/>
              <a:t>are literally skipped </a:t>
            </a:r>
            <a:r>
              <a:rPr lang="en-US" dirty="0" smtClean="0"/>
              <a:t>OR</a:t>
            </a:r>
          </a:p>
          <a:p>
            <a:pPr lvl="1"/>
            <a:r>
              <a:rPr lang="en-US" dirty="0" smtClean="0"/>
              <a:t>anonymized </a:t>
            </a:r>
            <a:r>
              <a:rPr lang="en-US" dirty="0"/>
              <a:t>beforehand (IP=0.0.0.0, UA=ZZZ)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3rd parties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</a:t>
            </a:r>
            <a:r>
              <a:rPr lang="en-US" dirty="0" smtClean="0"/>
              <a:t>o </a:t>
            </a:r>
            <a:r>
              <a:rPr lang="en-US" dirty="0"/>
              <a:t>not modify the client state (no cookie change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UA knows which domains it is accessing to but it may not send the </a:t>
            </a:r>
            <a:r>
              <a:rPr lang="en-US" dirty="0" smtClean="0"/>
              <a:t>cookie</a:t>
            </a:r>
            <a:endParaRPr lang="en-US" dirty="0"/>
          </a:p>
          <a:p>
            <a:r>
              <a:rPr lang="en-US" dirty="0" smtClean="0"/>
              <a:t>No </a:t>
            </a:r>
            <a:r>
              <a:rPr lang="en-US" dirty="0"/>
              <a:t>personalization by third parties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		- </a:t>
            </a:r>
            <a:r>
              <a:rPr lang="en-US" dirty="0"/>
              <a:t>the third party should not read any cookie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	- interaction </a:t>
            </a:r>
            <a:r>
              <a:rPr lang="en-US" dirty="0"/>
              <a:t>with a browser sending DNT=1 should not be remembered at an application level.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147</Words>
  <Application>Microsoft Macintosh PowerPoint</Application>
  <PresentationFormat>On-screen Show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Remember to forget  me</vt:lpstr>
      <vt:lpstr>HTTP Logs</vt:lpstr>
      <vt:lpstr>3rd parties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Remember to forget  me</dc:title>
  <dc:creator>Vince T</dc:creator>
  <cp:lastModifiedBy>Vince T</cp:lastModifiedBy>
  <cp:revision>5</cp:revision>
  <dcterms:created xsi:type="dcterms:W3CDTF">2012-01-26T13:31:58Z</dcterms:created>
  <dcterms:modified xsi:type="dcterms:W3CDTF">2012-01-26T14:02:37Z</dcterms:modified>
</cp:coreProperties>
</file>
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80" r:id="rId5"/>
    <p:sldId id="260" r:id="rId6"/>
    <p:sldId id="264" r:id="rId7"/>
    <p:sldId id="267" r:id="rId8"/>
    <p:sldId id="279" r:id="rId9"/>
    <p:sldId id="278" r:id="rId10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9" autoAdjust="0"/>
    <p:restoredTop sz="94595" autoAdjust="0"/>
  </p:normalViewPr>
  <p:slideViewPr>
    <p:cSldViewPr>
      <p:cViewPr varScale="1">
        <p:scale>
          <a:sx n="75" d="100"/>
          <a:sy n="75" d="100"/>
        </p:scale>
        <p:origin x="-101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776" y="-96"/>
      </p:cViewPr>
      <p:guideLst>
        <p:guide orient="horz" pos="292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D73FE-C31E-4C68-8139-3BDEB5118514}" type="datetimeFigureOut">
              <a:rPr lang="en-US" smtClean="0"/>
              <a:pPr/>
              <a:t>2/6/2012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B09BB-BBB7-4CA2-9AD7-1E0775EF02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8F99C-04D3-4AE5-AAF1-A9CF68DF94D2}" type="datetimeFigureOut">
              <a:rPr lang="en-US" smtClean="0"/>
              <a:pPr/>
              <a:t>2/6/2012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B71C4-89E5-497C-8A9C-FBDB22C3C79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B71C4-89E5-497C-8A9C-FBDB22C3C79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B71C4-89E5-497C-8A9C-FBDB22C3C79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B71C4-89E5-497C-8A9C-FBDB22C3C79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85800" lvl="1" indent="-228600"/>
            <a:endParaRPr lang="en-US" dirty="0" smtClean="0"/>
          </a:p>
          <a:p>
            <a:pPr marL="228600" indent="-228600">
              <a:buAutoNum type="arabicParenR"/>
            </a:pPr>
            <a:endParaRPr lang="en-US" dirty="0" smtClean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B71C4-89E5-497C-8A9C-FBDB22C3C79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B71C4-89E5-497C-8A9C-FBDB22C3C79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028440"/>
            <a:ext cx="5486400" cy="4183380"/>
          </a:xfrm>
        </p:spPr>
        <p:txBody>
          <a:bodyPr>
            <a:normAutofit/>
          </a:bodyPr>
          <a:lstStyle/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B71C4-89E5-497C-8A9C-FBDB22C3C79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852488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B71C4-89E5-497C-8A9C-FBDB22C3C79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09600" y="4415790"/>
            <a:ext cx="5486400" cy="418338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B71C4-89E5-497C-8A9C-FBDB22C3C79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BEF2C-8814-4F91-B60E-6267C3C6D40B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CD1-37A2-4442-8AC8-908CD1B8124C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7435-15B2-4DA9-9B70-3CEA755D29EC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048C-E743-4BE2-91A0-8269D19095E2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C133-EF91-4AE7-BA5D-F9BA2A510DFC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0EE3-9A97-4BBE-AFDE-F29DA010EF51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F3957-4E01-40C6-92B9-A1903F75121A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776F-BCA0-41C8-9A5F-F4EC21879B2F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94DF-72A3-47D6-A29F-0095D5AD281C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31ABA-7D01-4702-B98B-99F9D970F901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6208C-73DA-4D7C-BB2F-97579C8BABE8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F69E3-2AFD-468D-A60D-1472BDF1CB2D}" type="datetime1">
              <a:rPr lang="en-US" smtClean="0"/>
              <a:pPr/>
              <a:t>2/6/2012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08FC6-AEB7-4432-99DD-8D13546D4F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ps.hawaii.ed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hawaii.edu/account" TargetMode="External"/><Relationship Id="rId5" Type="http://schemas.openxmlformats.org/officeDocument/2006/relationships/hyperlink" Target="http://www.hawaii.edu/" TargetMode="External"/><Relationship Id="rId4" Type="http://schemas.openxmlformats.org/officeDocument/2006/relationships/hyperlink" Target="http://www.hawaii.edu/profil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awaii.edu/timeshee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awaii.edu/timesheet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mailto:uh-taps-help@lists.hawaii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/>
              <a:t>T</a:t>
            </a:r>
            <a:r>
              <a:rPr lang="en-US" dirty="0" smtClean="0"/>
              <a:t>imesheet </a:t>
            </a:r>
            <a:r>
              <a:rPr lang="en-US" u="sng" dirty="0" smtClean="0"/>
              <a:t>A</a:t>
            </a:r>
            <a:r>
              <a:rPr lang="en-US" dirty="0" smtClean="0"/>
              <a:t>nd </a:t>
            </a:r>
            <a:r>
              <a:rPr lang="en-US" u="sng" dirty="0" smtClean="0"/>
              <a:t>P</a:t>
            </a:r>
            <a:r>
              <a:rPr lang="en-US" dirty="0" smtClean="0"/>
              <a:t>ayment </a:t>
            </a:r>
            <a:r>
              <a:rPr lang="en-US" u="sng" dirty="0" smtClean="0"/>
              <a:t>S</a:t>
            </a:r>
            <a:r>
              <a:rPr lang="en-US" dirty="0" smtClean="0"/>
              <a:t>ystem (TAPS)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Timesheets, Total Hours, and Gross payments for Casual and Overload employees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3" cstate="print"/>
          <a:stretch>
            <a:fillRect/>
          </a:stretch>
        </p:blipFill>
        <p:spPr bwMode="auto">
          <a:xfrm>
            <a:off x="0" y="0"/>
            <a:ext cx="914399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3" cstate="print"/>
          <a:stretch>
            <a:fillRect/>
          </a:stretch>
        </p:blipFill>
        <p:spPr bwMode="auto">
          <a:xfrm>
            <a:off x="0" y="0"/>
            <a:ext cx="9144000" cy="972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90600"/>
            <a:ext cx="8229600" cy="1143000"/>
          </a:xfrm>
        </p:spPr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25963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 smtClean="0"/>
              <a:t>Provide hourly employees (Casuals and Overloads) a web interface to input hours worked in order to get paid.  </a:t>
            </a:r>
          </a:p>
          <a:p>
            <a:pPr lvl="0"/>
            <a:r>
              <a:rPr lang="en-US" dirty="0" smtClean="0"/>
              <a:t>Provide a means to submit total hours, for employees that track daily time via some other method (punch clock).  </a:t>
            </a:r>
          </a:p>
          <a:p>
            <a:pPr lvl="0"/>
            <a:r>
              <a:rPr lang="en-US" dirty="0" smtClean="0"/>
              <a:t>Provide a means to submit gross payments, for employees paid in lump sum or semi-monthly.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Timesheet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>
            <a:normAutofit/>
          </a:bodyPr>
          <a:lstStyle/>
          <a:p>
            <a:r>
              <a:rPr lang="en-US" dirty="0" smtClean="0"/>
              <a:t>Hourly Employee creates timesheet document and submits it to Supervisor. </a:t>
            </a:r>
          </a:p>
          <a:p>
            <a:r>
              <a:rPr lang="en-US" dirty="0" smtClean="0"/>
              <a:t>Supervisor approves/denies timesheet</a:t>
            </a:r>
          </a:p>
          <a:p>
            <a:r>
              <a:rPr lang="en-US" dirty="0" smtClean="0"/>
              <a:t>Business Office approves/denies timesheet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429000" y="4572000"/>
            <a:ext cx="1524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Supervisor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1600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Employee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48400" y="4572000"/>
            <a:ext cx="2286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Business Office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943600"/>
            <a:ext cx="1219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Payroll</a:t>
            </a:r>
            <a:endParaRPr lang="en-US" sz="2400" dirty="0"/>
          </a:p>
        </p:txBody>
      </p:sp>
      <p:cxnSp>
        <p:nvCxnSpPr>
          <p:cNvPr id="14" name="Straight Arrow Connector 13"/>
          <p:cNvCxnSpPr>
            <a:stCxn id="10" idx="3"/>
          </p:cNvCxnSpPr>
          <p:nvPr/>
        </p:nvCxnSpPr>
        <p:spPr>
          <a:xfrm flipV="1">
            <a:off x="1981200" y="4802188"/>
            <a:ext cx="1447800" cy="6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3"/>
            <a:endCxn id="11" idx="1"/>
          </p:cNvCxnSpPr>
          <p:nvPr/>
        </p:nvCxnSpPr>
        <p:spPr>
          <a:xfrm>
            <a:off x="4953000" y="4802833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2" idx="0"/>
          </p:cNvCxnSpPr>
          <p:nvPr/>
        </p:nvCxnSpPr>
        <p:spPr>
          <a:xfrm rot="5400000">
            <a:off x="7010400" y="54864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62200" y="441960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Submits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105400" y="4419600"/>
            <a:ext cx="1065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Approves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620000" y="5334000"/>
            <a:ext cx="1065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Approves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Email Notifications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Clicking on link in email notification.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systemEmai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2362200"/>
            <a:ext cx="6335212" cy="40011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Casual and Overload loaded into PeopleSoft: </a:t>
            </a:r>
            <a:r>
              <a:rPr lang="en-US" dirty="0" smtClean="0">
                <a:hlinkClick r:id="rId3"/>
              </a:rPr>
              <a:t>http://ps.hawaii.edu</a:t>
            </a:r>
            <a:endParaRPr lang="en-US" dirty="0" smtClean="0"/>
          </a:p>
          <a:p>
            <a:r>
              <a:rPr lang="en-US" dirty="0" smtClean="0"/>
              <a:t>TAPS Business Office role setup: Timesheet Approvers defined on FO Groups page within Profiler:  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smtClean="0">
                <a:hlinkClick r:id="rId4"/>
              </a:rPr>
              <a:t>http://www.hawaii.edu/profiler</a:t>
            </a:r>
            <a:endParaRPr lang="en-US" dirty="0" smtClean="0"/>
          </a:p>
          <a:p>
            <a:r>
              <a:rPr lang="en-US" dirty="0" smtClean="0"/>
              <a:t>Hourly Casuals that don’t have UH Username will have to register at: </a:t>
            </a:r>
            <a:r>
              <a:rPr lang="en-US" dirty="0" smtClean="0">
                <a:hlinkClick r:id="rId5"/>
              </a:rPr>
              <a:t>http://www.hawaii.edu/</a:t>
            </a:r>
            <a:r>
              <a:rPr lang="en-US" dirty="0" smtClean="0">
                <a:hlinkClick r:id="rId6"/>
              </a:rPr>
              <a:t>account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Logging 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hlinkClick r:id="rId3"/>
              </a:rPr>
              <a:t>http://www.hawaii.edu/timesheets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Site </a:t>
            </a:r>
            <a:r>
              <a:rPr lang="en-US" dirty="0" err="1" smtClean="0"/>
              <a:t>walkthru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/>
          <a:lstStyle/>
          <a:p>
            <a:r>
              <a:rPr lang="en-US" dirty="0" smtClean="0"/>
              <a:t>Target 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743200"/>
            <a:ext cx="8229600" cy="3306763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UH </a:t>
            </a:r>
            <a:r>
              <a:rPr lang="en-US" sz="3600" dirty="0" err="1" smtClean="0"/>
              <a:t>Systemwide</a:t>
            </a:r>
            <a:r>
              <a:rPr lang="en-US" sz="3600" dirty="0" smtClean="0"/>
              <a:t> Production rollout in May 2012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Head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991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95400"/>
            <a:ext cx="8229600" cy="1143000"/>
          </a:xfrm>
        </p:spPr>
        <p:txBody>
          <a:bodyPr/>
          <a:lstStyle/>
          <a:p>
            <a:r>
              <a:rPr lang="en-US" dirty="0" smtClean="0"/>
              <a:t>Site URL and Contact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2895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hlinkClick r:id="rId3"/>
              </a:rPr>
              <a:t>http://www.hawaii.edu/timesheets</a:t>
            </a:r>
            <a:endParaRPr lang="en-US" sz="2800" dirty="0" smtClean="0"/>
          </a:p>
          <a:p>
            <a:r>
              <a:rPr lang="en-US" sz="2800" smtClean="0">
                <a:hlinkClick r:id="rId4"/>
              </a:rPr>
              <a:t>uh-taps-help@lists.hawaii.edu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endParaRPr lang="en-US" sz="2800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8FC6-AEB7-4432-99DD-8D13546D4F8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 descr="Header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991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5873</TotalTime>
  <Words>207</Words>
  <Application>Microsoft Office PowerPoint</Application>
  <PresentationFormat>On-screen Show (4:3)</PresentationFormat>
  <Paragraphs>53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Timesheet And Payment System (TAPS)</vt:lpstr>
      <vt:lpstr>Project Overview</vt:lpstr>
      <vt:lpstr>Timesheet Workflow</vt:lpstr>
      <vt:lpstr>Email Notifications</vt:lpstr>
      <vt:lpstr>Setups</vt:lpstr>
      <vt:lpstr>Logging On</vt:lpstr>
      <vt:lpstr>Site walkthru</vt:lpstr>
      <vt:lpstr>Target Date</vt:lpstr>
      <vt:lpstr>Site URL and Contact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Consolidation of University Records of Employees (CURE)</dc:title>
  <dc:creator>Shannan Yoshimura</dc:creator>
  <cp:lastModifiedBy>jessetom</cp:lastModifiedBy>
  <cp:revision>420</cp:revision>
  <dcterms:created xsi:type="dcterms:W3CDTF">2011-12-13T20:53:32Z</dcterms:created>
  <dcterms:modified xsi:type="dcterms:W3CDTF">2012-02-07T09:21:43Z</dcterms:modified>
</cp:coreProperties>
</file>
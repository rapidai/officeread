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0"/>
  </p:notesMasterIdLst>
  <p:sldIdLst>
    <p:sldId id="256" r:id="rId2"/>
    <p:sldId id="257" r:id="rId3"/>
    <p:sldId id="327" r:id="rId4"/>
    <p:sldId id="267" r:id="rId5"/>
    <p:sldId id="315" r:id="rId6"/>
    <p:sldId id="269" r:id="rId7"/>
    <p:sldId id="317" r:id="rId8"/>
    <p:sldId id="273" r:id="rId9"/>
    <p:sldId id="275" r:id="rId10"/>
    <p:sldId id="276" r:id="rId11"/>
    <p:sldId id="278" r:id="rId12"/>
    <p:sldId id="329" r:id="rId13"/>
    <p:sldId id="330" r:id="rId14"/>
    <p:sldId id="331" r:id="rId15"/>
    <p:sldId id="332" r:id="rId16"/>
    <p:sldId id="333" r:id="rId17"/>
    <p:sldId id="334" r:id="rId18"/>
    <p:sldId id="335" r:id="rId19"/>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fontAlgn="base">
      <a:spcBef>
        <a:spcPct val="0"/>
      </a:spcBef>
      <a:spcAft>
        <a:spcPct val="0"/>
      </a:spcAft>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fontAlgn="base">
      <a:spcBef>
        <a:spcPct val="0"/>
      </a:spcBef>
      <a:spcAft>
        <a:spcPct val="0"/>
      </a:spcAft>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fontAlgn="base">
      <a:spcBef>
        <a:spcPct val="0"/>
      </a:spcBef>
      <a:spcAft>
        <a:spcPct val="0"/>
      </a:spcAft>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fontAlgn="base">
      <a:spcBef>
        <a:spcPct val="0"/>
      </a:spcBef>
      <a:spcAft>
        <a:spcPct val="0"/>
      </a:spcAft>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0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33"/>
    <a:srgbClr val="FF7C80"/>
    <a:srgbClr val="AAACB4"/>
    <a:srgbClr val="FF9933"/>
    <a:srgbClr val="009999"/>
    <a:srgbClr val="00CC99"/>
    <a:srgbClr val="FF66CC"/>
    <a:srgbClr val="FF0066"/>
    <a:srgbClr val="FF9966"/>
    <a:srgbClr val="66CC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83833" autoAdjust="0"/>
  </p:normalViewPr>
  <p:slideViewPr>
    <p:cSldViewPr showGuides="1">
      <p:cViewPr varScale="1">
        <p:scale>
          <a:sx n="65" d="100"/>
          <a:sy n="65" d="100"/>
        </p:scale>
        <p:origin x="-1308"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ffectLst/>
                <a:latin typeface="Arial" charset="0"/>
              </a:defRPr>
            </a:lvl1pPr>
          </a:lstStyle>
          <a:p>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ffectLst/>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ffectLst/>
                <a:latin typeface="Arial" charset="0"/>
              </a:defRPr>
            </a:lvl1pPr>
          </a:lstStyle>
          <a:p>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ffectLst/>
                <a:latin typeface="Arial" charset="0"/>
              </a:defRPr>
            </a:lvl1pPr>
          </a:lstStyle>
          <a:p>
            <a:fld id="{0757EB48-1F3E-4B95-8116-172642BA642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D92251-EF26-4A60-ABF6-CF65259AEBB4}" type="slidenum">
              <a:rPr lang="en-US"/>
              <a:pPr/>
              <a:t>1</a:t>
            </a:fld>
            <a:endParaRPr lang="en-US"/>
          </a:p>
        </p:txBody>
      </p:sp>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F2A6D9-D49D-4C1A-95DB-C94F4ACEC4C1}" type="slidenum">
              <a:rPr lang="en-US"/>
              <a:pPr/>
              <a:t>2</a:t>
            </a:fld>
            <a:endParaRPr lang="en-US"/>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57EB48-1F3E-4B95-8116-172642BA6429}"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1FFFB6-0023-4C8B-84D9-F34636C96B1B}" type="slidenum">
              <a:rPr lang="en-US"/>
              <a:pPr/>
              <a:t>4</a:t>
            </a:fld>
            <a:endParaRPr lang="en-US"/>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3D56B5-01C0-4C8B-B50E-BC2AD4634055}" type="slidenum">
              <a:rPr lang="en-US"/>
              <a:pPr/>
              <a:t>5</a:t>
            </a:fld>
            <a:endParaRPr lang="en-US"/>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D9CF70-775F-424B-BF8B-5072BF608B6F}" type="slidenum">
              <a:rPr lang="en-US"/>
              <a:pPr/>
              <a:t>6</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C198CF-6B6A-49F1-98B5-D25F4D650EA1}" type="slidenum">
              <a:rPr lang="en-US"/>
              <a:pPr/>
              <a:t>7</a:t>
            </a:fld>
            <a:endParaRPr lang="en-US"/>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E697F2-F811-46F0-8B8B-6F0E955D0A29}" type="slidenum">
              <a:rPr lang="en-US"/>
              <a:pPr/>
              <a:t>8</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147B8F-3094-4FC6-9135-4E93DD60835D}" type="slidenum">
              <a:rPr lang="en-US"/>
              <a:pPr/>
              <a:t>9</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0B35E0-B95A-4E6A-964C-2AA77469DFC2}" type="slidenum">
              <a:rPr lang="en-US"/>
              <a:pPr/>
              <a:t>10</a:t>
            </a:fld>
            <a:endParaRPr lang="en-U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1D9BFB-E568-42A2-9A6C-244586805E0C}" type="slidenum">
              <a:rPr lang="en-US"/>
              <a:pPr/>
              <a:t>11</a:t>
            </a:fld>
            <a:endParaRPr lang="en-US"/>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9442" name="Group 2"/>
          <p:cNvGrpSpPr>
            <a:grpSpLocks/>
          </p:cNvGrpSpPr>
          <p:nvPr/>
        </p:nvGrpSpPr>
        <p:grpSpPr bwMode="auto">
          <a:xfrm>
            <a:off x="-1035050" y="1552575"/>
            <a:ext cx="10179050" cy="5305425"/>
            <a:chOff x="-652" y="978"/>
            <a:chExt cx="6412" cy="3342"/>
          </a:xfrm>
        </p:grpSpPr>
        <p:sp>
          <p:nvSpPr>
            <p:cNvPr id="189443" name="Freeform 3"/>
            <p:cNvSpPr>
              <a:spLocks/>
            </p:cNvSpPr>
            <p:nvPr/>
          </p:nvSpPr>
          <p:spPr bwMode="auto">
            <a:xfrm>
              <a:off x="2061" y="1707"/>
              <a:ext cx="3699" cy="2613"/>
            </a:xfrm>
            <a:custGeom>
              <a:avLst/>
              <a:gdLst/>
              <a:ahLst/>
              <a:cxnLst>
                <a:cxn ang="0">
                  <a:pos x="1523" y="2611"/>
                </a:cxn>
                <a:cxn ang="0">
                  <a:pos x="3698" y="2612"/>
                </a:cxn>
                <a:cxn ang="0">
                  <a:pos x="3698" y="2228"/>
                </a:cxn>
                <a:cxn ang="0">
                  <a:pos x="0" y="0"/>
                </a:cxn>
                <a:cxn ang="0">
                  <a:pos x="160" y="118"/>
                </a:cxn>
                <a:cxn ang="0">
                  <a:pos x="292" y="219"/>
                </a:cxn>
                <a:cxn ang="0">
                  <a:pos x="441" y="347"/>
                </a:cxn>
                <a:cxn ang="0">
                  <a:pos x="585" y="482"/>
                </a:cxn>
                <a:cxn ang="0">
                  <a:pos x="796" y="711"/>
                </a:cxn>
                <a:cxn ang="0">
                  <a:pos x="983" y="955"/>
                </a:cxn>
                <a:cxn ang="0">
                  <a:pos x="1119" y="1168"/>
                </a:cxn>
                <a:cxn ang="0">
                  <a:pos x="1238" y="1388"/>
                </a:cxn>
                <a:cxn ang="0">
                  <a:pos x="1331" y="1608"/>
                </a:cxn>
                <a:cxn ang="0">
                  <a:pos x="1400" y="1809"/>
                </a:cxn>
                <a:cxn ang="0">
                  <a:pos x="1447" y="1979"/>
                </a:cxn>
                <a:cxn ang="0">
                  <a:pos x="1490" y="2190"/>
                </a:cxn>
                <a:cxn ang="0">
                  <a:pos x="1511" y="2374"/>
                </a:cxn>
                <a:cxn ang="0">
                  <a:pos x="1523" y="2611"/>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w="9525" cap="rnd">
              <a:noFill/>
              <a:round/>
              <a:headEnd/>
              <a:tailEnd/>
            </a:ln>
            <a:effectLst/>
          </p:spPr>
          <p:txBody>
            <a:bodyPr/>
            <a:lstStyle/>
            <a:p>
              <a:endParaRPr lang="en-US"/>
            </a:p>
          </p:txBody>
        </p:sp>
        <p:sp>
          <p:nvSpPr>
            <p:cNvPr id="189444" name="Arc 4"/>
            <p:cNvSpPr>
              <a:spLocks/>
            </p:cNvSpPr>
            <p:nvPr/>
          </p:nvSpPr>
          <p:spPr bwMode="auto">
            <a:xfrm>
              <a:off x="-652" y="978"/>
              <a:ext cx="4237" cy="3342"/>
            </a:xfrm>
            <a:custGeom>
              <a:avLst/>
              <a:gdLst>
                <a:gd name="G0" fmla="+- 0 0 0"/>
                <a:gd name="G1" fmla="+- 21231 0 0"/>
                <a:gd name="G2" fmla="+- 21600 0 0"/>
                <a:gd name="T0" fmla="*/ 3977 w 21600"/>
                <a:gd name="T1" fmla="*/ 0 h 21231"/>
                <a:gd name="T2" fmla="*/ 21600 w 21600"/>
                <a:gd name="T3" fmla="*/ 21231 h 21231"/>
                <a:gd name="T4" fmla="*/ 0 w 21600"/>
                <a:gd name="T5" fmla="*/ 21231 h 21231"/>
              </a:gdLst>
              <a:ahLst/>
              <a:cxnLst>
                <a:cxn ang="0">
                  <a:pos x="T0" y="T1"/>
                </a:cxn>
                <a:cxn ang="0">
                  <a:pos x="T2" y="T3"/>
                </a:cxn>
                <a:cxn ang="0">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close/>
                </a:path>
              </a:pathLst>
            </a:custGeom>
            <a:noFill/>
            <a:ln w="12700" cap="rnd">
              <a:solidFill>
                <a:schemeClr val="accent2"/>
              </a:solidFill>
              <a:round/>
              <a:headEnd type="none" w="sm" len="sm"/>
              <a:tailEnd type="none" w="sm" len="sm"/>
            </a:ln>
            <a:effectLst/>
          </p:spPr>
          <p:txBody>
            <a:bodyPr wrap="none" anchor="ctr"/>
            <a:lstStyle/>
            <a:p>
              <a:endParaRPr lang="en-US"/>
            </a:p>
          </p:txBody>
        </p:sp>
      </p:grpSp>
      <p:sp>
        <p:nvSpPr>
          <p:cNvPr id="189445" name="Rectangle 5"/>
          <p:cNvSpPr>
            <a:spLocks noGrp="1" noChangeArrowheads="1"/>
          </p:cNvSpPr>
          <p:nvPr>
            <p:ph type="ctrTitle" sz="quarter"/>
          </p:nvPr>
        </p:nvSpPr>
        <p:spPr>
          <a:xfrm>
            <a:off x="1293813" y="762000"/>
            <a:ext cx="7772400" cy="1143000"/>
          </a:xfrm>
        </p:spPr>
        <p:txBody>
          <a:bodyPr anchor="b"/>
          <a:lstStyle>
            <a:lvl1pPr>
              <a:defRPr/>
            </a:lvl1pPr>
          </a:lstStyle>
          <a:p>
            <a:r>
              <a:rPr lang="en-US"/>
              <a:t>Click to edit Master title style</a:t>
            </a:r>
          </a:p>
        </p:txBody>
      </p:sp>
      <p:sp>
        <p:nvSpPr>
          <p:cNvPr id="189446"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r>
              <a:rPr lang="en-US"/>
              <a:t>Click to edit Master subtitle style</a:t>
            </a:r>
          </a:p>
        </p:txBody>
      </p:sp>
      <p:sp>
        <p:nvSpPr>
          <p:cNvPr id="189447" name="Rectangle 7"/>
          <p:cNvSpPr>
            <a:spLocks noGrp="1" noChangeArrowheads="1"/>
          </p:cNvSpPr>
          <p:nvPr>
            <p:ph type="dt" sz="quarter" idx="2"/>
          </p:nvPr>
        </p:nvSpPr>
        <p:spPr/>
        <p:txBody>
          <a:bodyPr/>
          <a:lstStyle>
            <a:lvl1pPr>
              <a:defRPr/>
            </a:lvl1pPr>
          </a:lstStyle>
          <a:p>
            <a:endParaRPr lang="en-US"/>
          </a:p>
        </p:txBody>
      </p:sp>
      <p:sp>
        <p:nvSpPr>
          <p:cNvPr id="189448" name="Rectangle 8"/>
          <p:cNvSpPr>
            <a:spLocks noGrp="1" noChangeArrowheads="1"/>
          </p:cNvSpPr>
          <p:nvPr>
            <p:ph type="ftr" sz="quarter" idx="3"/>
          </p:nvPr>
        </p:nvSpPr>
        <p:spPr/>
        <p:txBody>
          <a:bodyPr/>
          <a:lstStyle>
            <a:lvl1pPr>
              <a:defRPr/>
            </a:lvl1pPr>
          </a:lstStyle>
          <a:p>
            <a:r>
              <a:rPr lang="en-US"/>
              <a:t>Presentation Prepared By:  Rizwana Khokhar &amp; Laeeqa Mirza</a:t>
            </a:r>
          </a:p>
        </p:txBody>
      </p:sp>
      <p:sp>
        <p:nvSpPr>
          <p:cNvPr id="189449" name="Rectangle 9"/>
          <p:cNvSpPr>
            <a:spLocks noGrp="1" noChangeArrowheads="1"/>
          </p:cNvSpPr>
          <p:nvPr>
            <p:ph type="sldNum" sz="quarter" idx="4"/>
          </p:nvPr>
        </p:nvSpPr>
        <p:spPr/>
        <p:txBody>
          <a:bodyPr/>
          <a:lstStyle>
            <a:lvl1pPr>
              <a:defRPr/>
            </a:lvl1pPr>
          </a:lstStyle>
          <a:p>
            <a:fld id="{D863306C-3940-4C1A-81B7-9FBEC33FFC2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Presentation Prepared By:  Rizwana Khokhar &amp; Laeeqa Mirza</a:t>
            </a:r>
          </a:p>
        </p:txBody>
      </p:sp>
      <p:sp>
        <p:nvSpPr>
          <p:cNvPr id="6" name="Slide Number Placeholder 5"/>
          <p:cNvSpPr>
            <a:spLocks noGrp="1"/>
          </p:cNvSpPr>
          <p:nvPr>
            <p:ph type="sldNum" sz="quarter" idx="12"/>
          </p:nvPr>
        </p:nvSpPr>
        <p:spPr/>
        <p:txBody>
          <a:bodyPr/>
          <a:lstStyle>
            <a:lvl1pPr>
              <a:defRPr/>
            </a:lvl1pPr>
          </a:lstStyle>
          <a:p>
            <a:fld id="{9BB2ECD6-C7A3-4227-AC4D-6A69B6960514}"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Presentation Prepared By:  Rizwana Khokhar &amp; Laeeqa Mirza</a:t>
            </a:r>
          </a:p>
        </p:txBody>
      </p:sp>
      <p:sp>
        <p:nvSpPr>
          <p:cNvPr id="6" name="Slide Number Placeholder 5"/>
          <p:cNvSpPr>
            <a:spLocks noGrp="1"/>
          </p:cNvSpPr>
          <p:nvPr>
            <p:ph type="sldNum" sz="quarter" idx="12"/>
          </p:nvPr>
        </p:nvSpPr>
        <p:spPr/>
        <p:txBody>
          <a:bodyPr/>
          <a:lstStyle>
            <a:lvl1pPr>
              <a:defRPr/>
            </a:lvl1pPr>
          </a:lstStyle>
          <a:p>
            <a:fld id="{1DAF7067-1AB2-4C49-8D33-08FDDEEB896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Presentation Prepared By:  Rizwana Khokhar &amp; Laeeqa Mirza</a:t>
            </a:r>
          </a:p>
        </p:txBody>
      </p:sp>
      <p:sp>
        <p:nvSpPr>
          <p:cNvPr id="7" name="Slide Number Placeholder 6"/>
          <p:cNvSpPr>
            <a:spLocks noGrp="1"/>
          </p:cNvSpPr>
          <p:nvPr>
            <p:ph type="sldNum" sz="quarter" idx="12"/>
          </p:nvPr>
        </p:nvSpPr>
        <p:spPr/>
        <p:txBody>
          <a:bodyPr/>
          <a:lstStyle>
            <a:lvl1pPr>
              <a:defRPr/>
            </a:lvl1pPr>
          </a:lstStyle>
          <a:p>
            <a:fld id="{4F68EF23-4602-4770-B71E-334230D7B4B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Presentation Prepared By:  Rizwana Khokhar &amp; Laeeqa Mirza</a:t>
            </a:r>
          </a:p>
        </p:txBody>
      </p:sp>
      <p:sp>
        <p:nvSpPr>
          <p:cNvPr id="9" name="Slide Number Placeholder 8"/>
          <p:cNvSpPr>
            <a:spLocks noGrp="1"/>
          </p:cNvSpPr>
          <p:nvPr>
            <p:ph type="sldNum" sz="quarter" idx="12"/>
          </p:nvPr>
        </p:nvSpPr>
        <p:spPr/>
        <p:txBody>
          <a:bodyPr/>
          <a:lstStyle>
            <a:lvl1pPr>
              <a:defRPr/>
            </a:lvl1pPr>
          </a:lstStyle>
          <a:p>
            <a:fld id="{7902BFAC-1E52-4D2A-9D3F-82F3259EEF87}"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Presentation Prepared By:  Rizwana Khokhar &amp; Laeeqa Mirza</a:t>
            </a:r>
          </a:p>
        </p:txBody>
      </p:sp>
      <p:sp>
        <p:nvSpPr>
          <p:cNvPr id="5" name="Slide Number Placeholder 4"/>
          <p:cNvSpPr>
            <a:spLocks noGrp="1"/>
          </p:cNvSpPr>
          <p:nvPr>
            <p:ph type="sldNum" sz="quarter" idx="12"/>
          </p:nvPr>
        </p:nvSpPr>
        <p:spPr/>
        <p:txBody>
          <a:bodyPr/>
          <a:lstStyle>
            <a:lvl1pPr>
              <a:defRPr/>
            </a:lvl1pPr>
          </a:lstStyle>
          <a:p>
            <a:fld id="{7963E705-CA35-4CAC-9F33-7698451C756D}"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Presentation Prepared By:  Rizwana Khokhar &amp; Laeeqa Mirza</a:t>
            </a:r>
          </a:p>
        </p:txBody>
      </p:sp>
      <p:sp>
        <p:nvSpPr>
          <p:cNvPr id="4" name="Slide Number Placeholder 3"/>
          <p:cNvSpPr>
            <a:spLocks noGrp="1"/>
          </p:cNvSpPr>
          <p:nvPr>
            <p:ph type="sldNum" sz="quarter" idx="12"/>
          </p:nvPr>
        </p:nvSpPr>
        <p:spPr/>
        <p:txBody>
          <a:bodyPr/>
          <a:lstStyle>
            <a:lvl1pPr>
              <a:defRPr/>
            </a:lvl1pPr>
          </a:lstStyle>
          <a:p>
            <a:fld id="{38020E57-0513-4311-833F-2062271BAC4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Presentation Prepared By:  Rizwana Khokhar &amp; Laeeqa Mirza</a:t>
            </a:r>
          </a:p>
        </p:txBody>
      </p:sp>
      <p:sp>
        <p:nvSpPr>
          <p:cNvPr id="7" name="Slide Number Placeholder 6"/>
          <p:cNvSpPr>
            <a:spLocks noGrp="1"/>
          </p:cNvSpPr>
          <p:nvPr>
            <p:ph type="sldNum" sz="quarter" idx="12"/>
          </p:nvPr>
        </p:nvSpPr>
        <p:spPr/>
        <p:txBody>
          <a:bodyPr/>
          <a:lstStyle>
            <a:lvl1pPr>
              <a:defRPr/>
            </a:lvl1pPr>
          </a:lstStyle>
          <a:p>
            <a:fld id="{063733F0-6440-42EC-BD85-3864808A7AA4}"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Presentation Prepared By:  Rizwana Khokhar &amp; Laeeqa Mirza</a:t>
            </a:r>
          </a:p>
        </p:txBody>
      </p:sp>
      <p:sp>
        <p:nvSpPr>
          <p:cNvPr id="7" name="Slide Number Placeholder 6"/>
          <p:cNvSpPr>
            <a:spLocks noGrp="1"/>
          </p:cNvSpPr>
          <p:nvPr>
            <p:ph type="sldNum" sz="quarter" idx="12"/>
          </p:nvPr>
        </p:nvSpPr>
        <p:spPr/>
        <p:txBody>
          <a:bodyPr/>
          <a:lstStyle>
            <a:lvl1pPr>
              <a:defRPr/>
            </a:lvl1pPr>
          </a:lstStyle>
          <a:p>
            <a:fld id="{67BA542F-73D6-4463-85FF-2A2B3F65C07A}"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Presentation Prepared By:  Rizwana Khokhar &amp; Laeeqa Mirza</a:t>
            </a:r>
          </a:p>
        </p:txBody>
      </p:sp>
      <p:sp>
        <p:nvSpPr>
          <p:cNvPr id="6" name="Slide Number Placeholder 5"/>
          <p:cNvSpPr>
            <a:spLocks noGrp="1"/>
          </p:cNvSpPr>
          <p:nvPr>
            <p:ph type="sldNum" sz="quarter" idx="12"/>
          </p:nvPr>
        </p:nvSpPr>
        <p:spPr/>
        <p:txBody>
          <a:bodyPr/>
          <a:lstStyle>
            <a:lvl1pPr>
              <a:defRPr/>
            </a:lvl1pPr>
          </a:lstStyle>
          <a:p>
            <a:fld id="{F02BC995-FA01-4806-B849-69561E5FB121}"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Presentation Prepared By:  Rizwana Khokhar &amp; Laeeqa Mirza</a:t>
            </a:r>
          </a:p>
        </p:txBody>
      </p:sp>
      <p:sp>
        <p:nvSpPr>
          <p:cNvPr id="6" name="Slide Number Placeholder 5"/>
          <p:cNvSpPr>
            <a:spLocks noGrp="1"/>
          </p:cNvSpPr>
          <p:nvPr>
            <p:ph type="sldNum" sz="quarter" idx="12"/>
          </p:nvPr>
        </p:nvSpPr>
        <p:spPr/>
        <p:txBody>
          <a:bodyPr/>
          <a:lstStyle>
            <a:lvl1pPr>
              <a:defRPr/>
            </a:lvl1pPr>
          </a:lstStyle>
          <a:p>
            <a:fld id="{30537BF3-4260-4B83-A989-347F36061CB4}"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a:t>Presentation Prepared By:  Rizwana Khokhar &amp; Laeeqa Mirza</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2CE8A7D7-06A0-4E6F-9089-B8E159BAA703}"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685800" y="1981200"/>
            <a:ext cx="7772400" cy="4114800"/>
          </a:xfrm>
        </p:spPr>
        <p:txBody>
          <a:bodyPr/>
          <a:lstStyle/>
          <a:p>
            <a:endParaRPr lang="en-US"/>
          </a:p>
        </p:txBody>
      </p:sp>
      <p:sp>
        <p:nvSpPr>
          <p:cNvPr id="4" name="Date Placeholder 3"/>
          <p:cNvSpPr>
            <a:spLocks noGrp="1"/>
          </p:cNvSpPr>
          <p:nvPr>
            <p:ph type="dt" sz="half" idx="10"/>
          </p:nvPr>
        </p:nvSpPr>
        <p:spPr>
          <a:xfrm>
            <a:off x="685800" y="6248400"/>
            <a:ext cx="1905000" cy="457200"/>
          </a:xfrm>
        </p:spPr>
        <p:txBody>
          <a:bodyPr/>
          <a:lstStyle>
            <a:lvl1pPr>
              <a:defRPr/>
            </a:lvl1pPr>
          </a:lstStyle>
          <a:p>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r>
              <a:rPr lang="en-US"/>
              <a:t>Presentation Prepared By:  Rizwana Khokhar &amp; Laeeqa Mirza</a:t>
            </a:r>
          </a:p>
        </p:txBody>
      </p:sp>
      <p:sp>
        <p:nvSpPr>
          <p:cNvPr id="6" name="Slide Number Placeholder 5"/>
          <p:cNvSpPr>
            <a:spLocks noGrp="1"/>
          </p:cNvSpPr>
          <p:nvPr>
            <p:ph type="sldNum" sz="quarter" idx="12"/>
          </p:nvPr>
        </p:nvSpPr>
        <p:spPr>
          <a:xfrm>
            <a:off x="6553200" y="6248400"/>
            <a:ext cx="1905000" cy="457200"/>
          </a:xfrm>
        </p:spPr>
        <p:txBody>
          <a:bodyPr/>
          <a:lstStyle>
            <a:lvl1pPr>
              <a:defRPr/>
            </a:lvl1pPr>
          </a:lstStyle>
          <a:p>
            <a:fld id="{EDCE0CE0-8BEA-4D70-9125-DA75BF75607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88418" name="Group 2"/>
          <p:cNvGrpSpPr>
            <a:grpSpLocks/>
          </p:cNvGrpSpPr>
          <p:nvPr/>
        </p:nvGrpSpPr>
        <p:grpSpPr bwMode="auto">
          <a:xfrm>
            <a:off x="0" y="1588"/>
            <a:ext cx="9132888" cy="6845300"/>
            <a:chOff x="0" y="1"/>
            <a:chExt cx="5753" cy="4312"/>
          </a:xfrm>
        </p:grpSpPr>
        <p:sp>
          <p:nvSpPr>
            <p:cNvPr id="188419" name="Freeform 3"/>
            <p:cNvSpPr>
              <a:spLocks/>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headEnd/>
              <a:tailEnd/>
            </a:ln>
            <a:effectLst/>
          </p:spPr>
          <p:txBody>
            <a:bodyPr/>
            <a:lstStyle/>
            <a:p>
              <a:endParaRPr lang="en-US"/>
            </a:p>
          </p:txBody>
        </p:sp>
        <p:sp>
          <p:nvSpPr>
            <p:cNvPr id="188420" name="Arc 4"/>
            <p:cNvSpPr>
              <a:spLocks/>
            </p:cNvSpPr>
            <p:nvPr/>
          </p:nvSpPr>
          <p:spPr bwMode="auto">
            <a:xfrm>
              <a:off x="0" y="1"/>
              <a:ext cx="5298" cy="43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accent2"/>
              </a:solidFill>
              <a:round/>
              <a:headEnd type="none" w="sm" len="sm"/>
              <a:tailEnd type="none" w="sm" len="sm"/>
            </a:ln>
            <a:effectLst/>
          </p:spPr>
          <p:txBody>
            <a:bodyPr wrap="none" anchor="ctr"/>
            <a:lstStyle/>
            <a:p>
              <a:endParaRPr lang="en-US"/>
            </a:p>
          </p:txBody>
        </p:sp>
      </p:grpSp>
      <p:sp>
        <p:nvSpPr>
          <p:cNvPr id="188421" name="Rectangle 5"/>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smtClean="0"/>
              <a:t>Click to edit Master title style</a:t>
            </a:r>
          </a:p>
        </p:txBody>
      </p:sp>
      <p:sp>
        <p:nvSpPr>
          <p:cNvPr id="188422" name="Rectangle 6"/>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defRPr sz="1400">
                <a:effectLst/>
              </a:defRPr>
            </a:lvl1pPr>
          </a:lstStyle>
          <a:p>
            <a:endParaRPr lang="en-US"/>
          </a:p>
        </p:txBody>
      </p:sp>
      <p:sp>
        <p:nvSpPr>
          <p:cNvPr id="188423" name="Rectangle 7"/>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ctr">
              <a:defRPr sz="1400">
                <a:effectLst/>
              </a:defRPr>
            </a:lvl1pPr>
          </a:lstStyle>
          <a:p>
            <a:r>
              <a:rPr lang="en-US"/>
              <a:t>Presentation Prepared By:  Rizwana Khokhar &amp; Laeeqa Mirza</a:t>
            </a:r>
          </a:p>
        </p:txBody>
      </p:sp>
      <p:sp>
        <p:nvSpPr>
          <p:cNvPr id="188424" name="Rectangle 8"/>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400">
                <a:effectLst/>
              </a:defRPr>
            </a:lvl1pPr>
          </a:lstStyle>
          <a:p>
            <a:fld id="{3C50B786-B499-404A-A3F1-5A34E8945481}" type="slidenum">
              <a:rPr lang="en-US"/>
              <a:pPr/>
              <a:t>‹#›</a:t>
            </a:fld>
            <a:endParaRPr lang="en-US"/>
          </a:p>
        </p:txBody>
      </p:sp>
      <p:sp>
        <p:nvSpPr>
          <p:cNvPr id="188425" name="Rectangle 9"/>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hdr="0" ftr="0" dt="0"/>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fontAlgn="base">
        <a:spcBef>
          <a:spcPct val="20000"/>
        </a:spcBef>
        <a:spcAft>
          <a:spcPct val="0"/>
        </a:spcAft>
        <a:buClr>
          <a:schemeClr val="accent2"/>
        </a:buClr>
        <a:buSzPct val="80000"/>
        <a:buFont typeface="Wingdings"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sz="2800">
          <a:solidFill>
            <a:schemeClr val="tx1"/>
          </a:solidFill>
          <a:latin typeface="+mn-lt"/>
        </a:defRPr>
      </a:lvl2pPr>
      <a:lvl3pPr marL="1143000" indent="-228600" algn="l" rtl="0" fontAlgn="base">
        <a:spcBef>
          <a:spcPct val="20000"/>
        </a:spcBef>
        <a:spcAft>
          <a:spcPct val="0"/>
        </a:spcAft>
        <a:buClr>
          <a:schemeClr val="accent1"/>
        </a:buClr>
        <a:buSzPct val="60000"/>
        <a:buFont typeface="Wingdings" pitchFamily="2" charset="2"/>
        <a:buChar char="l"/>
        <a:defRPr sz="2400">
          <a:solidFill>
            <a:schemeClr val="tx1"/>
          </a:solidFill>
          <a:latin typeface="+mn-lt"/>
        </a:defRPr>
      </a:lvl3pPr>
      <a:lvl4pPr marL="1600200" indent="-228600" algn="l" rtl="0" fontAlgn="base">
        <a:spcBef>
          <a:spcPct val="20000"/>
        </a:spcBef>
        <a:spcAft>
          <a:spcPct val="0"/>
        </a:spcAft>
        <a:buClr>
          <a:schemeClr val="tx1"/>
        </a:buClr>
        <a:buChar char="–"/>
        <a:defRPr sz="2000">
          <a:solidFill>
            <a:schemeClr val="tx1"/>
          </a:solidFill>
          <a:latin typeface="+mn-lt"/>
        </a:defRPr>
      </a:lvl4pPr>
      <a:lvl5pPr marL="2057400" indent="-228600" algn="l" rtl="0" fontAlgn="base">
        <a:spcBef>
          <a:spcPct val="20000"/>
        </a:spcBef>
        <a:spcAft>
          <a:spcPct val="0"/>
        </a:spcAft>
        <a:buClr>
          <a:schemeClr val="accent1"/>
        </a:buClr>
        <a:buChar char="•"/>
        <a:defRPr sz="2000">
          <a:solidFill>
            <a:schemeClr val="tx1"/>
          </a:solidFill>
          <a:latin typeface="+mn-lt"/>
        </a:defRPr>
      </a:lvl5pPr>
      <a:lvl6pPr marL="2514600" indent="-228600" algn="l" rtl="0" fontAlgn="base">
        <a:spcBef>
          <a:spcPct val="20000"/>
        </a:spcBef>
        <a:spcAft>
          <a:spcPct val="0"/>
        </a:spcAft>
        <a:buClr>
          <a:schemeClr val="accent1"/>
        </a:buClr>
        <a:buChar char="•"/>
        <a:defRPr sz="2000">
          <a:solidFill>
            <a:schemeClr val="tx1"/>
          </a:solidFill>
          <a:latin typeface="+mn-lt"/>
        </a:defRPr>
      </a:lvl6pPr>
      <a:lvl7pPr marL="2971800" indent="-228600" algn="l" rtl="0" fontAlgn="base">
        <a:spcBef>
          <a:spcPct val="20000"/>
        </a:spcBef>
        <a:spcAft>
          <a:spcPct val="0"/>
        </a:spcAft>
        <a:buClr>
          <a:schemeClr val="accent1"/>
        </a:buClr>
        <a:buChar char="•"/>
        <a:defRPr sz="2000">
          <a:solidFill>
            <a:schemeClr val="tx1"/>
          </a:solidFill>
          <a:latin typeface="+mn-lt"/>
        </a:defRPr>
      </a:lvl7pPr>
      <a:lvl8pPr marL="3429000" indent="-228600" algn="l" rtl="0" fontAlgn="base">
        <a:spcBef>
          <a:spcPct val="20000"/>
        </a:spcBef>
        <a:spcAft>
          <a:spcPct val="0"/>
        </a:spcAft>
        <a:buClr>
          <a:schemeClr val="accent1"/>
        </a:buClr>
        <a:buChar char="•"/>
        <a:defRPr sz="2000">
          <a:solidFill>
            <a:schemeClr val="tx1"/>
          </a:solidFill>
          <a:latin typeface="+mn-lt"/>
        </a:defRPr>
      </a:lvl8pPr>
      <a:lvl9pPr marL="3886200"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Grp="1" noChangeArrowheads="1"/>
          </p:cNvSpPr>
          <p:nvPr>
            <p:ph type="sldNum" sz="quarter" idx="4"/>
          </p:nvPr>
        </p:nvSpPr>
        <p:spPr/>
        <p:txBody>
          <a:bodyPr/>
          <a:lstStyle/>
          <a:p>
            <a:fld id="{EFB07036-FCF5-417B-A3B1-471B0D7EE9D6}" type="slidenum">
              <a:rPr lang="en-US"/>
              <a:pPr/>
              <a:t>1</a:t>
            </a:fld>
            <a:endParaRPr lang="en-US"/>
          </a:p>
        </p:txBody>
      </p:sp>
      <p:sp>
        <p:nvSpPr>
          <p:cNvPr id="2050" name="Rectangle 2"/>
          <p:cNvSpPr>
            <a:spLocks noGrp="1" noChangeArrowheads="1"/>
          </p:cNvSpPr>
          <p:nvPr>
            <p:ph type="ctrTitle"/>
          </p:nvPr>
        </p:nvSpPr>
        <p:spPr>
          <a:xfrm>
            <a:off x="609600" y="1752600"/>
            <a:ext cx="7848600" cy="4194175"/>
          </a:xfrm>
        </p:spPr>
        <p:txBody>
          <a:bodyPr/>
          <a:lstStyle/>
          <a:p>
            <a:r>
              <a:rPr lang="en-US" b="1" dirty="0">
                <a:latin typeface="Bookman Old Style" pitchFamily="18" charset="0"/>
              </a:rPr>
              <a:t/>
            </a:r>
            <a:br>
              <a:rPr lang="en-US" b="1" dirty="0">
                <a:latin typeface="Bookman Old Style" pitchFamily="18" charset="0"/>
              </a:rPr>
            </a:br>
            <a:r>
              <a:rPr lang="en-US" b="1" dirty="0">
                <a:latin typeface="Bookman Old Style" pitchFamily="18" charset="0"/>
              </a:rPr>
              <a:t/>
            </a:r>
            <a:br>
              <a:rPr lang="en-US" b="1" dirty="0">
                <a:latin typeface="Bookman Old Style" pitchFamily="18" charset="0"/>
              </a:rPr>
            </a:br>
            <a:r>
              <a:rPr lang="en-US" b="1" dirty="0">
                <a:latin typeface="Bookman Old Style" pitchFamily="18" charset="0"/>
              </a:rPr>
              <a:t/>
            </a:r>
            <a:br>
              <a:rPr lang="en-US" b="1" dirty="0">
                <a:latin typeface="Bookman Old Style" pitchFamily="18" charset="0"/>
              </a:rPr>
            </a:br>
            <a:r>
              <a:rPr lang="en-US" b="1" dirty="0">
                <a:latin typeface="Bookman Old Style" pitchFamily="18" charset="0"/>
              </a:rPr>
              <a:t/>
            </a:r>
            <a:br>
              <a:rPr lang="en-US" b="1" dirty="0">
                <a:latin typeface="Bookman Old Style" pitchFamily="18" charset="0"/>
              </a:rPr>
            </a:br>
            <a:r>
              <a:rPr lang="en-US" b="1" dirty="0">
                <a:latin typeface="Bookman Old Style" pitchFamily="18" charset="0"/>
              </a:rPr>
              <a:t/>
            </a:r>
            <a:br>
              <a:rPr lang="en-US" b="1" dirty="0">
                <a:latin typeface="Bookman Old Style" pitchFamily="18" charset="0"/>
              </a:rPr>
            </a:br>
            <a:r>
              <a:rPr lang="en-US" sz="4000" b="1" dirty="0">
                <a:latin typeface="Bookman Old Style" pitchFamily="18" charset="0"/>
              </a:rPr>
              <a:t> </a:t>
            </a:r>
            <a:br>
              <a:rPr lang="en-US" sz="4000" b="1" dirty="0">
                <a:latin typeface="Bookman Old Style" pitchFamily="18" charset="0"/>
              </a:rPr>
            </a:br>
            <a:r>
              <a:rPr lang="en-US" sz="4000" b="1" dirty="0">
                <a:latin typeface="Bookman Old Style" pitchFamily="18" charset="0"/>
              </a:rPr>
              <a:t/>
            </a:r>
            <a:br>
              <a:rPr lang="en-US" sz="4000" b="1" dirty="0">
                <a:latin typeface="Bookman Old Style" pitchFamily="18" charset="0"/>
              </a:rPr>
            </a:br>
            <a:r>
              <a:rPr lang="en-US" sz="4000" b="1" dirty="0">
                <a:latin typeface="Bookman Old Style" pitchFamily="18" charset="0"/>
              </a:rPr>
              <a:t/>
            </a:r>
            <a:br>
              <a:rPr lang="en-US" sz="4000" b="1" dirty="0">
                <a:latin typeface="Bookman Old Style" pitchFamily="18" charset="0"/>
              </a:rPr>
            </a:br>
            <a:r>
              <a:rPr lang="en-US" sz="4000" b="1" dirty="0">
                <a:latin typeface="Bookman Old Style" pitchFamily="18" charset="0"/>
              </a:rPr>
              <a:t/>
            </a:r>
            <a:br>
              <a:rPr lang="en-US" sz="4000" b="1" dirty="0">
                <a:latin typeface="Bookman Old Style" pitchFamily="18" charset="0"/>
              </a:rPr>
            </a:br>
            <a:r>
              <a:rPr lang="en-US" sz="4000" b="1" dirty="0">
                <a:latin typeface="Bookman Old Style" pitchFamily="18" charset="0"/>
              </a:rPr>
              <a:t/>
            </a:r>
            <a:br>
              <a:rPr lang="en-US" sz="4000" b="1" dirty="0">
                <a:latin typeface="Bookman Old Style" pitchFamily="18" charset="0"/>
              </a:rPr>
            </a:br>
            <a:r>
              <a:rPr lang="en-US" sz="4000" b="1" dirty="0">
                <a:latin typeface="Bookman Old Style" pitchFamily="18" charset="0"/>
              </a:rPr>
              <a:t/>
            </a:r>
            <a:br>
              <a:rPr lang="en-US" sz="4000" b="1" dirty="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t>
            </a: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t>
            </a: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r>
            <a:br>
              <a:rPr lang="en-US" sz="4000" b="1" dirty="0" smtClean="0">
                <a:latin typeface="Bookman Old Style" pitchFamily="18" charset="0"/>
              </a:rPr>
            </a:br>
            <a:r>
              <a:rPr lang="en-US" sz="4000" b="1" dirty="0" smtClean="0">
                <a:latin typeface="Bookman Old Style" pitchFamily="18" charset="0"/>
              </a:rPr>
              <a:t> </a:t>
            </a:r>
            <a:r>
              <a:rPr lang="en-US" sz="4000" b="1" dirty="0" smtClean="0">
                <a:latin typeface="Arial" pitchFamily="34" charset="0"/>
                <a:cs typeface="Arial" pitchFamily="34" charset="0"/>
              </a:rPr>
              <a:t/>
            </a:r>
            <a:br>
              <a:rPr lang="en-US" sz="4000"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Bookman Old Style" pitchFamily="18" charset="0"/>
              </a:rPr>
              <a:t> Similarities of </a:t>
            </a:r>
            <a:br>
              <a:rPr lang="en-US" b="1" dirty="0" smtClean="0">
                <a:latin typeface="Bookman Old Style" pitchFamily="18" charset="0"/>
              </a:rPr>
            </a:br>
            <a:r>
              <a:rPr lang="en-US" b="1" dirty="0" err="1" smtClean="0">
                <a:latin typeface="Bookman Old Style" pitchFamily="18" charset="0"/>
              </a:rPr>
              <a:t>Khulafa</a:t>
            </a:r>
            <a:r>
              <a:rPr lang="en-US" b="1" dirty="0" smtClean="0">
                <a:latin typeface="Bookman Old Style" pitchFamily="18" charset="0"/>
              </a:rPr>
              <a:t>-e-</a:t>
            </a:r>
            <a:r>
              <a:rPr lang="en-US" b="1" dirty="0" err="1" smtClean="0">
                <a:latin typeface="Bookman Old Style" pitchFamily="18" charset="0"/>
              </a:rPr>
              <a:t>Rashida</a:t>
            </a:r>
            <a:r>
              <a:rPr lang="en-US" b="1" dirty="0" smtClean="0">
                <a:latin typeface="Bookman Old Style" pitchFamily="18" charset="0"/>
              </a:rPr>
              <a:t> </a:t>
            </a:r>
            <a:br>
              <a:rPr lang="en-US" b="1" dirty="0" smtClean="0">
                <a:latin typeface="Bookman Old Style" pitchFamily="18" charset="0"/>
              </a:rPr>
            </a:br>
            <a:r>
              <a:rPr lang="en-US" b="1" dirty="0" smtClean="0">
                <a:latin typeface="Bookman Old Style" pitchFamily="18" charset="0"/>
              </a:rPr>
              <a:t>and </a:t>
            </a:r>
            <a:br>
              <a:rPr lang="en-US" b="1" dirty="0" smtClean="0">
                <a:latin typeface="Bookman Old Style" pitchFamily="18" charset="0"/>
              </a:rPr>
            </a:br>
            <a:r>
              <a:rPr lang="en-US" b="1" dirty="0" err="1" smtClean="0">
                <a:latin typeface="Bookman Old Style" pitchFamily="18" charset="0"/>
              </a:rPr>
              <a:t>Khulafa</a:t>
            </a:r>
            <a:r>
              <a:rPr lang="en-US" b="1" dirty="0" smtClean="0">
                <a:latin typeface="Bookman Old Style" pitchFamily="18" charset="0"/>
              </a:rPr>
              <a:t>-e-</a:t>
            </a:r>
            <a:r>
              <a:rPr lang="en-US" b="1" dirty="0" err="1" smtClean="0">
                <a:latin typeface="Bookman Old Style" pitchFamily="18" charset="0"/>
              </a:rPr>
              <a:t>Ahmadiyya</a:t>
            </a:r>
            <a:r>
              <a:rPr lang="en-US" b="1" dirty="0" smtClean="0">
                <a:latin typeface="Bookman Old Style" pitchFamily="18" charset="0"/>
              </a:rPr>
              <a:t> </a:t>
            </a:r>
            <a:r>
              <a:rPr lang="en-US" b="1" i="1" dirty="0" smtClean="0">
                <a:latin typeface="Arial" pitchFamily="34" charset="0"/>
                <a:cs typeface="Arial" pitchFamily="34" charset="0"/>
              </a:rPr>
              <a:t/>
            </a:r>
            <a:br>
              <a:rPr lang="en-US" b="1" i="1" dirty="0" smtClean="0">
                <a:latin typeface="Arial" pitchFamily="34" charset="0"/>
                <a:cs typeface="Arial" pitchFamily="34" charset="0"/>
              </a:rPr>
            </a:br>
            <a:r>
              <a:rPr lang="en-US" b="1" dirty="0">
                <a:latin typeface="Bookman Old Style" pitchFamily="18" charset="0"/>
              </a:rPr>
              <a:t/>
            </a:r>
            <a:br>
              <a:rPr lang="en-US" b="1" dirty="0">
                <a:latin typeface="Bookman Old Style" pitchFamily="18" charset="0"/>
              </a:rPr>
            </a:br>
            <a:r>
              <a:rPr lang="en-US" sz="2400" b="1" dirty="0" smtClean="0">
                <a:latin typeface="Bookman Old Style" pitchFamily="18" charset="0"/>
              </a:rPr>
              <a:t>Presenter:  </a:t>
            </a:r>
            <a:r>
              <a:rPr lang="en-US" sz="2400" b="1" dirty="0" smtClean="0">
                <a:latin typeface="Bookman Old Style" pitchFamily="18" charset="0"/>
              </a:rPr>
              <a:t>Farah Ahmad</a:t>
            </a:r>
            <a:br>
              <a:rPr lang="en-US" sz="2400" b="1" dirty="0" smtClean="0">
                <a:latin typeface="Bookman Old Style" pitchFamily="18" charset="0"/>
              </a:rPr>
            </a:br>
            <a:r>
              <a:rPr lang="en-US" sz="2400" b="1" dirty="0" smtClean="0">
                <a:latin typeface="Bookman Old Style" pitchFamily="18" charset="0"/>
              </a:rPr>
              <a:t>		</a:t>
            </a:r>
            <a:endParaRPr lang="en-US" sz="3600" dirty="0">
              <a:latin typeface="Bookman Old Style" pitchFamily="18" charset="0"/>
            </a:endParaRPr>
          </a:p>
        </p:txBody>
      </p:sp>
      <p:pic>
        <p:nvPicPr>
          <p:cNvPr id="2052" name="Picture 4" descr="q001001"/>
          <p:cNvPicPr>
            <a:picLocks noChangeAspect="1" noChangeArrowheads="1"/>
          </p:cNvPicPr>
          <p:nvPr/>
        </p:nvPicPr>
        <p:blipFill>
          <a:blip r:embed="rId3">
            <a:lum bright="100000"/>
          </a:blip>
          <a:srcRect/>
          <a:stretch>
            <a:fillRect/>
          </a:stretch>
        </p:blipFill>
        <p:spPr bwMode="auto">
          <a:xfrm>
            <a:off x="1524000" y="304800"/>
            <a:ext cx="6400800" cy="771525"/>
          </a:xfrm>
          <a:prstGeom prst="rect">
            <a:avLst/>
          </a:prstGeom>
          <a:noFill/>
          <a:ln w="9525">
            <a:solidFill>
              <a:schemeClr val="tx2"/>
            </a:solid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CA52927-8B33-4DD9-9092-903AE2F99770}" type="slidenum">
              <a:rPr lang="en-US"/>
              <a:pPr/>
              <a:t>2</a:t>
            </a:fld>
            <a:endParaRPr lang="en-US"/>
          </a:p>
        </p:txBody>
      </p:sp>
      <p:sp>
        <p:nvSpPr>
          <p:cNvPr id="3074" name="Rectangle 2"/>
          <p:cNvSpPr>
            <a:spLocks noGrp="1" noChangeArrowheads="1"/>
          </p:cNvSpPr>
          <p:nvPr>
            <p:ph type="title"/>
          </p:nvPr>
        </p:nvSpPr>
        <p:spPr>
          <a:xfrm>
            <a:off x="685800" y="0"/>
            <a:ext cx="7772400" cy="1143000"/>
          </a:xfrm>
        </p:spPr>
        <p:txBody>
          <a:bodyPr/>
          <a:lstStyle/>
          <a:p>
            <a:r>
              <a:rPr lang="en-US" b="1" dirty="0" smtClean="0">
                <a:latin typeface="Arial" pitchFamily="34" charset="0"/>
                <a:cs typeface="Arial" pitchFamily="34" charset="0"/>
              </a:rPr>
              <a:t>How to Compare the </a:t>
            </a:r>
            <a:r>
              <a:rPr lang="en-US" b="1" dirty="0" err="1" smtClean="0">
                <a:latin typeface="Arial" pitchFamily="34" charset="0"/>
                <a:cs typeface="Arial" pitchFamily="34" charset="0"/>
              </a:rPr>
              <a:t>Khulafas</a:t>
            </a:r>
            <a:endParaRPr lang="en-US" b="1" dirty="0">
              <a:latin typeface="Arial" pitchFamily="34" charset="0"/>
              <a:cs typeface="Arial" pitchFamily="34" charset="0"/>
            </a:endParaRPr>
          </a:p>
        </p:txBody>
      </p:sp>
      <p:sp>
        <p:nvSpPr>
          <p:cNvPr id="3075" name="Rectangle 3"/>
          <p:cNvSpPr>
            <a:spLocks noGrp="1" noChangeArrowheads="1"/>
          </p:cNvSpPr>
          <p:nvPr>
            <p:ph type="body" idx="1"/>
          </p:nvPr>
        </p:nvSpPr>
        <p:spPr>
          <a:xfrm>
            <a:off x="685800" y="1219200"/>
            <a:ext cx="7772400" cy="5181600"/>
          </a:xfrm>
        </p:spPr>
        <p:txBody>
          <a:bodyPr/>
          <a:lstStyle/>
          <a:p>
            <a:pPr algn="ctr">
              <a:buFont typeface="Wingdings" pitchFamily="2" charset="2"/>
              <a:buNone/>
            </a:pPr>
            <a:endParaRPr lang="en-US" sz="2800" dirty="0" smtClean="0">
              <a:latin typeface="Bookman Old Style" pitchFamily="18" charset="0"/>
            </a:endParaRPr>
          </a:p>
          <a:p>
            <a:pPr marL="514350" indent="-514350">
              <a:buNone/>
            </a:pPr>
            <a:r>
              <a:rPr lang="en-US" sz="2800" dirty="0" smtClean="0">
                <a:latin typeface="Bookman Old Style" pitchFamily="18" charset="0"/>
              </a:rPr>
              <a:t>1. Similarities</a:t>
            </a:r>
            <a:r>
              <a:rPr lang="en-US" sz="2800" dirty="0" smtClean="0">
                <a:latin typeface="Bookman Old Style" pitchFamily="18" charset="0"/>
              </a:rPr>
              <a:t> of the </a:t>
            </a:r>
            <a:r>
              <a:rPr lang="en-US" sz="2800" dirty="0" err="1" smtClean="0">
                <a:latin typeface="Bookman Old Style" pitchFamily="18" charset="0"/>
              </a:rPr>
              <a:t>Khulafa</a:t>
            </a:r>
            <a:r>
              <a:rPr lang="en-US" sz="2800" dirty="0" smtClean="0">
                <a:latin typeface="Bookman Old Style" pitchFamily="18" charset="0"/>
              </a:rPr>
              <a:t>-e-</a:t>
            </a:r>
            <a:r>
              <a:rPr lang="en-US" sz="2800" dirty="0" err="1" smtClean="0">
                <a:latin typeface="Bookman Old Style" pitchFamily="18" charset="0"/>
              </a:rPr>
              <a:t>Rashida</a:t>
            </a:r>
            <a:r>
              <a:rPr lang="en-US" sz="2800" dirty="0" smtClean="0">
                <a:latin typeface="Bookman Old Style" pitchFamily="18" charset="0"/>
              </a:rPr>
              <a:t> and </a:t>
            </a:r>
            <a:r>
              <a:rPr lang="en-US" sz="2800" dirty="0" err="1" smtClean="0">
                <a:latin typeface="Bookman Old Style" pitchFamily="18" charset="0"/>
              </a:rPr>
              <a:t>Khulafa</a:t>
            </a:r>
            <a:r>
              <a:rPr lang="en-US" sz="2800" dirty="0" smtClean="0">
                <a:latin typeface="Bookman Old Style" pitchFamily="18" charset="0"/>
              </a:rPr>
              <a:t>-e-</a:t>
            </a:r>
            <a:r>
              <a:rPr lang="en-US" sz="2800" dirty="0" err="1" smtClean="0">
                <a:latin typeface="Bookman Old Style" pitchFamily="18" charset="0"/>
              </a:rPr>
              <a:t>Ahmadiyya</a:t>
            </a:r>
            <a:r>
              <a:rPr lang="en-US" sz="2800" dirty="0" smtClean="0">
                <a:latin typeface="Bookman Old Style" pitchFamily="18" charset="0"/>
              </a:rPr>
              <a:t>:  A Broad Look</a:t>
            </a:r>
          </a:p>
          <a:p>
            <a:pPr marL="514350" indent="-514350">
              <a:buFont typeface="Wingdings" pitchFamily="2" charset="2"/>
              <a:buAutoNum type="arabicPeriod"/>
            </a:pPr>
            <a:endParaRPr lang="en-US" sz="2800" dirty="0" smtClean="0">
              <a:latin typeface="Bookman Old Style" pitchFamily="18" charset="0"/>
            </a:endParaRPr>
          </a:p>
          <a:p>
            <a:pPr marL="514350" indent="-514350">
              <a:buNone/>
            </a:pPr>
            <a:r>
              <a:rPr lang="en-US" sz="2800" dirty="0" smtClean="0">
                <a:latin typeface="Bookman Old Style" pitchFamily="18" charset="0"/>
              </a:rPr>
              <a:t>2. Similarities between each </a:t>
            </a:r>
            <a:r>
              <a:rPr lang="en-US" sz="2800" dirty="0" err="1" smtClean="0">
                <a:latin typeface="Bookman Old Style" pitchFamily="18" charset="0"/>
              </a:rPr>
              <a:t>Khalifa</a:t>
            </a:r>
            <a:r>
              <a:rPr lang="en-US" sz="2800" dirty="0" smtClean="0">
                <a:latin typeface="Bookman Old Style" pitchFamily="18" charset="0"/>
              </a:rPr>
              <a:t>:  A Detailed Look -Especially of </a:t>
            </a:r>
            <a:r>
              <a:rPr lang="en-US" sz="2800" dirty="0" err="1" smtClean="0">
                <a:latin typeface="Bookman Old Style" pitchFamily="18" charset="0"/>
              </a:rPr>
              <a:t>Hazrat</a:t>
            </a:r>
            <a:r>
              <a:rPr lang="en-US" sz="2800" dirty="0" smtClean="0">
                <a:latin typeface="Bookman Old Style" pitchFamily="18" charset="0"/>
              </a:rPr>
              <a:t> Abu </a:t>
            </a:r>
            <a:r>
              <a:rPr lang="en-US" sz="2800" dirty="0" err="1" smtClean="0">
                <a:latin typeface="Bookman Old Style" pitchFamily="18" charset="0"/>
              </a:rPr>
              <a:t>Bakr</a:t>
            </a:r>
            <a:r>
              <a:rPr lang="en-US" sz="2800" dirty="0" smtClean="0">
                <a:latin typeface="Bookman Old Style" pitchFamily="18" charset="0"/>
              </a:rPr>
              <a:t> and </a:t>
            </a:r>
            <a:r>
              <a:rPr lang="en-US" sz="2800" dirty="0" err="1" smtClean="0">
                <a:latin typeface="Bookman Old Style" pitchFamily="18" charset="0"/>
              </a:rPr>
              <a:t>Hazrat</a:t>
            </a:r>
            <a:r>
              <a:rPr lang="en-US" sz="2800" dirty="0" smtClean="0">
                <a:latin typeface="Bookman Old Style" pitchFamily="18" charset="0"/>
              </a:rPr>
              <a:t> Hakim </a:t>
            </a:r>
            <a:r>
              <a:rPr lang="en-US" sz="2800" dirty="0" err="1" smtClean="0">
                <a:latin typeface="Bookman Old Style" pitchFamily="18" charset="0"/>
              </a:rPr>
              <a:t>Maulana</a:t>
            </a:r>
            <a:r>
              <a:rPr lang="en-US" sz="2800" dirty="0" smtClean="0">
                <a:latin typeface="Bookman Old Style" pitchFamily="18" charset="0"/>
              </a:rPr>
              <a:t> </a:t>
            </a:r>
            <a:r>
              <a:rPr lang="en-US" sz="2800" dirty="0" err="1" smtClean="0">
                <a:latin typeface="Bookman Old Style" pitchFamily="18" charset="0"/>
              </a:rPr>
              <a:t>Nooruddin</a:t>
            </a:r>
            <a:endParaRPr lang="en-US" sz="2800" dirty="0" smtClean="0">
              <a:latin typeface="Bookman Old Style" pitchFamily="18" charset="0"/>
            </a:endParaRPr>
          </a:p>
          <a:p>
            <a:pPr marL="514350" indent="-514350">
              <a:buNone/>
            </a:pPr>
            <a:endParaRPr lang="en-US" sz="2800" dirty="0" smtClean="0">
              <a:latin typeface="Bookman Old Style" pitchFamily="18" charset="0"/>
            </a:endParaRPr>
          </a:p>
          <a:p>
            <a:pPr>
              <a:buFont typeface="Wingdings" pitchFamily="2" charset="2"/>
              <a:buNone/>
            </a:pPr>
            <a:r>
              <a:rPr lang="en-US" sz="2400" smtClean="0">
                <a:latin typeface="Bookman Old Style" pitchFamily="18" charset="0"/>
                <a:cs typeface="Arial" pitchFamily="34" charset="0"/>
              </a:rPr>
              <a:t>3.  </a:t>
            </a:r>
            <a:r>
              <a:rPr lang="en-US" sz="2800" smtClean="0">
                <a:latin typeface="Bookman Old Style" pitchFamily="18" charset="0"/>
                <a:cs typeface="Arial" pitchFamily="34" charset="0"/>
              </a:rPr>
              <a:t>Service </a:t>
            </a:r>
            <a:r>
              <a:rPr lang="en-US" sz="2800" dirty="0" smtClean="0">
                <a:latin typeface="Bookman Old Style" pitchFamily="18" charset="0"/>
                <a:cs typeface="Arial" pitchFamily="34" charset="0"/>
              </a:rPr>
              <a:t>to Humanity-Another form of Sacrifice</a:t>
            </a:r>
            <a:endParaRPr lang="en-US" sz="2800" dirty="0">
              <a:latin typeface="Bookman Old Style" pitchFamily="18"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1">
                <a:lumMod val="20000"/>
                <a:lumOff val="80000"/>
              </a:schemeClr>
            </a:gs>
            <a:gs pos="100000">
              <a:schemeClr val="bg2"/>
            </a:gs>
          </a:gsLst>
          <a:lin ang="0" scaled="1"/>
        </a:gradFill>
        <a:effectLst/>
      </p:bgPr>
    </p:bg>
    <p:spTree>
      <p:nvGrpSpPr>
        <p:cNvPr id="1" name=""/>
        <p:cNvGrpSpPr/>
        <p:nvPr/>
      </p:nvGrpSpPr>
      <p:grpSpPr>
        <a:xfrm>
          <a:off x="0" y="0"/>
          <a:ext cx="0" cy="0"/>
          <a:chOff x="0" y="0"/>
          <a:chExt cx="0" cy="0"/>
        </a:xfrm>
      </p:grpSpPr>
      <p:sp>
        <p:nvSpPr>
          <p:cNvPr id="35" name="Slide Number Placeholder 5"/>
          <p:cNvSpPr>
            <a:spLocks noGrp="1"/>
          </p:cNvSpPr>
          <p:nvPr>
            <p:ph type="sldNum" sz="quarter" idx="12"/>
          </p:nvPr>
        </p:nvSpPr>
        <p:spPr/>
        <p:txBody>
          <a:bodyPr/>
          <a:lstStyle/>
          <a:p>
            <a:fld id="{8B65C6E2-5D9C-4E1D-98B9-CFBA74A97EBD}" type="slidenum">
              <a:rPr lang="en-US"/>
              <a:pPr/>
              <a:t>3</a:t>
            </a:fld>
            <a:endParaRPr lang="en-US"/>
          </a:p>
        </p:txBody>
      </p:sp>
      <p:sp>
        <p:nvSpPr>
          <p:cNvPr id="176132" name="Text Box 4"/>
          <p:cNvSpPr txBox="1">
            <a:spLocks noChangeArrowheads="1"/>
          </p:cNvSpPr>
          <p:nvPr/>
        </p:nvSpPr>
        <p:spPr bwMode="auto">
          <a:xfrm>
            <a:off x="3733800" y="304800"/>
            <a:ext cx="1752600" cy="381000"/>
          </a:xfrm>
          <a:prstGeom prst="rect">
            <a:avLst/>
          </a:prstGeom>
          <a:solidFill>
            <a:srgbClr val="66CCFF"/>
          </a:solidFill>
          <a:ln w="9525">
            <a:solidFill>
              <a:srgbClr val="000000"/>
            </a:solidFill>
            <a:miter lim="800000"/>
            <a:headEnd/>
            <a:tailEnd/>
          </a:ln>
        </p:spPr>
        <p:txBody>
          <a:bodyPr/>
          <a:lstStyle/>
          <a:p>
            <a:pPr algn="ctr" eaLnBrk="0" hangingPunct="0"/>
            <a:r>
              <a:rPr lang="en-US" sz="1400" b="1" dirty="0" smtClean="0">
                <a:solidFill>
                  <a:schemeClr val="tx2"/>
                </a:solidFill>
                <a:effectLst/>
              </a:rPr>
              <a:t>Holy Prophet(saw)</a:t>
            </a:r>
            <a:endParaRPr lang="en-US" sz="1400" b="1" dirty="0">
              <a:solidFill>
                <a:schemeClr val="tx2"/>
              </a:solidFill>
              <a:effectLst/>
            </a:endParaRPr>
          </a:p>
        </p:txBody>
      </p:sp>
      <p:sp>
        <p:nvSpPr>
          <p:cNvPr id="176133" name="Text Box 5"/>
          <p:cNvSpPr txBox="1">
            <a:spLocks noChangeArrowheads="1"/>
          </p:cNvSpPr>
          <p:nvPr/>
        </p:nvSpPr>
        <p:spPr bwMode="auto">
          <a:xfrm>
            <a:off x="3810000" y="838200"/>
            <a:ext cx="1600200" cy="533400"/>
          </a:xfrm>
          <a:prstGeom prst="rect">
            <a:avLst/>
          </a:prstGeom>
          <a:solidFill>
            <a:srgbClr val="CCFF33"/>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Khulafa</a:t>
            </a:r>
            <a:r>
              <a:rPr lang="en-US" sz="1400" b="1" dirty="0" smtClean="0">
                <a:solidFill>
                  <a:schemeClr val="tx2"/>
                </a:solidFill>
                <a:effectLst/>
              </a:rPr>
              <a:t>-e-</a:t>
            </a:r>
            <a:r>
              <a:rPr lang="en-US" sz="1400" b="1" dirty="0" err="1" smtClean="0">
                <a:solidFill>
                  <a:schemeClr val="tx2"/>
                </a:solidFill>
                <a:effectLst/>
              </a:rPr>
              <a:t>Rashida</a:t>
            </a:r>
            <a:endParaRPr lang="en-US" sz="1400" b="1" dirty="0">
              <a:solidFill>
                <a:schemeClr val="tx2"/>
              </a:solidFill>
              <a:effectLst/>
            </a:endParaRPr>
          </a:p>
        </p:txBody>
      </p:sp>
      <p:sp>
        <p:nvSpPr>
          <p:cNvPr id="176136" name="Text Box 8"/>
          <p:cNvSpPr txBox="1">
            <a:spLocks noChangeArrowheads="1"/>
          </p:cNvSpPr>
          <p:nvPr/>
        </p:nvSpPr>
        <p:spPr bwMode="auto">
          <a:xfrm>
            <a:off x="4724400" y="1905000"/>
            <a:ext cx="1600200" cy="571500"/>
          </a:xfrm>
          <a:prstGeom prst="rect">
            <a:avLst/>
          </a:prstGeom>
          <a:solidFill>
            <a:srgbClr val="9999FF"/>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a:t>
            </a:r>
            <a:r>
              <a:rPr lang="en-US" sz="1400" b="1" dirty="0" err="1" smtClean="0">
                <a:solidFill>
                  <a:schemeClr val="tx2"/>
                </a:solidFill>
                <a:effectLst/>
              </a:rPr>
              <a:t>Uthman</a:t>
            </a:r>
            <a:endParaRPr lang="en-US" sz="1400" b="1" dirty="0" smtClean="0">
              <a:solidFill>
                <a:schemeClr val="tx2"/>
              </a:solidFill>
              <a:effectLst/>
            </a:endParaRPr>
          </a:p>
          <a:p>
            <a:pPr algn="ctr" eaLnBrk="0" hangingPunct="0"/>
            <a:r>
              <a:rPr lang="en-US" sz="1400" b="1" dirty="0" smtClean="0">
                <a:solidFill>
                  <a:schemeClr val="tx2"/>
                </a:solidFill>
                <a:effectLst/>
              </a:rPr>
              <a:t>(</a:t>
            </a:r>
            <a:r>
              <a:rPr lang="en-US" sz="1400" b="1" dirty="0" err="1" smtClean="0">
                <a:solidFill>
                  <a:schemeClr val="tx2"/>
                </a:solidFill>
                <a:effectLst/>
              </a:rPr>
              <a:t>ra</a:t>
            </a:r>
            <a:r>
              <a:rPr lang="en-US" sz="1400" b="1" dirty="0" smtClean="0">
                <a:solidFill>
                  <a:schemeClr val="tx2"/>
                </a:solidFill>
                <a:effectLst/>
              </a:rPr>
              <a:t>)</a:t>
            </a:r>
            <a:r>
              <a:rPr lang="en-US" sz="1400" b="1" dirty="0" smtClean="0">
                <a:solidFill>
                  <a:schemeClr val="tx2"/>
                </a:solidFill>
                <a:effectLst/>
              </a:rPr>
              <a:t> </a:t>
            </a:r>
            <a:endParaRPr lang="en-US" sz="1400" b="1" dirty="0">
              <a:solidFill>
                <a:schemeClr val="tx2"/>
              </a:solidFill>
              <a:effectLst/>
            </a:endParaRPr>
          </a:p>
        </p:txBody>
      </p:sp>
      <p:sp>
        <p:nvSpPr>
          <p:cNvPr id="176142" name="Text Box 14"/>
          <p:cNvSpPr txBox="1">
            <a:spLocks noChangeArrowheads="1"/>
          </p:cNvSpPr>
          <p:nvPr/>
        </p:nvSpPr>
        <p:spPr bwMode="auto">
          <a:xfrm>
            <a:off x="4572000" y="2971800"/>
            <a:ext cx="1600200" cy="571500"/>
          </a:xfrm>
          <a:prstGeom prst="rect">
            <a:avLst/>
          </a:prstGeom>
          <a:solidFill>
            <a:srgbClr val="FF7C8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Mirza </a:t>
            </a:r>
            <a:r>
              <a:rPr lang="en-US" sz="1400" b="1" dirty="0" err="1" smtClean="0">
                <a:solidFill>
                  <a:schemeClr val="tx2"/>
                </a:solidFill>
                <a:effectLst/>
              </a:rPr>
              <a:t>Nasir</a:t>
            </a:r>
            <a:r>
              <a:rPr lang="en-US" sz="1400" b="1" dirty="0" smtClean="0">
                <a:solidFill>
                  <a:schemeClr val="tx2"/>
                </a:solidFill>
                <a:effectLst/>
              </a:rPr>
              <a:t> Ahmad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43" name="Text Box 15"/>
          <p:cNvSpPr txBox="1">
            <a:spLocks noChangeArrowheads="1"/>
          </p:cNvSpPr>
          <p:nvPr/>
        </p:nvSpPr>
        <p:spPr bwMode="auto">
          <a:xfrm>
            <a:off x="6781800" y="2971800"/>
            <a:ext cx="1600200" cy="571500"/>
          </a:xfrm>
          <a:prstGeom prst="rect">
            <a:avLst/>
          </a:prstGeom>
          <a:solidFill>
            <a:srgbClr val="FF7C8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Mirza </a:t>
            </a:r>
            <a:r>
              <a:rPr lang="en-US" sz="1400" b="1" dirty="0" err="1" smtClean="0">
                <a:solidFill>
                  <a:schemeClr val="tx2"/>
                </a:solidFill>
                <a:effectLst/>
              </a:rPr>
              <a:t>Tahir</a:t>
            </a:r>
            <a:r>
              <a:rPr lang="en-US" sz="1400" b="1" dirty="0" smtClean="0">
                <a:solidFill>
                  <a:schemeClr val="tx2"/>
                </a:solidFill>
                <a:effectLst/>
              </a:rPr>
              <a:t> Ahmad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44" name="Text Box 16"/>
          <p:cNvSpPr txBox="1">
            <a:spLocks noChangeArrowheads="1"/>
          </p:cNvSpPr>
          <p:nvPr/>
        </p:nvSpPr>
        <p:spPr bwMode="auto">
          <a:xfrm>
            <a:off x="2514600" y="2971800"/>
            <a:ext cx="1600200" cy="914400"/>
          </a:xfrm>
          <a:prstGeom prst="rect">
            <a:avLst/>
          </a:prstGeom>
          <a:solidFill>
            <a:srgbClr val="FF7C8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Mirza </a:t>
            </a:r>
            <a:r>
              <a:rPr lang="en-US" sz="1400" b="1" dirty="0" err="1" smtClean="0">
                <a:solidFill>
                  <a:schemeClr val="tx2"/>
                </a:solidFill>
                <a:effectLst/>
              </a:rPr>
              <a:t>Bashiruddin</a:t>
            </a:r>
            <a:r>
              <a:rPr lang="en-US" sz="1400" b="1" dirty="0" smtClean="0">
                <a:solidFill>
                  <a:schemeClr val="tx2"/>
                </a:solidFill>
                <a:effectLst/>
              </a:rPr>
              <a:t> </a:t>
            </a:r>
            <a:r>
              <a:rPr lang="en-US" sz="1400" b="1" dirty="0" err="1" smtClean="0">
                <a:solidFill>
                  <a:schemeClr val="tx2"/>
                </a:solidFill>
                <a:effectLst/>
              </a:rPr>
              <a:t>Mahmood</a:t>
            </a:r>
            <a:r>
              <a:rPr lang="en-US" sz="1400" b="1" dirty="0" smtClean="0">
                <a:solidFill>
                  <a:schemeClr val="tx2"/>
                </a:solidFill>
                <a:effectLst/>
              </a:rPr>
              <a:t> Ahmad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45" name="Text Box 17"/>
          <p:cNvSpPr txBox="1">
            <a:spLocks noChangeArrowheads="1"/>
          </p:cNvSpPr>
          <p:nvPr/>
        </p:nvSpPr>
        <p:spPr bwMode="auto">
          <a:xfrm>
            <a:off x="457200" y="1981200"/>
            <a:ext cx="1600200" cy="571500"/>
          </a:xfrm>
          <a:prstGeom prst="rect">
            <a:avLst/>
          </a:prstGeom>
          <a:solidFill>
            <a:srgbClr val="9999FF"/>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Abu </a:t>
            </a:r>
            <a:r>
              <a:rPr lang="en-US" sz="1400" b="1" dirty="0" err="1" smtClean="0">
                <a:solidFill>
                  <a:schemeClr val="tx2"/>
                </a:solidFill>
                <a:effectLst/>
              </a:rPr>
              <a:t>Bakr</a:t>
            </a:r>
            <a:r>
              <a:rPr lang="en-US" sz="1400" b="1" dirty="0" smtClean="0">
                <a:solidFill>
                  <a:schemeClr val="tx2"/>
                </a:solidFill>
                <a:effectLst/>
              </a:rPr>
              <a:t>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46" name="Text Box 18"/>
          <p:cNvSpPr txBox="1">
            <a:spLocks noChangeArrowheads="1"/>
          </p:cNvSpPr>
          <p:nvPr/>
        </p:nvSpPr>
        <p:spPr bwMode="auto">
          <a:xfrm>
            <a:off x="6858000" y="1905000"/>
            <a:ext cx="1600200" cy="571500"/>
          </a:xfrm>
          <a:prstGeom prst="rect">
            <a:avLst/>
          </a:prstGeom>
          <a:solidFill>
            <a:srgbClr val="9999FF"/>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Ali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51" name="Text Box 23"/>
          <p:cNvSpPr txBox="1">
            <a:spLocks noChangeArrowheads="1"/>
          </p:cNvSpPr>
          <p:nvPr/>
        </p:nvSpPr>
        <p:spPr bwMode="auto">
          <a:xfrm>
            <a:off x="3810000" y="4114800"/>
            <a:ext cx="1676400" cy="762000"/>
          </a:xfrm>
          <a:prstGeom prst="rect">
            <a:avLst/>
          </a:prstGeom>
          <a:solidFill>
            <a:srgbClr val="FF7C8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Mirza </a:t>
            </a:r>
            <a:r>
              <a:rPr lang="en-US" sz="1400" b="1" dirty="0" err="1" smtClean="0">
                <a:solidFill>
                  <a:schemeClr val="tx2"/>
                </a:solidFill>
                <a:effectLst/>
              </a:rPr>
              <a:t>Masroor</a:t>
            </a:r>
            <a:r>
              <a:rPr lang="en-US" sz="1400" b="1" dirty="0" smtClean="0">
                <a:solidFill>
                  <a:schemeClr val="tx2"/>
                </a:solidFill>
                <a:effectLst/>
              </a:rPr>
              <a:t> Ahmad (</a:t>
            </a:r>
            <a:r>
              <a:rPr lang="en-US" sz="1400" b="1" dirty="0" err="1" smtClean="0">
                <a:solidFill>
                  <a:schemeClr val="tx2"/>
                </a:solidFill>
                <a:effectLst/>
              </a:rPr>
              <a:t>atba</a:t>
            </a:r>
            <a:r>
              <a:rPr lang="en-US" sz="1400" b="1" dirty="0" smtClean="0">
                <a:solidFill>
                  <a:schemeClr val="tx2"/>
                </a:solidFill>
                <a:effectLst/>
              </a:rPr>
              <a:t>)</a:t>
            </a:r>
            <a:endParaRPr lang="en-US" sz="1400" b="1" dirty="0">
              <a:solidFill>
                <a:schemeClr val="tx2"/>
              </a:solidFill>
              <a:effectLst/>
            </a:endParaRPr>
          </a:p>
          <a:p>
            <a:pPr algn="ctr" eaLnBrk="0" hangingPunct="0"/>
            <a:endParaRPr lang="en-US" sz="1400" b="1" dirty="0">
              <a:solidFill>
                <a:schemeClr val="tx2"/>
              </a:solidFill>
              <a:effectLst/>
            </a:endParaRPr>
          </a:p>
        </p:txBody>
      </p:sp>
      <p:sp>
        <p:nvSpPr>
          <p:cNvPr id="176152" name="Text Box 24"/>
          <p:cNvSpPr txBox="1">
            <a:spLocks noChangeArrowheads="1"/>
          </p:cNvSpPr>
          <p:nvPr/>
        </p:nvSpPr>
        <p:spPr bwMode="auto">
          <a:xfrm>
            <a:off x="457200" y="2971800"/>
            <a:ext cx="1600200" cy="762000"/>
          </a:xfrm>
          <a:prstGeom prst="rect">
            <a:avLst/>
          </a:prstGeom>
          <a:solidFill>
            <a:srgbClr val="FF7C8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Hakim </a:t>
            </a:r>
            <a:r>
              <a:rPr lang="en-US" sz="1400" b="1" dirty="0" err="1" smtClean="0">
                <a:solidFill>
                  <a:schemeClr val="tx2"/>
                </a:solidFill>
                <a:effectLst/>
              </a:rPr>
              <a:t>Maulana</a:t>
            </a:r>
            <a:r>
              <a:rPr lang="en-US" sz="1400" b="1" dirty="0" smtClean="0">
                <a:solidFill>
                  <a:schemeClr val="tx2"/>
                </a:solidFill>
                <a:effectLst/>
              </a:rPr>
              <a:t> </a:t>
            </a:r>
            <a:r>
              <a:rPr lang="en-US" sz="1400" b="1" dirty="0" err="1" smtClean="0">
                <a:solidFill>
                  <a:schemeClr val="tx2"/>
                </a:solidFill>
                <a:effectLst/>
              </a:rPr>
              <a:t>Nooruddin</a:t>
            </a:r>
            <a:r>
              <a:rPr lang="en-US" sz="1400" b="1" dirty="0" smtClean="0">
                <a:solidFill>
                  <a:schemeClr val="tx2"/>
                </a:solidFill>
                <a:effectLst/>
              </a:rPr>
              <a:t>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p:txBody>
      </p:sp>
      <p:sp>
        <p:nvSpPr>
          <p:cNvPr id="176157" name="Text Box 29"/>
          <p:cNvSpPr txBox="1">
            <a:spLocks noChangeArrowheads="1"/>
          </p:cNvSpPr>
          <p:nvPr/>
        </p:nvSpPr>
        <p:spPr bwMode="auto">
          <a:xfrm>
            <a:off x="3810000" y="5867400"/>
            <a:ext cx="1676400" cy="762000"/>
          </a:xfrm>
          <a:prstGeom prst="rect">
            <a:avLst/>
          </a:prstGeom>
          <a:solidFill>
            <a:srgbClr val="00B0F0"/>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a:t>
            </a:r>
            <a:r>
              <a:rPr lang="en-US" sz="1400" b="1" dirty="0" err="1" smtClean="0">
                <a:solidFill>
                  <a:schemeClr val="tx2"/>
                </a:solidFill>
                <a:effectLst/>
              </a:rPr>
              <a:t>Masih</a:t>
            </a:r>
            <a:r>
              <a:rPr lang="en-US" sz="1400" b="1" dirty="0" smtClean="0">
                <a:solidFill>
                  <a:schemeClr val="tx2"/>
                </a:solidFill>
                <a:effectLst/>
              </a:rPr>
              <a:t>-e-Maud (as)</a:t>
            </a:r>
            <a:endParaRPr lang="en-US" sz="1400" b="1" dirty="0">
              <a:solidFill>
                <a:schemeClr val="tx2"/>
              </a:solidFill>
              <a:effectLst/>
            </a:endParaRPr>
          </a:p>
          <a:p>
            <a:pPr algn="ctr" eaLnBrk="0" hangingPunct="0"/>
            <a:endParaRPr lang="en-US" sz="1400" b="1" dirty="0">
              <a:solidFill>
                <a:schemeClr val="tx2"/>
              </a:solidFill>
              <a:effectLst/>
            </a:endParaRPr>
          </a:p>
        </p:txBody>
      </p:sp>
      <p:sp>
        <p:nvSpPr>
          <p:cNvPr id="176158" name="Text Box 30"/>
          <p:cNvSpPr txBox="1">
            <a:spLocks noChangeArrowheads="1"/>
          </p:cNvSpPr>
          <p:nvPr/>
        </p:nvSpPr>
        <p:spPr bwMode="auto">
          <a:xfrm>
            <a:off x="2590800" y="1905000"/>
            <a:ext cx="1600200" cy="571500"/>
          </a:xfrm>
          <a:prstGeom prst="rect">
            <a:avLst/>
          </a:prstGeom>
          <a:solidFill>
            <a:srgbClr val="9999FF"/>
          </a:solidFill>
          <a:ln w="9525">
            <a:solidFill>
              <a:srgbClr val="000000"/>
            </a:solidFill>
            <a:miter lim="800000"/>
            <a:headEnd/>
            <a:tailEnd/>
          </a:ln>
        </p:spPr>
        <p:txBody>
          <a:bodyPr/>
          <a:lstStyle/>
          <a:p>
            <a:pPr algn="ctr" eaLnBrk="0" hangingPunct="0"/>
            <a:r>
              <a:rPr lang="en-US" sz="1400" b="1" dirty="0" err="1" smtClean="0">
                <a:solidFill>
                  <a:schemeClr val="tx2"/>
                </a:solidFill>
                <a:effectLst/>
              </a:rPr>
              <a:t>Hazrat</a:t>
            </a:r>
            <a:r>
              <a:rPr lang="en-US" sz="1400" b="1" dirty="0" smtClean="0">
                <a:solidFill>
                  <a:schemeClr val="tx2"/>
                </a:solidFill>
                <a:effectLst/>
              </a:rPr>
              <a:t> </a:t>
            </a:r>
            <a:r>
              <a:rPr lang="en-US" sz="1400" b="1" dirty="0" err="1" smtClean="0">
                <a:solidFill>
                  <a:schemeClr val="tx2"/>
                </a:solidFill>
                <a:effectLst/>
              </a:rPr>
              <a:t>Umar</a:t>
            </a:r>
            <a:r>
              <a:rPr lang="en-US" sz="1400" b="1" dirty="0" smtClean="0">
                <a:solidFill>
                  <a:schemeClr val="tx2"/>
                </a:solidFill>
                <a:effectLst/>
              </a:rPr>
              <a:t> </a:t>
            </a:r>
            <a:r>
              <a:rPr lang="en-US" sz="1400" b="1" dirty="0" err="1" smtClean="0">
                <a:solidFill>
                  <a:schemeClr val="tx2"/>
                </a:solidFill>
                <a:effectLst/>
              </a:rPr>
              <a:t>Farooq</a:t>
            </a:r>
            <a:r>
              <a:rPr lang="en-US" sz="1400" b="1" dirty="0" smtClean="0">
                <a:solidFill>
                  <a:schemeClr val="tx2"/>
                </a:solidFill>
                <a:effectLst/>
              </a:rPr>
              <a:t> (</a:t>
            </a:r>
            <a:r>
              <a:rPr lang="en-US" sz="1400" b="1" dirty="0" err="1" smtClean="0">
                <a:solidFill>
                  <a:schemeClr val="tx2"/>
                </a:solidFill>
                <a:effectLst/>
              </a:rPr>
              <a:t>ra</a:t>
            </a:r>
            <a:r>
              <a:rPr lang="en-US" sz="1400" b="1" dirty="0" smtClean="0">
                <a:solidFill>
                  <a:schemeClr val="tx2"/>
                </a:solidFill>
                <a:effectLst/>
              </a:rPr>
              <a:t>)</a:t>
            </a:r>
            <a:endParaRPr lang="en-US" sz="1400" b="1" dirty="0">
              <a:solidFill>
                <a:schemeClr val="tx2"/>
              </a:solidFill>
              <a:effectLst/>
            </a:endParaRPr>
          </a:p>
          <a:p>
            <a:pPr algn="ctr" eaLnBrk="0" hangingPunct="0"/>
            <a:endParaRPr lang="en-US" sz="1400" b="1" dirty="0">
              <a:solidFill>
                <a:schemeClr val="tx2"/>
              </a:solidFill>
              <a:effectLst/>
            </a:endParaRPr>
          </a:p>
        </p:txBody>
      </p:sp>
      <p:sp>
        <p:nvSpPr>
          <p:cNvPr id="176172" name="Line 44"/>
          <p:cNvSpPr>
            <a:spLocks noChangeShapeType="1"/>
          </p:cNvSpPr>
          <p:nvPr/>
        </p:nvSpPr>
        <p:spPr bwMode="auto">
          <a:xfrm flipH="1">
            <a:off x="8839200" y="4229100"/>
            <a:ext cx="0" cy="0"/>
          </a:xfrm>
          <a:prstGeom prst="line">
            <a:avLst/>
          </a:prstGeom>
          <a:noFill/>
          <a:ln w="9525">
            <a:solidFill>
              <a:srgbClr val="000000"/>
            </a:solidFill>
            <a:round/>
            <a:headEnd/>
            <a:tailEnd/>
          </a:ln>
        </p:spPr>
        <p:txBody>
          <a:bodyPr/>
          <a:lstStyle/>
          <a:p>
            <a:endParaRPr lang="en-US"/>
          </a:p>
        </p:txBody>
      </p:sp>
      <p:cxnSp>
        <p:nvCxnSpPr>
          <p:cNvPr id="38" name="Straight Arrow Connector 37"/>
          <p:cNvCxnSpPr>
            <a:stCxn id="176132" idx="2"/>
            <a:endCxn id="176133" idx="0"/>
          </p:cNvCxnSpPr>
          <p:nvPr/>
        </p:nvCxnSpPr>
        <p:spPr bwMode="auto">
          <a:xfrm rot="5400000">
            <a:off x="4533900" y="762000"/>
            <a:ext cx="15240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61" name="Rectangle 60"/>
          <p:cNvSpPr/>
          <p:nvPr/>
        </p:nvSpPr>
        <p:spPr bwMode="auto">
          <a:xfrm>
            <a:off x="3733800" y="5105400"/>
            <a:ext cx="1828800" cy="533400"/>
          </a:xfrm>
          <a:prstGeom prst="rect">
            <a:avLst/>
          </a:prstGeom>
          <a:solidFill>
            <a:srgbClr val="CCFF33"/>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chemeClr val="tx1"/>
                </a:solidFill>
                <a:effectLst/>
                <a:latin typeface="Times New Roman" pitchFamily="18" charset="0"/>
              </a:rPr>
              <a:t>Khilafat</a:t>
            </a:r>
            <a:r>
              <a:rPr kumimoji="0" lang="en-US" sz="1400" b="1" i="0" u="none" strike="noStrike" cap="none" normalizeH="0" baseline="0" dirty="0" smtClean="0">
                <a:ln>
                  <a:noFill/>
                </a:ln>
                <a:solidFill>
                  <a:schemeClr val="tx1"/>
                </a:solidFill>
                <a:effectLst/>
                <a:latin typeface="Times New Roman" pitchFamily="18" charset="0"/>
              </a:rPr>
              <a:t>-e-</a:t>
            </a:r>
            <a:r>
              <a:rPr kumimoji="0" lang="en-US" sz="1400" b="1" i="0" u="none" strike="noStrike" cap="none" normalizeH="0" baseline="0" dirty="0" err="1" smtClean="0">
                <a:ln>
                  <a:noFill/>
                </a:ln>
                <a:solidFill>
                  <a:schemeClr val="tx1"/>
                </a:solidFill>
                <a:effectLst/>
                <a:latin typeface="Times New Roman" pitchFamily="18" charset="0"/>
              </a:rPr>
              <a:t>Ahmadiyya</a:t>
            </a:r>
            <a:endParaRPr kumimoji="0" lang="en-US" sz="1400" b="1" i="0" u="none" strike="noStrike" cap="none" normalizeH="0" baseline="0" dirty="0" smtClean="0">
              <a:ln>
                <a:noFill/>
              </a:ln>
              <a:solidFill>
                <a:schemeClr val="tx1"/>
              </a:solidFill>
              <a:effectLst/>
              <a:latin typeface="Times New Roman" pitchFamily="18" charset="0"/>
            </a:endParaRPr>
          </a:p>
        </p:txBody>
      </p:sp>
      <p:cxnSp>
        <p:nvCxnSpPr>
          <p:cNvPr id="68" name="Straight Arrow Connector 67"/>
          <p:cNvCxnSpPr>
            <a:stCxn id="176133" idx="2"/>
          </p:cNvCxnSpPr>
          <p:nvPr/>
        </p:nvCxnSpPr>
        <p:spPr bwMode="auto">
          <a:xfrm rot="5400000">
            <a:off x="2686050" y="-19050"/>
            <a:ext cx="533400" cy="33147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1" name="Straight Arrow Connector 70"/>
          <p:cNvCxnSpPr/>
          <p:nvPr/>
        </p:nvCxnSpPr>
        <p:spPr bwMode="auto">
          <a:xfrm rot="5400000">
            <a:off x="3695700" y="1028700"/>
            <a:ext cx="533400" cy="1219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3" name="Straight Arrow Connector 72"/>
          <p:cNvCxnSpPr/>
          <p:nvPr/>
        </p:nvCxnSpPr>
        <p:spPr bwMode="auto">
          <a:xfrm rot="16200000" flipH="1">
            <a:off x="4838700" y="1181100"/>
            <a:ext cx="533400" cy="9144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5" name="Straight Arrow Connector 74"/>
          <p:cNvCxnSpPr/>
          <p:nvPr/>
        </p:nvCxnSpPr>
        <p:spPr bwMode="auto">
          <a:xfrm rot="16200000" flipH="1">
            <a:off x="5962650" y="133350"/>
            <a:ext cx="457200" cy="30861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7" name="Straight Arrow Connector 76"/>
          <p:cNvCxnSpPr>
            <a:stCxn id="176157" idx="0"/>
            <a:endCxn id="61" idx="2"/>
          </p:cNvCxnSpPr>
          <p:nvPr/>
        </p:nvCxnSpPr>
        <p:spPr bwMode="auto">
          <a:xfrm rot="5400000" flipH="1" flipV="1">
            <a:off x="4533900" y="5753100"/>
            <a:ext cx="22860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79" name="Straight Arrow Connector 78"/>
          <p:cNvCxnSpPr>
            <a:stCxn id="61" idx="0"/>
            <a:endCxn id="176151" idx="2"/>
          </p:cNvCxnSpPr>
          <p:nvPr/>
        </p:nvCxnSpPr>
        <p:spPr bwMode="auto">
          <a:xfrm rot="5400000" flipH="1" flipV="1">
            <a:off x="4533900" y="4991100"/>
            <a:ext cx="22860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4" name="Elbow Connector 93"/>
          <p:cNvCxnSpPr/>
          <p:nvPr/>
        </p:nvCxnSpPr>
        <p:spPr bwMode="auto">
          <a:xfrm rot="10800000">
            <a:off x="1295400" y="5334000"/>
            <a:ext cx="2438400" cy="158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98" name="Straight Connector 97"/>
          <p:cNvCxnSpPr/>
          <p:nvPr/>
        </p:nvCxnSpPr>
        <p:spPr bwMode="auto">
          <a:xfrm>
            <a:off x="5562600" y="5334000"/>
            <a:ext cx="20574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8" name="Straight Arrow Connector 107"/>
          <p:cNvCxnSpPr>
            <a:endCxn id="176152" idx="2"/>
          </p:cNvCxnSpPr>
          <p:nvPr/>
        </p:nvCxnSpPr>
        <p:spPr bwMode="auto">
          <a:xfrm rot="16200000" flipV="1">
            <a:off x="476250" y="4514850"/>
            <a:ext cx="1600200" cy="381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10" name="Straight Arrow Connector 109"/>
          <p:cNvCxnSpPr>
            <a:endCxn id="176143" idx="2"/>
          </p:cNvCxnSpPr>
          <p:nvPr/>
        </p:nvCxnSpPr>
        <p:spPr bwMode="auto">
          <a:xfrm rot="16200000" flipV="1">
            <a:off x="6705600" y="4419600"/>
            <a:ext cx="1790700" cy="381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14" name="Straight Connector 113"/>
          <p:cNvCxnSpPr/>
          <p:nvPr/>
        </p:nvCxnSpPr>
        <p:spPr bwMode="auto">
          <a:xfrm rot="10800000">
            <a:off x="3200400" y="5257800"/>
            <a:ext cx="5334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6" name="Straight Arrow Connector 115"/>
          <p:cNvCxnSpPr/>
          <p:nvPr/>
        </p:nvCxnSpPr>
        <p:spPr bwMode="auto">
          <a:xfrm rot="5400000" flipH="1" flipV="1">
            <a:off x="2514600" y="4572000"/>
            <a:ext cx="1371600"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18" name="Straight Connector 117"/>
          <p:cNvCxnSpPr/>
          <p:nvPr/>
        </p:nvCxnSpPr>
        <p:spPr bwMode="auto">
          <a:xfrm>
            <a:off x="5562600" y="5257800"/>
            <a:ext cx="3048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0" name="Straight Arrow Connector 119"/>
          <p:cNvCxnSpPr/>
          <p:nvPr/>
        </p:nvCxnSpPr>
        <p:spPr bwMode="auto">
          <a:xfrm rot="16200000" flipV="1">
            <a:off x="4953000" y="4343400"/>
            <a:ext cx="1752600" cy="76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4" name="Straight Connector 123"/>
          <p:cNvCxnSpPr>
            <a:stCxn id="176145" idx="2"/>
            <a:endCxn id="176152" idx="0"/>
          </p:cNvCxnSpPr>
          <p:nvPr/>
        </p:nvCxnSpPr>
        <p:spPr bwMode="auto">
          <a:xfrm rot="5400000">
            <a:off x="1047750" y="2762250"/>
            <a:ext cx="4191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6" name="Straight Connector 125"/>
          <p:cNvCxnSpPr>
            <a:stCxn id="176158" idx="2"/>
            <a:endCxn id="176144" idx="0"/>
          </p:cNvCxnSpPr>
          <p:nvPr/>
        </p:nvCxnSpPr>
        <p:spPr bwMode="auto">
          <a:xfrm rot="5400000">
            <a:off x="3105150" y="2686050"/>
            <a:ext cx="495300" cy="762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8" name="Straight Connector 127"/>
          <p:cNvCxnSpPr>
            <a:stCxn id="176136" idx="2"/>
          </p:cNvCxnSpPr>
          <p:nvPr/>
        </p:nvCxnSpPr>
        <p:spPr bwMode="auto">
          <a:xfrm rot="16200000" flipH="1">
            <a:off x="5295900" y="2705100"/>
            <a:ext cx="495300" cy="381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0" name="Straight Connector 129"/>
          <p:cNvCxnSpPr>
            <a:stCxn id="176146" idx="2"/>
          </p:cNvCxnSpPr>
          <p:nvPr/>
        </p:nvCxnSpPr>
        <p:spPr bwMode="auto">
          <a:xfrm rot="16200000" flipH="1">
            <a:off x="7429500" y="2705100"/>
            <a:ext cx="495300" cy="381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F8759EC-47B4-4F5B-82A7-CFCDF627CE12}" type="slidenum">
              <a:rPr lang="en-US"/>
              <a:pPr/>
              <a:t>4</a:t>
            </a:fld>
            <a:endParaRPr lang="en-US"/>
          </a:p>
        </p:txBody>
      </p:sp>
      <p:sp>
        <p:nvSpPr>
          <p:cNvPr id="23554" name="Rectangle 2"/>
          <p:cNvSpPr>
            <a:spLocks noGrp="1" noChangeArrowheads="1"/>
          </p:cNvSpPr>
          <p:nvPr>
            <p:ph type="title"/>
          </p:nvPr>
        </p:nvSpPr>
        <p:spPr>
          <a:xfrm>
            <a:off x="317500" y="173038"/>
            <a:ext cx="8637588" cy="1311275"/>
          </a:xfrm>
        </p:spPr>
        <p:txBody>
          <a:bodyPr/>
          <a:lstStyle/>
          <a:p>
            <a:r>
              <a:rPr lang="en-US" sz="4000" b="1" dirty="0" smtClean="0">
                <a:latin typeface="Arial" pitchFamily="34" charset="0"/>
                <a:cs typeface="Arial" pitchFamily="34" charset="0"/>
              </a:rPr>
              <a:t>Similarities of </a:t>
            </a:r>
            <a:r>
              <a:rPr lang="en-US" sz="4000" b="1" dirty="0" err="1" smtClean="0">
                <a:latin typeface="Arial" pitchFamily="34" charset="0"/>
                <a:cs typeface="Arial" pitchFamily="34" charset="0"/>
              </a:rPr>
              <a:t>Khulafas</a:t>
            </a:r>
            <a:endParaRPr lang="en-US" sz="4000" b="1" dirty="0">
              <a:latin typeface="Arial" pitchFamily="34" charset="0"/>
              <a:cs typeface="Arial" pitchFamily="34" charset="0"/>
            </a:endParaRPr>
          </a:p>
        </p:txBody>
      </p:sp>
      <p:sp>
        <p:nvSpPr>
          <p:cNvPr id="23555" name="Rectangle 3"/>
          <p:cNvSpPr>
            <a:spLocks noGrp="1" noChangeArrowheads="1"/>
          </p:cNvSpPr>
          <p:nvPr>
            <p:ph type="body" idx="1"/>
          </p:nvPr>
        </p:nvSpPr>
        <p:spPr>
          <a:xfrm>
            <a:off x="228600" y="1371600"/>
            <a:ext cx="8915400" cy="5105400"/>
          </a:xfrm>
        </p:spPr>
        <p:txBody>
          <a:bodyPr/>
          <a:lstStyle/>
          <a:p>
            <a:pPr marL="609600" indent="-609600">
              <a:lnSpc>
                <a:spcPct val="80000"/>
              </a:lnSpc>
            </a:pP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Karen Armstrong notes the challenges faced by the first four </a:t>
            </a:r>
            <a:r>
              <a:rPr lang="en-US" sz="2800" dirty="0" err="1" smtClean="0">
                <a:latin typeface="Bookman Old Style" pitchFamily="18" charset="0"/>
              </a:rPr>
              <a:t>Khalifas</a:t>
            </a:r>
            <a:r>
              <a:rPr lang="en-US" sz="2800" dirty="0" smtClean="0">
                <a:latin typeface="Bookman Old Style" pitchFamily="18" charset="0"/>
              </a:rPr>
              <a:t> :</a:t>
            </a:r>
          </a:p>
          <a:p>
            <a:pPr marL="609600" indent="-609600">
              <a:lnSpc>
                <a:spcPct val="80000"/>
              </a:lnSpc>
              <a:buNone/>
            </a:pPr>
            <a:r>
              <a:rPr lang="en-US" sz="2800" dirty="0" smtClean="0">
                <a:latin typeface="Bookman Old Style" pitchFamily="18" charset="0"/>
              </a:rPr>
              <a:t>	</a:t>
            </a:r>
          </a:p>
          <a:p>
            <a:pPr marL="609600" indent="-609600">
              <a:lnSpc>
                <a:spcPct val="80000"/>
              </a:lnSpc>
              <a:buNone/>
            </a:pPr>
            <a:r>
              <a:rPr lang="en-US" sz="2800" dirty="0" smtClean="0">
                <a:latin typeface="Bookman Old Style" pitchFamily="18" charset="0"/>
              </a:rPr>
              <a:t>	</a:t>
            </a:r>
            <a:r>
              <a:rPr lang="en-US" sz="2800" dirty="0" smtClean="0">
                <a:latin typeface="Bookman Old Style" pitchFamily="18" charset="0"/>
              </a:rPr>
              <a:t>“They were all men who had been among the Prophet’s closest  companions, and had played a leading role in Mecca and </a:t>
            </a:r>
            <a:r>
              <a:rPr lang="en-US" sz="2800" dirty="0" err="1" smtClean="0">
                <a:latin typeface="Bookman Old Style" pitchFamily="18" charset="0"/>
              </a:rPr>
              <a:t>Madina</a:t>
            </a:r>
            <a:r>
              <a:rPr lang="en-US" sz="2800" dirty="0" smtClean="0">
                <a:latin typeface="Bookman Old Style" pitchFamily="18" charset="0"/>
              </a:rPr>
              <a:t>.  They are known as </a:t>
            </a:r>
            <a:r>
              <a:rPr lang="en-US" sz="2800" dirty="0" err="1" smtClean="0">
                <a:latin typeface="Bookman Old Style" pitchFamily="18" charset="0"/>
              </a:rPr>
              <a:t>rashidun</a:t>
            </a:r>
            <a:r>
              <a:rPr lang="en-US" sz="2800" dirty="0" smtClean="0">
                <a:latin typeface="Bookman Old Style" pitchFamily="18" charset="0"/>
              </a:rPr>
              <a:t>, the ‘rightly guided’ caliphs, and their period of rule would be just as formative as that of the Prophet himself.  Muslims would define themselves and their theology according to the way they assessed the turbulent, glorious and tragic events of these years.”</a:t>
            </a:r>
          </a:p>
          <a:p>
            <a:pPr marL="609600" indent="-609600">
              <a:lnSpc>
                <a:spcPct val="80000"/>
              </a:lnSpc>
              <a:buNone/>
            </a:pPr>
            <a:endParaRPr lang="en-US" sz="2800" dirty="0">
              <a:latin typeface="Bookman Old Style"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78394FF-3347-4513-9F2B-1434BA6DFDF3}" type="slidenum">
              <a:rPr lang="en-US"/>
              <a:pPr/>
              <a:t>5</a:t>
            </a:fld>
            <a:endParaRPr lang="en-US"/>
          </a:p>
        </p:txBody>
      </p:sp>
      <p:sp>
        <p:nvSpPr>
          <p:cNvPr id="126978" name="Rectangle 2"/>
          <p:cNvSpPr>
            <a:spLocks noGrp="1" noChangeArrowheads="1"/>
          </p:cNvSpPr>
          <p:nvPr>
            <p:ph type="title"/>
          </p:nvPr>
        </p:nvSpPr>
        <p:spPr>
          <a:xfrm>
            <a:off x="317500" y="173038"/>
            <a:ext cx="8637588" cy="1311275"/>
          </a:xfrm>
        </p:spPr>
        <p:txBody>
          <a:bodyPr/>
          <a:lstStyle/>
          <a:p>
            <a:r>
              <a:rPr lang="en-US" sz="4000" b="1" dirty="0" smtClean="0">
                <a:latin typeface="Arial" pitchFamily="34" charset="0"/>
                <a:cs typeface="Arial" pitchFamily="34" charset="0"/>
              </a:rPr>
              <a:t>Similarities Amongst the </a:t>
            </a:r>
            <a:r>
              <a:rPr lang="en-US" sz="4000" b="1" dirty="0" err="1" smtClean="0">
                <a:latin typeface="Arial" pitchFamily="34" charset="0"/>
                <a:cs typeface="Arial" pitchFamily="34" charset="0"/>
              </a:rPr>
              <a:t>Khulafa</a:t>
            </a:r>
            <a:endParaRPr lang="en-US" sz="4000" b="1" dirty="0">
              <a:latin typeface="Arial" pitchFamily="34" charset="0"/>
              <a:cs typeface="Arial" pitchFamily="34" charset="0"/>
            </a:endParaRPr>
          </a:p>
        </p:txBody>
      </p:sp>
      <p:sp>
        <p:nvSpPr>
          <p:cNvPr id="126979" name="Rectangle 3"/>
          <p:cNvSpPr>
            <a:spLocks noGrp="1" noChangeArrowheads="1"/>
          </p:cNvSpPr>
          <p:nvPr>
            <p:ph type="body" idx="1"/>
          </p:nvPr>
        </p:nvSpPr>
        <p:spPr>
          <a:xfrm>
            <a:off x="228600" y="1600200"/>
            <a:ext cx="8763000" cy="4953000"/>
          </a:xfrm>
        </p:spPr>
        <p:txBody>
          <a:bodyPr/>
          <a:lstStyle/>
          <a:p>
            <a:pPr marL="609600" indent="-609600">
              <a:lnSpc>
                <a:spcPct val="80000"/>
              </a:lnSpc>
            </a:pPr>
            <a:r>
              <a:rPr lang="en-US" sz="2400" dirty="0" smtClean="0">
                <a:latin typeface="Bookman Old Style" pitchFamily="18" charset="0"/>
              </a:rPr>
              <a:t>blessed by Allah</a:t>
            </a:r>
          </a:p>
          <a:p>
            <a:pPr marL="609600" indent="-609600">
              <a:lnSpc>
                <a:spcPct val="80000"/>
              </a:lnSpc>
            </a:pPr>
            <a:r>
              <a:rPr lang="en-US" sz="2400" dirty="0" smtClean="0">
                <a:latin typeface="Bookman Old Style" pitchFamily="18" charset="0"/>
              </a:rPr>
              <a:t>managed very difficult circumstances</a:t>
            </a:r>
          </a:p>
          <a:p>
            <a:pPr marL="609600" indent="-609600">
              <a:lnSpc>
                <a:spcPct val="80000"/>
              </a:lnSpc>
            </a:pPr>
            <a:r>
              <a:rPr lang="en-US" sz="2400" dirty="0" smtClean="0">
                <a:latin typeface="Bookman Old Style" pitchFamily="18" charset="0"/>
              </a:rPr>
              <a:t>set in place systems and practices providing lasting </a:t>
            </a:r>
            <a:r>
              <a:rPr lang="en-US" sz="2400" dirty="0" smtClean="0">
                <a:latin typeface="Bookman Old Style" pitchFamily="18" charset="0"/>
              </a:rPr>
              <a:t>benefits</a:t>
            </a:r>
          </a:p>
          <a:p>
            <a:pPr marL="609600" indent="-609600">
              <a:lnSpc>
                <a:spcPct val="80000"/>
              </a:lnSpc>
            </a:pPr>
            <a:r>
              <a:rPr lang="en-US" sz="2400" dirty="0" smtClean="0">
                <a:latin typeface="Bookman Old Style" pitchFamily="18" charset="0"/>
              </a:rPr>
              <a:t>bound together</a:t>
            </a:r>
          </a:p>
          <a:p>
            <a:pPr marL="609600" indent="-609600">
              <a:lnSpc>
                <a:spcPct val="80000"/>
              </a:lnSpc>
            </a:pPr>
            <a:r>
              <a:rPr lang="en-US" sz="2400" dirty="0" smtClean="0">
                <a:latin typeface="Bookman Old Style" pitchFamily="18" charset="0"/>
              </a:rPr>
              <a:t>loyalty to Islam</a:t>
            </a:r>
          </a:p>
          <a:p>
            <a:pPr marL="609600" indent="-609600">
              <a:lnSpc>
                <a:spcPct val="80000"/>
              </a:lnSpc>
            </a:pPr>
            <a:r>
              <a:rPr lang="en-US" sz="2400" dirty="0" smtClean="0">
                <a:latin typeface="Bookman Old Style" pitchFamily="18" charset="0"/>
              </a:rPr>
              <a:t>nobility of character</a:t>
            </a:r>
          </a:p>
          <a:p>
            <a:pPr marL="609600" indent="-609600">
              <a:lnSpc>
                <a:spcPct val="80000"/>
              </a:lnSpc>
            </a:pPr>
            <a:r>
              <a:rPr lang="en-US" sz="2400" dirty="0" smtClean="0">
                <a:latin typeface="Bookman Old Style" pitchFamily="18" charset="0"/>
              </a:rPr>
              <a:t>adherence to the teachings and practices of Holy Prophet (saw)</a:t>
            </a:r>
          </a:p>
          <a:p>
            <a:pPr marL="609600" indent="-609600">
              <a:lnSpc>
                <a:spcPct val="80000"/>
              </a:lnSpc>
            </a:pPr>
            <a:r>
              <a:rPr lang="en-US" sz="2400" dirty="0" smtClean="0">
                <a:latin typeface="Bookman Old Style" pitchFamily="18" charset="0"/>
              </a:rPr>
              <a:t>didn’t let anything detract them from defending the </a:t>
            </a:r>
            <a:r>
              <a:rPr lang="en-US" sz="2400" dirty="0" err="1" smtClean="0">
                <a:latin typeface="Bookman Old Style" pitchFamily="18" charset="0"/>
              </a:rPr>
              <a:t>honour</a:t>
            </a:r>
            <a:r>
              <a:rPr lang="en-US" sz="2400" dirty="0" smtClean="0">
                <a:latin typeface="Bookman Old Style" pitchFamily="18" charset="0"/>
              </a:rPr>
              <a:t> of the office of </a:t>
            </a:r>
            <a:r>
              <a:rPr lang="en-US" sz="2400" dirty="0" err="1" smtClean="0">
                <a:latin typeface="Bookman Old Style" pitchFamily="18" charset="0"/>
              </a:rPr>
              <a:t>khilafat</a:t>
            </a:r>
            <a:endParaRPr lang="en-US" sz="2400" dirty="0" smtClean="0">
              <a:latin typeface="Bookman Old Style" pitchFamily="18" charset="0"/>
            </a:endParaRPr>
          </a:p>
          <a:p>
            <a:pPr marL="609600" indent="-609600">
              <a:lnSpc>
                <a:spcPct val="80000"/>
              </a:lnSpc>
            </a:pPr>
            <a:r>
              <a:rPr lang="en-US" sz="2400" dirty="0" smtClean="0">
                <a:latin typeface="Bookman Old Style" pitchFamily="18" charset="0"/>
              </a:rPr>
              <a:t>remained true to their faith</a:t>
            </a:r>
          </a:p>
          <a:p>
            <a:pPr marL="609600" indent="-609600">
              <a:lnSpc>
                <a:spcPct val="80000"/>
              </a:lnSpc>
            </a:pPr>
            <a:r>
              <a:rPr lang="en-US" sz="2400" dirty="0" smtClean="0">
                <a:latin typeface="Bookman Old Style" pitchFamily="18" charset="0"/>
              </a:rPr>
              <a:t>never let personal ambition encroach upon holy mission</a:t>
            </a:r>
          </a:p>
          <a:p>
            <a:pPr marL="609600" indent="-609600">
              <a:lnSpc>
                <a:spcPct val="80000"/>
              </a:lnSpc>
            </a:pPr>
            <a:endParaRPr lang="en-US" sz="2400" dirty="0" smtClean="0">
              <a:latin typeface="Bookman Old Style" pitchFamily="18" charset="0"/>
            </a:endParaRPr>
          </a:p>
          <a:p>
            <a:pPr marL="609600" indent="-609600">
              <a:lnSpc>
                <a:spcPct val="80000"/>
              </a:lnSpc>
            </a:pPr>
            <a:endParaRPr lang="en-US" sz="2400" dirty="0" smtClean="0">
              <a:latin typeface="Bookman Old Style" pitchFamily="18" charset="0"/>
            </a:endParaRPr>
          </a:p>
          <a:p>
            <a:pPr marL="609600" indent="-609600" algn="ctr">
              <a:lnSpc>
                <a:spcPct val="80000"/>
              </a:lnSpc>
              <a:buNone/>
            </a:pPr>
            <a:endParaRPr lang="en-US" sz="24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4885B58-B0AA-4A49-BF4A-12E488505B22}" type="slidenum">
              <a:rPr lang="en-US"/>
              <a:pPr/>
              <a:t>6</a:t>
            </a:fld>
            <a:endParaRPr lang="en-US"/>
          </a:p>
        </p:txBody>
      </p:sp>
      <p:sp>
        <p:nvSpPr>
          <p:cNvPr id="29698" name="Rectangle 2"/>
          <p:cNvSpPr>
            <a:spLocks noGrp="1" noChangeArrowheads="1"/>
          </p:cNvSpPr>
          <p:nvPr>
            <p:ph type="title"/>
          </p:nvPr>
        </p:nvSpPr>
        <p:spPr>
          <a:xfrm>
            <a:off x="457200" y="228600"/>
            <a:ext cx="8229600" cy="1920875"/>
          </a:xfrm>
        </p:spPr>
        <p:txBody>
          <a:bodyPr/>
          <a:lstStyle/>
          <a:p>
            <a:r>
              <a:rPr lang="en-US" sz="4000" b="1" dirty="0" smtClean="0">
                <a:latin typeface="Arial" pitchFamily="34" charset="0"/>
                <a:cs typeface="Arial" pitchFamily="34" charset="0"/>
              </a:rPr>
              <a:t>Similarities Amongst the </a:t>
            </a:r>
            <a:r>
              <a:rPr lang="en-US" sz="4000" b="1" dirty="0" err="1" smtClean="0">
                <a:latin typeface="Arial" pitchFamily="34" charset="0"/>
                <a:cs typeface="Arial" pitchFamily="34" charset="0"/>
              </a:rPr>
              <a:t>Khulafa</a:t>
            </a:r>
            <a:endParaRPr lang="en-US" sz="4000" b="1" dirty="0">
              <a:latin typeface="Arial" pitchFamily="34" charset="0"/>
              <a:cs typeface="Arial" pitchFamily="34" charset="0"/>
            </a:endParaRPr>
          </a:p>
        </p:txBody>
      </p:sp>
      <p:sp>
        <p:nvSpPr>
          <p:cNvPr id="29699" name="Rectangle 3"/>
          <p:cNvSpPr>
            <a:spLocks noGrp="1" noChangeArrowheads="1"/>
          </p:cNvSpPr>
          <p:nvPr>
            <p:ph type="body" idx="1"/>
          </p:nvPr>
        </p:nvSpPr>
        <p:spPr>
          <a:xfrm>
            <a:off x="381000" y="1981200"/>
            <a:ext cx="8229600" cy="4525963"/>
          </a:xfrm>
        </p:spPr>
        <p:txBody>
          <a:bodyPr/>
          <a:lstStyle/>
          <a:p>
            <a:r>
              <a:rPr lang="en-US" sz="2400" dirty="0" smtClean="0">
                <a:latin typeface="Bookman Old Style" pitchFamily="18" charset="0"/>
              </a:rPr>
              <a:t>had no desire to lead; but since Allah bestowed this position upon them, they lead with sincerity of heart knowing they were accountable to Him</a:t>
            </a:r>
          </a:p>
          <a:p>
            <a:r>
              <a:rPr lang="en-US" sz="2400" dirty="0" smtClean="0">
                <a:latin typeface="Bookman Old Style" pitchFamily="18" charset="0"/>
              </a:rPr>
              <a:t>service to humanity</a:t>
            </a:r>
          </a:p>
          <a:p>
            <a:r>
              <a:rPr lang="en-US" sz="2400" dirty="0" smtClean="0">
                <a:latin typeface="Bookman Old Style" pitchFamily="18" charset="0"/>
              </a:rPr>
              <a:t>sacrifice of all they had for cause of faith</a:t>
            </a:r>
          </a:p>
          <a:p>
            <a:r>
              <a:rPr lang="en-US" sz="2400" dirty="0" smtClean="0">
                <a:latin typeface="Bookman Old Style" pitchFamily="18" charset="0"/>
              </a:rPr>
              <a:t>Allah has granted his </a:t>
            </a:r>
            <a:r>
              <a:rPr lang="en-US" sz="2400" dirty="0" err="1" smtClean="0">
                <a:latin typeface="Bookman Old Style" pitchFamily="18" charset="0"/>
              </a:rPr>
              <a:t>Khalifas</a:t>
            </a:r>
            <a:r>
              <a:rPr lang="en-US" sz="2400" dirty="0" smtClean="0">
                <a:latin typeface="Bookman Old Style" pitchFamily="18" charset="0"/>
              </a:rPr>
              <a:t> success upon success as promised</a:t>
            </a:r>
          </a:p>
          <a:p>
            <a:r>
              <a:rPr lang="en-US" sz="2400" dirty="0" smtClean="0">
                <a:latin typeface="Bookman Old Style" pitchFamily="18" charset="0"/>
              </a:rPr>
              <a:t>raising flag of Unity</a:t>
            </a:r>
          </a:p>
          <a:p>
            <a:r>
              <a:rPr lang="en-US" sz="2400" dirty="0" smtClean="0">
                <a:latin typeface="Bookman Old Style" pitchFamily="18" charset="0"/>
              </a:rPr>
              <a:t>establishment of peace around world</a:t>
            </a:r>
          </a:p>
          <a:p>
            <a:endParaRPr lang="en-US" sz="2400" baseline="30000" dirty="0">
              <a:latin typeface="Bookman Old Style"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ACFF12F-D291-4C44-9CA7-8E945F4046A0}" type="slidenum">
              <a:rPr lang="en-US"/>
              <a:pPr/>
              <a:t>7</a:t>
            </a:fld>
            <a:endParaRPr lang="en-US"/>
          </a:p>
        </p:txBody>
      </p:sp>
      <p:sp>
        <p:nvSpPr>
          <p:cNvPr id="131074" name="Rectangle 2"/>
          <p:cNvSpPr>
            <a:spLocks noGrp="1" noChangeArrowheads="1"/>
          </p:cNvSpPr>
          <p:nvPr>
            <p:ph type="title"/>
          </p:nvPr>
        </p:nvSpPr>
        <p:spPr>
          <a:xfrm>
            <a:off x="685800" y="685800"/>
            <a:ext cx="7772400" cy="1052513"/>
          </a:xfrm>
        </p:spPr>
        <p:txBody>
          <a:bodyPr/>
          <a:lstStyle/>
          <a:p>
            <a:r>
              <a:rPr lang="en-US" sz="4000" b="1" dirty="0" smtClean="0">
                <a:latin typeface="Arial" pitchFamily="34" charset="0"/>
                <a:cs typeface="Arial" pitchFamily="34" charset="0"/>
              </a:rPr>
              <a:t>Similarities Of </a:t>
            </a:r>
            <a:r>
              <a:rPr lang="en-US" sz="4000" b="1" dirty="0" err="1" smtClean="0">
                <a:latin typeface="Arial" pitchFamily="34" charset="0"/>
                <a:cs typeface="Arial" pitchFamily="34" charset="0"/>
              </a:rPr>
              <a:t>Hazrat</a:t>
            </a:r>
            <a:r>
              <a:rPr lang="en-US" sz="4000" b="1" dirty="0" smtClean="0">
                <a:latin typeface="Arial" pitchFamily="34" charset="0"/>
                <a:cs typeface="Arial" pitchFamily="34" charset="0"/>
              </a:rPr>
              <a:t> Abu </a:t>
            </a:r>
            <a:r>
              <a:rPr lang="en-US" sz="4000" b="1" dirty="0" err="1" smtClean="0">
                <a:latin typeface="Arial" pitchFamily="34" charset="0"/>
                <a:cs typeface="Arial" pitchFamily="34" charset="0"/>
              </a:rPr>
              <a:t>Bakr</a:t>
            </a:r>
            <a:r>
              <a:rPr lang="en-US" sz="4000" b="1" dirty="0" smtClean="0">
                <a:latin typeface="Arial" pitchFamily="34" charset="0"/>
                <a:cs typeface="Arial" pitchFamily="34" charset="0"/>
              </a:rPr>
              <a:t> (</a:t>
            </a:r>
            <a:r>
              <a:rPr lang="en-US" sz="4000" b="1" dirty="0" err="1" smtClean="0">
                <a:latin typeface="Arial" pitchFamily="34" charset="0"/>
                <a:cs typeface="Arial" pitchFamily="34" charset="0"/>
              </a:rPr>
              <a:t>ra</a:t>
            </a:r>
            <a:r>
              <a:rPr lang="en-US" sz="4000" b="1" dirty="0" smtClean="0">
                <a:latin typeface="Arial" pitchFamily="34" charset="0"/>
                <a:cs typeface="Arial" pitchFamily="34" charset="0"/>
              </a:rPr>
              <a:t>) and Hakim </a:t>
            </a:r>
            <a:r>
              <a:rPr lang="en-US" sz="4000" b="1" dirty="0" err="1" smtClean="0">
                <a:latin typeface="Arial" pitchFamily="34" charset="0"/>
                <a:cs typeface="Arial" pitchFamily="34" charset="0"/>
              </a:rPr>
              <a:t>Maulana</a:t>
            </a:r>
            <a:r>
              <a:rPr lang="en-US" sz="4000" b="1" dirty="0" smtClean="0">
                <a:latin typeface="Arial" pitchFamily="34" charset="0"/>
                <a:cs typeface="Arial" pitchFamily="34" charset="0"/>
              </a:rPr>
              <a:t> </a:t>
            </a:r>
            <a:r>
              <a:rPr lang="en-US" sz="4000" b="1" dirty="0" err="1" smtClean="0">
                <a:latin typeface="Arial" pitchFamily="34" charset="0"/>
                <a:cs typeface="Arial" pitchFamily="34" charset="0"/>
              </a:rPr>
              <a:t>Nooruddin</a:t>
            </a:r>
            <a:r>
              <a:rPr lang="en-US" sz="4000" b="1" dirty="0" smtClean="0">
                <a:latin typeface="Arial" pitchFamily="34" charset="0"/>
                <a:cs typeface="Arial" pitchFamily="34" charset="0"/>
              </a:rPr>
              <a:t> (</a:t>
            </a:r>
            <a:r>
              <a:rPr lang="en-US" sz="4000" b="1" dirty="0" err="1" smtClean="0">
                <a:latin typeface="Arial" pitchFamily="34" charset="0"/>
                <a:cs typeface="Arial" pitchFamily="34" charset="0"/>
              </a:rPr>
              <a:t>ra</a:t>
            </a:r>
            <a:r>
              <a:rPr lang="en-US" sz="4000" b="1" dirty="0" smtClean="0">
                <a:latin typeface="Arial" pitchFamily="34" charset="0"/>
                <a:cs typeface="Arial" pitchFamily="34" charset="0"/>
              </a:rPr>
              <a:t>)</a:t>
            </a:r>
            <a:endParaRPr lang="en-US" sz="4000" b="1" dirty="0" smtClean="0">
              <a:latin typeface="Arial" pitchFamily="34" charset="0"/>
              <a:cs typeface="Arial" pitchFamily="34" charset="0"/>
            </a:endParaRPr>
          </a:p>
        </p:txBody>
      </p:sp>
      <p:sp>
        <p:nvSpPr>
          <p:cNvPr id="131075" name="Rectangle 3"/>
          <p:cNvSpPr>
            <a:spLocks noGrp="1" noChangeArrowheads="1"/>
          </p:cNvSpPr>
          <p:nvPr>
            <p:ph type="body" idx="1"/>
          </p:nvPr>
        </p:nvSpPr>
        <p:spPr>
          <a:xfrm>
            <a:off x="685800" y="2209800"/>
            <a:ext cx="7772400" cy="4114800"/>
          </a:xfrm>
        </p:spPr>
        <p:txBody>
          <a:bodyPr/>
          <a:lstStyle/>
          <a:p>
            <a:pPr>
              <a:buNone/>
            </a:pPr>
            <a:r>
              <a:rPr lang="en-US" sz="2400" dirty="0" smtClean="0">
                <a:latin typeface="Arial" pitchFamily="34" charset="0"/>
                <a:cs typeface="Arial" pitchFamily="34" charset="0"/>
              </a:rPr>
              <a:t>Family Background and Character</a:t>
            </a:r>
          </a:p>
          <a:p>
            <a:endParaRPr lang="en-US" sz="2400" dirty="0" smtClean="0">
              <a:latin typeface="Arial" pitchFamily="34" charset="0"/>
              <a:cs typeface="Arial" pitchFamily="34" charset="0"/>
            </a:endParaRPr>
          </a:p>
          <a:p>
            <a:r>
              <a:rPr lang="en-US" sz="2400" dirty="0" err="1" smtClean="0">
                <a:latin typeface="Arial" pitchFamily="34" charset="0"/>
                <a:cs typeface="Arial" pitchFamily="34" charset="0"/>
              </a:rPr>
              <a:t>Khalifas</a:t>
            </a:r>
            <a:r>
              <a:rPr lang="en-US" sz="2400" dirty="0" smtClean="0">
                <a:latin typeface="Arial" pitchFamily="34" charset="0"/>
                <a:cs typeface="Arial" pitchFamily="34" charset="0"/>
              </a:rPr>
              <a:t> were not related to their Prophets-</a:t>
            </a:r>
          </a:p>
          <a:p>
            <a:pPr>
              <a:buNone/>
            </a:pPr>
            <a:r>
              <a:rPr lang="en-US" sz="2400" dirty="0" smtClean="0">
                <a:latin typeface="Arial" pitchFamily="34" charset="0"/>
                <a:cs typeface="Arial" pitchFamily="34" charset="0"/>
              </a:rPr>
              <a:t>	</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Hazrat</a:t>
            </a:r>
            <a:r>
              <a:rPr lang="en-US" sz="2400" dirty="0" smtClean="0">
                <a:latin typeface="Arial" pitchFamily="34" charset="0"/>
                <a:cs typeface="Arial" pitchFamily="34" charset="0"/>
              </a:rPr>
              <a:t> Abu </a:t>
            </a:r>
            <a:r>
              <a:rPr lang="en-US" sz="2400" dirty="0" err="1" smtClean="0">
                <a:latin typeface="Arial" pitchFamily="34" charset="0"/>
                <a:cs typeface="Arial" pitchFamily="34" charset="0"/>
              </a:rPr>
              <a:t>Bakr</a:t>
            </a:r>
            <a:r>
              <a:rPr lang="en-US" sz="2400" dirty="0" smtClean="0">
                <a:latin typeface="Arial" pitchFamily="34" charset="0"/>
                <a:cs typeface="Arial" pitchFamily="34" charset="0"/>
              </a:rPr>
              <a:t> not related to Holy Prophet 	(saw) </a:t>
            </a:r>
            <a:r>
              <a:rPr lang="en-US" sz="2400" dirty="0" smtClean="0">
                <a:latin typeface="Arial" pitchFamily="34" charset="0"/>
                <a:cs typeface="Arial" pitchFamily="34" charset="0"/>
              </a:rPr>
              <a:t>as well as </a:t>
            </a:r>
            <a:r>
              <a:rPr lang="en-US" sz="2400" dirty="0" err="1" smtClean="0">
                <a:latin typeface="Arial" pitchFamily="34" charset="0"/>
                <a:cs typeface="Arial" pitchFamily="34" charset="0"/>
              </a:rPr>
              <a:t>Khalifa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Nooruddin</a:t>
            </a:r>
            <a:r>
              <a:rPr lang="en-US" sz="2400" dirty="0" smtClean="0">
                <a:latin typeface="Arial" pitchFamily="34" charset="0"/>
                <a:cs typeface="Arial" pitchFamily="34" charset="0"/>
              </a:rPr>
              <a:t>  was not 	related to Promised Messiah (as) </a:t>
            </a: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lineage-forefathers and generations can be traced back to </a:t>
            </a:r>
            <a:r>
              <a:rPr lang="en-US" sz="2400" dirty="0" err="1" smtClean="0">
                <a:latin typeface="Arial" pitchFamily="34" charset="0"/>
                <a:cs typeface="Arial" pitchFamily="34" charset="0"/>
              </a:rPr>
              <a:t>Quraish</a:t>
            </a:r>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C3C0592-2323-437B-BB22-E42D83821D56}" type="slidenum">
              <a:rPr lang="en-US"/>
              <a:pPr/>
              <a:t>8</a:t>
            </a:fld>
            <a:endParaRPr lang="en-US"/>
          </a:p>
        </p:txBody>
      </p:sp>
      <p:sp>
        <p:nvSpPr>
          <p:cNvPr id="36866" name="Rectangle 2"/>
          <p:cNvSpPr>
            <a:spLocks noGrp="1" noChangeArrowheads="1"/>
          </p:cNvSpPr>
          <p:nvPr>
            <p:ph type="title"/>
          </p:nvPr>
        </p:nvSpPr>
        <p:spPr/>
        <p:txBody>
          <a:bodyPr/>
          <a:lstStyle/>
          <a:p>
            <a:r>
              <a:rPr lang="en-US" b="1" dirty="0" smtClean="0">
                <a:latin typeface="Arial" pitchFamily="34" charset="0"/>
                <a:cs typeface="Arial" pitchFamily="34" charset="0"/>
              </a:rPr>
              <a:t>Similarities Of </a:t>
            </a:r>
            <a:r>
              <a:rPr lang="en-US" b="1" dirty="0" err="1" smtClean="0">
                <a:latin typeface="Arial" pitchFamily="34" charset="0"/>
                <a:cs typeface="Arial" pitchFamily="34" charset="0"/>
              </a:rPr>
              <a:t>Hazrat</a:t>
            </a:r>
            <a:r>
              <a:rPr lang="en-US" b="1" dirty="0" smtClean="0">
                <a:latin typeface="Arial" pitchFamily="34" charset="0"/>
                <a:cs typeface="Arial" pitchFamily="34" charset="0"/>
              </a:rPr>
              <a:t> Abu </a:t>
            </a:r>
            <a:r>
              <a:rPr lang="en-US" b="1" dirty="0" err="1" smtClean="0">
                <a:latin typeface="Arial" pitchFamily="34" charset="0"/>
                <a:cs typeface="Arial" pitchFamily="34" charset="0"/>
              </a:rPr>
              <a:t>Bakr</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 and Hakim </a:t>
            </a:r>
            <a:r>
              <a:rPr lang="en-US" b="1" dirty="0" err="1" smtClean="0">
                <a:latin typeface="Arial" pitchFamily="34" charset="0"/>
                <a:cs typeface="Arial" pitchFamily="34" charset="0"/>
              </a:rPr>
              <a:t>Maulana</a:t>
            </a:r>
            <a:r>
              <a:rPr lang="en-US" b="1" dirty="0" smtClean="0">
                <a:latin typeface="Arial" pitchFamily="34" charset="0"/>
                <a:cs typeface="Arial" pitchFamily="34" charset="0"/>
              </a:rPr>
              <a:t> </a:t>
            </a:r>
            <a:r>
              <a:rPr lang="en-US" b="1" dirty="0" err="1" smtClean="0">
                <a:latin typeface="Arial" pitchFamily="34" charset="0"/>
                <a:cs typeface="Arial" pitchFamily="34" charset="0"/>
              </a:rPr>
              <a:t>Nooruddin</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36867" name="Rectangle 3"/>
          <p:cNvSpPr>
            <a:spLocks noGrp="1" noChangeArrowheads="1"/>
          </p:cNvSpPr>
          <p:nvPr>
            <p:ph type="body" idx="1"/>
          </p:nvPr>
        </p:nvSpPr>
        <p:spPr/>
        <p:txBody>
          <a:bodyPr/>
          <a:lstStyle/>
          <a:p>
            <a:endParaRPr lang="en-US" sz="2000" dirty="0" smtClean="0">
              <a:latin typeface="Arial" pitchFamily="34" charset="0"/>
              <a:cs typeface="Arial" pitchFamily="34" charset="0"/>
            </a:endParaRPr>
          </a:p>
          <a:p>
            <a:r>
              <a:rPr lang="en-US" sz="2400" dirty="0" err="1" smtClean="0">
                <a:latin typeface="Arial" pitchFamily="34" charset="0"/>
                <a:cs typeface="Arial" pitchFamily="34" charset="0"/>
              </a:rPr>
              <a:t>Hazrat</a:t>
            </a:r>
            <a:r>
              <a:rPr lang="en-US" sz="2400" dirty="0" smtClean="0">
                <a:latin typeface="Arial" pitchFamily="34" charset="0"/>
                <a:cs typeface="Arial" pitchFamily="34" charset="0"/>
              </a:rPr>
              <a:t> Abu </a:t>
            </a:r>
            <a:r>
              <a:rPr lang="en-US" sz="2400" dirty="0" err="1" smtClean="0">
                <a:latin typeface="Arial" pitchFamily="34" charset="0"/>
                <a:cs typeface="Arial" pitchFamily="34" charset="0"/>
              </a:rPr>
              <a:t>Bakr</a:t>
            </a:r>
            <a:r>
              <a:rPr lang="en-US" sz="2400" dirty="0" smtClean="0">
                <a:latin typeface="Arial" pitchFamily="34" charset="0"/>
                <a:cs typeface="Arial" pitchFamily="34" charset="0"/>
              </a:rPr>
              <a:t> was closest companion and best friend of Holy Prophet(saw)</a:t>
            </a:r>
            <a:r>
              <a:rPr lang="en-US" sz="2400" dirty="0" smtClean="0">
                <a:latin typeface="Arial" pitchFamily="34" charset="0"/>
                <a:cs typeface="Arial" pitchFamily="34" charset="0"/>
              </a:rPr>
              <a:t> as </a:t>
            </a:r>
            <a:r>
              <a:rPr lang="en-US" sz="2400" dirty="0" err="1" smtClean="0">
                <a:latin typeface="Arial" pitchFamily="34" charset="0"/>
                <a:cs typeface="Arial" pitchFamily="34" charset="0"/>
              </a:rPr>
              <a:t>Khalifa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Nooruddin</a:t>
            </a:r>
            <a:r>
              <a:rPr lang="en-US" sz="2400" dirty="0" smtClean="0">
                <a:latin typeface="Arial" pitchFamily="34" charset="0"/>
                <a:cs typeface="Arial" pitchFamily="34" charset="0"/>
              </a:rPr>
              <a:t> was to Promised Messiah (as)</a:t>
            </a: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Both travelled and accompanied the Prophets</a:t>
            </a:r>
          </a:p>
          <a:p>
            <a:endParaRPr lang="en-US" sz="2400" dirty="0" smtClean="0">
              <a:latin typeface="Arial" pitchFamily="34" charset="0"/>
              <a:cs typeface="Arial" pitchFamily="34" charset="0"/>
            </a:endParaRPr>
          </a:p>
          <a:p>
            <a:r>
              <a:rPr lang="en-US" sz="2400" dirty="0" err="1" smtClean="0">
                <a:latin typeface="Arial" pitchFamily="34" charset="0"/>
                <a:cs typeface="Arial" pitchFamily="34" charset="0"/>
              </a:rPr>
              <a:t>Hazrat</a:t>
            </a:r>
            <a:r>
              <a:rPr lang="en-US" sz="2400" dirty="0" smtClean="0">
                <a:latin typeface="Arial" pitchFamily="34" charset="0"/>
                <a:cs typeface="Arial" pitchFamily="34" charset="0"/>
              </a:rPr>
              <a:t> Abu </a:t>
            </a:r>
            <a:r>
              <a:rPr lang="en-US" sz="2400" dirty="0" err="1" smtClean="0">
                <a:latin typeface="Arial" pitchFamily="34" charset="0"/>
                <a:cs typeface="Arial" pitchFamily="34" charset="0"/>
              </a:rPr>
              <a:t>Bakr</a:t>
            </a:r>
            <a:r>
              <a:rPr lang="en-US" sz="2400" dirty="0" smtClean="0">
                <a:latin typeface="Arial" pitchFamily="34" charset="0"/>
                <a:cs typeface="Arial" pitchFamily="34" charset="0"/>
              </a:rPr>
              <a:t> was first among men to accept Islam as was </a:t>
            </a:r>
            <a:r>
              <a:rPr lang="en-US" sz="2400" dirty="0" err="1" smtClean="0">
                <a:latin typeface="Arial" pitchFamily="34" charset="0"/>
                <a:cs typeface="Arial" pitchFamily="34" charset="0"/>
              </a:rPr>
              <a:t>Khalifa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Nooruddin</a:t>
            </a:r>
            <a:r>
              <a:rPr lang="en-US" sz="2400" dirty="0" smtClean="0">
                <a:latin typeface="Arial" pitchFamily="34" charset="0"/>
                <a:cs typeface="Arial" pitchFamily="34" charset="0"/>
              </a:rPr>
              <a:t> to accept </a:t>
            </a:r>
            <a:r>
              <a:rPr lang="en-US" sz="2400" dirty="0" err="1" smtClean="0">
                <a:latin typeface="Arial" pitchFamily="34" charset="0"/>
                <a:cs typeface="Arial" pitchFamily="34" charset="0"/>
              </a:rPr>
              <a:t>Ahmadiyyat</a:t>
            </a:r>
            <a:endParaRPr lang="en-US" sz="2400" dirty="0" smtClean="0">
              <a:latin typeface="Arial" pitchFamily="34" charset="0"/>
              <a:cs typeface="Arial" pitchFamily="34" charset="0"/>
            </a:endParaRPr>
          </a:p>
          <a:p>
            <a:endParaRPr lang="en-US" sz="2000" dirty="0" smtClean="0">
              <a:latin typeface="Arial" pitchFamily="34" charset="0"/>
              <a:cs typeface="Arial" pitchFamily="34" charset="0"/>
            </a:endParaRPr>
          </a:p>
          <a:p>
            <a:pPr lvl="1"/>
            <a:endParaRPr lang="en-US" sz="2000" dirty="0" smtClean="0">
              <a:latin typeface="Arial" pitchFamily="34" charset="0"/>
              <a:cs typeface="Arial" pitchFamily="34" charset="0"/>
            </a:endParaRPr>
          </a:p>
          <a:p>
            <a:endParaRPr lang="en-US" sz="2400" dirty="0" smtClean="0">
              <a:latin typeface="Arial" pitchFamily="34" charset="0"/>
              <a:cs typeface="Arial" pitchFamily="34" charset="0"/>
            </a:endParaRPr>
          </a:p>
          <a:p>
            <a:endParaRPr lang="en-US" sz="24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CFBECFC-C6E0-4575-8D11-A8DE3D9E7118}" type="slidenum">
              <a:rPr lang="en-US"/>
              <a:pPr/>
              <a:t>9</a:t>
            </a:fld>
            <a:endParaRPr lang="en-US"/>
          </a:p>
        </p:txBody>
      </p:sp>
      <p:sp>
        <p:nvSpPr>
          <p:cNvPr id="40962" name="Rectangle 2"/>
          <p:cNvSpPr>
            <a:spLocks noGrp="1" noChangeArrowheads="1"/>
          </p:cNvSpPr>
          <p:nvPr>
            <p:ph type="title"/>
          </p:nvPr>
        </p:nvSpPr>
        <p:spPr/>
        <p:txBody>
          <a:bodyPr/>
          <a:lstStyle/>
          <a:p>
            <a:r>
              <a:rPr lang="en-US" b="1" dirty="0" smtClean="0">
                <a:latin typeface="Arial" pitchFamily="34" charset="0"/>
                <a:cs typeface="Arial" pitchFamily="34" charset="0"/>
              </a:rPr>
              <a:t>Similarities Of </a:t>
            </a:r>
            <a:r>
              <a:rPr lang="en-US" b="1" dirty="0" err="1" smtClean="0">
                <a:latin typeface="Arial" pitchFamily="34" charset="0"/>
                <a:cs typeface="Arial" pitchFamily="34" charset="0"/>
              </a:rPr>
              <a:t>Hazrat</a:t>
            </a:r>
            <a:r>
              <a:rPr lang="en-US" b="1" dirty="0" smtClean="0">
                <a:latin typeface="Arial" pitchFamily="34" charset="0"/>
                <a:cs typeface="Arial" pitchFamily="34" charset="0"/>
              </a:rPr>
              <a:t> Abu </a:t>
            </a:r>
            <a:r>
              <a:rPr lang="en-US" b="1" dirty="0" err="1" smtClean="0">
                <a:latin typeface="Arial" pitchFamily="34" charset="0"/>
                <a:cs typeface="Arial" pitchFamily="34" charset="0"/>
              </a:rPr>
              <a:t>Bakr</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 and Hakim </a:t>
            </a:r>
            <a:r>
              <a:rPr lang="en-US" b="1" dirty="0" err="1" smtClean="0">
                <a:latin typeface="Arial" pitchFamily="34" charset="0"/>
                <a:cs typeface="Arial" pitchFamily="34" charset="0"/>
              </a:rPr>
              <a:t>Maulana</a:t>
            </a:r>
            <a:r>
              <a:rPr lang="en-US" b="1" dirty="0" smtClean="0">
                <a:latin typeface="Arial" pitchFamily="34" charset="0"/>
                <a:cs typeface="Arial" pitchFamily="34" charset="0"/>
              </a:rPr>
              <a:t> </a:t>
            </a:r>
            <a:r>
              <a:rPr lang="en-US" b="1" dirty="0" err="1" smtClean="0">
                <a:latin typeface="Arial" pitchFamily="34" charset="0"/>
                <a:cs typeface="Arial" pitchFamily="34" charset="0"/>
              </a:rPr>
              <a:t>Nooruddin</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0963" name="Rectangle 3"/>
          <p:cNvSpPr>
            <a:spLocks noGrp="1" noChangeArrowheads="1"/>
          </p:cNvSpPr>
          <p:nvPr>
            <p:ph type="body" idx="1"/>
          </p:nvPr>
        </p:nvSpPr>
        <p:spPr>
          <a:xfrm>
            <a:off x="457200" y="2133600"/>
            <a:ext cx="8229600" cy="4572000"/>
          </a:xfrm>
        </p:spPr>
        <p:txBody>
          <a:bodyPr/>
          <a:lstStyle/>
          <a:p>
            <a:pPr lvl="1"/>
            <a:r>
              <a:rPr lang="en-US" sz="2400" dirty="0" smtClean="0">
                <a:latin typeface="+mj-lt"/>
              </a:rPr>
              <a:t>soft-hearted, humble, </a:t>
            </a:r>
            <a:r>
              <a:rPr lang="en-US" sz="2400" dirty="0" smtClean="0">
                <a:latin typeface="+mj-lt"/>
              </a:rPr>
              <a:t>ever-ready to help others, never spoke harshly </a:t>
            </a:r>
            <a:endParaRPr lang="en-US" sz="2400" dirty="0" smtClean="0">
              <a:latin typeface="+mj-lt"/>
            </a:endParaRPr>
          </a:p>
          <a:p>
            <a:pPr lvl="1"/>
            <a:r>
              <a:rPr lang="en-US" sz="2400" dirty="0" smtClean="0">
                <a:latin typeface="+mj-lt"/>
              </a:rPr>
              <a:t>both remained at side of their Prophets through peace and war</a:t>
            </a:r>
          </a:p>
          <a:p>
            <a:pPr lvl="1"/>
            <a:r>
              <a:rPr lang="en-US" sz="2400" dirty="0" smtClean="0">
                <a:latin typeface="+mj-lt"/>
              </a:rPr>
              <a:t>shortest period of </a:t>
            </a:r>
            <a:r>
              <a:rPr lang="en-US" sz="2400" dirty="0" err="1" smtClean="0">
                <a:latin typeface="+mj-lt"/>
              </a:rPr>
              <a:t>khilafat</a:t>
            </a:r>
            <a:endParaRPr lang="en-US" sz="2400" dirty="0" smtClean="0">
              <a:latin typeface="+mj-lt"/>
            </a:endParaRPr>
          </a:p>
          <a:p>
            <a:pPr lvl="1"/>
            <a:r>
              <a:rPr lang="en-US" sz="2400" dirty="0" smtClean="0">
                <a:latin typeface="+mj-lt"/>
              </a:rPr>
              <a:t>both had </a:t>
            </a:r>
            <a:r>
              <a:rPr lang="en-US" sz="2400" dirty="0" err="1" smtClean="0">
                <a:latin typeface="+mj-lt"/>
              </a:rPr>
              <a:t>Hifzed</a:t>
            </a:r>
            <a:r>
              <a:rPr lang="en-US" sz="2400" dirty="0" smtClean="0">
                <a:latin typeface="+mj-lt"/>
              </a:rPr>
              <a:t> the Holy Quran and their knowledge was immense</a:t>
            </a:r>
          </a:p>
          <a:p>
            <a:pPr lvl="1"/>
            <a:r>
              <a:rPr lang="en-US" sz="2400" dirty="0" smtClean="0">
                <a:latin typeface="+mj-lt"/>
              </a:rPr>
              <a:t>Prophets sought their wise counsel whenever needed</a:t>
            </a:r>
          </a:p>
          <a:p>
            <a:pPr lvl="1"/>
            <a:r>
              <a:rPr lang="en-US" sz="2400" dirty="0" smtClean="0">
                <a:latin typeface="+mj-lt"/>
              </a:rPr>
              <a:t>led prayers when Prophets were ill</a:t>
            </a:r>
          </a:p>
          <a:p>
            <a:pPr lvl="1"/>
            <a:r>
              <a:rPr lang="en-US" sz="2400" dirty="0" smtClean="0">
                <a:latin typeface="+mj-lt"/>
              </a:rPr>
              <a:t>didn’t ask for proofs or any signs from Prophets</a:t>
            </a:r>
          </a:p>
          <a:p>
            <a:pPr lvl="1"/>
            <a:r>
              <a:rPr lang="en-US" sz="2400" dirty="0" smtClean="0">
                <a:latin typeface="+mj-lt"/>
              </a:rPr>
              <a:t>sacrificed all of their wealth fo</a:t>
            </a:r>
            <a:r>
              <a:rPr lang="en-US" sz="2400" dirty="0" smtClean="0">
                <a:latin typeface="+mj-lt"/>
              </a:rPr>
              <a:t>r the cause of Islam</a:t>
            </a:r>
          </a:p>
          <a:p>
            <a:pPr lvl="1"/>
            <a:endParaRPr lang="en-US" sz="2400" dirty="0" smtClean="0">
              <a:latin typeface="+mj-lt"/>
            </a:endParaRPr>
          </a:p>
          <a:p>
            <a:pPr lvl="1">
              <a:buNone/>
            </a:pPr>
            <a:endParaRPr lang="en-US" sz="2400" b="1" dirty="0" smtClean="0">
              <a:latin typeface="+mj-lt"/>
            </a:endParaRPr>
          </a:p>
          <a:p>
            <a:pPr lvl="1">
              <a:buNone/>
            </a:pPr>
            <a:r>
              <a:rPr lang="en-US" b="1" dirty="0" smtClean="0">
                <a:latin typeface="+mj-lt"/>
              </a:rPr>
              <a:t>		</a:t>
            </a:r>
            <a:endParaRPr lang="en-US" sz="2000" dirty="0">
              <a:latin typeface="+mj-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0BEDAA0-5029-4915-B051-255E4DD6D452}" type="slidenum">
              <a:rPr lang="en-US"/>
              <a:pPr/>
              <a:t>10</a:t>
            </a:fld>
            <a:endParaRPr lang="en-US"/>
          </a:p>
        </p:txBody>
      </p:sp>
      <p:sp>
        <p:nvSpPr>
          <p:cNvPr id="41986" name="Rectangle 2"/>
          <p:cNvSpPr>
            <a:spLocks noGrp="1" noChangeArrowheads="1"/>
          </p:cNvSpPr>
          <p:nvPr>
            <p:ph type="title"/>
          </p:nvPr>
        </p:nvSpPr>
        <p:spPr/>
        <p:txBody>
          <a:bodyPr/>
          <a:lstStyle/>
          <a:p>
            <a:r>
              <a:rPr lang="en-US" b="1" dirty="0" smtClean="0">
                <a:latin typeface="Arial" pitchFamily="34" charset="0"/>
                <a:cs typeface="Arial" pitchFamily="34" charset="0"/>
              </a:rPr>
              <a:t>Similarities Of </a:t>
            </a:r>
            <a:r>
              <a:rPr lang="en-US" b="1" dirty="0" err="1" smtClean="0">
                <a:latin typeface="Arial" pitchFamily="34" charset="0"/>
                <a:cs typeface="Arial" pitchFamily="34" charset="0"/>
              </a:rPr>
              <a:t>Hazrat</a:t>
            </a:r>
            <a:r>
              <a:rPr lang="en-US" b="1" dirty="0" smtClean="0">
                <a:latin typeface="Arial" pitchFamily="34" charset="0"/>
                <a:cs typeface="Arial" pitchFamily="34" charset="0"/>
              </a:rPr>
              <a:t> Abu </a:t>
            </a:r>
            <a:r>
              <a:rPr lang="en-US" b="1" dirty="0" err="1" smtClean="0">
                <a:latin typeface="Arial" pitchFamily="34" charset="0"/>
                <a:cs typeface="Arial" pitchFamily="34" charset="0"/>
              </a:rPr>
              <a:t>Bakr</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 and Hakim </a:t>
            </a:r>
            <a:r>
              <a:rPr lang="en-US" b="1" dirty="0" err="1" smtClean="0">
                <a:latin typeface="Arial" pitchFamily="34" charset="0"/>
                <a:cs typeface="Arial" pitchFamily="34" charset="0"/>
              </a:rPr>
              <a:t>Maulana</a:t>
            </a:r>
            <a:r>
              <a:rPr lang="en-US" b="1" dirty="0" smtClean="0">
                <a:latin typeface="Arial" pitchFamily="34" charset="0"/>
                <a:cs typeface="Arial" pitchFamily="34" charset="0"/>
              </a:rPr>
              <a:t> </a:t>
            </a:r>
            <a:r>
              <a:rPr lang="en-US" b="1" dirty="0" err="1" smtClean="0">
                <a:latin typeface="Arial" pitchFamily="34" charset="0"/>
                <a:cs typeface="Arial" pitchFamily="34" charset="0"/>
              </a:rPr>
              <a:t>Nooruddin</a:t>
            </a:r>
            <a:r>
              <a:rPr lang="en-US" b="1" dirty="0" smtClean="0">
                <a:latin typeface="Arial" pitchFamily="34" charset="0"/>
                <a:cs typeface="Arial" pitchFamily="34" charset="0"/>
              </a:rPr>
              <a:t> (</a:t>
            </a:r>
            <a:r>
              <a:rPr lang="en-US" b="1" dirty="0" err="1" smtClean="0">
                <a:latin typeface="Arial" pitchFamily="34" charset="0"/>
                <a:cs typeface="Arial" pitchFamily="34" charset="0"/>
              </a:rPr>
              <a:t>ra</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1987" name="Rectangle 3"/>
          <p:cNvSpPr>
            <a:spLocks noGrp="1" noChangeArrowheads="1"/>
          </p:cNvSpPr>
          <p:nvPr>
            <p:ph type="body" idx="1"/>
          </p:nvPr>
        </p:nvSpPr>
        <p:spPr>
          <a:xfrm>
            <a:off x="685800" y="2133600"/>
            <a:ext cx="7772400" cy="3962400"/>
          </a:xfrm>
        </p:spPr>
        <p:txBody>
          <a:bodyPr/>
          <a:lstStyle/>
          <a:p>
            <a:pPr>
              <a:buNone/>
            </a:pPr>
            <a:r>
              <a:rPr lang="en-US" sz="2400" dirty="0" smtClean="0">
                <a:latin typeface="+mj-lt"/>
              </a:rPr>
              <a:t>Period of </a:t>
            </a:r>
            <a:r>
              <a:rPr lang="en-US" sz="2400" dirty="0" err="1" smtClean="0">
                <a:latin typeface="+mj-lt"/>
              </a:rPr>
              <a:t>Khilafat</a:t>
            </a:r>
            <a:endParaRPr lang="en-US" sz="2400" dirty="0" smtClean="0">
              <a:latin typeface="+mj-lt"/>
            </a:endParaRPr>
          </a:p>
          <a:p>
            <a:pPr>
              <a:buNone/>
            </a:pPr>
            <a:r>
              <a:rPr lang="en-US" sz="2400" dirty="0" smtClean="0">
                <a:latin typeface="+mj-lt"/>
              </a:rPr>
              <a:t>-big leaders accepted Islam through their </a:t>
            </a:r>
            <a:r>
              <a:rPr lang="en-US" sz="2400" dirty="0" err="1" smtClean="0">
                <a:latin typeface="+mj-lt"/>
              </a:rPr>
              <a:t>Tabligh</a:t>
            </a:r>
            <a:endParaRPr lang="en-US" sz="2400" dirty="0" smtClean="0">
              <a:latin typeface="+mj-lt"/>
            </a:endParaRPr>
          </a:p>
          <a:p>
            <a:pPr>
              <a:buNone/>
            </a:pPr>
            <a:r>
              <a:rPr lang="en-US" sz="2400" dirty="0" smtClean="0">
                <a:latin typeface="+mj-lt"/>
              </a:rPr>
              <a:t>-unifying th</a:t>
            </a:r>
            <a:r>
              <a:rPr lang="en-US" sz="2400" dirty="0" smtClean="0">
                <a:latin typeface="+mj-lt"/>
              </a:rPr>
              <a:t>e </a:t>
            </a:r>
            <a:r>
              <a:rPr lang="en-US" sz="2400" dirty="0" err="1" smtClean="0">
                <a:latin typeface="+mj-lt"/>
              </a:rPr>
              <a:t>jamaat</a:t>
            </a:r>
            <a:r>
              <a:rPr lang="en-US" sz="2400" dirty="0" smtClean="0">
                <a:latin typeface="+mj-lt"/>
              </a:rPr>
              <a:t> and dealing with those trying to break it up or not believing in </a:t>
            </a:r>
            <a:r>
              <a:rPr lang="en-US" sz="2400" dirty="0" err="1" smtClean="0">
                <a:latin typeface="+mj-lt"/>
              </a:rPr>
              <a:t>khilafat</a:t>
            </a:r>
            <a:endParaRPr lang="en-US" sz="2400" dirty="0" smtClean="0">
              <a:latin typeface="+mj-lt"/>
            </a:endParaRPr>
          </a:p>
          <a:p>
            <a:pPr>
              <a:buNone/>
            </a:pPr>
            <a:r>
              <a:rPr lang="en-US" sz="2400" dirty="0" smtClean="0">
                <a:latin typeface="+mj-lt"/>
              </a:rPr>
              <a:t>-wide spread of Islam by sending members on foreign missions</a:t>
            </a:r>
          </a:p>
          <a:p>
            <a:pPr>
              <a:buNone/>
            </a:pPr>
            <a:r>
              <a:rPr lang="en-US" sz="2400" dirty="0" smtClean="0">
                <a:latin typeface="+mj-lt"/>
              </a:rPr>
              <a:t>-Jihad-</a:t>
            </a:r>
            <a:r>
              <a:rPr lang="en-US" sz="2400" dirty="0" err="1" smtClean="0">
                <a:latin typeface="+mj-lt"/>
              </a:rPr>
              <a:t>Taleem</a:t>
            </a:r>
            <a:r>
              <a:rPr lang="en-US" sz="2400" dirty="0" smtClean="0">
                <a:latin typeface="+mj-lt"/>
              </a:rPr>
              <a:t>-o-</a:t>
            </a:r>
            <a:r>
              <a:rPr lang="en-US" sz="2400" dirty="0" err="1" smtClean="0">
                <a:latin typeface="+mj-lt"/>
              </a:rPr>
              <a:t>Tarbiyyat</a:t>
            </a:r>
            <a:r>
              <a:rPr lang="en-US" sz="2400" dirty="0" smtClean="0">
                <a:latin typeface="+mj-lt"/>
              </a:rPr>
              <a:t>, Sword vs. Pen</a:t>
            </a:r>
          </a:p>
          <a:p>
            <a:pPr>
              <a:buNone/>
            </a:pPr>
            <a:endParaRPr lang="en-US" sz="2400" dirty="0" smtClean="0">
              <a:latin typeface="+mj-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CCFC2F6-D3AE-43CB-8556-73B660C29899}" type="slidenum">
              <a:rPr lang="en-US"/>
              <a:pPr/>
              <a:t>11</a:t>
            </a:fld>
            <a:endParaRPr lang="en-US"/>
          </a:p>
        </p:txBody>
      </p:sp>
      <p:sp>
        <p:nvSpPr>
          <p:cNvPr id="44034" name="Rectangle 2"/>
          <p:cNvSpPr>
            <a:spLocks noGrp="1" noChangeArrowheads="1"/>
          </p:cNvSpPr>
          <p:nvPr>
            <p:ph type="title"/>
          </p:nvPr>
        </p:nvSpPr>
        <p:spPr/>
        <p:txBody>
          <a:bodyPr/>
          <a:lstStyle/>
          <a:p>
            <a:r>
              <a:rPr lang="en-US" sz="3200" b="1" i="1" dirty="0" err="1" smtClean="0">
                <a:latin typeface="Arial" pitchFamily="34" charset="0"/>
                <a:cs typeface="Arial" pitchFamily="34" charset="0"/>
              </a:rPr>
              <a:t>Similarites</a:t>
            </a:r>
            <a:r>
              <a:rPr lang="en-US" sz="3200" b="1" i="1" dirty="0" smtClean="0">
                <a:latin typeface="Arial" pitchFamily="34" charset="0"/>
                <a:cs typeface="Arial" pitchFamily="34" charset="0"/>
              </a:rPr>
              <a:t> of </a:t>
            </a:r>
            <a:r>
              <a:rPr lang="en-US" sz="3200" b="1" i="1" dirty="0" err="1" smtClean="0">
                <a:latin typeface="Arial" pitchFamily="34" charset="0"/>
                <a:cs typeface="Arial" pitchFamily="34" charset="0"/>
              </a:rPr>
              <a:t>Hazrat</a:t>
            </a:r>
            <a:r>
              <a:rPr lang="en-US" sz="3200" b="1" i="1" dirty="0" smtClean="0">
                <a:latin typeface="Arial" pitchFamily="34" charset="0"/>
                <a:cs typeface="Arial" pitchFamily="34" charset="0"/>
              </a:rPr>
              <a:t> </a:t>
            </a:r>
            <a:r>
              <a:rPr lang="en-US" sz="3200" b="1" i="1" dirty="0" err="1" smtClean="0">
                <a:latin typeface="Arial" pitchFamily="34" charset="0"/>
                <a:cs typeface="Arial" pitchFamily="34" charset="0"/>
              </a:rPr>
              <a:t>Umar</a:t>
            </a:r>
            <a:r>
              <a:rPr lang="en-US" sz="3200" b="1" i="1" dirty="0" smtClean="0">
                <a:latin typeface="Arial" pitchFamily="34" charset="0"/>
                <a:cs typeface="Arial" pitchFamily="34" charset="0"/>
              </a:rPr>
              <a:t> and </a:t>
            </a:r>
            <a:r>
              <a:rPr lang="en-US" sz="3200" b="1" i="1" dirty="0" err="1" smtClean="0">
                <a:latin typeface="Arial" pitchFamily="34" charset="0"/>
                <a:cs typeface="Arial" pitchFamily="34" charset="0"/>
              </a:rPr>
              <a:t>Hazrat</a:t>
            </a:r>
            <a:r>
              <a:rPr lang="en-US" sz="3200" b="1" i="1" dirty="0" smtClean="0">
                <a:latin typeface="Arial" pitchFamily="34" charset="0"/>
                <a:cs typeface="Arial" pitchFamily="34" charset="0"/>
              </a:rPr>
              <a:t> Mirza </a:t>
            </a:r>
            <a:r>
              <a:rPr lang="en-US" sz="3200" b="1" i="1" dirty="0" err="1" smtClean="0">
                <a:latin typeface="Arial" pitchFamily="34" charset="0"/>
                <a:cs typeface="Arial" pitchFamily="34" charset="0"/>
              </a:rPr>
              <a:t>Bashiruddin</a:t>
            </a:r>
            <a:r>
              <a:rPr lang="en-US" sz="3200" b="1" i="1" dirty="0" smtClean="0">
                <a:latin typeface="Arial" pitchFamily="34" charset="0"/>
                <a:cs typeface="Arial" pitchFamily="34" charset="0"/>
              </a:rPr>
              <a:t> </a:t>
            </a:r>
            <a:r>
              <a:rPr lang="en-US" sz="3200" b="1" i="1" dirty="0" err="1" smtClean="0">
                <a:latin typeface="Arial" pitchFamily="34" charset="0"/>
                <a:cs typeface="Arial" pitchFamily="34" charset="0"/>
              </a:rPr>
              <a:t>Mahmood</a:t>
            </a:r>
            <a:r>
              <a:rPr lang="en-US" sz="3200" b="1" i="1" dirty="0" smtClean="0">
                <a:latin typeface="Arial" pitchFamily="34" charset="0"/>
                <a:cs typeface="Arial" pitchFamily="34" charset="0"/>
              </a:rPr>
              <a:t> </a:t>
            </a:r>
            <a:br>
              <a:rPr lang="en-US" sz="3200" b="1" i="1" dirty="0" smtClean="0">
                <a:latin typeface="Arial" pitchFamily="34" charset="0"/>
                <a:cs typeface="Arial" pitchFamily="34" charset="0"/>
              </a:rPr>
            </a:br>
            <a:r>
              <a:rPr lang="en-US" sz="3200" b="1" i="1" dirty="0" smtClean="0">
                <a:latin typeface="Arial" pitchFamily="34" charset="0"/>
                <a:cs typeface="Arial" pitchFamily="34" charset="0"/>
              </a:rPr>
              <a:t>Ahmad (</a:t>
            </a:r>
            <a:r>
              <a:rPr lang="en-US" sz="3200" b="1" i="1" dirty="0" err="1" smtClean="0">
                <a:latin typeface="Arial" pitchFamily="34" charset="0"/>
                <a:cs typeface="Arial" pitchFamily="34" charset="0"/>
              </a:rPr>
              <a:t>ra</a:t>
            </a:r>
            <a:r>
              <a:rPr lang="en-US" sz="3200" b="1" i="1" dirty="0" smtClean="0">
                <a:latin typeface="Arial" pitchFamily="34" charset="0"/>
                <a:cs typeface="Arial" pitchFamily="34" charset="0"/>
              </a:rPr>
              <a:t>)</a:t>
            </a:r>
            <a:endParaRPr lang="en-US" sz="3200" b="1" i="1" dirty="0">
              <a:latin typeface="Arial" pitchFamily="34" charset="0"/>
              <a:cs typeface="Arial" pitchFamily="34" charset="0"/>
            </a:endParaRPr>
          </a:p>
        </p:txBody>
      </p:sp>
      <p:sp>
        <p:nvSpPr>
          <p:cNvPr id="44035" name="Rectangle 3"/>
          <p:cNvSpPr>
            <a:spLocks noGrp="1" noChangeArrowheads="1"/>
          </p:cNvSpPr>
          <p:nvPr>
            <p:ph type="body" idx="1"/>
          </p:nvPr>
        </p:nvSpPr>
        <p:spPr/>
        <p:txBody>
          <a:bodyPr/>
          <a:lstStyle/>
          <a:p>
            <a:r>
              <a:rPr lang="en-US" sz="2400" dirty="0" smtClean="0">
                <a:latin typeface="+mj-lt"/>
              </a:rPr>
              <a:t>highly respected, and feared out of respect</a:t>
            </a:r>
          </a:p>
          <a:p>
            <a:r>
              <a:rPr lang="en-US" sz="2400" dirty="0" smtClean="0">
                <a:latin typeface="+mj-lt"/>
              </a:rPr>
              <a:t>v</a:t>
            </a:r>
            <a:r>
              <a:rPr lang="en-US" sz="2400" dirty="0" smtClean="0">
                <a:latin typeface="+mj-lt"/>
              </a:rPr>
              <a:t>ery knowledgeable since their young ages</a:t>
            </a:r>
          </a:p>
          <a:p>
            <a:r>
              <a:rPr lang="en-US" sz="2400" dirty="0" smtClean="0">
                <a:latin typeface="+mj-lt"/>
              </a:rPr>
              <a:t>wrote many books</a:t>
            </a:r>
          </a:p>
          <a:p>
            <a:r>
              <a:rPr lang="en-US" sz="2400" dirty="0" smtClean="0">
                <a:latin typeface="+mj-lt"/>
              </a:rPr>
              <a:t>most years of </a:t>
            </a:r>
            <a:r>
              <a:rPr lang="en-US" sz="2400" dirty="0" err="1" smtClean="0">
                <a:latin typeface="+mj-lt"/>
              </a:rPr>
              <a:t>khilafat</a:t>
            </a:r>
            <a:endParaRPr lang="en-US" sz="2400" dirty="0" smtClean="0">
              <a:latin typeface="+mj-lt"/>
            </a:endParaRPr>
          </a:p>
          <a:p>
            <a:r>
              <a:rPr lang="en-US" sz="2400" dirty="0" smtClean="0">
                <a:latin typeface="+mj-lt"/>
              </a:rPr>
              <a:t>Islam made huge strides in spreading around world</a:t>
            </a:r>
          </a:p>
          <a:p>
            <a:r>
              <a:rPr lang="en-US" sz="2400" dirty="0" smtClean="0">
                <a:latin typeface="+mj-lt"/>
              </a:rPr>
              <a:t>establishment of many institutions</a:t>
            </a:r>
          </a:p>
          <a:p>
            <a:r>
              <a:rPr lang="en-US" sz="2400" dirty="0" smtClean="0">
                <a:latin typeface="+mj-lt"/>
              </a:rPr>
              <a:t>sent delegates to foreign areas</a:t>
            </a:r>
          </a:p>
          <a:p>
            <a:r>
              <a:rPr lang="en-US" sz="2400" dirty="0" smtClean="0">
                <a:latin typeface="+mj-lt"/>
              </a:rPr>
              <a:t>building and restoring mosques</a:t>
            </a:r>
          </a:p>
          <a:p>
            <a:r>
              <a:rPr lang="en-US" sz="2400" dirty="0" smtClean="0">
                <a:latin typeface="+mj-lt"/>
              </a:rPr>
              <a:t>introduction of Calendars</a:t>
            </a:r>
          </a:p>
          <a:p>
            <a:endParaRPr lang="en-US" sz="2400" dirty="0" smtClean="0">
              <a:latin typeface="+mj-lt"/>
            </a:endParaRPr>
          </a:p>
          <a:p>
            <a:endParaRPr lang="en-US" sz="2400" dirty="0" smtClean="0">
              <a:latin typeface="+mj-lt"/>
            </a:endParaRPr>
          </a:p>
          <a:p>
            <a:endParaRPr lang="en-US" sz="2400" i="1" dirty="0" smtClean="0">
              <a:latin typeface="+mj-lt"/>
            </a:endParaRPr>
          </a:p>
          <a:p>
            <a:endParaRPr lang="en-US" sz="2400" i="1" dirty="0" smtClean="0">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990600"/>
          </a:xfrm>
        </p:spPr>
        <p:txBody>
          <a:bodyPr/>
          <a:lstStyle/>
          <a:p>
            <a:r>
              <a:rPr lang="en-US" sz="3200" dirty="0" smtClean="0"/>
              <a:t>Similarities of </a:t>
            </a:r>
            <a:r>
              <a:rPr lang="en-US" sz="3200" dirty="0" err="1" smtClean="0"/>
              <a:t>Hazrat</a:t>
            </a:r>
            <a:r>
              <a:rPr lang="en-US" sz="3200" dirty="0" smtClean="0"/>
              <a:t> </a:t>
            </a:r>
            <a:r>
              <a:rPr lang="en-US" sz="3200" dirty="0" err="1" smtClean="0"/>
              <a:t>Uthman</a:t>
            </a:r>
            <a:r>
              <a:rPr lang="en-US" sz="3200" dirty="0" smtClean="0"/>
              <a:t> and </a:t>
            </a:r>
            <a:r>
              <a:rPr lang="en-US" sz="3200" dirty="0" err="1" smtClean="0"/>
              <a:t>Hazrat</a:t>
            </a:r>
            <a:r>
              <a:rPr lang="en-US" sz="3200" dirty="0" smtClean="0"/>
              <a:t> Mirza </a:t>
            </a:r>
            <a:r>
              <a:rPr lang="en-US" sz="3200" dirty="0" err="1" smtClean="0"/>
              <a:t>Nasir</a:t>
            </a:r>
            <a:r>
              <a:rPr lang="en-US" sz="3200" dirty="0" smtClean="0"/>
              <a:t> Ahmad </a:t>
            </a:r>
            <a:endParaRPr lang="en-US" sz="3200" dirty="0"/>
          </a:p>
        </p:txBody>
      </p:sp>
      <p:sp>
        <p:nvSpPr>
          <p:cNvPr id="3" name="Content Placeholder 2"/>
          <p:cNvSpPr>
            <a:spLocks noGrp="1"/>
          </p:cNvSpPr>
          <p:nvPr>
            <p:ph idx="1"/>
          </p:nvPr>
        </p:nvSpPr>
        <p:spPr>
          <a:xfrm>
            <a:off x="685800" y="1447800"/>
            <a:ext cx="7772400" cy="5181600"/>
          </a:xfrm>
        </p:spPr>
        <p:txBody>
          <a:bodyPr/>
          <a:lstStyle/>
          <a:p>
            <a:pPr marL="609600" indent="-609600">
              <a:lnSpc>
                <a:spcPct val="80000"/>
              </a:lnSpc>
            </a:pPr>
            <a:r>
              <a:rPr lang="en-US" sz="2800" dirty="0" smtClean="0">
                <a:latin typeface="Bookman Old Style" pitchFamily="18" charset="0"/>
              </a:rPr>
              <a:t>both Hafiz-e-Quran</a:t>
            </a:r>
          </a:p>
          <a:p>
            <a:pPr marL="609600" indent="-609600">
              <a:lnSpc>
                <a:spcPct val="80000"/>
              </a:lnSpc>
            </a:pPr>
            <a:r>
              <a:rPr lang="en-US" sz="2800" dirty="0" smtClean="0">
                <a:latin typeface="Bookman Old Style" pitchFamily="18" charset="0"/>
              </a:rPr>
              <a:t>extremely polite</a:t>
            </a:r>
          </a:p>
          <a:p>
            <a:pPr marL="609600" indent="-609600">
              <a:lnSpc>
                <a:spcPct val="80000"/>
              </a:lnSpc>
            </a:pPr>
            <a:r>
              <a:rPr lang="en-US" sz="2800" dirty="0" smtClean="0">
                <a:latin typeface="Bookman Old Style" pitchFamily="18" charset="0"/>
              </a:rPr>
              <a:t>always spending in the way of Allah</a:t>
            </a:r>
          </a:p>
          <a:p>
            <a:pPr marL="609600" indent="-609600">
              <a:lnSpc>
                <a:spcPct val="80000"/>
              </a:lnSpc>
            </a:pPr>
            <a:r>
              <a:rPr lang="en-US" sz="2800" dirty="0" smtClean="0">
                <a:latin typeface="Bookman Old Style" pitchFamily="18" charset="0"/>
              </a:rPr>
              <a:t>use of personal property for cause of Islam</a:t>
            </a: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sects made in Islam and persecution of </a:t>
            </a:r>
            <a:r>
              <a:rPr lang="en-US" sz="2800" dirty="0" err="1" smtClean="0">
                <a:latin typeface="Bookman Old Style" pitchFamily="18" charset="0"/>
              </a:rPr>
              <a:t>Ahmadis</a:t>
            </a: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sending missionaries abroad</a:t>
            </a:r>
            <a:endParaRPr lang="en-US" sz="2800" dirty="0" smtClean="0">
              <a:latin typeface="Bookman Old Style" pitchFamily="18" charset="0"/>
            </a:endParaRPr>
          </a:p>
          <a:p>
            <a:endParaRPr lang="en-US" dirty="0"/>
          </a:p>
        </p:txBody>
      </p:sp>
      <p:sp>
        <p:nvSpPr>
          <p:cNvPr id="4" name="Slide Number Placeholder 3"/>
          <p:cNvSpPr>
            <a:spLocks noGrp="1"/>
          </p:cNvSpPr>
          <p:nvPr>
            <p:ph type="sldNum" sz="quarter" idx="12"/>
          </p:nvPr>
        </p:nvSpPr>
        <p:spPr/>
        <p:txBody>
          <a:bodyPr/>
          <a:lstStyle/>
          <a:p>
            <a:fld id="{9BB2ECD6-C7A3-4227-AC4D-6A69B6960514}"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066800"/>
          </a:xfrm>
        </p:spPr>
        <p:txBody>
          <a:bodyPr/>
          <a:lstStyle/>
          <a:p>
            <a:r>
              <a:rPr lang="en-US" dirty="0" smtClean="0"/>
              <a:t>Similarities of </a:t>
            </a:r>
            <a:r>
              <a:rPr lang="en-US" dirty="0" err="1" smtClean="0"/>
              <a:t>Hazrat</a:t>
            </a:r>
            <a:r>
              <a:rPr lang="en-US" dirty="0" smtClean="0"/>
              <a:t> Ali and </a:t>
            </a:r>
            <a:r>
              <a:rPr lang="en-US" dirty="0" err="1" smtClean="0"/>
              <a:t>Hazrat</a:t>
            </a:r>
            <a:r>
              <a:rPr lang="en-US" dirty="0" smtClean="0"/>
              <a:t> Mirza </a:t>
            </a:r>
            <a:r>
              <a:rPr lang="en-US" dirty="0" err="1" smtClean="0"/>
              <a:t>Tahir</a:t>
            </a:r>
            <a:r>
              <a:rPr lang="en-US" dirty="0" smtClean="0"/>
              <a:t> Ahmad</a:t>
            </a:r>
            <a:endParaRPr lang="en-US" dirty="0"/>
          </a:p>
        </p:txBody>
      </p:sp>
      <p:sp>
        <p:nvSpPr>
          <p:cNvPr id="3" name="Content Placeholder 2"/>
          <p:cNvSpPr>
            <a:spLocks noGrp="1"/>
          </p:cNvSpPr>
          <p:nvPr>
            <p:ph idx="1"/>
          </p:nvPr>
        </p:nvSpPr>
        <p:spPr>
          <a:xfrm>
            <a:off x="685800" y="1447800"/>
            <a:ext cx="7772400" cy="4648200"/>
          </a:xfrm>
        </p:spPr>
        <p:txBody>
          <a:bodyPr/>
          <a:lstStyle/>
          <a:p>
            <a:pPr marL="609600" indent="-609600">
              <a:lnSpc>
                <a:spcPct val="80000"/>
              </a:lnSpc>
            </a:pP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brave, and straightforward</a:t>
            </a:r>
          </a:p>
          <a:p>
            <a:pPr marL="609600" indent="-609600">
              <a:lnSpc>
                <a:spcPct val="80000"/>
              </a:lnSpc>
            </a:pPr>
            <a:r>
              <a:rPr lang="en-US" sz="2800" dirty="0" smtClean="0">
                <a:latin typeface="Bookman Old Style" pitchFamily="18" charset="0"/>
              </a:rPr>
              <a:t>intelligent and highly learned</a:t>
            </a: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moved Capitals</a:t>
            </a:r>
          </a:p>
          <a:p>
            <a:pPr marL="609600" indent="-609600">
              <a:lnSpc>
                <a:spcPct val="80000"/>
              </a:lnSpc>
            </a:pPr>
            <a:r>
              <a:rPr lang="en-US" sz="2800" dirty="0" smtClean="0">
                <a:latin typeface="Bookman Old Style" pitchFamily="18" charset="0"/>
              </a:rPr>
              <a:t>plans on terminating </a:t>
            </a:r>
            <a:r>
              <a:rPr lang="en-US" sz="2800" dirty="0" err="1" smtClean="0">
                <a:latin typeface="Bookman Old Style" pitchFamily="18" charset="0"/>
              </a:rPr>
              <a:t>khilafat</a:t>
            </a:r>
            <a:endParaRPr lang="en-US" sz="2800" dirty="0" smtClean="0">
              <a:latin typeface="Bookman Old Style" pitchFamily="18" charset="0"/>
            </a:endParaRPr>
          </a:p>
          <a:p>
            <a:pPr marL="609600" indent="-609600">
              <a:lnSpc>
                <a:spcPct val="80000"/>
              </a:lnSpc>
            </a:pPr>
            <a:r>
              <a:rPr lang="en-US" sz="2800" dirty="0" smtClean="0">
                <a:latin typeface="Bookman Old Style" pitchFamily="18" charset="0"/>
              </a:rPr>
              <a:t>wide spread of the knowledge of Islam</a:t>
            </a:r>
            <a:endParaRPr lang="en-US" sz="2800" dirty="0" smtClean="0">
              <a:latin typeface="Bookman Old Style" pitchFamily="18" charset="0"/>
            </a:endParaRPr>
          </a:p>
          <a:p>
            <a:pPr marL="609600" indent="-609600">
              <a:lnSpc>
                <a:spcPct val="80000"/>
              </a:lnSpc>
            </a:pPr>
            <a:endParaRPr lang="en-US" sz="2800" dirty="0" smtClean="0">
              <a:latin typeface="Bookman Old Style" pitchFamily="18" charset="0"/>
            </a:endParaRPr>
          </a:p>
        </p:txBody>
      </p:sp>
      <p:sp>
        <p:nvSpPr>
          <p:cNvPr id="4" name="Slide Number Placeholder 3"/>
          <p:cNvSpPr>
            <a:spLocks noGrp="1"/>
          </p:cNvSpPr>
          <p:nvPr>
            <p:ph type="sldNum" sz="quarter" idx="12"/>
          </p:nvPr>
        </p:nvSpPr>
        <p:spPr/>
        <p:txBody>
          <a:bodyPr/>
          <a:lstStyle/>
          <a:p>
            <a:fld id="{9BB2ECD6-C7A3-4227-AC4D-6A69B6960514}"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066800"/>
          </a:xfrm>
        </p:spPr>
        <p:txBody>
          <a:bodyPr/>
          <a:lstStyle/>
          <a:p>
            <a:r>
              <a:rPr lang="en-US" dirty="0" err="1" smtClean="0"/>
              <a:t>Hazrat</a:t>
            </a:r>
            <a:r>
              <a:rPr lang="en-US" dirty="0" smtClean="0"/>
              <a:t> Mirza </a:t>
            </a:r>
            <a:r>
              <a:rPr lang="en-US" dirty="0" err="1" smtClean="0"/>
              <a:t>Masroor</a:t>
            </a:r>
            <a:r>
              <a:rPr lang="en-US" dirty="0" smtClean="0"/>
              <a:t> Ahmad</a:t>
            </a:r>
            <a:endParaRPr lang="en-US" dirty="0"/>
          </a:p>
        </p:txBody>
      </p:sp>
      <p:sp>
        <p:nvSpPr>
          <p:cNvPr id="3" name="Content Placeholder 2"/>
          <p:cNvSpPr>
            <a:spLocks noGrp="1"/>
          </p:cNvSpPr>
          <p:nvPr>
            <p:ph idx="1"/>
          </p:nvPr>
        </p:nvSpPr>
        <p:spPr>
          <a:xfrm>
            <a:off x="685800" y="1447800"/>
            <a:ext cx="7772400" cy="4648200"/>
          </a:xfrm>
        </p:spPr>
        <p:txBody>
          <a:bodyPr/>
          <a:lstStyle/>
          <a:p>
            <a:r>
              <a:rPr lang="en-US" dirty="0" smtClean="0"/>
              <a:t>reminder of our responsibilities of being an </a:t>
            </a:r>
            <a:r>
              <a:rPr lang="en-US" dirty="0" err="1" smtClean="0"/>
              <a:t>Ahmadi</a:t>
            </a:r>
            <a:r>
              <a:rPr lang="en-US" dirty="0" smtClean="0"/>
              <a:t> –conditions of Bait</a:t>
            </a:r>
          </a:p>
          <a:p>
            <a:r>
              <a:rPr lang="en-US" dirty="0" smtClean="0"/>
              <a:t>a call to righteousness-System of </a:t>
            </a:r>
            <a:r>
              <a:rPr lang="en-US" dirty="0" err="1" smtClean="0"/>
              <a:t>Wasiyyat</a:t>
            </a:r>
            <a:endParaRPr lang="en-US" dirty="0" smtClean="0"/>
          </a:p>
          <a:p>
            <a:r>
              <a:rPr lang="en-US" dirty="0" smtClean="0"/>
              <a:t>dealing with the negative portrayal of Islam and </a:t>
            </a:r>
            <a:r>
              <a:rPr lang="en-US" dirty="0" err="1" smtClean="0"/>
              <a:t>Ahmadiyyat</a:t>
            </a:r>
            <a:r>
              <a:rPr lang="en-US" dirty="0" smtClean="0"/>
              <a:t>-persecution and defaming literature</a:t>
            </a:r>
            <a:endParaRPr lang="en-US" dirty="0"/>
          </a:p>
        </p:txBody>
      </p:sp>
      <p:sp>
        <p:nvSpPr>
          <p:cNvPr id="4" name="Slide Number Placeholder 3"/>
          <p:cNvSpPr>
            <a:spLocks noGrp="1"/>
          </p:cNvSpPr>
          <p:nvPr>
            <p:ph type="sldNum" sz="quarter" idx="12"/>
          </p:nvPr>
        </p:nvSpPr>
        <p:spPr/>
        <p:txBody>
          <a:bodyPr/>
          <a:lstStyle/>
          <a:p>
            <a:fld id="{9BB2ECD6-C7A3-4227-AC4D-6A69B6960514}"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to Humanity</a:t>
            </a:r>
            <a:endParaRPr lang="en-US" dirty="0"/>
          </a:p>
        </p:txBody>
      </p:sp>
      <p:sp>
        <p:nvSpPr>
          <p:cNvPr id="3" name="Content Placeholder 2"/>
          <p:cNvSpPr>
            <a:spLocks noGrp="1"/>
          </p:cNvSpPr>
          <p:nvPr>
            <p:ph idx="1"/>
          </p:nvPr>
        </p:nvSpPr>
        <p:spPr/>
        <p:txBody>
          <a:bodyPr/>
          <a:lstStyle/>
          <a:p>
            <a:r>
              <a:rPr lang="en-US" dirty="0" err="1" smtClean="0"/>
              <a:t>Hazrat</a:t>
            </a:r>
            <a:r>
              <a:rPr lang="en-US" dirty="0" smtClean="0"/>
              <a:t> Hakim </a:t>
            </a:r>
            <a:r>
              <a:rPr lang="en-US" dirty="0" err="1" smtClean="0"/>
              <a:t>Maulana</a:t>
            </a:r>
            <a:r>
              <a:rPr lang="en-US" dirty="0" smtClean="0"/>
              <a:t> </a:t>
            </a:r>
            <a:r>
              <a:rPr lang="en-US" dirty="0" err="1" smtClean="0"/>
              <a:t>Nooruddin</a:t>
            </a:r>
            <a:endParaRPr lang="en-US" dirty="0" smtClean="0"/>
          </a:p>
          <a:p>
            <a:pPr lvl="1">
              <a:buNone/>
            </a:pPr>
            <a:r>
              <a:rPr lang="en-US" dirty="0" smtClean="0"/>
              <a:t>-medical service</a:t>
            </a:r>
          </a:p>
          <a:p>
            <a:pPr lvl="1">
              <a:buNone/>
            </a:pPr>
            <a:r>
              <a:rPr lang="en-US" dirty="0" smtClean="0"/>
              <a:t>-education</a:t>
            </a:r>
            <a:endParaRPr lang="en-US" dirty="0" smtClean="0"/>
          </a:p>
          <a:p>
            <a:pPr lvl="1"/>
            <a:endParaRPr lang="en-US" dirty="0" smtClean="0"/>
          </a:p>
          <a:p>
            <a:pPr lvl="1">
              <a:buNone/>
            </a:pPr>
            <a:r>
              <a:rPr lang="en-US" dirty="0" err="1" smtClean="0"/>
              <a:t>Hazrat</a:t>
            </a:r>
            <a:r>
              <a:rPr lang="en-US" dirty="0" smtClean="0"/>
              <a:t> Mirza </a:t>
            </a:r>
            <a:r>
              <a:rPr lang="en-US" dirty="0" err="1" smtClean="0"/>
              <a:t>Bashiruddin</a:t>
            </a:r>
            <a:r>
              <a:rPr lang="en-US" dirty="0" smtClean="0"/>
              <a:t> </a:t>
            </a:r>
            <a:r>
              <a:rPr lang="en-US" dirty="0" err="1" smtClean="0"/>
              <a:t>Mahmood</a:t>
            </a:r>
            <a:r>
              <a:rPr lang="en-US" dirty="0" smtClean="0"/>
              <a:t> Ahmad</a:t>
            </a:r>
          </a:p>
          <a:p>
            <a:pPr lvl="1">
              <a:buNone/>
            </a:pPr>
            <a:r>
              <a:rPr lang="en-US" dirty="0" smtClean="0"/>
              <a:t>- </a:t>
            </a:r>
            <a:r>
              <a:rPr lang="en-US" dirty="0" err="1" smtClean="0"/>
              <a:t>Noor</a:t>
            </a:r>
            <a:r>
              <a:rPr lang="en-US" dirty="0" smtClean="0"/>
              <a:t> Hospital</a:t>
            </a:r>
            <a:endParaRPr lang="en-US" dirty="0" smtClean="0"/>
          </a:p>
          <a:p>
            <a:pPr lvl="1">
              <a:buNone/>
            </a:pPr>
            <a:r>
              <a:rPr lang="en-US" dirty="0" smtClean="0"/>
              <a:t>- orphans of war</a:t>
            </a:r>
          </a:p>
        </p:txBody>
      </p:sp>
      <p:sp>
        <p:nvSpPr>
          <p:cNvPr id="4" name="Slide Number Placeholder 3"/>
          <p:cNvSpPr>
            <a:spLocks noGrp="1"/>
          </p:cNvSpPr>
          <p:nvPr>
            <p:ph type="sldNum" sz="quarter" idx="12"/>
          </p:nvPr>
        </p:nvSpPr>
        <p:spPr/>
        <p:txBody>
          <a:bodyPr/>
          <a:lstStyle/>
          <a:p>
            <a:fld id="{9BB2ECD6-C7A3-4227-AC4D-6A69B696051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to Humanity</a:t>
            </a:r>
            <a:endParaRPr lang="en-US" dirty="0"/>
          </a:p>
        </p:txBody>
      </p:sp>
      <p:sp>
        <p:nvSpPr>
          <p:cNvPr id="3" name="Content Placeholder 2"/>
          <p:cNvSpPr>
            <a:spLocks noGrp="1"/>
          </p:cNvSpPr>
          <p:nvPr>
            <p:ph idx="1"/>
          </p:nvPr>
        </p:nvSpPr>
        <p:spPr/>
        <p:txBody>
          <a:bodyPr/>
          <a:lstStyle/>
          <a:p>
            <a:r>
              <a:rPr lang="en-US" dirty="0" smtClean="0"/>
              <a:t>Girls’ Schools</a:t>
            </a:r>
          </a:p>
          <a:p>
            <a:r>
              <a:rPr lang="en-US" dirty="0" smtClean="0"/>
              <a:t>Riot Relief</a:t>
            </a:r>
          </a:p>
          <a:p>
            <a:r>
              <a:rPr lang="en-US" dirty="0" smtClean="0"/>
              <a:t>Assistance to </a:t>
            </a:r>
            <a:r>
              <a:rPr lang="en-US" dirty="0" err="1" smtClean="0"/>
              <a:t>Kashmiris</a:t>
            </a:r>
            <a:endParaRPr lang="en-US" dirty="0" smtClean="0"/>
          </a:p>
          <a:p>
            <a:r>
              <a:rPr lang="en-US" dirty="0" smtClean="0"/>
              <a:t>General Education</a:t>
            </a:r>
          </a:p>
          <a:p>
            <a:r>
              <a:rPr lang="en-US" dirty="0" err="1" smtClean="0"/>
              <a:t>Fazal</a:t>
            </a:r>
            <a:r>
              <a:rPr lang="en-US" dirty="0" smtClean="0"/>
              <a:t>-e-</a:t>
            </a:r>
            <a:r>
              <a:rPr lang="en-US" dirty="0" err="1" smtClean="0"/>
              <a:t>Umar</a:t>
            </a:r>
            <a:r>
              <a:rPr lang="en-US" dirty="0" smtClean="0"/>
              <a:t> Hospital</a:t>
            </a:r>
          </a:p>
          <a:p>
            <a:r>
              <a:rPr lang="en-US" dirty="0" smtClean="0"/>
              <a:t>Disaster Relief</a:t>
            </a:r>
          </a:p>
        </p:txBody>
      </p:sp>
      <p:sp>
        <p:nvSpPr>
          <p:cNvPr id="4" name="Slide Number Placeholder 3"/>
          <p:cNvSpPr>
            <a:spLocks noGrp="1"/>
          </p:cNvSpPr>
          <p:nvPr>
            <p:ph type="sldNum" sz="quarter" idx="12"/>
          </p:nvPr>
        </p:nvSpPr>
        <p:spPr/>
        <p:txBody>
          <a:bodyPr/>
          <a:lstStyle/>
          <a:p>
            <a:fld id="{9BB2ECD6-C7A3-4227-AC4D-6A69B6960514}"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Service to Humanity</a:t>
            </a:r>
            <a:br>
              <a:rPr lang="en-US" dirty="0" smtClean="0"/>
            </a:br>
            <a:endParaRPr lang="en-US" dirty="0"/>
          </a:p>
        </p:txBody>
      </p:sp>
      <p:sp>
        <p:nvSpPr>
          <p:cNvPr id="3" name="Content Placeholder 2"/>
          <p:cNvSpPr>
            <a:spLocks noGrp="1"/>
          </p:cNvSpPr>
          <p:nvPr>
            <p:ph idx="1"/>
          </p:nvPr>
        </p:nvSpPr>
        <p:spPr/>
        <p:txBody>
          <a:bodyPr/>
          <a:lstStyle/>
          <a:p>
            <a:r>
              <a:rPr lang="en-US" dirty="0" err="1" smtClean="0"/>
              <a:t>Hazrat</a:t>
            </a:r>
            <a:r>
              <a:rPr lang="en-US" dirty="0" smtClean="0"/>
              <a:t> </a:t>
            </a:r>
            <a:r>
              <a:rPr lang="en-US" dirty="0" smtClean="0"/>
              <a:t>Mirza </a:t>
            </a:r>
            <a:r>
              <a:rPr lang="en-US" dirty="0" err="1" smtClean="0"/>
              <a:t>Nasir</a:t>
            </a:r>
            <a:r>
              <a:rPr lang="en-US" dirty="0" smtClean="0"/>
              <a:t> Ahmad</a:t>
            </a:r>
          </a:p>
          <a:p>
            <a:pPr lvl="1"/>
            <a:r>
              <a:rPr lang="en-US" dirty="0" smtClean="0"/>
              <a:t>-</a:t>
            </a:r>
            <a:r>
              <a:rPr lang="en-US" dirty="0" err="1" smtClean="0"/>
              <a:t>Nusrat</a:t>
            </a:r>
            <a:r>
              <a:rPr lang="en-US" dirty="0" smtClean="0"/>
              <a:t> </a:t>
            </a:r>
            <a:r>
              <a:rPr lang="en-US" dirty="0" err="1" smtClean="0"/>
              <a:t>Jehan</a:t>
            </a:r>
            <a:r>
              <a:rPr lang="en-US" dirty="0" smtClean="0"/>
              <a:t> Scheme</a:t>
            </a:r>
          </a:p>
          <a:p>
            <a:pPr lvl="1">
              <a:buNone/>
            </a:pPr>
            <a:endParaRPr lang="en-US" dirty="0" smtClean="0"/>
          </a:p>
          <a:p>
            <a:pPr lvl="1">
              <a:buNone/>
            </a:pPr>
            <a:r>
              <a:rPr lang="en-US" dirty="0" err="1" smtClean="0"/>
              <a:t>Hazrat</a:t>
            </a:r>
            <a:r>
              <a:rPr lang="en-US" dirty="0" smtClean="0"/>
              <a:t> Mirza </a:t>
            </a:r>
            <a:r>
              <a:rPr lang="en-US" dirty="0" err="1" smtClean="0"/>
              <a:t>Tahir</a:t>
            </a:r>
            <a:r>
              <a:rPr lang="en-US" dirty="0" smtClean="0"/>
              <a:t> Ahmad</a:t>
            </a:r>
          </a:p>
          <a:p>
            <a:pPr lvl="1">
              <a:buNone/>
            </a:pPr>
            <a:r>
              <a:rPr lang="en-US" dirty="0" smtClean="0"/>
              <a:t>-Homeopathy</a:t>
            </a:r>
          </a:p>
          <a:p>
            <a:pPr lvl="1">
              <a:buNone/>
            </a:pPr>
            <a:r>
              <a:rPr lang="en-US" dirty="0" smtClean="0"/>
              <a:t>-Housing for the needy</a:t>
            </a:r>
          </a:p>
          <a:p>
            <a:pPr lvl="1">
              <a:buNone/>
            </a:pPr>
            <a:r>
              <a:rPr lang="en-US" dirty="0" smtClean="0"/>
              <a:t>-Humanity First</a:t>
            </a:r>
          </a:p>
          <a:p>
            <a:pPr lvl="1">
              <a:buNone/>
            </a:pPr>
            <a:endParaRPr lang="en-US" dirty="0" smtClean="0"/>
          </a:p>
        </p:txBody>
      </p:sp>
      <p:sp>
        <p:nvSpPr>
          <p:cNvPr id="4" name="Slide Number Placeholder 3"/>
          <p:cNvSpPr>
            <a:spLocks noGrp="1"/>
          </p:cNvSpPr>
          <p:nvPr>
            <p:ph type="sldNum" sz="quarter" idx="12"/>
          </p:nvPr>
        </p:nvSpPr>
        <p:spPr/>
        <p:txBody>
          <a:bodyPr/>
          <a:lstStyle/>
          <a:p>
            <a:fld id="{9BB2ECD6-C7A3-4227-AC4D-6A69B6960514}"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to Humanity</a:t>
            </a:r>
            <a:endParaRPr lang="en-US" dirty="0"/>
          </a:p>
        </p:txBody>
      </p:sp>
      <p:sp>
        <p:nvSpPr>
          <p:cNvPr id="3" name="Content Placeholder 2"/>
          <p:cNvSpPr>
            <a:spLocks noGrp="1"/>
          </p:cNvSpPr>
          <p:nvPr>
            <p:ph idx="1"/>
          </p:nvPr>
        </p:nvSpPr>
        <p:spPr/>
        <p:txBody>
          <a:bodyPr/>
          <a:lstStyle/>
          <a:p>
            <a:r>
              <a:rPr lang="en-US" dirty="0" err="1" smtClean="0"/>
              <a:t>Hazrat</a:t>
            </a:r>
            <a:r>
              <a:rPr lang="en-US" dirty="0" smtClean="0"/>
              <a:t> Mirza </a:t>
            </a:r>
            <a:r>
              <a:rPr lang="en-US" dirty="0" err="1" smtClean="0"/>
              <a:t>Masroor</a:t>
            </a:r>
            <a:r>
              <a:rPr lang="en-US" dirty="0" smtClean="0"/>
              <a:t> Ahmad</a:t>
            </a:r>
          </a:p>
          <a:p>
            <a:pPr lvl="1"/>
            <a:r>
              <a:rPr lang="en-US" dirty="0" smtClean="0"/>
              <a:t>Service in Africa</a:t>
            </a:r>
          </a:p>
          <a:p>
            <a:pPr lvl="1"/>
            <a:r>
              <a:rPr lang="en-US" dirty="0" err="1" smtClean="0"/>
              <a:t>Tahir</a:t>
            </a:r>
            <a:r>
              <a:rPr lang="en-US" dirty="0" smtClean="0"/>
              <a:t> Heart Institute</a:t>
            </a:r>
          </a:p>
          <a:p>
            <a:pPr lvl="1"/>
            <a:r>
              <a:rPr lang="en-US" dirty="0" smtClean="0"/>
              <a:t>Humanity First International</a:t>
            </a:r>
          </a:p>
          <a:p>
            <a:pPr lvl="1"/>
            <a:r>
              <a:rPr lang="en-US" dirty="0" smtClean="0"/>
              <a:t>Disaster Relief</a:t>
            </a:r>
          </a:p>
          <a:p>
            <a:pPr lvl="1"/>
            <a:r>
              <a:rPr lang="en-US" dirty="0" smtClean="0"/>
              <a:t>Water for Life </a:t>
            </a:r>
          </a:p>
          <a:p>
            <a:pPr lvl="1"/>
            <a:r>
              <a:rPr lang="en-US" dirty="0" smtClean="0"/>
              <a:t>Guyana Floods</a:t>
            </a:r>
          </a:p>
          <a:p>
            <a:endParaRPr lang="en-US" dirty="0"/>
          </a:p>
        </p:txBody>
      </p:sp>
      <p:sp>
        <p:nvSpPr>
          <p:cNvPr id="4" name="Slide Number Placeholder 3"/>
          <p:cNvSpPr>
            <a:spLocks noGrp="1"/>
          </p:cNvSpPr>
          <p:nvPr>
            <p:ph type="sldNum" sz="quarter" idx="12"/>
          </p:nvPr>
        </p:nvSpPr>
        <p:spPr/>
        <p:txBody>
          <a:bodyPr/>
          <a:lstStyle/>
          <a:p>
            <a:fld id="{9BB2ECD6-C7A3-4227-AC4D-6A69B6960514}" type="slidenum">
              <a:rPr lang="en-US" smtClean="0"/>
              <a:pPr/>
              <a:t>18</a:t>
            </a:fld>
            <a:endParaRPr lang="en-US"/>
          </a:p>
        </p:txBody>
      </p:sp>
    </p:spTree>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themeOverrid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2346</TotalTime>
  <Words>764</Words>
  <Application>Microsoft Office PowerPoint</Application>
  <PresentationFormat>On-screen Show (4:3)</PresentationFormat>
  <Paragraphs>171</Paragraphs>
  <Slides>18</Slides>
  <Notes>11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Soaring</vt:lpstr>
      <vt:lpstr>                                                       Similarities of  Khulafa-e-Rashida  and  Khulafa-e-Ahmadiyya   Presenter:  Farah Ahmad   </vt:lpstr>
      <vt:lpstr>How to Compare the Khulafas</vt:lpstr>
      <vt:lpstr>Slide 3</vt:lpstr>
      <vt:lpstr>Similarities of Khulafas</vt:lpstr>
      <vt:lpstr>Similarities Amongst the Khulafa</vt:lpstr>
      <vt:lpstr>Similarities Amongst the Khulafa</vt:lpstr>
      <vt:lpstr>Similarities Of Hazrat Abu Bakr (ra) and Hakim Maulana Nooruddin (ra)</vt:lpstr>
      <vt:lpstr>Similarities Of Hazrat Abu Bakr (ra) and Hakim Maulana Nooruddin (ra)</vt:lpstr>
      <vt:lpstr>Similarities Of Hazrat Abu Bakr (ra) and Hakim Maulana Nooruddin (ra)</vt:lpstr>
      <vt:lpstr>Similarities Of Hazrat Abu Bakr (ra) and Hakim Maulana Nooruddin (ra)</vt:lpstr>
      <vt:lpstr>Similarites of Hazrat Umar and Hazrat Mirza Bashiruddin Mahmood  Ahmad (ra)</vt:lpstr>
      <vt:lpstr>Similarities of Hazrat Uthman and Hazrat Mirza Nasir Ahmad </vt:lpstr>
      <vt:lpstr>Similarities of Hazrat Ali and Hazrat Mirza Tahir Ahmad</vt:lpstr>
      <vt:lpstr>Hazrat Mirza Masroor Ahmad</vt:lpstr>
      <vt:lpstr>Service to Humanity</vt:lpstr>
      <vt:lpstr>Service to Humanity</vt:lpstr>
      <vt:lpstr> Service to Humanity </vt:lpstr>
      <vt:lpstr>Service to Humanity</vt:lpstr>
    </vt:vector>
  </TitlesOfParts>
  <Company>Ovid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Sadia Munir</dc:creator>
  <cp:lastModifiedBy>Mueen</cp:lastModifiedBy>
  <cp:revision>496</cp:revision>
  <dcterms:created xsi:type="dcterms:W3CDTF">2006-02-18T19:06:38Z</dcterms:created>
  <dcterms:modified xsi:type="dcterms:W3CDTF">2008-10-18T18:55:31Z</dcterms:modified>
</cp:coreProperties>
</file>
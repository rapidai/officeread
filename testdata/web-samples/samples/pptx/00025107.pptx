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7" r:id="rId2"/>
  </p:sldIdLst>
  <p:sldSz cx="3600450" cy="360045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204788" indent="2524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411163" indent="5032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615950" indent="75565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822325" indent="10064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81" autoAdjust="0"/>
    <p:restoredTop sz="94660"/>
  </p:normalViewPr>
  <p:slideViewPr>
    <p:cSldViewPr>
      <p:cViewPr varScale="1">
        <p:scale>
          <a:sx n="130" d="100"/>
          <a:sy n="130" d="100"/>
        </p:scale>
        <p:origin x="-1618" y="-72"/>
      </p:cViewPr>
      <p:guideLst>
        <p:guide orient="horz" pos="1135"/>
        <p:guide pos="11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07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defTabSz="914485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5363" name="Rectangle 3075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defTabSz="914485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F79858E0-E420-4388-BBCA-66EF91E3F79C}" type="datetimeFigureOut">
              <a:rPr lang="en-CA"/>
              <a:pPr>
                <a:defRPr/>
              </a:pPr>
              <a:t>2/25/11</a:t>
            </a:fld>
            <a:endParaRPr lang="en-CA"/>
          </a:p>
        </p:txBody>
      </p:sp>
      <p:sp>
        <p:nvSpPr>
          <p:cNvPr id="15364" name="Rectangle 3076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defTabSz="914485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5365" name="Rectangle 3077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defTabSz="914485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500CA16-E708-4EDE-A568-0460FB89C2D3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1118475"/>
            <a:ext cx="3060384" cy="771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69" y="2040255"/>
            <a:ext cx="2520315" cy="92011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5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1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7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2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28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34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396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45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77568-BFCE-4A76-A3FA-614AFA20921B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40535-A6DC-416F-ABE4-FA04A0147F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FE1380-F711-4E03-A150-FDDDDA82D60B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EA2004-78E0-44B9-84B8-5F7C6FC9B0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10" y="2313623"/>
            <a:ext cx="3060384" cy="715090"/>
          </a:xfrm>
        </p:spPr>
        <p:txBody>
          <a:bodyPr anchor="t"/>
          <a:lstStyle>
            <a:lvl1pPr algn="l">
              <a:defRPr sz="1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10" y="1526024"/>
            <a:ext cx="3060384" cy="787598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0566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41133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1700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822667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02833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234002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4396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64533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35F9C-B806-4529-92C9-68C04E42DB80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DD142-D069-4DF4-83D4-8E5F3E2CE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0023" y="840106"/>
            <a:ext cx="1590198" cy="2376131"/>
          </a:xfrm>
        </p:spPr>
        <p:txBody>
          <a:bodyPr/>
          <a:lstStyle>
            <a:lvl1pPr>
              <a:defRPr sz="1300"/>
            </a:lvl1pPr>
            <a:lvl2pPr>
              <a:defRPr sz="10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0231" y="840106"/>
            <a:ext cx="1590198" cy="2376131"/>
          </a:xfrm>
        </p:spPr>
        <p:txBody>
          <a:bodyPr/>
          <a:lstStyle>
            <a:lvl1pPr>
              <a:defRPr sz="1300"/>
            </a:lvl1pPr>
            <a:lvl2pPr>
              <a:defRPr sz="10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596229-6BDC-451F-BCBC-BFA4B0E1D74D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41F2A-4C39-4D02-A01F-08BCAAF637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022" y="805935"/>
            <a:ext cx="1590825" cy="335874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205666" indent="0">
              <a:buNone/>
              <a:defRPr sz="1000" b="1"/>
            </a:lvl2pPr>
            <a:lvl3pPr marL="411335" indent="0">
              <a:buNone/>
              <a:defRPr sz="800" b="1"/>
            </a:lvl3pPr>
            <a:lvl4pPr marL="617001" indent="0">
              <a:buNone/>
              <a:defRPr sz="800" b="1"/>
            </a:lvl4pPr>
            <a:lvl5pPr marL="822667" indent="0">
              <a:buNone/>
              <a:defRPr sz="800" b="1"/>
            </a:lvl5pPr>
            <a:lvl6pPr marL="1028333" indent="0">
              <a:buNone/>
              <a:defRPr sz="800" b="1"/>
            </a:lvl6pPr>
            <a:lvl7pPr marL="1234002" indent="0">
              <a:buNone/>
              <a:defRPr sz="800" b="1"/>
            </a:lvl7pPr>
            <a:lvl8pPr marL="1439668" indent="0">
              <a:buNone/>
              <a:defRPr sz="800" b="1"/>
            </a:lvl8pPr>
            <a:lvl9pPr marL="1645334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022" y="1141809"/>
            <a:ext cx="1590825" cy="207442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8981" y="805935"/>
            <a:ext cx="1591448" cy="335874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205666" indent="0">
              <a:buNone/>
              <a:defRPr sz="1000" b="1"/>
            </a:lvl2pPr>
            <a:lvl3pPr marL="411335" indent="0">
              <a:buNone/>
              <a:defRPr sz="800" b="1"/>
            </a:lvl3pPr>
            <a:lvl4pPr marL="617001" indent="0">
              <a:buNone/>
              <a:defRPr sz="800" b="1"/>
            </a:lvl4pPr>
            <a:lvl5pPr marL="822667" indent="0">
              <a:buNone/>
              <a:defRPr sz="800" b="1"/>
            </a:lvl5pPr>
            <a:lvl6pPr marL="1028333" indent="0">
              <a:buNone/>
              <a:defRPr sz="800" b="1"/>
            </a:lvl6pPr>
            <a:lvl7pPr marL="1234002" indent="0">
              <a:buNone/>
              <a:defRPr sz="800" b="1"/>
            </a:lvl7pPr>
            <a:lvl8pPr marL="1439668" indent="0">
              <a:buNone/>
              <a:defRPr sz="800" b="1"/>
            </a:lvl8pPr>
            <a:lvl9pPr marL="1645334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8981" y="1141809"/>
            <a:ext cx="1591448" cy="207442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31FE1-003A-478E-AE0A-A3391E3E081D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1D90D3-2CD5-4A30-9975-4B704E608C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E52CF-0BC4-447A-87F0-BA1938ED0FD8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DB66E-68E5-4421-9DAD-835A771629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67F81-0D00-4FC2-8B0F-B0325328D291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EF33F-D15D-430E-872B-7E25B3A66E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3" y="143353"/>
            <a:ext cx="1184523" cy="610077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675" y="143353"/>
            <a:ext cx="2012753" cy="3072884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023" y="753428"/>
            <a:ext cx="1184523" cy="2462807"/>
          </a:xfrm>
        </p:spPr>
        <p:txBody>
          <a:bodyPr/>
          <a:lstStyle>
            <a:lvl1pPr marL="0" indent="0">
              <a:buNone/>
              <a:defRPr sz="800"/>
            </a:lvl1pPr>
            <a:lvl2pPr marL="205666" indent="0">
              <a:buNone/>
              <a:defRPr sz="500"/>
            </a:lvl2pPr>
            <a:lvl3pPr marL="411335" indent="0">
              <a:buNone/>
              <a:defRPr sz="500"/>
            </a:lvl3pPr>
            <a:lvl4pPr marL="617001" indent="0">
              <a:buNone/>
              <a:defRPr sz="500"/>
            </a:lvl4pPr>
            <a:lvl5pPr marL="822667" indent="0">
              <a:buNone/>
              <a:defRPr sz="500"/>
            </a:lvl5pPr>
            <a:lvl6pPr marL="1028333" indent="0">
              <a:buNone/>
              <a:defRPr sz="500"/>
            </a:lvl6pPr>
            <a:lvl7pPr marL="1234002" indent="0">
              <a:buNone/>
              <a:defRPr sz="500"/>
            </a:lvl7pPr>
            <a:lvl8pPr marL="1439668" indent="0">
              <a:buNone/>
              <a:defRPr sz="500"/>
            </a:lvl8pPr>
            <a:lvl9pPr marL="1645334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B67D3-8A50-4C9A-A8AD-048178909207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C60CE-6310-4C5D-AA2E-B92279143E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713" y="2520316"/>
            <a:ext cx="2160271" cy="297538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05713" y="321706"/>
            <a:ext cx="2160271" cy="2160271"/>
          </a:xfrm>
        </p:spPr>
        <p:txBody>
          <a:bodyPr rtlCol="0">
            <a:normAutofit/>
          </a:bodyPr>
          <a:lstStyle>
            <a:lvl1pPr marL="0" indent="0">
              <a:buNone/>
              <a:defRPr sz="1500"/>
            </a:lvl1pPr>
            <a:lvl2pPr marL="205666" indent="0">
              <a:buNone/>
              <a:defRPr sz="1300"/>
            </a:lvl2pPr>
            <a:lvl3pPr marL="411335" indent="0">
              <a:buNone/>
              <a:defRPr sz="1000"/>
            </a:lvl3pPr>
            <a:lvl4pPr marL="617001" indent="0">
              <a:buNone/>
              <a:defRPr sz="1000"/>
            </a:lvl4pPr>
            <a:lvl5pPr marL="822667" indent="0">
              <a:buNone/>
              <a:defRPr sz="1000"/>
            </a:lvl5pPr>
            <a:lvl6pPr marL="1028333" indent="0">
              <a:buNone/>
              <a:defRPr sz="1000"/>
            </a:lvl6pPr>
            <a:lvl7pPr marL="1234002" indent="0">
              <a:buNone/>
              <a:defRPr sz="1000"/>
            </a:lvl7pPr>
            <a:lvl8pPr marL="1439668" indent="0">
              <a:buNone/>
              <a:defRPr sz="1000"/>
            </a:lvl8pPr>
            <a:lvl9pPr marL="1645334" indent="0">
              <a:buNone/>
              <a:defRPr sz="1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713" y="2817853"/>
            <a:ext cx="2160271" cy="422553"/>
          </a:xfrm>
        </p:spPr>
        <p:txBody>
          <a:bodyPr/>
          <a:lstStyle>
            <a:lvl1pPr marL="0" indent="0">
              <a:buNone/>
              <a:defRPr sz="800"/>
            </a:lvl1pPr>
            <a:lvl2pPr marL="205666" indent="0">
              <a:buNone/>
              <a:defRPr sz="500"/>
            </a:lvl2pPr>
            <a:lvl3pPr marL="411335" indent="0">
              <a:buNone/>
              <a:defRPr sz="500"/>
            </a:lvl3pPr>
            <a:lvl4pPr marL="617001" indent="0">
              <a:buNone/>
              <a:defRPr sz="500"/>
            </a:lvl4pPr>
            <a:lvl5pPr marL="822667" indent="0">
              <a:buNone/>
              <a:defRPr sz="500"/>
            </a:lvl5pPr>
            <a:lvl6pPr marL="1028333" indent="0">
              <a:buNone/>
              <a:defRPr sz="500"/>
            </a:lvl6pPr>
            <a:lvl7pPr marL="1234002" indent="0">
              <a:buNone/>
              <a:defRPr sz="500"/>
            </a:lvl7pPr>
            <a:lvl8pPr marL="1439668" indent="0">
              <a:buNone/>
              <a:defRPr sz="500"/>
            </a:lvl8pPr>
            <a:lvl9pPr marL="1645334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0F34B-A257-4498-A14E-B23E135220B2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16DD7-59BE-43D6-B917-B87D2043E7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8F1A1-1D69-46AA-89A0-DCBDA2CC003C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4A925-C242-47B8-A990-EF82C7EF55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7745" y="192525"/>
            <a:ext cx="607576" cy="409551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5019" y="192525"/>
            <a:ext cx="1762720" cy="409551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58ACA-A56B-4BB8-B2EF-3E779211E48B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6B736-32B0-477D-9E30-99C1A60E5D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79388" y="144463"/>
            <a:ext cx="324167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33" tIns="20567" rIns="41133" bIns="2056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79388" y="839788"/>
            <a:ext cx="3241675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33" tIns="20567" rIns="41133" bIns="205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9388" y="3336925"/>
            <a:ext cx="841375" cy="192088"/>
          </a:xfrm>
          <a:prstGeom prst="rect">
            <a:avLst/>
          </a:prstGeom>
        </p:spPr>
        <p:txBody>
          <a:bodyPr vert="horz" lIns="41133" tIns="20567" rIns="41133" bIns="2056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5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1FA31CC-D515-4A50-8503-911A9455D2EF}" type="datetimeFigureOut">
              <a:rPr lang="en-US"/>
              <a:pPr>
                <a:defRPr/>
              </a:pPr>
              <a:t>2/25/2011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30313" y="3336925"/>
            <a:ext cx="1139825" cy="192088"/>
          </a:xfrm>
          <a:prstGeom prst="rect">
            <a:avLst/>
          </a:prstGeom>
        </p:spPr>
        <p:txBody>
          <a:bodyPr vert="horz" lIns="41133" tIns="20567" rIns="41133" bIns="2056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5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79688" y="3336925"/>
            <a:ext cx="841375" cy="192088"/>
          </a:xfrm>
          <a:prstGeom prst="rect">
            <a:avLst/>
          </a:prstGeom>
        </p:spPr>
        <p:txBody>
          <a:bodyPr vert="horz" lIns="41133" tIns="20567" rIns="41133" bIns="2056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5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264866-4335-4614-A9CC-740C04165B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Calibri" pitchFamily="34" charset="0"/>
        </a:defRPr>
      </a:lvl5pPr>
      <a:lvl6pPr marL="205666" algn="ctr" rtl="0" fontAlgn="base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Calibri" pitchFamily="34" charset="0"/>
        </a:defRPr>
      </a:lvl6pPr>
      <a:lvl7pPr marL="411335" algn="ctr" rtl="0" fontAlgn="base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Calibri" pitchFamily="34" charset="0"/>
        </a:defRPr>
      </a:lvl7pPr>
      <a:lvl8pPr marL="617001" algn="ctr" rtl="0" fontAlgn="base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Calibri" pitchFamily="34" charset="0"/>
        </a:defRPr>
      </a:lvl8pPr>
      <a:lvl9pPr marL="822667" algn="ctr" rtl="0" fontAlgn="base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Calibri" pitchFamily="34" charset="0"/>
        </a:defRPr>
      </a:lvl9pPr>
    </p:titleStyle>
    <p:bodyStyle>
      <a:lvl1pPr marL="153988" indent="-15398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33375" indent="-1270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12763" indent="-101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01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23925" indent="-101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31169" indent="-102833" algn="l" defTabSz="411335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36835" indent="-102833" algn="l" defTabSz="411335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42501" indent="-102833" algn="l" defTabSz="411335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748167" indent="-102833" algn="l" defTabSz="411335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5666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11335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17001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22667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333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34002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39668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334" algn="l" defTabSz="41133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2"/>
          <p:cNvSpPr txBox="1">
            <a:spLocks noChangeArrowheads="1"/>
          </p:cNvSpPr>
          <p:nvPr/>
        </p:nvSpPr>
        <p:spPr bwMode="auto">
          <a:xfrm>
            <a:off x="992188" y="1393825"/>
            <a:ext cx="2008187" cy="142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33" tIns="20567" rIns="41133" bIns="20567">
            <a:spAutoFit/>
          </a:bodyPr>
          <a:lstStyle/>
          <a:p>
            <a:endParaRPr lang="en-US"/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</p:txBody>
      </p:sp>
      <p:grpSp>
        <p:nvGrpSpPr>
          <p:cNvPr id="2051" name="Group 17"/>
          <p:cNvGrpSpPr>
            <a:grpSpLocks/>
          </p:cNvGrpSpPr>
          <p:nvPr/>
        </p:nvGrpSpPr>
        <p:grpSpPr bwMode="auto">
          <a:xfrm>
            <a:off x="0" y="85725"/>
            <a:ext cx="3600450" cy="3998913"/>
            <a:chOff x="1" y="85713"/>
            <a:chExt cx="3600450" cy="3999286"/>
          </a:xfrm>
        </p:grpSpPr>
        <p:pic>
          <p:nvPicPr>
            <p:cNvPr id="2052" name="Picture 16" descr="No Tab Logo 25mm.jpg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00027" y="228589"/>
              <a:ext cx="651227" cy="86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ounded Rectangle 8"/>
            <p:cNvSpPr/>
            <p:nvPr/>
          </p:nvSpPr>
          <p:spPr>
            <a:xfrm>
              <a:off x="112714" y="120641"/>
              <a:ext cx="3295650" cy="3288020"/>
            </a:xfrm>
            <a:prstGeom prst="roundRect">
              <a:avLst/>
            </a:prstGeom>
            <a:noFill/>
            <a:ln w="31750" cmpd="tri">
              <a:solidFill>
                <a:srgbClr val="AFA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1133" tIns="20567" rIns="41133" bIns="20567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54" name="TextBox 14"/>
            <p:cNvSpPr txBox="1">
              <a:spLocks noChangeArrowheads="1"/>
            </p:cNvSpPr>
            <p:nvPr/>
          </p:nvSpPr>
          <p:spPr bwMode="auto">
            <a:xfrm>
              <a:off x="1" y="3443299"/>
              <a:ext cx="3600450" cy="641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1133" tIns="20567" rIns="41133" bIns="20567">
              <a:spAutoFit/>
            </a:bodyPr>
            <a:lstStyle/>
            <a:p>
              <a:r>
                <a:rPr lang="en-US" sz="500">
                  <a:cs typeface="Arial" charset="0"/>
                </a:rPr>
                <a:t>© 1986 Panda symbol WWF-World Wide Fund For Nature (also known as World Wildlife Fund) </a:t>
              </a:r>
            </a:p>
            <a:p>
              <a:r>
                <a:rPr lang="en-US" sz="500">
                  <a:cs typeface="Arial" charset="0"/>
                </a:rPr>
                <a:t>® “WWF” is a WWF Registered Trademark</a:t>
              </a:r>
            </a:p>
            <a:p>
              <a:r>
                <a:rPr lang="en-US" sz="500">
                  <a:cs typeface="Arial" charset="0"/>
                </a:rPr>
                <a:t> </a:t>
              </a:r>
            </a:p>
            <a:p>
              <a:endParaRPr lang="en-US" sz="2400">
                <a:latin typeface="Calibri" pitchFamily="34" charset="0"/>
              </a:endParaRPr>
            </a:p>
          </p:txBody>
        </p:sp>
        <p:sp>
          <p:nvSpPr>
            <p:cNvPr id="2055" name="Text Box 9"/>
            <p:cNvSpPr txBox="1">
              <a:spLocks noChangeArrowheads="1"/>
            </p:cNvSpPr>
            <p:nvPr/>
          </p:nvSpPr>
          <p:spPr bwMode="auto">
            <a:xfrm>
              <a:off x="157164" y="1943262"/>
              <a:ext cx="3286125" cy="1118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1133" tIns="20567" rIns="41133" bIns="20567">
              <a:spAutoFit/>
            </a:bodyPr>
            <a:lstStyle/>
            <a:p>
              <a:pPr algn="ctr"/>
              <a:endParaRPr lang="en-CA" sz="1100">
                <a:latin typeface="Tahoma" pitchFamily="34" charset="0"/>
                <a:cs typeface="Tahoma" pitchFamily="34" charset="0"/>
              </a:endParaRPr>
            </a:p>
            <a:p>
              <a:r>
                <a:rPr lang="en-US" sz="1100">
                  <a:cs typeface="Arial" charset="0"/>
                </a:rPr>
                <a:t>WWF-Canada  will mail your personalized card acknowledging your gift within ten days.  </a:t>
              </a:r>
            </a:p>
            <a:p>
              <a:r>
                <a:rPr lang="en-US" sz="1100">
                  <a:cs typeface="Arial" charset="0"/>
                </a:rPr>
                <a:t>Please provide the following mailing address: </a:t>
              </a:r>
            </a:p>
            <a:p>
              <a:endParaRPr lang="en-US" sz="300">
                <a:cs typeface="Arial" charset="0"/>
              </a:endParaRPr>
            </a:p>
            <a:p>
              <a:r>
                <a:rPr lang="en-US" sz="1100" i="1">
                  <a:solidFill>
                    <a:srgbClr val="FF0000"/>
                  </a:solidFill>
                  <a:cs typeface="Arial" charset="0"/>
                </a:rPr>
                <a:t>Address couple would like card mailed to</a:t>
              </a:r>
            </a:p>
            <a:p>
              <a:pPr algn="ctr"/>
              <a:endParaRPr lang="en-US" sz="300">
                <a:cs typeface="Arial" charset="0"/>
              </a:endParaRPr>
            </a:p>
            <a:p>
              <a:endParaRPr lang="en-US" sz="900">
                <a:latin typeface="Tahoma" pitchFamily="34" charset="0"/>
                <a:cs typeface="Arial" charset="0"/>
              </a:endParaRPr>
            </a:p>
          </p:txBody>
        </p:sp>
        <p:sp>
          <p:nvSpPr>
            <p:cNvPr id="2056" name="Text Box 9"/>
            <p:cNvSpPr txBox="1">
              <a:spLocks noChangeArrowheads="1"/>
            </p:cNvSpPr>
            <p:nvPr/>
          </p:nvSpPr>
          <p:spPr bwMode="auto">
            <a:xfrm>
              <a:off x="1014407" y="85713"/>
              <a:ext cx="2357454" cy="1226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1133" tIns="20567" rIns="41133" bIns="20567">
              <a:spAutoFit/>
            </a:bodyPr>
            <a:lstStyle/>
            <a:p>
              <a:endParaRPr lang="en-CA" sz="1100">
                <a:latin typeface="Tahoma" pitchFamily="34" charset="0"/>
                <a:cs typeface="Tahoma" pitchFamily="34" charset="0"/>
              </a:endParaRPr>
            </a:p>
            <a:p>
              <a:r>
                <a:rPr lang="en-US" sz="11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Brides First Name </a:t>
              </a:r>
              <a:r>
                <a:rPr lang="en-US" sz="1100" i="1">
                  <a:latin typeface="Times New Roman" pitchFamily="18" charset="0"/>
                  <a:cs typeface="Times New Roman" pitchFamily="18" charset="0"/>
                </a:rPr>
                <a:t>and</a:t>
              </a:r>
              <a:r>
                <a:rPr lang="en-US" sz="11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</a:p>
            <a:p>
              <a:r>
                <a:rPr lang="en-US" sz="11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Grooms First Name </a:t>
              </a:r>
            </a:p>
            <a:p>
              <a:r>
                <a:rPr lang="en-US" sz="1100" i="1">
                  <a:latin typeface="Times New Roman" pitchFamily="18" charset="0"/>
                  <a:cs typeface="Times New Roman" pitchFamily="18" charset="0"/>
                </a:rPr>
                <a:t>suggest a donation to WWF-Canada in honour of their wedding. Your gift will help build a future in which humans live in harmony with nature. </a:t>
              </a:r>
              <a:endParaRPr lang="en-CA" sz="1100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228589" y="1085845"/>
              <a:ext cx="3286148" cy="7648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1133" tIns="20567" rIns="41133" bIns="20567">
              <a:spAutoFit/>
            </a:bodyPr>
            <a:lstStyle/>
            <a:p>
              <a:endParaRPr lang="en-CA" sz="1100">
                <a:cs typeface="Arial" charset="0"/>
              </a:endParaRPr>
            </a:p>
            <a:p>
              <a:r>
                <a:rPr lang="en-US" sz="1100">
                  <a:cs typeface="Arial" charset="0"/>
                </a:rPr>
                <a:t>Ways to Give:</a:t>
              </a:r>
            </a:p>
            <a:p>
              <a:endParaRPr lang="en-US" sz="300">
                <a:cs typeface="Arial" charset="0"/>
              </a:endParaRPr>
            </a:p>
            <a:p>
              <a:r>
                <a:rPr lang="en-US" sz="1100">
                  <a:cs typeface="Arial" charset="0"/>
                </a:rPr>
                <a:t>      ~ Online at wwf.ca/weddings </a:t>
              </a:r>
            </a:p>
            <a:p>
              <a:r>
                <a:rPr lang="en-US" sz="1100">
                  <a:cs typeface="Arial" charset="0"/>
                </a:rPr>
                <a:t>      ~ By phone at 1-800-267-2632</a:t>
              </a:r>
              <a:endParaRPr lang="en-CA" sz="1100">
                <a:cs typeface="Arial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102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Tahoma</vt:lpstr>
      <vt:lpstr>Times New Roman</vt:lpstr>
      <vt:lpstr>Office Theme</vt:lpstr>
      <vt:lpstr>Slide 1</vt:lpstr>
    </vt:vector>
  </TitlesOfParts>
  <Company>WWF-Canada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GSmejda</dc:creator>
  <cp:lastModifiedBy>lripper</cp:lastModifiedBy>
  <cp:revision>26</cp:revision>
  <dcterms:created xsi:type="dcterms:W3CDTF">2008-05-26T13:10:52Z</dcterms:created>
  <dcterms:modified xsi:type="dcterms:W3CDTF">2011-02-25T17:25:59Z</dcterms:modified>
</cp:coreProperties>
</file>
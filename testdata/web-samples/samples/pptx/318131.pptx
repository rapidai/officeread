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6" r:id="rId2"/>
  </p:sldIdLst>
  <p:sldSz cx="51206400" cy="32918400"/>
  <p:notesSz cx="6985000" cy="9283700"/>
  <p:defaultTextStyle>
    <a:defPPr>
      <a:defRPr lang="en-US"/>
    </a:defPPr>
    <a:lvl1pPr algn="l" rtl="0" fontAlgn="base">
      <a:spcBef>
        <a:spcPct val="0"/>
      </a:spcBef>
      <a:spcAft>
        <a:spcPct val="0"/>
      </a:spcAft>
      <a:defRPr sz="3900" b="1" kern="1200">
        <a:solidFill>
          <a:schemeClr val="tx1"/>
        </a:solidFill>
        <a:latin typeface="Tahoma" pitchFamily="34" charset="0"/>
        <a:ea typeface="+mn-ea"/>
        <a:cs typeface="+mn-cs"/>
      </a:defRPr>
    </a:lvl1pPr>
    <a:lvl2pPr marL="731407" algn="l" rtl="0" fontAlgn="base">
      <a:spcBef>
        <a:spcPct val="0"/>
      </a:spcBef>
      <a:spcAft>
        <a:spcPct val="0"/>
      </a:spcAft>
      <a:defRPr sz="3900" b="1" kern="1200">
        <a:solidFill>
          <a:schemeClr val="tx1"/>
        </a:solidFill>
        <a:latin typeface="Tahoma" pitchFamily="34" charset="0"/>
        <a:ea typeface="+mn-ea"/>
        <a:cs typeface="+mn-cs"/>
      </a:defRPr>
    </a:lvl2pPr>
    <a:lvl3pPr marL="1462814" algn="l" rtl="0" fontAlgn="base">
      <a:spcBef>
        <a:spcPct val="0"/>
      </a:spcBef>
      <a:spcAft>
        <a:spcPct val="0"/>
      </a:spcAft>
      <a:defRPr sz="3900" b="1" kern="1200">
        <a:solidFill>
          <a:schemeClr val="tx1"/>
        </a:solidFill>
        <a:latin typeface="Tahoma" pitchFamily="34" charset="0"/>
        <a:ea typeface="+mn-ea"/>
        <a:cs typeface="+mn-cs"/>
      </a:defRPr>
    </a:lvl3pPr>
    <a:lvl4pPr marL="2194221" algn="l" rtl="0" fontAlgn="base">
      <a:spcBef>
        <a:spcPct val="0"/>
      </a:spcBef>
      <a:spcAft>
        <a:spcPct val="0"/>
      </a:spcAft>
      <a:defRPr sz="3900" b="1" kern="1200">
        <a:solidFill>
          <a:schemeClr val="tx1"/>
        </a:solidFill>
        <a:latin typeface="Tahoma" pitchFamily="34" charset="0"/>
        <a:ea typeface="+mn-ea"/>
        <a:cs typeface="+mn-cs"/>
      </a:defRPr>
    </a:lvl4pPr>
    <a:lvl5pPr marL="2925628" algn="l" rtl="0" fontAlgn="base">
      <a:spcBef>
        <a:spcPct val="0"/>
      </a:spcBef>
      <a:spcAft>
        <a:spcPct val="0"/>
      </a:spcAft>
      <a:defRPr sz="3900" b="1" kern="1200">
        <a:solidFill>
          <a:schemeClr val="tx1"/>
        </a:solidFill>
        <a:latin typeface="Tahoma" pitchFamily="34" charset="0"/>
        <a:ea typeface="+mn-ea"/>
        <a:cs typeface="+mn-cs"/>
      </a:defRPr>
    </a:lvl5pPr>
    <a:lvl6pPr marL="3657035" algn="l" defTabSz="1462814" rtl="0" eaLnBrk="1" latinLnBrk="0" hangingPunct="1">
      <a:defRPr sz="3900" b="1" kern="1200">
        <a:solidFill>
          <a:schemeClr val="tx1"/>
        </a:solidFill>
        <a:latin typeface="Tahoma" pitchFamily="34" charset="0"/>
        <a:ea typeface="+mn-ea"/>
        <a:cs typeface="+mn-cs"/>
      </a:defRPr>
    </a:lvl6pPr>
    <a:lvl7pPr marL="4388441" algn="l" defTabSz="1462814" rtl="0" eaLnBrk="1" latinLnBrk="0" hangingPunct="1">
      <a:defRPr sz="3900" b="1" kern="1200">
        <a:solidFill>
          <a:schemeClr val="tx1"/>
        </a:solidFill>
        <a:latin typeface="Tahoma" pitchFamily="34" charset="0"/>
        <a:ea typeface="+mn-ea"/>
        <a:cs typeface="+mn-cs"/>
      </a:defRPr>
    </a:lvl7pPr>
    <a:lvl8pPr marL="5119849" algn="l" defTabSz="1462814" rtl="0" eaLnBrk="1" latinLnBrk="0" hangingPunct="1">
      <a:defRPr sz="3900" b="1" kern="1200">
        <a:solidFill>
          <a:schemeClr val="tx1"/>
        </a:solidFill>
        <a:latin typeface="Tahoma" pitchFamily="34" charset="0"/>
        <a:ea typeface="+mn-ea"/>
        <a:cs typeface="+mn-cs"/>
      </a:defRPr>
    </a:lvl8pPr>
    <a:lvl9pPr marL="5851255" algn="l" defTabSz="1462814" rtl="0" eaLnBrk="1" latinLnBrk="0" hangingPunct="1">
      <a:defRPr sz="3900" b="1" kern="1200">
        <a:solidFill>
          <a:schemeClr val="tx1"/>
        </a:solidFill>
        <a:latin typeface="Tahom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009900"/>
    <a:srgbClr val="008000"/>
    <a:srgbClr val="006699"/>
    <a:srgbClr val="003366"/>
    <a:srgbClr val="336699"/>
    <a:srgbClr val="FF3300"/>
    <a:srgbClr val="000099"/>
    <a:srgbClr val="66CCFF"/>
    <a:srgbClr val="6699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p:restoredLeft sz="30199" autoAdjust="0"/>
    <p:restoredTop sz="98477" autoAdjust="0"/>
  </p:normalViewPr>
  <p:slideViewPr>
    <p:cSldViewPr>
      <p:cViewPr varScale="1">
        <p:scale>
          <a:sx n="21" d="100"/>
          <a:sy n="21" d="100"/>
        </p:scale>
        <p:origin x="-114" y="-246"/>
      </p:cViewPr>
      <p:guideLst>
        <p:guide orient="horz" pos="10368"/>
        <p:guide pos="16128"/>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3027040" cy="464003"/>
          </a:xfrm>
          <a:prstGeom prst="rect">
            <a:avLst/>
          </a:prstGeom>
          <a:noFill/>
          <a:ln w="9525">
            <a:noFill/>
            <a:miter lim="800000"/>
            <a:headEnd/>
            <a:tailEnd/>
          </a:ln>
          <a:effectLst/>
        </p:spPr>
        <p:txBody>
          <a:bodyPr vert="horz" wrap="square" lIns="27561" tIns="13781" rIns="27561" bIns="13781" numCol="1" anchor="t" anchorCtr="0" compatLnSpc="1">
            <a:prstTxWarp prst="textNoShape">
              <a:avLst/>
            </a:prstTxWarp>
          </a:bodyPr>
          <a:lstStyle>
            <a:lvl1pPr>
              <a:defRPr sz="400" b="0">
                <a:latin typeface="Arial" charset="0"/>
              </a:defRPr>
            </a:lvl1pPr>
          </a:lstStyle>
          <a:p>
            <a:endParaRPr lang="en-US"/>
          </a:p>
        </p:txBody>
      </p:sp>
      <p:sp>
        <p:nvSpPr>
          <p:cNvPr id="10243" name="Rectangle 3"/>
          <p:cNvSpPr>
            <a:spLocks noGrp="1" noChangeArrowheads="1"/>
          </p:cNvSpPr>
          <p:nvPr>
            <p:ph type="dt" idx="1"/>
          </p:nvPr>
        </p:nvSpPr>
        <p:spPr bwMode="auto">
          <a:xfrm>
            <a:off x="3956412" y="1"/>
            <a:ext cx="3027040" cy="464003"/>
          </a:xfrm>
          <a:prstGeom prst="rect">
            <a:avLst/>
          </a:prstGeom>
          <a:noFill/>
          <a:ln w="9525">
            <a:noFill/>
            <a:miter lim="800000"/>
            <a:headEnd/>
            <a:tailEnd/>
          </a:ln>
          <a:effectLst/>
        </p:spPr>
        <p:txBody>
          <a:bodyPr vert="horz" wrap="square" lIns="27561" tIns="13781" rIns="27561" bIns="13781" numCol="1" anchor="t" anchorCtr="0" compatLnSpc="1">
            <a:prstTxWarp prst="textNoShape">
              <a:avLst/>
            </a:prstTxWarp>
          </a:bodyPr>
          <a:lstStyle>
            <a:lvl1pPr algn="r">
              <a:defRPr sz="400" b="0">
                <a:latin typeface="Arial" charset="0"/>
              </a:defRPr>
            </a:lvl1pPr>
          </a:lstStyle>
          <a:p>
            <a:endParaRPr lang="en-US"/>
          </a:p>
        </p:txBody>
      </p:sp>
      <p:sp>
        <p:nvSpPr>
          <p:cNvPr id="10244" name="Rectangle 4"/>
          <p:cNvSpPr>
            <a:spLocks noGrp="1" noRot="1" noChangeAspect="1" noChangeArrowheads="1" noTextEdit="1"/>
          </p:cNvSpPr>
          <p:nvPr>
            <p:ph type="sldImg" idx="2"/>
          </p:nvPr>
        </p:nvSpPr>
        <p:spPr bwMode="auto">
          <a:xfrm>
            <a:off x="785813" y="696913"/>
            <a:ext cx="5413375" cy="3481387"/>
          </a:xfrm>
          <a:prstGeom prst="rect">
            <a:avLst/>
          </a:prstGeom>
          <a:noFill/>
          <a:ln w="9525">
            <a:solidFill>
              <a:srgbClr val="000000"/>
            </a:solidFill>
            <a:miter lim="800000"/>
            <a:headEnd/>
            <a:tailEnd/>
          </a:ln>
          <a:effectLst/>
        </p:spPr>
      </p:sp>
      <p:sp>
        <p:nvSpPr>
          <p:cNvPr id="10245" name="Rectangle 5"/>
          <p:cNvSpPr>
            <a:spLocks noGrp="1" noChangeArrowheads="1"/>
          </p:cNvSpPr>
          <p:nvPr>
            <p:ph type="body" sz="quarter" idx="3"/>
          </p:nvPr>
        </p:nvSpPr>
        <p:spPr bwMode="auto">
          <a:xfrm>
            <a:off x="698708" y="4409849"/>
            <a:ext cx="5587587" cy="4177392"/>
          </a:xfrm>
          <a:prstGeom prst="rect">
            <a:avLst/>
          </a:prstGeom>
          <a:noFill/>
          <a:ln w="9525">
            <a:noFill/>
            <a:miter lim="800000"/>
            <a:headEnd/>
            <a:tailEnd/>
          </a:ln>
          <a:effectLst/>
        </p:spPr>
        <p:txBody>
          <a:bodyPr vert="horz" wrap="square" lIns="27561" tIns="13781" rIns="27561" bIns="13781"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46" name="Rectangle 6"/>
          <p:cNvSpPr>
            <a:spLocks noGrp="1" noChangeArrowheads="1"/>
          </p:cNvSpPr>
          <p:nvPr>
            <p:ph type="ftr" sz="quarter" idx="4"/>
          </p:nvPr>
        </p:nvSpPr>
        <p:spPr bwMode="auto">
          <a:xfrm>
            <a:off x="0" y="8817881"/>
            <a:ext cx="3027040" cy="464003"/>
          </a:xfrm>
          <a:prstGeom prst="rect">
            <a:avLst/>
          </a:prstGeom>
          <a:noFill/>
          <a:ln w="9525">
            <a:noFill/>
            <a:miter lim="800000"/>
            <a:headEnd/>
            <a:tailEnd/>
          </a:ln>
          <a:effectLst/>
        </p:spPr>
        <p:txBody>
          <a:bodyPr vert="horz" wrap="square" lIns="27561" tIns="13781" rIns="27561" bIns="13781" numCol="1" anchor="b" anchorCtr="0" compatLnSpc="1">
            <a:prstTxWarp prst="textNoShape">
              <a:avLst/>
            </a:prstTxWarp>
          </a:bodyPr>
          <a:lstStyle>
            <a:lvl1pPr>
              <a:defRPr sz="400" b="0">
                <a:latin typeface="Arial" charset="0"/>
              </a:defRPr>
            </a:lvl1pPr>
          </a:lstStyle>
          <a:p>
            <a:endParaRPr lang="en-US"/>
          </a:p>
        </p:txBody>
      </p:sp>
      <p:sp>
        <p:nvSpPr>
          <p:cNvPr id="10247" name="Rectangle 7"/>
          <p:cNvSpPr>
            <a:spLocks noGrp="1" noChangeArrowheads="1"/>
          </p:cNvSpPr>
          <p:nvPr>
            <p:ph type="sldNum" sz="quarter" idx="5"/>
          </p:nvPr>
        </p:nvSpPr>
        <p:spPr bwMode="auto">
          <a:xfrm>
            <a:off x="3956412" y="8817881"/>
            <a:ext cx="3027040" cy="464003"/>
          </a:xfrm>
          <a:prstGeom prst="rect">
            <a:avLst/>
          </a:prstGeom>
          <a:noFill/>
          <a:ln w="9525">
            <a:noFill/>
            <a:miter lim="800000"/>
            <a:headEnd/>
            <a:tailEnd/>
          </a:ln>
          <a:effectLst/>
        </p:spPr>
        <p:txBody>
          <a:bodyPr vert="horz" wrap="square" lIns="27561" tIns="13781" rIns="27561" bIns="13781" numCol="1" anchor="b" anchorCtr="0" compatLnSpc="1">
            <a:prstTxWarp prst="textNoShape">
              <a:avLst/>
            </a:prstTxWarp>
          </a:bodyPr>
          <a:lstStyle>
            <a:lvl1pPr algn="r">
              <a:defRPr sz="400" b="0">
                <a:latin typeface="Arial" charset="0"/>
              </a:defRPr>
            </a:lvl1pPr>
          </a:lstStyle>
          <a:p>
            <a:fld id="{49D6C325-AEF0-4936-9973-A74B09725D8A}"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2000" kern="1200">
        <a:solidFill>
          <a:schemeClr val="tx1"/>
        </a:solidFill>
        <a:latin typeface="Arial" charset="0"/>
        <a:ea typeface="+mn-ea"/>
        <a:cs typeface="+mn-cs"/>
      </a:defRPr>
    </a:lvl1pPr>
    <a:lvl2pPr marL="731407" algn="l" rtl="0" fontAlgn="base">
      <a:spcBef>
        <a:spcPct val="30000"/>
      </a:spcBef>
      <a:spcAft>
        <a:spcPct val="0"/>
      </a:spcAft>
      <a:defRPr sz="2000" kern="1200">
        <a:solidFill>
          <a:schemeClr val="tx1"/>
        </a:solidFill>
        <a:latin typeface="Arial" charset="0"/>
        <a:ea typeface="+mn-ea"/>
        <a:cs typeface="+mn-cs"/>
      </a:defRPr>
    </a:lvl2pPr>
    <a:lvl3pPr marL="1462814" algn="l" rtl="0" fontAlgn="base">
      <a:spcBef>
        <a:spcPct val="30000"/>
      </a:spcBef>
      <a:spcAft>
        <a:spcPct val="0"/>
      </a:spcAft>
      <a:defRPr sz="2000" kern="1200">
        <a:solidFill>
          <a:schemeClr val="tx1"/>
        </a:solidFill>
        <a:latin typeface="Arial" charset="0"/>
        <a:ea typeface="+mn-ea"/>
        <a:cs typeface="+mn-cs"/>
      </a:defRPr>
    </a:lvl3pPr>
    <a:lvl4pPr marL="2194221" algn="l" rtl="0" fontAlgn="base">
      <a:spcBef>
        <a:spcPct val="30000"/>
      </a:spcBef>
      <a:spcAft>
        <a:spcPct val="0"/>
      </a:spcAft>
      <a:defRPr sz="2000" kern="1200">
        <a:solidFill>
          <a:schemeClr val="tx1"/>
        </a:solidFill>
        <a:latin typeface="Arial" charset="0"/>
        <a:ea typeface="+mn-ea"/>
        <a:cs typeface="+mn-cs"/>
      </a:defRPr>
    </a:lvl4pPr>
    <a:lvl5pPr marL="2925628" algn="l" rtl="0" fontAlgn="base">
      <a:spcBef>
        <a:spcPct val="30000"/>
      </a:spcBef>
      <a:spcAft>
        <a:spcPct val="0"/>
      </a:spcAft>
      <a:defRPr sz="2000" kern="1200">
        <a:solidFill>
          <a:schemeClr val="tx1"/>
        </a:solidFill>
        <a:latin typeface="Arial" charset="0"/>
        <a:ea typeface="+mn-ea"/>
        <a:cs typeface="+mn-cs"/>
      </a:defRPr>
    </a:lvl5pPr>
    <a:lvl6pPr marL="3657035" algn="l" defTabSz="1462814" rtl="0" eaLnBrk="1" latinLnBrk="0" hangingPunct="1">
      <a:defRPr sz="2000" kern="1200">
        <a:solidFill>
          <a:schemeClr val="tx1"/>
        </a:solidFill>
        <a:latin typeface="+mn-lt"/>
        <a:ea typeface="+mn-ea"/>
        <a:cs typeface="+mn-cs"/>
      </a:defRPr>
    </a:lvl6pPr>
    <a:lvl7pPr marL="4388441" algn="l" defTabSz="1462814" rtl="0" eaLnBrk="1" latinLnBrk="0" hangingPunct="1">
      <a:defRPr sz="2000" kern="1200">
        <a:solidFill>
          <a:schemeClr val="tx1"/>
        </a:solidFill>
        <a:latin typeface="+mn-lt"/>
        <a:ea typeface="+mn-ea"/>
        <a:cs typeface="+mn-cs"/>
      </a:defRPr>
    </a:lvl7pPr>
    <a:lvl8pPr marL="5119849" algn="l" defTabSz="1462814" rtl="0" eaLnBrk="1" latinLnBrk="0" hangingPunct="1">
      <a:defRPr sz="2000" kern="1200">
        <a:solidFill>
          <a:schemeClr val="tx1"/>
        </a:solidFill>
        <a:latin typeface="+mn-lt"/>
        <a:ea typeface="+mn-ea"/>
        <a:cs typeface="+mn-cs"/>
      </a:defRPr>
    </a:lvl8pPr>
    <a:lvl9pPr marL="5851255" algn="l" defTabSz="1462814" rtl="0" eaLnBrk="1" latinLnBrk="0" hangingPunct="1">
      <a:defRPr sz="20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extLst/>
          </a:lstStyle>
          <a:p>
            <a:endParaRPr lang="en-US"/>
          </a:p>
        </p:txBody>
      </p:sp>
      <p:sp>
        <p:nvSpPr>
          <p:cNvPr id="17" name="Footer Placeholder 16"/>
          <p:cNvSpPr>
            <a:spLocks noGrp="1"/>
          </p:cNvSpPr>
          <p:nvPr>
            <p:ph type="ftr" sz="quarter" idx="11"/>
          </p:nvPr>
        </p:nvSpPr>
        <p:spPr/>
        <p:txBody>
          <a:bodyPr/>
          <a:lstStyle>
            <a:extLst/>
          </a:lstStyle>
          <a:p>
            <a:endParaRPr lang="en-US"/>
          </a:p>
        </p:txBody>
      </p:sp>
      <p:sp>
        <p:nvSpPr>
          <p:cNvPr id="29" name="Slide Number Placeholder 28"/>
          <p:cNvSpPr>
            <a:spLocks noGrp="1"/>
          </p:cNvSpPr>
          <p:nvPr>
            <p:ph type="sldNum" sz="quarter" idx="12"/>
          </p:nvPr>
        </p:nvSpPr>
        <p:spPr/>
        <p:txBody>
          <a:bodyPr/>
          <a:lstStyle>
            <a:extLst/>
          </a:lstStyle>
          <a:p>
            <a:fld id="{AD6D78F8-61B4-4F7F-A082-EAA240B2C98A}" type="slidenum">
              <a:rPr lang="en-US" smtClean="0"/>
              <a:pPr/>
              <a:t>‹#›</a:t>
            </a:fld>
            <a:endParaRPr lang="en-US"/>
          </a:p>
        </p:txBody>
      </p:sp>
      <p:sp>
        <p:nvSpPr>
          <p:cNvPr id="39" name="Rectangle 38"/>
          <p:cNvSpPr/>
          <p:nvPr/>
        </p:nvSpPr>
        <p:spPr>
          <a:xfrm>
            <a:off x="1733525" y="3266290"/>
            <a:ext cx="256032" cy="1755648"/>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
        <p:nvSpPr>
          <p:cNvPr id="40" name="Rectangle 39"/>
          <p:cNvSpPr/>
          <p:nvPr/>
        </p:nvSpPr>
        <p:spPr>
          <a:xfrm>
            <a:off x="1506812" y="3266290"/>
            <a:ext cx="153619" cy="1755648"/>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
        <p:nvSpPr>
          <p:cNvPr id="41" name="Rectangle 40"/>
          <p:cNvSpPr/>
          <p:nvPr/>
        </p:nvSpPr>
        <p:spPr>
          <a:xfrm>
            <a:off x="1400113" y="3266290"/>
            <a:ext cx="51205" cy="1755648"/>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a:p>
        </p:txBody>
      </p:sp>
      <p:sp>
        <p:nvSpPr>
          <p:cNvPr id="42" name="Rectangle 41"/>
          <p:cNvSpPr/>
          <p:nvPr/>
        </p:nvSpPr>
        <p:spPr>
          <a:xfrm>
            <a:off x="1241903" y="3266290"/>
            <a:ext cx="51205" cy="1755648"/>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
        <p:nvSpPr>
          <p:cNvPr id="8" name="Title 7"/>
          <p:cNvSpPr>
            <a:spLocks noGrp="1"/>
          </p:cNvSpPr>
          <p:nvPr>
            <p:ph type="ctrTitle"/>
          </p:nvPr>
        </p:nvSpPr>
        <p:spPr>
          <a:xfrm>
            <a:off x="5120640" y="20848322"/>
            <a:ext cx="43525440" cy="9480499"/>
          </a:xfrm>
        </p:spPr>
        <p:txBody>
          <a:bodyPr/>
          <a:lstStyle>
            <a:lvl1pPr marR="50159" algn="l">
              <a:defRPr sz="22000" b="1" cap="all" spc="0" baseline="0">
                <a:effectLst>
                  <a:reflection blurRad="12700" stA="34000" endA="740" endPos="53000" dir="5400000" sy="-100000" algn="bl" rotWithShape="0"/>
                </a:effectLst>
              </a:defRPr>
            </a:lvl1pPr>
            <a:extLst/>
          </a:lstStyle>
          <a:p>
            <a:r>
              <a:rPr kumimoji="0" lang="en-US" smtClean="0"/>
              <a:t>Click to edit Master title style</a:t>
            </a:r>
            <a:endParaRPr kumimoji="0" lang="en-US"/>
          </a:p>
        </p:txBody>
      </p:sp>
      <p:sp>
        <p:nvSpPr>
          <p:cNvPr id="9" name="Subtitle 8"/>
          <p:cNvSpPr>
            <a:spLocks noGrp="1"/>
          </p:cNvSpPr>
          <p:nvPr>
            <p:ph type="subTitle" idx="1"/>
          </p:nvPr>
        </p:nvSpPr>
        <p:spPr>
          <a:xfrm>
            <a:off x="5120640" y="13606272"/>
            <a:ext cx="43525440" cy="7242048"/>
          </a:xfrm>
        </p:spPr>
        <p:txBody>
          <a:bodyPr lIns="551750" tIns="250795" anchor="b"/>
          <a:lstStyle>
            <a:lvl1pPr marL="0" indent="0" algn="l">
              <a:spcBef>
                <a:spcPts val="0"/>
              </a:spcBef>
              <a:buNone/>
              <a:defRPr sz="10900">
                <a:solidFill>
                  <a:schemeClr val="tx1"/>
                </a:solidFill>
              </a:defRPr>
            </a:lvl1pPr>
            <a:lvl2pPr marL="2507953" indent="0" algn="ctr">
              <a:buNone/>
            </a:lvl2pPr>
            <a:lvl3pPr marL="5015907" indent="0" algn="ctr">
              <a:buNone/>
            </a:lvl3pPr>
            <a:lvl4pPr marL="7523861" indent="0" algn="ctr">
              <a:buNone/>
            </a:lvl4pPr>
            <a:lvl5pPr marL="10031815" indent="0" algn="ctr">
              <a:buNone/>
            </a:lvl5pPr>
            <a:lvl6pPr marL="12539768" indent="0" algn="ctr">
              <a:buNone/>
            </a:lvl6pPr>
            <a:lvl7pPr marL="15047721" indent="0" algn="ctr">
              <a:buNone/>
            </a:lvl7pPr>
            <a:lvl8pPr marL="17555676" indent="0" algn="ctr">
              <a:buNone/>
            </a:lvl8pPr>
            <a:lvl9pPr marL="20063629" indent="0" algn="ctr">
              <a:buNone/>
            </a:lvl9pPr>
            <a:extLst/>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12CC13A-AE7E-4E6E-87D0-1621C04B62F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27042132" y="5154662"/>
            <a:ext cx="24203963" cy="2779776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501590" tIns="250795" rIns="501590" bIns="250795" anchor="t" compatLnSpc="1"/>
          <a:lstStyle>
            <a:extLst/>
          </a:lstStyle>
          <a:p>
            <a:endParaRPr kumimoji="0" lang="en-US"/>
          </a:p>
        </p:txBody>
      </p:sp>
      <p:sp>
        <p:nvSpPr>
          <p:cNvPr id="15" name="Freeform 14"/>
          <p:cNvSpPr>
            <a:spLocks/>
          </p:cNvSpPr>
          <p:nvPr/>
        </p:nvSpPr>
        <p:spPr bwMode="auto">
          <a:xfrm>
            <a:off x="2094209" y="0"/>
            <a:ext cx="30881403" cy="31753594"/>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501590" tIns="250795" rIns="501590" bIns="250795" anchor="t" compatLnSpc="1"/>
          <a:lstStyle>
            <a:extLst/>
          </a:lstStyle>
          <a:p>
            <a:endParaRPr kumimoji="0" lang="en-US"/>
          </a:p>
        </p:txBody>
      </p:sp>
      <p:sp>
        <p:nvSpPr>
          <p:cNvPr id="13" name="Freeform 12"/>
          <p:cNvSpPr>
            <a:spLocks/>
          </p:cNvSpPr>
          <p:nvPr/>
        </p:nvSpPr>
        <p:spPr bwMode="auto">
          <a:xfrm rot="5236414">
            <a:off x="26633837" y="6645792"/>
            <a:ext cx="19751040" cy="6656832"/>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501590" tIns="250795" rIns="501590" bIns="250795" anchor="t" compatLnSpc="1"/>
          <a:lstStyle>
            <a:extLst/>
          </a:lstStyle>
          <a:p>
            <a:endParaRPr kumimoji="0" lang="en-US"/>
          </a:p>
        </p:txBody>
      </p:sp>
      <p:sp>
        <p:nvSpPr>
          <p:cNvPr id="16" name="Freeform 15"/>
          <p:cNvSpPr>
            <a:spLocks/>
          </p:cNvSpPr>
          <p:nvPr/>
        </p:nvSpPr>
        <p:spPr bwMode="auto">
          <a:xfrm>
            <a:off x="33284160" y="0"/>
            <a:ext cx="15361920" cy="2048256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501590" tIns="250795" rIns="501590" bIns="250795" anchor="t" compatLnSpc="1"/>
          <a:lstStyle>
            <a:extLst/>
          </a:lstStyle>
          <a:p>
            <a:endParaRPr kumimoji="0" lang="en-US"/>
          </a:p>
        </p:txBody>
      </p:sp>
      <p:sp>
        <p:nvSpPr>
          <p:cNvPr id="17" name="Freeform 16"/>
          <p:cNvSpPr>
            <a:spLocks/>
          </p:cNvSpPr>
          <p:nvPr/>
        </p:nvSpPr>
        <p:spPr bwMode="auto">
          <a:xfrm>
            <a:off x="33284160" y="20482560"/>
            <a:ext cx="17922240" cy="54864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501590" tIns="250795" rIns="501590" bIns="250795" anchor="t" compatLnSpc="1"/>
          <a:lstStyle>
            <a:extLst/>
          </a:lstStyle>
          <a:p>
            <a:endParaRPr kumimoji="0" lang="en-US"/>
          </a:p>
        </p:txBody>
      </p:sp>
      <p:sp>
        <p:nvSpPr>
          <p:cNvPr id="18" name="Freeform 17"/>
          <p:cNvSpPr>
            <a:spLocks/>
          </p:cNvSpPr>
          <p:nvPr/>
        </p:nvSpPr>
        <p:spPr bwMode="auto">
          <a:xfrm>
            <a:off x="33284160" y="0"/>
            <a:ext cx="7680960" cy="2048256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501590" tIns="250795" rIns="501590" bIns="250795" anchor="t" compatLnSpc="1"/>
          <a:lstStyle>
            <a:extLst/>
          </a:lstStyle>
          <a:p>
            <a:endParaRPr kumimoji="0" lang="en-US"/>
          </a:p>
        </p:txBody>
      </p:sp>
      <p:sp>
        <p:nvSpPr>
          <p:cNvPr id="19" name="Freeform 18"/>
          <p:cNvSpPr>
            <a:spLocks/>
          </p:cNvSpPr>
          <p:nvPr/>
        </p:nvSpPr>
        <p:spPr bwMode="auto">
          <a:xfrm>
            <a:off x="33310839" y="20383506"/>
            <a:ext cx="11708127" cy="12534898"/>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501590" tIns="250795" rIns="501590" bIns="250795" anchor="t" compatLnSpc="1"/>
          <a:lstStyle>
            <a:extLst/>
          </a:lstStyle>
          <a:p>
            <a:endParaRPr kumimoji="0" lang="en-US"/>
          </a:p>
        </p:txBody>
      </p:sp>
      <p:sp>
        <p:nvSpPr>
          <p:cNvPr id="20" name="Freeform 19"/>
          <p:cNvSpPr>
            <a:spLocks/>
          </p:cNvSpPr>
          <p:nvPr/>
        </p:nvSpPr>
        <p:spPr bwMode="auto">
          <a:xfrm>
            <a:off x="33284160" y="20482560"/>
            <a:ext cx="8961120" cy="1243584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501590" tIns="250795" rIns="501590" bIns="250795" anchor="t" compatLnSpc="1"/>
          <a:lstStyle>
            <a:extLst/>
          </a:lstStyle>
          <a:p>
            <a:endParaRPr kumimoji="0" lang="en-US"/>
          </a:p>
        </p:txBody>
      </p:sp>
      <p:sp>
        <p:nvSpPr>
          <p:cNvPr id="21" name="Freeform 20"/>
          <p:cNvSpPr>
            <a:spLocks/>
          </p:cNvSpPr>
          <p:nvPr/>
        </p:nvSpPr>
        <p:spPr bwMode="auto">
          <a:xfrm>
            <a:off x="33284160" y="6583680"/>
            <a:ext cx="17922240" cy="1389888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501590" tIns="250795" rIns="501590" bIns="250795" anchor="t" compatLnSpc="1"/>
          <a:lstStyle>
            <a:extLst/>
          </a:lstStyle>
          <a:p>
            <a:endParaRPr kumimoji="0" lang="en-US"/>
          </a:p>
        </p:txBody>
      </p:sp>
      <p:sp>
        <p:nvSpPr>
          <p:cNvPr id="22" name="Freeform 21"/>
          <p:cNvSpPr>
            <a:spLocks/>
          </p:cNvSpPr>
          <p:nvPr/>
        </p:nvSpPr>
        <p:spPr bwMode="auto">
          <a:xfrm>
            <a:off x="33284160" y="8412480"/>
            <a:ext cx="17922240" cy="1207008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501590" tIns="250795" rIns="501590" bIns="250795" anchor="t" compatLnSpc="1"/>
          <a:lstStyle>
            <a:extLst/>
          </a:lstStyle>
          <a:p>
            <a:endParaRPr kumimoji="0" lang="en-US"/>
          </a:p>
        </p:txBody>
      </p:sp>
      <p:sp>
        <p:nvSpPr>
          <p:cNvPr id="23" name="Freeform 22"/>
          <p:cNvSpPr>
            <a:spLocks/>
          </p:cNvSpPr>
          <p:nvPr/>
        </p:nvSpPr>
        <p:spPr bwMode="auto">
          <a:xfrm>
            <a:off x="5547360" y="20482560"/>
            <a:ext cx="27736800" cy="1243584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501590" tIns="250795" rIns="501590" bIns="250795" anchor="t" compatLnSpc="1"/>
          <a:lstStyle>
            <a:extLst/>
          </a:lstStyle>
          <a:p>
            <a:endParaRPr kumimoji="0" lang="en-US"/>
          </a:p>
        </p:txBody>
      </p:sp>
      <p:sp>
        <p:nvSpPr>
          <p:cNvPr id="24" name="Freeform 23"/>
          <p:cNvSpPr>
            <a:spLocks/>
          </p:cNvSpPr>
          <p:nvPr/>
        </p:nvSpPr>
        <p:spPr bwMode="auto">
          <a:xfrm>
            <a:off x="2987040" y="20482560"/>
            <a:ext cx="29870400" cy="1243584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501590" tIns="250795" rIns="501590" bIns="250795" anchor="t" compatLnSpc="1"/>
          <a:lstStyle>
            <a:extLst/>
          </a:lstStyle>
          <a:p>
            <a:endParaRPr kumimoji="0" lang="en-US"/>
          </a:p>
        </p:txBody>
      </p:sp>
      <p:sp>
        <p:nvSpPr>
          <p:cNvPr id="25" name="Freeform 24"/>
          <p:cNvSpPr>
            <a:spLocks/>
          </p:cNvSpPr>
          <p:nvPr/>
        </p:nvSpPr>
        <p:spPr bwMode="auto">
          <a:xfrm>
            <a:off x="2054213" y="11704320"/>
            <a:ext cx="31577280" cy="877824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501590" tIns="250795" rIns="501590" bIns="250795" anchor="t" compatLnSpc="1"/>
          <a:lstStyle>
            <a:extLst/>
          </a:lstStyle>
          <a:p>
            <a:endParaRPr kumimoji="0" lang="en-US"/>
          </a:p>
        </p:txBody>
      </p:sp>
      <p:sp>
        <p:nvSpPr>
          <p:cNvPr id="26" name="Freeform 25"/>
          <p:cNvSpPr>
            <a:spLocks/>
          </p:cNvSpPr>
          <p:nvPr/>
        </p:nvSpPr>
        <p:spPr bwMode="auto">
          <a:xfrm>
            <a:off x="2054213" y="10241280"/>
            <a:ext cx="31577280" cy="1024128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501590" tIns="250795" rIns="501590" bIns="250795" anchor="t" compatLnSpc="1"/>
          <a:lstStyle>
            <a:extLst/>
          </a:lstStyle>
          <a:p>
            <a:endParaRPr kumimoji="0" lang="en-US"/>
          </a:p>
        </p:txBody>
      </p:sp>
      <p:sp>
        <p:nvSpPr>
          <p:cNvPr id="27" name="Freeform 26"/>
          <p:cNvSpPr>
            <a:spLocks/>
          </p:cNvSpPr>
          <p:nvPr/>
        </p:nvSpPr>
        <p:spPr bwMode="auto">
          <a:xfrm>
            <a:off x="25603200" y="20482560"/>
            <a:ext cx="7680960" cy="1243584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501590" tIns="250795" rIns="501590" bIns="250795" anchor="t" compatLnSpc="1"/>
          <a:lstStyle>
            <a:extLst/>
          </a:lstStyle>
          <a:p>
            <a:endParaRPr kumimoji="0" lang="en-US"/>
          </a:p>
        </p:txBody>
      </p:sp>
      <p:sp>
        <p:nvSpPr>
          <p:cNvPr id="3" name="Text Placeholder 2"/>
          <p:cNvSpPr>
            <a:spLocks noGrp="1"/>
          </p:cNvSpPr>
          <p:nvPr>
            <p:ph type="body" idx="1"/>
          </p:nvPr>
        </p:nvSpPr>
        <p:spPr>
          <a:xfrm>
            <a:off x="3958653" y="6488028"/>
            <a:ext cx="32021069" cy="4691933"/>
          </a:xfrm>
        </p:spPr>
        <p:txBody>
          <a:bodyPr lIns="451431" tIns="250795" bIns="0" anchor="t"/>
          <a:lstStyle>
            <a:lvl1pPr marL="300954" indent="0">
              <a:buNone/>
              <a:defRPr sz="10900">
                <a:solidFill>
                  <a:schemeClr val="tx1">
                    <a:tint val="75000"/>
                  </a:schemeClr>
                </a:solidFill>
              </a:defRPr>
            </a:lvl1pPr>
            <a:lvl2pPr>
              <a:buNone/>
              <a:defRPr sz="9900">
                <a:solidFill>
                  <a:schemeClr val="tx1">
                    <a:tint val="75000"/>
                  </a:schemeClr>
                </a:solidFill>
              </a:defRPr>
            </a:lvl2pPr>
            <a:lvl3pPr>
              <a:buNone/>
              <a:defRPr sz="8800">
                <a:solidFill>
                  <a:schemeClr val="tx1">
                    <a:tint val="75000"/>
                  </a:schemeClr>
                </a:solidFill>
              </a:defRPr>
            </a:lvl3pPr>
            <a:lvl4pPr>
              <a:buNone/>
              <a:defRPr sz="7700">
                <a:solidFill>
                  <a:schemeClr val="tx1">
                    <a:tint val="75000"/>
                  </a:schemeClr>
                </a:solidFill>
              </a:defRPr>
            </a:lvl4pPr>
            <a:lvl5pPr>
              <a:buNone/>
              <a:defRPr sz="77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DBE5AADE-D5B9-4D27-AD19-05900F633D23}" type="slidenum">
              <a:rPr lang="en-US" smtClean="0"/>
              <a:pPr/>
              <a:t>‹#›</a:t>
            </a:fld>
            <a:endParaRPr lang="en-US"/>
          </a:p>
        </p:txBody>
      </p:sp>
      <p:sp>
        <p:nvSpPr>
          <p:cNvPr id="7" name="Rectangle 6"/>
          <p:cNvSpPr/>
          <p:nvPr/>
        </p:nvSpPr>
        <p:spPr>
          <a:xfrm>
            <a:off x="2033696" y="1930870"/>
            <a:ext cx="47621952" cy="4254072"/>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a:p>
        </p:txBody>
      </p:sp>
      <p:sp>
        <p:nvSpPr>
          <p:cNvPr id="2" name="Title 1"/>
          <p:cNvSpPr>
            <a:spLocks noGrp="1"/>
          </p:cNvSpPr>
          <p:nvPr>
            <p:ph type="title"/>
          </p:nvPr>
        </p:nvSpPr>
        <p:spPr>
          <a:xfrm>
            <a:off x="3958652" y="2457907"/>
            <a:ext cx="45676109" cy="3730752"/>
          </a:xfrm>
        </p:spPr>
        <p:txBody>
          <a:bodyPr tIns="351114"/>
          <a:lstStyle>
            <a:lvl1pPr algn="l">
              <a:buNone/>
              <a:defRPr sz="20800" b="0" cap="none" spc="-823" baseline="0"/>
            </a:lvl1pPr>
            <a:extLst/>
          </a:lstStyle>
          <a:p>
            <a:r>
              <a:rPr kumimoji="0" lang="en-US" smtClean="0"/>
              <a:t>Click to edit Master title style</a:t>
            </a:r>
            <a:endParaRPr kumimoji="0" lang="en-US"/>
          </a:p>
        </p:txBody>
      </p:sp>
      <p:sp>
        <p:nvSpPr>
          <p:cNvPr id="8" name="Rectangle 7"/>
          <p:cNvSpPr/>
          <p:nvPr/>
        </p:nvSpPr>
        <p:spPr>
          <a:xfrm flipH="1">
            <a:off x="2080616" y="3266290"/>
            <a:ext cx="153619" cy="1755648"/>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
        <p:nvSpPr>
          <p:cNvPr id="9" name="Rectangle 8"/>
          <p:cNvSpPr/>
          <p:nvPr/>
        </p:nvSpPr>
        <p:spPr>
          <a:xfrm flipH="1">
            <a:off x="2302213" y="3266290"/>
            <a:ext cx="153619" cy="1755648"/>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
        <p:nvSpPr>
          <p:cNvPr id="10" name="Rectangle 9"/>
          <p:cNvSpPr/>
          <p:nvPr/>
        </p:nvSpPr>
        <p:spPr>
          <a:xfrm flipH="1">
            <a:off x="2511321" y="3266290"/>
            <a:ext cx="51205" cy="1755648"/>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a:p>
        </p:txBody>
      </p:sp>
      <p:sp>
        <p:nvSpPr>
          <p:cNvPr id="11" name="Rectangle 10"/>
          <p:cNvSpPr/>
          <p:nvPr/>
        </p:nvSpPr>
        <p:spPr>
          <a:xfrm flipH="1">
            <a:off x="2669532" y="3266290"/>
            <a:ext cx="51205" cy="1755648"/>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
        <p:nvSpPr>
          <p:cNvPr id="12" name="Rectangle 11"/>
          <p:cNvSpPr/>
          <p:nvPr/>
        </p:nvSpPr>
        <p:spPr>
          <a:xfrm>
            <a:off x="2802678" y="3266290"/>
            <a:ext cx="204827" cy="1755648"/>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560320" y="2457907"/>
            <a:ext cx="46085760" cy="438912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2600325" y="8498407"/>
            <a:ext cx="22616160" cy="21724622"/>
          </a:xfrm>
        </p:spPr>
        <p:txBody>
          <a:bodyPr/>
          <a:lstStyle>
            <a:lvl1pPr>
              <a:defRPr sz="15300"/>
            </a:lvl1pPr>
            <a:lvl2pPr>
              <a:defRPr sz="13200"/>
            </a:lvl2pPr>
            <a:lvl3pPr>
              <a:defRPr sz="10900"/>
            </a:lvl3pPr>
            <a:lvl4pPr>
              <a:defRPr sz="9900"/>
            </a:lvl4pPr>
            <a:lvl5pPr>
              <a:defRPr sz="99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26069925" y="8498407"/>
            <a:ext cx="22616160" cy="21724622"/>
          </a:xfrm>
        </p:spPr>
        <p:txBody>
          <a:bodyPr/>
          <a:lstStyle>
            <a:lvl1pPr>
              <a:defRPr sz="15300"/>
            </a:lvl1pPr>
            <a:lvl2pPr>
              <a:defRPr sz="13200"/>
            </a:lvl2pPr>
            <a:lvl3pPr>
              <a:defRPr sz="10900"/>
            </a:lvl3pPr>
            <a:lvl4pPr>
              <a:defRPr sz="9900"/>
            </a:lvl4pPr>
            <a:lvl5pPr>
              <a:defRPr sz="99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D1EBDA40-46CD-4BED-B7CD-6E431DCD482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1930874"/>
            <a:ext cx="49655648" cy="4254072"/>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a:p>
        </p:txBody>
      </p:sp>
      <p:sp>
        <p:nvSpPr>
          <p:cNvPr id="2" name="Title 1"/>
          <p:cNvSpPr>
            <a:spLocks noGrp="1"/>
          </p:cNvSpPr>
          <p:nvPr>
            <p:ph type="title"/>
          </p:nvPr>
        </p:nvSpPr>
        <p:spPr>
          <a:xfrm>
            <a:off x="2827013" y="2457907"/>
            <a:ext cx="43525440" cy="4389120"/>
          </a:xfrm>
        </p:spPr>
        <p:txBody>
          <a:bodyPr anchor="t"/>
          <a:lstStyle>
            <a:lvl1pPr>
              <a:defRPr sz="2200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60323" y="8686800"/>
            <a:ext cx="22625053" cy="3070858"/>
          </a:xfrm>
        </p:spPr>
        <p:txBody>
          <a:bodyPr anchor="ctr"/>
          <a:lstStyle>
            <a:lvl1pPr marL="401273" indent="0" algn="l">
              <a:buNone/>
              <a:defRPr sz="13200" b="1">
                <a:solidFill>
                  <a:schemeClr val="accent2"/>
                </a:solidFill>
              </a:defRPr>
            </a:lvl1pPr>
            <a:lvl2pPr>
              <a:buNone/>
              <a:defRPr sz="10900" b="1"/>
            </a:lvl2pPr>
            <a:lvl3pPr>
              <a:buNone/>
              <a:defRPr sz="9900" b="1"/>
            </a:lvl3pPr>
            <a:lvl4pPr>
              <a:buNone/>
              <a:defRPr sz="8800" b="1"/>
            </a:lvl4pPr>
            <a:lvl5pPr>
              <a:buNone/>
              <a:defRPr sz="88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26012143" y="8686800"/>
            <a:ext cx="22633940" cy="3070858"/>
          </a:xfrm>
        </p:spPr>
        <p:txBody>
          <a:bodyPr anchor="ctr"/>
          <a:lstStyle>
            <a:lvl1pPr marL="401273" indent="0">
              <a:buNone/>
              <a:defRPr sz="13200" b="1">
                <a:solidFill>
                  <a:schemeClr val="accent2"/>
                </a:solidFill>
              </a:defRPr>
            </a:lvl1pPr>
            <a:lvl2pPr>
              <a:buNone/>
              <a:defRPr sz="10900" b="1"/>
            </a:lvl2pPr>
            <a:lvl3pPr>
              <a:buNone/>
              <a:defRPr sz="9900" b="1"/>
            </a:lvl3pPr>
            <a:lvl4pPr>
              <a:buNone/>
              <a:defRPr sz="8800" b="1"/>
            </a:lvl4pPr>
            <a:lvl5pPr>
              <a:buNone/>
              <a:defRPr sz="88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2560323" y="11803377"/>
            <a:ext cx="22625053" cy="19004890"/>
          </a:xfrm>
        </p:spPr>
        <p:txBody>
          <a:bodyPr/>
          <a:lstStyle>
            <a:lvl1pPr>
              <a:defRPr sz="13200"/>
            </a:lvl1pPr>
            <a:lvl2pPr>
              <a:defRPr sz="10900"/>
            </a:lvl2pPr>
            <a:lvl3pPr>
              <a:defRPr sz="9900"/>
            </a:lvl3pPr>
            <a:lvl4pPr>
              <a:defRPr sz="8800"/>
            </a:lvl4pPr>
            <a:lvl5pPr>
              <a:defRPr sz="8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26012143" y="11803377"/>
            <a:ext cx="22633940" cy="19004890"/>
          </a:xfrm>
        </p:spPr>
        <p:txBody>
          <a:bodyPr/>
          <a:lstStyle>
            <a:lvl1pPr>
              <a:defRPr sz="13200"/>
            </a:lvl1pPr>
            <a:lvl2pPr>
              <a:defRPr sz="10900"/>
            </a:lvl2pPr>
            <a:lvl3pPr>
              <a:defRPr sz="9900"/>
            </a:lvl3pPr>
            <a:lvl4pPr>
              <a:defRPr sz="8800"/>
            </a:lvl4pPr>
            <a:lvl5pPr>
              <a:defRPr sz="8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EC61AFD2-A163-4080-8F3F-60BF0A96468B}" type="slidenum">
              <a:rPr lang="en-US" smtClean="0"/>
              <a:pPr/>
              <a:t>‹#›</a:t>
            </a:fld>
            <a:endParaRPr lang="en-US"/>
          </a:p>
        </p:txBody>
      </p:sp>
      <p:sp>
        <p:nvSpPr>
          <p:cNvPr id="16" name="Rectangle 15"/>
          <p:cNvSpPr/>
          <p:nvPr/>
        </p:nvSpPr>
        <p:spPr>
          <a:xfrm>
            <a:off x="491624" y="3266290"/>
            <a:ext cx="256032" cy="1755648"/>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
        <p:nvSpPr>
          <p:cNvPr id="17" name="Rectangle 16"/>
          <p:cNvSpPr/>
          <p:nvPr/>
        </p:nvSpPr>
        <p:spPr>
          <a:xfrm>
            <a:off x="264910" y="3266290"/>
            <a:ext cx="153619" cy="1755648"/>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
        <p:nvSpPr>
          <p:cNvPr id="18" name="Rectangle 17"/>
          <p:cNvSpPr/>
          <p:nvPr/>
        </p:nvSpPr>
        <p:spPr>
          <a:xfrm>
            <a:off x="158212" y="3266290"/>
            <a:ext cx="51205" cy="1755648"/>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a:p>
        </p:txBody>
      </p:sp>
      <p:sp>
        <p:nvSpPr>
          <p:cNvPr id="19" name="Rectangle 18"/>
          <p:cNvSpPr/>
          <p:nvPr/>
        </p:nvSpPr>
        <p:spPr>
          <a:xfrm>
            <a:off x="1" y="3266290"/>
            <a:ext cx="51205" cy="1755648"/>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
        <p:nvSpPr>
          <p:cNvPr id="20" name="Rectangle 19"/>
          <p:cNvSpPr/>
          <p:nvPr/>
        </p:nvSpPr>
        <p:spPr>
          <a:xfrm flipH="1">
            <a:off x="838714" y="3266290"/>
            <a:ext cx="153619" cy="1755648"/>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
        <p:nvSpPr>
          <p:cNvPr id="21" name="Rectangle 20"/>
          <p:cNvSpPr/>
          <p:nvPr/>
        </p:nvSpPr>
        <p:spPr>
          <a:xfrm flipH="1">
            <a:off x="1060312" y="3266290"/>
            <a:ext cx="153619" cy="1755648"/>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
        <p:nvSpPr>
          <p:cNvPr id="22" name="Rectangle 21"/>
          <p:cNvSpPr/>
          <p:nvPr/>
        </p:nvSpPr>
        <p:spPr>
          <a:xfrm flipH="1">
            <a:off x="1269420" y="3266290"/>
            <a:ext cx="51205" cy="1755648"/>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a:p>
        </p:txBody>
      </p:sp>
      <p:sp>
        <p:nvSpPr>
          <p:cNvPr id="29" name="Rectangle 28"/>
          <p:cNvSpPr/>
          <p:nvPr/>
        </p:nvSpPr>
        <p:spPr>
          <a:xfrm flipH="1">
            <a:off x="1427633" y="3266290"/>
            <a:ext cx="51205" cy="1755648"/>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
        <p:nvSpPr>
          <p:cNvPr id="30" name="Rectangle 29"/>
          <p:cNvSpPr/>
          <p:nvPr/>
        </p:nvSpPr>
        <p:spPr>
          <a:xfrm>
            <a:off x="1560777" y="3266290"/>
            <a:ext cx="204827" cy="1755648"/>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20640" y="2457907"/>
            <a:ext cx="43525440" cy="4389120"/>
          </a:xfrm>
        </p:spPr>
        <p:txBody>
          <a:bodyPr/>
          <a:lstStyle>
            <a:lvl1pPr>
              <a:defRPr sz="22000" cap="none" baseline="0"/>
            </a:lvl1pPr>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43EFC15D-6810-4150-8556-0BE91FEDDDF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C1B0EFAD-65A0-405E-B8F4-C698E5F9724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40480" y="1310640"/>
            <a:ext cx="46085760" cy="5577840"/>
          </a:xfrm>
        </p:spPr>
        <p:txBody>
          <a:bodyPr anchor="ctr"/>
          <a:lstStyle>
            <a:lvl1pPr algn="l">
              <a:buNone/>
              <a:defRPr sz="19700" b="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3840480" y="6888480"/>
            <a:ext cx="14081760" cy="21945600"/>
          </a:xfrm>
        </p:spPr>
        <p:txBody>
          <a:bodyPr/>
          <a:lstStyle>
            <a:lvl1pPr marL="300954" indent="0">
              <a:buNone/>
              <a:defRPr sz="9900"/>
            </a:lvl1pPr>
            <a:lvl2pPr>
              <a:buNone/>
              <a:defRPr sz="6500"/>
            </a:lvl2pPr>
            <a:lvl3pPr>
              <a:buNone/>
              <a:defRPr sz="5500"/>
            </a:lvl3pPr>
            <a:lvl4pPr>
              <a:buNone/>
              <a:defRPr sz="4900"/>
            </a:lvl4pPr>
            <a:lvl5pPr>
              <a:buNone/>
              <a:defRPr sz="4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9202400" y="6888480"/>
            <a:ext cx="30723840" cy="21945600"/>
          </a:xfrm>
        </p:spPr>
        <p:txBody>
          <a:bodyPr/>
          <a:lstStyle>
            <a:lvl1pPr>
              <a:defRPr sz="17600"/>
            </a:lvl1pPr>
            <a:lvl2pPr>
              <a:defRPr sz="15300"/>
            </a:lvl2pPr>
            <a:lvl3pPr>
              <a:defRPr sz="13200"/>
            </a:lvl3pPr>
            <a:lvl4pPr>
              <a:defRPr sz="10900"/>
            </a:lvl4pPr>
            <a:lvl5pPr>
              <a:defRPr sz="109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52D5BD21-9137-4256-BBBB-B1F4C8F1F7B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060979" y="3"/>
            <a:ext cx="49158144" cy="9014578"/>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a:p>
        </p:txBody>
      </p:sp>
      <p:cxnSp>
        <p:nvCxnSpPr>
          <p:cNvPr id="9" name="Straight Connector 8"/>
          <p:cNvCxnSpPr/>
          <p:nvPr/>
        </p:nvCxnSpPr>
        <p:spPr>
          <a:xfrm flipV="1">
            <a:off x="2033893" y="9048134"/>
            <a:ext cx="4918268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47734763" y="5800773"/>
            <a:ext cx="637262" cy="719411"/>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5120640" y="2118009"/>
            <a:ext cx="38404800" cy="3368395"/>
          </a:xfrm>
        </p:spPr>
        <p:txBody>
          <a:bodyPr anchor="b"/>
          <a:lstStyle>
            <a:lvl1pPr algn="l">
              <a:buNone/>
              <a:defRPr sz="115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2060979" y="9090151"/>
            <a:ext cx="49158144" cy="23808691"/>
          </a:xfrm>
          <a:solidFill>
            <a:schemeClr val="bg2"/>
          </a:solidFill>
        </p:spPr>
        <p:txBody>
          <a:bodyPr/>
          <a:lstStyle>
            <a:lvl1pPr marL="0" indent="0">
              <a:buNone/>
              <a:defRPr sz="17600"/>
            </a:lvl1pPr>
            <a:extLst/>
          </a:lstStyle>
          <a:p>
            <a:r>
              <a:rPr kumimoji="0" lang="en-US" smtClean="0"/>
              <a:t>Click icon to add picture</a:t>
            </a:r>
            <a:endParaRPr kumimoji="0" lang="en-US"/>
          </a:p>
        </p:txBody>
      </p:sp>
      <p:sp>
        <p:nvSpPr>
          <p:cNvPr id="4" name="Text Placeholder 3"/>
          <p:cNvSpPr>
            <a:spLocks noGrp="1"/>
          </p:cNvSpPr>
          <p:nvPr>
            <p:ph type="body" sz="half" idx="2"/>
          </p:nvPr>
        </p:nvSpPr>
        <p:spPr bwMode="grayWhite">
          <a:xfrm>
            <a:off x="5120640" y="5520691"/>
            <a:ext cx="38404800" cy="3291840"/>
          </a:xfrm>
        </p:spPr>
        <p:txBody>
          <a:bodyPr/>
          <a:lstStyle>
            <a:lvl1pPr marL="150478" indent="0">
              <a:spcBef>
                <a:spcPts val="0"/>
              </a:spcBef>
              <a:buNone/>
              <a:defRPr sz="7700">
                <a:solidFill>
                  <a:srgbClr val="FFFFFF"/>
                </a:solidFill>
              </a:defRPr>
            </a:lvl1pPr>
            <a:lvl2pPr>
              <a:defRPr sz="6500"/>
            </a:lvl2pPr>
            <a:lvl3pPr>
              <a:defRPr sz="5500"/>
            </a:lvl3pPr>
            <a:lvl4pPr>
              <a:defRPr sz="4900"/>
            </a:lvl4pPr>
            <a:lvl5pPr>
              <a:defRPr sz="4900"/>
            </a:lvl5pPr>
            <a:extLst/>
          </a:lstStyle>
          <a:p>
            <a:pPr lvl="0" eaLnBrk="1" latinLnBrk="0" hangingPunct="1"/>
            <a:r>
              <a:rPr kumimoji="0" lang="en-US" smtClean="0"/>
              <a:t>Click to edit Master text styles</a:t>
            </a:r>
          </a:p>
        </p:txBody>
      </p:sp>
      <p:grpSp>
        <p:nvGrpSpPr>
          <p:cNvPr id="14" name="Group 13"/>
          <p:cNvGrpSpPr/>
          <p:nvPr/>
        </p:nvGrpSpPr>
        <p:grpSpPr>
          <a:xfrm rot="5400000">
            <a:off x="48588203" y="6532293"/>
            <a:ext cx="637262" cy="719411"/>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46645602" y="7027476"/>
            <a:ext cx="637262" cy="719411"/>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36271200" y="266398"/>
            <a:ext cx="11948160" cy="1752600"/>
          </a:xfrm>
        </p:spPr>
        <p:txBody>
          <a:bodyPr/>
          <a:lstStyle>
            <a:extLst/>
          </a:lstStyle>
          <a:p>
            <a:endParaRPr lang="en-US"/>
          </a:p>
        </p:txBody>
      </p:sp>
      <p:sp>
        <p:nvSpPr>
          <p:cNvPr id="6" name="Footer Placeholder 5"/>
          <p:cNvSpPr>
            <a:spLocks noGrp="1"/>
          </p:cNvSpPr>
          <p:nvPr>
            <p:ph type="ftr" sz="quarter" idx="11"/>
          </p:nvPr>
        </p:nvSpPr>
        <p:spPr>
          <a:xfrm>
            <a:off x="5120640" y="266398"/>
            <a:ext cx="31150560" cy="1752600"/>
          </a:xfrm>
        </p:spPr>
        <p:txBody>
          <a:bodyPr/>
          <a:lstStyle>
            <a:extLst/>
          </a:lstStyle>
          <a:p>
            <a:endParaRPr lang="en-US"/>
          </a:p>
        </p:txBody>
      </p:sp>
      <p:sp>
        <p:nvSpPr>
          <p:cNvPr id="7" name="Slide Number Placeholder 6"/>
          <p:cNvSpPr>
            <a:spLocks noGrp="1"/>
          </p:cNvSpPr>
          <p:nvPr>
            <p:ph type="sldNum" sz="quarter" idx="12"/>
          </p:nvPr>
        </p:nvSpPr>
        <p:spPr>
          <a:xfrm>
            <a:off x="48219360" y="266398"/>
            <a:ext cx="2560320" cy="1752600"/>
          </a:xfrm>
        </p:spPr>
        <p:txBody>
          <a:bodyPr/>
          <a:lstStyle>
            <a:extLst/>
          </a:lstStyle>
          <a:p>
            <a:fld id="{303788C7-6B63-4086-95ED-F00B56151B1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3617DDDA-2B8A-4DC6-B372-48715983A4D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124640" y="1318270"/>
            <a:ext cx="11094720" cy="28087320"/>
          </a:xfrm>
        </p:spPr>
        <p:txBody>
          <a:bodyPr vert="eaVert" anchor="ct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3413760" y="1318270"/>
            <a:ext cx="32857440" cy="2808732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799A0FF-0CBA-41A1-89B3-DA606C6B74A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12" name="Rectangle 11"/>
          <p:cNvSpPr/>
          <p:nvPr/>
        </p:nvSpPr>
        <p:spPr>
          <a:xfrm>
            <a:off x="1733525" y="3266290"/>
            <a:ext cx="256032" cy="1755648"/>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
        <p:nvSpPr>
          <p:cNvPr id="15" name="Rectangle 14"/>
          <p:cNvSpPr/>
          <p:nvPr/>
        </p:nvSpPr>
        <p:spPr>
          <a:xfrm>
            <a:off x="1506812" y="3266290"/>
            <a:ext cx="153619" cy="1755648"/>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
        <p:nvSpPr>
          <p:cNvPr id="16" name="Rectangle 15"/>
          <p:cNvSpPr/>
          <p:nvPr/>
        </p:nvSpPr>
        <p:spPr>
          <a:xfrm>
            <a:off x="1400113" y="3266290"/>
            <a:ext cx="51205" cy="1755648"/>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a:p>
        </p:txBody>
      </p:sp>
      <p:sp>
        <p:nvSpPr>
          <p:cNvPr id="17" name="Rectangle 16"/>
          <p:cNvSpPr/>
          <p:nvPr/>
        </p:nvSpPr>
        <p:spPr>
          <a:xfrm>
            <a:off x="1241903" y="3266290"/>
            <a:ext cx="51205" cy="1755648"/>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501590" tIns="250795" rIns="501590" bIns="250795" anchor="ctr"/>
          <a:lstStyle>
            <a:extLst/>
          </a:lstStyle>
          <a:p>
            <a:pPr algn="ctr" eaLnBrk="1" latinLnBrk="0" hangingPunct="1"/>
            <a:endParaRPr kumimoji="0" lang="en-US" dirty="0"/>
          </a:p>
        </p:txBody>
      </p:sp>
      <p:sp>
        <p:nvSpPr>
          <p:cNvPr id="22" name="Title Placeholder 21"/>
          <p:cNvSpPr>
            <a:spLocks noGrp="1"/>
          </p:cNvSpPr>
          <p:nvPr>
            <p:ph type="title"/>
          </p:nvPr>
        </p:nvSpPr>
        <p:spPr>
          <a:xfrm>
            <a:off x="5120640" y="2457907"/>
            <a:ext cx="43525440" cy="4389120"/>
          </a:xfrm>
          <a:prstGeom prst="rect">
            <a:avLst/>
          </a:prstGeom>
        </p:spPr>
        <p:txBody>
          <a:bodyPr vert="horz" lIns="501590" tIns="250795" rIns="501590" bIns="250795" anchor="t">
            <a:noAutofit/>
          </a:bodyPr>
          <a:lstStyle>
            <a:extLst/>
          </a:lstStyle>
          <a:p>
            <a:r>
              <a:rPr kumimoji="0" lang="en-US" smtClean="0"/>
              <a:t>Click to edit Master title style</a:t>
            </a:r>
            <a:endParaRPr kumimoji="0" lang="en-US"/>
          </a:p>
        </p:txBody>
      </p:sp>
      <p:sp>
        <p:nvSpPr>
          <p:cNvPr id="13" name="Text Placeholder 12"/>
          <p:cNvSpPr>
            <a:spLocks noGrp="1"/>
          </p:cNvSpPr>
          <p:nvPr>
            <p:ph type="body" idx="1"/>
          </p:nvPr>
        </p:nvSpPr>
        <p:spPr>
          <a:xfrm>
            <a:off x="5120640" y="8561088"/>
            <a:ext cx="43525440" cy="21945600"/>
          </a:xfrm>
          <a:prstGeom prst="rect">
            <a:avLst/>
          </a:prstGeom>
        </p:spPr>
        <p:txBody>
          <a:bodyPr vert="horz" lIns="501590" tIns="250795" rIns="501590" bIns="250795">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36271200" y="30800042"/>
            <a:ext cx="11948160" cy="1752600"/>
          </a:xfrm>
          <a:prstGeom prst="rect">
            <a:avLst/>
          </a:prstGeom>
        </p:spPr>
        <p:txBody>
          <a:bodyPr vert="horz" lIns="501590" tIns="250795" rIns="501590" bIns="250795" anchor="b"/>
          <a:lstStyle>
            <a:lvl1pPr algn="l" eaLnBrk="1" latinLnBrk="0" hangingPunct="1">
              <a:defRPr kumimoji="0" sz="6000">
                <a:solidFill>
                  <a:schemeClr val="tx2"/>
                </a:solidFill>
              </a:defRPr>
            </a:lvl1pPr>
            <a:extLst/>
          </a:lstStyle>
          <a:p>
            <a:endParaRPr lang="en-US"/>
          </a:p>
        </p:txBody>
      </p:sp>
      <p:sp>
        <p:nvSpPr>
          <p:cNvPr id="3" name="Footer Placeholder 2"/>
          <p:cNvSpPr>
            <a:spLocks noGrp="1"/>
          </p:cNvSpPr>
          <p:nvPr>
            <p:ph type="ftr" sz="quarter" idx="3"/>
          </p:nvPr>
        </p:nvSpPr>
        <p:spPr>
          <a:xfrm>
            <a:off x="5120640" y="30800042"/>
            <a:ext cx="31150560" cy="1752600"/>
          </a:xfrm>
          <a:prstGeom prst="rect">
            <a:avLst/>
          </a:prstGeom>
        </p:spPr>
        <p:txBody>
          <a:bodyPr vert="horz" lIns="501590" tIns="250795" rIns="501590" bIns="250795" anchor="b"/>
          <a:lstStyle>
            <a:lvl1pPr algn="r" eaLnBrk="1" latinLnBrk="0" hangingPunct="1">
              <a:defRPr kumimoji="0" sz="6000">
                <a:solidFill>
                  <a:schemeClr val="tx2"/>
                </a:solidFill>
              </a:defRPr>
            </a:lvl1pPr>
            <a:extLst/>
          </a:lstStyle>
          <a:p>
            <a:endParaRPr lang="en-US"/>
          </a:p>
        </p:txBody>
      </p:sp>
      <p:sp>
        <p:nvSpPr>
          <p:cNvPr id="23" name="Slide Number Placeholder 22"/>
          <p:cNvSpPr>
            <a:spLocks noGrp="1"/>
          </p:cNvSpPr>
          <p:nvPr>
            <p:ph type="sldNum" sz="quarter" idx="4"/>
          </p:nvPr>
        </p:nvSpPr>
        <p:spPr>
          <a:xfrm>
            <a:off x="48219360" y="30800042"/>
            <a:ext cx="2560320" cy="1752600"/>
          </a:xfrm>
          <a:prstGeom prst="rect">
            <a:avLst/>
          </a:prstGeom>
        </p:spPr>
        <p:txBody>
          <a:bodyPr vert="horz" lIns="501590" tIns="250795" rIns="501590" bIns="250795" anchor="b"/>
          <a:lstStyle>
            <a:lvl1pPr algn="l" eaLnBrk="1" latinLnBrk="0" hangingPunct="1">
              <a:defRPr kumimoji="0" sz="6500">
                <a:solidFill>
                  <a:schemeClr val="tx2"/>
                </a:solidFill>
              </a:defRPr>
            </a:lvl1pPr>
            <a:extLst/>
          </a:lstStyle>
          <a:p>
            <a:fld id="{2AD61AD8-3D31-466B-B8FD-E991C99D1691}"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22000" kern="1200" spc="-548" baseline="0">
          <a:solidFill>
            <a:schemeClr val="tx2">
              <a:satMod val="200000"/>
            </a:schemeClr>
          </a:solidFill>
          <a:latin typeface="+mj-lt"/>
          <a:ea typeface="+mj-ea"/>
          <a:cs typeface="+mj-cs"/>
        </a:defRPr>
      </a:lvl1pPr>
      <a:extLst/>
    </p:titleStyle>
    <p:bodyStyle>
      <a:lvl1pPr marL="2257158" indent="-1880965" algn="l" rtl="0" eaLnBrk="1" latinLnBrk="0" hangingPunct="1">
        <a:spcBef>
          <a:spcPts val="3840"/>
        </a:spcBef>
        <a:buClr>
          <a:schemeClr val="tx2"/>
        </a:buClr>
        <a:buSzPct val="95000"/>
        <a:buFont typeface="Wingdings"/>
        <a:buChar char=""/>
        <a:defRPr kumimoji="0" sz="16400" kern="1200">
          <a:solidFill>
            <a:schemeClr val="tx1"/>
          </a:solidFill>
          <a:latin typeface="+mn-lt"/>
          <a:ea typeface="+mn-ea"/>
          <a:cs typeface="+mn-cs"/>
        </a:defRPr>
      </a:lvl1pPr>
      <a:lvl2pPr marL="4062885" indent="-1567471" algn="l" rtl="0" eaLnBrk="1" latinLnBrk="0" hangingPunct="1">
        <a:spcBef>
          <a:spcPct val="20000"/>
        </a:spcBef>
        <a:buClr>
          <a:schemeClr val="accent2"/>
        </a:buClr>
        <a:buSzPct val="90000"/>
        <a:buFont typeface="Wingdings"/>
        <a:buChar char=""/>
        <a:defRPr kumimoji="0" sz="14300" kern="1200">
          <a:solidFill>
            <a:schemeClr val="tx1"/>
          </a:solidFill>
          <a:latin typeface="+mn-lt"/>
          <a:ea typeface="+mn-ea"/>
          <a:cs typeface="+mn-cs"/>
        </a:defRPr>
      </a:lvl2pPr>
      <a:lvl3pPr marL="5467339" indent="-1253977" algn="l" rtl="0" eaLnBrk="1" latinLnBrk="0" hangingPunct="1">
        <a:spcBef>
          <a:spcPct val="20000"/>
        </a:spcBef>
        <a:buClr>
          <a:schemeClr val="accent2"/>
        </a:buClr>
        <a:buFont typeface="Wingdings 2"/>
        <a:buChar char=""/>
        <a:defRPr kumimoji="0" sz="13200" kern="1200">
          <a:solidFill>
            <a:schemeClr val="tx1"/>
          </a:solidFill>
          <a:latin typeface="+mn-lt"/>
          <a:ea typeface="+mn-ea"/>
          <a:cs typeface="+mn-cs"/>
        </a:defRPr>
      </a:lvl3pPr>
      <a:lvl4pPr marL="6921952" indent="-1253977" algn="l" rtl="0" eaLnBrk="1" latinLnBrk="0" hangingPunct="1">
        <a:spcBef>
          <a:spcPct val="20000"/>
        </a:spcBef>
        <a:buClr>
          <a:schemeClr val="accent3"/>
        </a:buClr>
        <a:buFont typeface="Wingdings 3"/>
        <a:buChar char=""/>
        <a:defRPr kumimoji="0" sz="12100" kern="1200">
          <a:solidFill>
            <a:schemeClr val="tx1"/>
          </a:solidFill>
          <a:latin typeface="+mn-lt"/>
          <a:ea typeface="+mn-ea"/>
          <a:cs typeface="+mn-cs"/>
        </a:defRPr>
      </a:lvl4pPr>
      <a:lvl5pPr marL="8125770" indent="-1153659" algn="l" rtl="0" eaLnBrk="1" latinLnBrk="0" hangingPunct="1">
        <a:spcBef>
          <a:spcPct val="20000"/>
        </a:spcBef>
        <a:buClr>
          <a:schemeClr val="accent3"/>
        </a:buClr>
        <a:buFont typeface="Wingdings 2"/>
        <a:buChar char=""/>
        <a:defRPr kumimoji="0" sz="10900" kern="1200">
          <a:solidFill>
            <a:schemeClr val="tx1"/>
          </a:solidFill>
          <a:latin typeface="+mn-lt"/>
          <a:ea typeface="+mn-ea"/>
          <a:cs typeface="+mn-cs"/>
        </a:defRPr>
      </a:lvl5pPr>
      <a:lvl6pPr marL="9379747" indent="-1153659" algn="l" rtl="0" eaLnBrk="1" latinLnBrk="0" hangingPunct="1">
        <a:spcBef>
          <a:spcPct val="20000"/>
        </a:spcBef>
        <a:buClr>
          <a:schemeClr val="accent3"/>
        </a:buClr>
        <a:buFont typeface="Wingdings 2"/>
        <a:buChar char=""/>
        <a:defRPr kumimoji="0" sz="9900" kern="1200">
          <a:solidFill>
            <a:schemeClr val="tx1"/>
          </a:solidFill>
          <a:latin typeface="+mn-lt"/>
          <a:ea typeface="+mn-ea"/>
          <a:cs typeface="+mn-cs"/>
        </a:defRPr>
      </a:lvl6pPr>
      <a:lvl7pPr marL="10433087" indent="-1003182" algn="l" rtl="0" eaLnBrk="1" latinLnBrk="0" hangingPunct="1">
        <a:spcBef>
          <a:spcPct val="20000"/>
        </a:spcBef>
        <a:buClr>
          <a:schemeClr val="accent4"/>
        </a:buClr>
        <a:buFont typeface="Wingdings 2"/>
        <a:buChar char=""/>
        <a:defRPr kumimoji="0" sz="8800" kern="1200">
          <a:solidFill>
            <a:schemeClr val="tx1"/>
          </a:solidFill>
          <a:latin typeface="+mn-lt"/>
          <a:ea typeface="+mn-ea"/>
          <a:cs typeface="+mn-cs"/>
        </a:defRPr>
      </a:lvl7pPr>
      <a:lvl8pPr marL="11486427" indent="-1003182" algn="l" rtl="0" eaLnBrk="1" latinLnBrk="0" hangingPunct="1">
        <a:spcBef>
          <a:spcPct val="20000"/>
        </a:spcBef>
        <a:buClr>
          <a:schemeClr val="accent4"/>
        </a:buClr>
        <a:buFont typeface="Wingdings 2"/>
        <a:buChar char=""/>
        <a:defRPr kumimoji="0" sz="8800" kern="1200">
          <a:solidFill>
            <a:schemeClr val="tx1"/>
          </a:solidFill>
          <a:latin typeface="+mn-lt"/>
          <a:ea typeface="+mn-ea"/>
          <a:cs typeface="+mn-cs"/>
        </a:defRPr>
      </a:lvl8pPr>
      <a:lvl9pPr marL="12539768" indent="-1003182" algn="l" rtl="0" eaLnBrk="1" latinLnBrk="0" hangingPunct="1">
        <a:spcBef>
          <a:spcPct val="20000"/>
        </a:spcBef>
        <a:buClr>
          <a:schemeClr val="accent4"/>
        </a:buClr>
        <a:buFont typeface="Wingdings 2"/>
        <a:buChar char=""/>
        <a:defRPr kumimoji="0" sz="88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2507953" algn="l" rtl="0" eaLnBrk="1" latinLnBrk="0" hangingPunct="1">
        <a:defRPr kumimoji="0" kern="1200">
          <a:solidFill>
            <a:schemeClr val="tx1"/>
          </a:solidFill>
          <a:latin typeface="+mn-lt"/>
          <a:ea typeface="+mn-ea"/>
          <a:cs typeface="+mn-cs"/>
        </a:defRPr>
      </a:lvl2pPr>
      <a:lvl3pPr marL="5015907" algn="l" rtl="0" eaLnBrk="1" latinLnBrk="0" hangingPunct="1">
        <a:defRPr kumimoji="0" kern="1200">
          <a:solidFill>
            <a:schemeClr val="tx1"/>
          </a:solidFill>
          <a:latin typeface="+mn-lt"/>
          <a:ea typeface="+mn-ea"/>
          <a:cs typeface="+mn-cs"/>
        </a:defRPr>
      </a:lvl3pPr>
      <a:lvl4pPr marL="7523861" algn="l" rtl="0" eaLnBrk="1" latinLnBrk="0" hangingPunct="1">
        <a:defRPr kumimoji="0" kern="1200">
          <a:solidFill>
            <a:schemeClr val="tx1"/>
          </a:solidFill>
          <a:latin typeface="+mn-lt"/>
          <a:ea typeface="+mn-ea"/>
          <a:cs typeface="+mn-cs"/>
        </a:defRPr>
      </a:lvl4pPr>
      <a:lvl5pPr marL="10031815" algn="l" rtl="0" eaLnBrk="1" latinLnBrk="0" hangingPunct="1">
        <a:defRPr kumimoji="0" kern="1200">
          <a:solidFill>
            <a:schemeClr val="tx1"/>
          </a:solidFill>
          <a:latin typeface="+mn-lt"/>
          <a:ea typeface="+mn-ea"/>
          <a:cs typeface="+mn-cs"/>
        </a:defRPr>
      </a:lvl5pPr>
      <a:lvl6pPr marL="12539768" algn="l" rtl="0" eaLnBrk="1" latinLnBrk="0" hangingPunct="1">
        <a:defRPr kumimoji="0" kern="1200">
          <a:solidFill>
            <a:schemeClr val="tx1"/>
          </a:solidFill>
          <a:latin typeface="+mn-lt"/>
          <a:ea typeface="+mn-ea"/>
          <a:cs typeface="+mn-cs"/>
        </a:defRPr>
      </a:lvl6pPr>
      <a:lvl7pPr marL="15047721" algn="l" rtl="0" eaLnBrk="1" latinLnBrk="0" hangingPunct="1">
        <a:defRPr kumimoji="0" kern="1200">
          <a:solidFill>
            <a:schemeClr val="tx1"/>
          </a:solidFill>
          <a:latin typeface="+mn-lt"/>
          <a:ea typeface="+mn-ea"/>
          <a:cs typeface="+mn-cs"/>
        </a:defRPr>
      </a:lvl7pPr>
      <a:lvl8pPr marL="17555676" algn="l" rtl="0" eaLnBrk="1" latinLnBrk="0" hangingPunct="1">
        <a:defRPr kumimoji="0" kern="1200">
          <a:solidFill>
            <a:schemeClr val="tx1"/>
          </a:solidFill>
          <a:latin typeface="+mn-lt"/>
          <a:ea typeface="+mn-ea"/>
          <a:cs typeface="+mn-cs"/>
        </a:defRPr>
      </a:lvl8pPr>
      <a:lvl9pPr marL="20063629"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3.jpeg"/><Relationship Id="rId18" Type="http://schemas.openxmlformats.org/officeDocument/2006/relationships/image" Target="../media/image18.gif"/><Relationship Id="rId26" Type="http://schemas.openxmlformats.org/officeDocument/2006/relationships/image" Target="../media/image26.gif"/><Relationship Id="rId39" Type="http://schemas.openxmlformats.org/officeDocument/2006/relationships/image" Target="../media/image39.jpeg"/><Relationship Id="rId21" Type="http://schemas.openxmlformats.org/officeDocument/2006/relationships/image" Target="../media/image21.png"/><Relationship Id="rId34" Type="http://schemas.openxmlformats.org/officeDocument/2006/relationships/image" Target="../media/image34.jpeg"/><Relationship Id="rId42" Type="http://schemas.openxmlformats.org/officeDocument/2006/relationships/image" Target="../media/image42.gif"/><Relationship Id="rId47" Type="http://schemas.openxmlformats.org/officeDocument/2006/relationships/image" Target="../media/image47.jpeg"/><Relationship Id="rId50" Type="http://schemas.openxmlformats.org/officeDocument/2006/relationships/image" Target="../media/image50.gif"/><Relationship Id="rId55" Type="http://schemas.openxmlformats.org/officeDocument/2006/relationships/image" Target="../media/image55.gif"/><Relationship Id="rId7" Type="http://schemas.openxmlformats.org/officeDocument/2006/relationships/image" Target="../media/image7.png"/><Relationship Id="rId12" Type="http://schemas.openxmlformats.org/officeDocument/2006/relationships/image" Target="../media/image12.wmf"/><Relationship Id="rId17" Type="http://schemas.openxmlformats.org/officeDocument/2006/relationships/image" Target="../media/image17.jpeg"/><Relationship Id="rId25" Type="http://schemas.openxmlformats.org/officeDocument/2006/relationships/image" Target="../media/image25.jpeg"/><Relationship Id="rId33" Type="http://schemas.openxmlformats.org/officeDocument/2006/relationships/image" Target="../media/image33.jpeg"/><Relationship Id="rId38" Type="http://schemas.openxmlformats.org/officeDocument/2006/relationships/image" Target="../media/image38.gif"/><Relationship Id="rId46" Type="http://schemas.openxmlformats.org/officeDocument/2006/relationships/image" Target="../media/image46.gif"/><Relationship Id="rId2" Type="http://schemas.openxmlformats.org/officeDocument/2006/relationships/image" Target="../media/image2.jpeg"/><Relationship Id="rId16" Type="http://schemas.openxmlformats.org/officeDocument/2006/relationships/image" Target="../media/image16.png"/><Relationship Id="rId20" Type="http://schemas.openxmlformats.org/officeDocument/2006/relationships/image" Target="../media/image20.gif"/><Relationship Id="rId29" Type="http://schemas.openxmlformats.org/officeDocument/2006/relationships/image" Target="../media/image29.jpeg"/><Relationship Id="rId41" Type="http://schemas.openxmlformats.org/officeDocument/2006/relationships/image" Target="../media/image41.gif"/><Relationship Id="rId54" Type="http://schemas.openxmlformats.org/officeDocument/2006/relationships/image" Target="../media/image54.jpeg"/><Relationship Id="rId1" Type="http://schemas.openxmlformats.org/officeDocument/2006/relationships/slideLayout" Target="../slideLayouts/slideLayout1.xml"/><Relationship Id="rId6" Type="http://schemas.openxmlformats.org/officeDocument/2006/relationships/image" Target="../media/image6.jpeg"/><Relationship Id="rId11" Type="http://schemas.openxmlformats.org/officeDocument/2006/relationships/image" Target="../media/image11.jpeg"/><Relationship Id="rId24" Type="http://schemas.openxmlformats.org/officeDocument/2006/relationships/image" Target="../media/image24.jpeg"/><Relationship Id="rId32" Type="http://schemas.openxmlformats.org/officeDocument/2006/relationships/image" Target="../media/image32.jpeg"/><Relationship Id="rId37" Type="http://schemas.openxmlformats.org/officeDocument/2006/relationships/image" Target="../media/image37.jpeg"/><Relationship Id="rId40" Type="http://schemas.openxmlformats.org/officeDocument/2006/relationships/image" Target="../media/image40.gif"/><Relationship Id="rId45" Type="http://schemas.openxmlformats.org/officeDocument/2006/relationships/image" Target="../media/image45.gif"/><Relationship Id="rId53" Type="http://schemas.openxmlformats.org/officeDocument/2006/relationships/image" Target="../media/image53.gif"/><Relationship Id="rId5" Type="http://schemas.openxmlformats.org/officeDocument/2006/relationships/image" Target="../media/image5.jpeg"/><Relationship Id="rId15" Type="http://schemas.openxmlformats.org/officeDocument/2006/relationships/image" Target="../media/image15.jpeg"/><Relationship Id="rId23" Type="http://schemas.openxmlformats.org/officeDocument/2006/relationships/image" Target="../media/image23.jpeg"/><Relationship Id="rId28" Type="http://schemas.openxmlformats.org/officeDocument/2006/relationships/image" Target="../media/image28.jpeg"/><Relationship Id="rId36" Type="http://schemas.openxmlformats.org/officeDocument/2006/relationships/image" Target="../media/image36.jpeg"/><Relationship Id="rId49" Type="http://schemas.openxmlformats.org/officeDocument/2006/relationships/image" Target="../media/image49.gif"/><Relationship Id="rId10" Type="http://schemas.openxmlformats.org/officeDocument/2006/relationships/image" Target="../media/image10.jpeg"/><Relationship Id="rId19" Type="http://schemas.openxmlformats.org/officeDocument/2006/relationships/image" Target="../media/image19.gif"/><Relationship Id="rId31" Type="http://schemas.openxmlformats.org/officeDocument/2006/relationships/image" Target="../media/image31.jpeg"/><Relationship Id="rId44" Type="http://schemas.openxmlformats.org/officeDocument/2006/relationships/image" Target="../media/image44.gif"/><Relationship Id="rId52" Type="http://schemas.openxmlformats.org/officeDocument/2006/relationships/image" Target="../media/image52.gif"/><Relationship Id="rId4" Type="http://schemas.openxmlformats.org/officeDocument/2006/relationships/image" Target="../media/image4.png"/><Relationship Id="rId9" Type="http://schemas.openxmlformats.org/officeDocument/2006/relationships/image" Target="../media/image9.jpeg"/><Relationship Id="rId14" Type="http://schemas.openxmlformats.org/officeDocument/2006/relationships/image" Target="../media/image14.jpeg"/><Relationship Id="rId22" Type="http://schemas.openxmlformats.org/officeDocument/2006/relationships/image" Target="../media/image22.jpeg"/><Relationship Id="rId27" Type="http://schemas.openxmlformats.org/officeDocument/2006/relationships/image" Target="../media/image27.jpeg"/><Relationship Id="rId30" Type="http://schemas.openxmlformats.org/officeDocument/2006/relationships/image" Target="../media/image30.jpeg"/><Relationship Id="rId35" Type="http://schemas.openxmlformats.org/officeDocument/2006/relationships/image" Target="../media/image35.jpeg"/><Relationship Id="rId43" Type="http://schemas.openxmlformats.org/officeDocument/2006/relationships/image" Target="../media/image43.jpeg"/><Relationship Id="rId48" Type="http://schemas.openxmlformats.org/officeDocument/2006/relationships/image" Target="../media/image48.gif"/><Relationship Id="rId56" Type="http://schemas.openxmlformats.org/officeDocument/2006/relationships/image" Target="../media/image56.gif"/><Relationship Id="rId8" Type="http://schemas.openxmlformats.org/officeDocument/2006/relationships/image" Target="../media/image8.jpeg"/><Relationship Id="rId51" Type="http://schemas.openxmlformats.org/officeDocument/2006/relationships/image" Target="../media/image51.gif"/><Relationship Id="rId3" Type="http://schemas.openxmlformats.org/officeDocument/2006/relationships/image" Target="../media/image3.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Rectangle 132"/>
          <p:cNvSpPr/>
          <p:nvPr/>
        </p:nvSpPr>
        <p:spPr>
          <a:xfrm>
            <a:off x="0" y="31546800"/>
            <a:ext cx="34594800" cy="1371600"/>
          </a:xfrm>
          <a:prstGeom prst="rect">
            <a:avLst/>
          </a:prstGeom>
          <a:solidFill>
            <a:schemeClr val="tx1"/>
          </a:solidFill>
          <a:ln>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2"/>
          <p:cNvSpPr>
            <a:spLocks noGrp="1" noChangeArrowheads="1"/>
          </p:cNvSpPr>
          <p:nvPr>
            <p:ph type="ctrTitle"/>
          </p:nvPr>
        </p:nvSpPr>
        <p:spPr>
          <a:xfrm>
            <a:off x="0" y="0"/>
            <a:ext cx="51206400" cy="4419600"/>
          </a:xfrm>
          <a:solidFill>
            <a:schemeClr val="tx2">
              <a:lumMod val="25000"/>
            </a:schemeClr>
          </a:solidFill>
          <a:ln>
            <a:noFill/>
          </a:ln>
        </p:spPr>
        <p:txBody>
          <a:bodyPr/>
          <a:lstStyle/>
          <a:p>
            <a:pPr algn="ctr"/>
            <a:r>
              <a:rPr lang="en-US" sz="9600" dirty="0" smtClean="0"/>
              <a:t>Interaction </a:t>
            </a:r>
            <a:r>
              <a:rPr lang="en-US" sz="9600" dirty="0" smtClean="0"/>
              <a:t>Support for the Global </a:t>
            </a:r>
            <a:r>
              <a:rPr lang="en-US" sz="9600" dirty="0" err="1" smtClean="0"/>
              <a:t>Fluxnet</a:t>
            </a:r>
            <a:r>
              <a:rPr lang="en-US" sz="9600" dirty="0" smtClean="0"/>
              <a:t> Data Set</a:t>
            </a:r>
            <a:r>
              <a:rPr lang="en-US" sz="10500" dirty="0" smtClean="0">
                <a:solidFill>
                  <a:schemeClr val="accent1">
                    <a:lumMod val="40000"/>
                    <a:lumOff val="60000"/>
                  </a:schemeClr>
                </a:solidFill>
                <a:latin typeface="Tahoma" pitchFamily="34" charset="0"/>
              </a:rPr>
              <a:t/>
            </a:r>
            <a:br>
              <a:rPr lang="en-US" sz="10500" dirty="0" smtClean="0">
                <a:solidFill>
                  <a:schemeClr val="accent1">
                    <a:lumMod val="40000"/>
                    <a:lumOff val="60000"/>
                  </a:schemeClr>
                </a:solidFill>
                <a:latin typeface="Tahoma" pitchFamily="34" charset="0"/>
              </a:rPr>
            </a:br>
            <a:r>
              <a:rPr lang="en-US" sz="10500" dirty="0" smtClean="0">
                <a:solidFill>
                  <a:schemeClr val="accent1">
                    <a:lumMod val="40000"/>
                    <a:lumOff val="60000"/>
                  </a:schemeClr>
                </a:solidFill>
                <a:latin typeface="Tahoma" pitchFamily="34" charset="0"/>
              </a:rPr>
              <a:t/>
            </a:r>
            <a:br>
              <a:rPr lang="en-US" sz="10500" dirty="0" smtClean="0">
                <a:solidFill>
                  <a:schemeClr val="accent1">
                    <a:lumMod val="40000"/>
                    <a:lumOff val="60000"/>
                  </a:schemeClr>
                </a:solidFill>
                <a:latin typeface="Tahoma" pitchFamily="34" charset="0"/>
              </a:rPr>
            </a:br>
            <a:endParaRPr lang="en-US" sz="4300" cap="none" dirty="0">
              <a:solidFill>
                <a:schemeClr val="accent1">
                  <a:lumMod val="40000"/>
                  <a:lumOff val="60000"/>
                </a:schemeClr>
              </a:solidFill>
              <a:latin typeface="Tahoma" pitchFamily="34" charset="0"/>
            </a:endParaRPr>
          </a:p>
        </p:txBody>
      </p:sp>
      <p:sp>
        <p:nvSpPr>
          <p:cNvPr id="42" name="TextBox 41"/>
          <p:cNvSpPr txBox="1"/>
          <p:nvPr/>
        </p:nvSpPr>
        <p:spPr>
          <a:xfrm>
            <a:off x="990599" y="2362200"/>
            <a:ext cx="48996601" cy="2292931"/>
          </a:xfrm>
          <a:prstGeom prst="rect">
            <a:avLst/>
          </a:prstGeom>
          <a:noFill/>
        </p:spPr>
        <p:txBody>
          <a:bodyPr wrap="square" lIns="121917" tIns="60958" rIns="121917" bIns="60958" rtlCol="0">
            <a:spAutoFit/>
          </a:bodyPr>
          <a:lstStyle/>
          <a:p>
            <a:pPr algn="ctr">
              <a:spcBef>
                <a:spcPts val="1333"/>
              </a:spcBef>
            </a:pPr>
            <a:r>
              <a:rPr lang="en-US" sz="3600" dirty="0" smtClean="0">
                <a:solidFill>
                  <a:schemeClr val="accent1">
                    <a:lumMod val="40000"/>
                    <a:lumOff val="60000"/>
                  </a:schemeClr>
                </a:solidFill>
              </a:rPr>
              <a:t>Deb </a:t>
            </a:r>
            <a:r>
              <a:rPr lang="en-US" sz="3600" dirty="0" err="1" smtClean="0">
                <a:solidFill>
                  <a:schemeClr val="accent1">
                    <a:lumMod val="40000"/>
                    <a:lumOff val="60000"/>
                  </a:schemeClr>
                </a:solidFill>
              </a:rPr>
              <a:t>Agarwal</a:t>
            </a:r>
            <a:r>
              <a:rPr lang="en-US" sz="3600" baseline="30000" dirty="0" err="1" smtClean="0">
                <a:solidFill>
                  <a:schemeClr val="accent1">
                    <a:lumMod val="40000"/>
                    <a:lumOff val="60000"/>
                  </a:schemeClr>
                </a:solidFill>
              </a:rPr>
              <a:t>abd</a:t>
            </a:r>
            <a:r>
              <a:rPr lang="en-US" sz="3600" baseline="30000" dirty="0" smtClean="0">
                <a:solidFill>
                  <a:schemeClr val="accent1">
                    <a:lumMod val="40000"/>
                    <a:lumOff val="60000"/>
                  </a:schemeClr>
                </a:solidFill>
              </a:rPr>
              <a:t> </a:t>
            </a:r>
            <a:r>
              <a:rPr lang="en-US" sz="3600" dirty="0" smtClean="0">
                <a:solidFill>
                  <a:schemeClr val="accent1">
                    <a:lumMod val="40000"/>
                    <a:lumOff val="60000"/>
                  </a:schemeClr>
                </a:solidFill>
              </a:rPr>
              <a:t> </a:t>
            </a:r>
            <a:r>
              <a:rPr lang="en-US" sz="3600" dirty="0" smtClean="0">
                <a:solidFill>
                  <a:schemeClr val="accent1">
                    <a:lumMod val="75000"/>
                  </a:schemeClr>
                </a:solidFill>
              </a:rPr>
              <a:t>(daagarwal@lbl.gov)</a:t>
            </a:r>
            <a:r>
              <a:rPr lang="en-US" sz="3600" dirty="0" smtClean="0">
                <a:solidFill>
                  <a:schemeClr val="accent1">
                    <a:lumMod val="40000"/>
                    <a:lumOff val="60000"/>
                  </a:schemeClr>
                </a:solidFill>
              </a:rPr>
              <a:t>, Marty </a:t>
            </a:r>
            <a:r>
              <a:rPr lang="en-US" sz="3600" dirty="0" err="1" smtClean="0">
                <a:solidFill>
                  <a:schemeClr val="accent1">
                    <a:lumMod val="40000"/>
                    <a:lumOff val="60000"/>
                  </a:schemeClr>
                </a:solidFill>
              </a:rPr>
              <a:t>Humphrey</a:t>
            </a:r>
            <a:r>
              <a:rPr lang="en-US" sz="3600" baseline="30000" dirty="0" err="1" smtClean="0">
                <a:solidFill>
                  <a:schemeClr val="accent1">
                    <a:lumMod val="40000"/>
                    <a:lumOff val="60000"/>
                  </a:schemeClr>
                </a:solidFill>
              </a:rPr>
              <a:t>e</a:t>
            </a:r>
            <a:r>
              <a:rPr lang="en-US" sz="3600" dirty="0" smtClean="0">
                <a:solidFill>
                  <a:schemeClr val="accent1">
                    <a:lumMod val="40000"/>
                    <a:lumOff val="60000"/>
                  </a:schemeClr>
                </a:solidFill>
              </a:rPr>
              <a:t> </a:t>
            </a:r>
            <a:r>
              <a:rPr lang="en-US" sz="3600" dirty="0" smtClean="0">
                <a:solidFill>
                  <a:schemeClr val="accent1">
                    <a:lumMod val="75000"/>
                  </a:schemeClr>
                </a:solidFill>
              </a:rPr>
              <a:t>(humphrey@cs.virginia.edu)</a:t>
            </a:r>
            <a:r>
              <a:rPr lang="en-US" sz="3600" dirty="0" smtClean="0">
                <a:solidFill>
                  <a:schemeClr val="accent1">
                    <a:lumMod val="40000"/>
                    <a:lumOff val="60000"/>
                  </a:schemeClr>
                </a:solidFill>
              </a:rPr>
              <a:t>, Norman </a:t>
            </a:r>
            <a:r>
              <a:rPr lang="en-US" sz="3600" dirty="0" err="1" smtClean="0">
                <a:solidFill>
                  <a:schemeClr val="accent1">
                    <a:lumMod val="40000"/>
                    <a:lumOff val="60000"/>
                  </a:schemeClr>
                </a:solidFill>
              </a:rPr>
              <a:t>Beekwilder</a:t>
            </a:r>
            <a:r>
              <a:rPr lang="en-US" sz="3600" baseline="30000" dirty="0" err="1" smtClean="0">
                <a:solidFill>
                  <a:schemeClr val="accent1">
                    <a:lumMod val="40000"/>
                    <a:lumOff val="60000"/>
                  </a:schemeClr>
                </a:solidFill>
              </a:rPr>
              <a:t>e</a:t>
            </a:r>
            <a:r>
              <a:rPr lang="en-US" sz="3600" dirty="0" smtClean="0">
                <a:solidFill>
                  <a:schemeClr val="accent1">
                    <a:lumMod val="40000"/>
                    <a:lumOff val="60000"/>
                  </a:schemeClr>
                </a:solidFill>
              </a:rPr>
              <a:t> </a:t>
            </a:r>
            <a:r>
              <a:rPr lang="en-US" sz="3600" dirty="0" smtClean="0">
                <a:solidFill>
                  <a:schemeClr val="accent1">
                    <a:lumMod val="75000"/>
                  </a:schemeClr>
                </a:solidFill>
              </a:rPr>
              <a:t>(nfb5z@cs.virginia.edu)</a:t>
            </a:r>
            <a:r>
              <a:rPr lang="en-US" sz="3600" dirty="0" smtClean="0">
                <a:solidFill>
                  <a:schemeClr val="accent1">
                    <a:lumMod val="40000"/>
                    <a:lumOff val="60000"/>
                  </a:schemeClr>
                </a:solidFill>
              </a:rPr>
              <a:t>, Monte </a:t>
            </a:r>
            <a:r>
              <a:rPr lang="en-US" sz="3600" dirty="0" err="1" smtClean="0">
                <a:solidFill>
                  <a:schemeClr val="accent1">
                    <a:lumMod val="40000"/>
                    <a:lumOff val="60000"/>
                  </a:schemeClr>
                </a:solidFill>
              </a:rPr>
              <a:t>Goode</a:t>
            </a:r>
            <a:r>
              <a:rPr lang="en-US" sz="3600" baseline="30000" dirty="0" err="1" smtClean="0">
                <a:solidFill>
                  <a:schemeClr val="accent1">
                    <a:lumMod val="40000"/>
                    <a:lumOff val="60000"/>
                  </a:schemeClr>
                </a:solidFill>
              </a:rPr>
              <a:t>abd</a:t>
            </a:r>
            <a:r>
              <a:rPr lang="en-US" sz="3600" dirty="0" smtClean="0">
                <a:solidFill>
                  <a:schemeClr val="accent1">
                    <a:lumMod val="40000"/>
                    <a:lumOff val="60000"/>
                  </a:schemeClr>
                </a:solidFill>
              </a:rPr>
              <a:t> </a:t>
            </a:r>
            <a:r>
              <a:rPr lang="en-US" sz="3600" dirty="0" smtClean="0">
                <a:solidFill>
                  <a:schemeClr val="accent1">
                    <a:lumMod val="75000"/>
                  </a:schemeClr>
                </a:solidFill>
              </a:rPr>
              <a:t>(MMGoode@lbl.gov)</a:t>
            </a:r>
            <a:r>
              <a:rPr lang="en-US" sz="3600" dirty="0" smtClean="0">
                <a:solidFill>
                  <a:schemeClr val="accent1">
                    <a:lumMod val="40000"/>
                    <a:lumOff val="60000"/>
                  </a:schemeClr>
                </a:solidFill>
              </a:rPr>
              <a:t>, Keith </a:t>
            </a:r>
            <a:r>
              <a:rPr lang="en-US" sz="3600" dirty="0" err="1" smtClean="0">
                <a:solidFill>
                  <a:schemeClr val="accent1">
                    <a:lumMod val="40000"/>
                    <a:lumOff val="60000"/>
                  </a:schemeClr>
                </a:solidFill>
              </a:rPr>
              <a:t>Jackson</a:t>
            </a:r>
            <a:r>
              <a:rPr lang="en-US" sz="3600" baseline="30000" dirty="0" err="1" smtClean="0">
                <a:solidFill>
                  <a:schemeClr val="accent1">
                    <a:lumMod val="40000"/>
                    <a:lumOff val="60000"/>
                  </a:schemeClr>
                </a:solidFill>
              </a:rPr>
              <a:t>abd</a:t>
            </a:r>
            <a:r>
              <a:rPr lang="en-US" sz="3600" dirty="0" smtClean="0">
                <a:solidFill>
                  <a:schemeClr val="accent1">
                    <a:lumMod val="40000"/>
                    <a:lumOff val="60000"/>
                  </a:schemeClr>
                </a:solidFill>
              </a:rPr>
              <a:t> </a:t>
            </a:r>
            <a:r>
              <a:rPr lang="en-US" sz="3600" dirty="0" smtClean="0">
                <a:solidFill>
                  <a:schemeClr val="accent1">
                    <a:lumMod val="75000"/>
                  </a:schemeClr>
                </a:solidFill>
              </a:rPr>
              <a:t>(krjackson@lbl.gov)</a:t>
            </a:r>
            <a:r>
              <a:rPr lang="en-US" sz="3600" dirty="0" smtClean="0">
                <a:solidFill>
                  <a:schemeClr val="accent1">
                    <a:lumMod val="40000"/>
                    <a:lumOff val="60000"/>
                  </a:schemeClr>
                </a:solidFill>
              </a:rPr>
              <a:t>, Robin </a:t>
            </a:r>
            <a:r>
              <a:rPr lang="en-US" sz="3600" dirty="0" err="1" smtClean="0">
                <a:solidFill>
                  <a:schemeClr val="accent1">
                    <a:lumMod val="40000"/>
                    <a:lumOff val="60000"/>
                  </a:schemeClr>
                </a:solidFill>
              </a:rPr>
              <a:t>Weber</a:t>
            </a:r>
            <a:r>
              <a:rPr lang="en-US" sz="3600" baseline="30000" dirty="0" err="1" smtClean="0">
                <a:solidFill>
                  <a:schemeClr val="accent1">
                    <a:lumMod val="40000"/>
                    <a:lumOff val="60000"/>
                  </a:schemeClr>
                </a:solidFill>
              </a:rPr>
              <a:t>ad</a:t>
            </a:r>
            <a:r>
              <a:rPr lang="en-US" sz="3600" dirty="0" smtClean="0">
                <a:solidFill>
                  <a:schemeClr val="accent1">
                    <a:lumMod val="40000"/>
                    <a:lumOff val="60000"/>
                  </a:schemeClr>
                </a:solidFill>
              </a:rPr>
              <a:t> </a:t>
            </a:r>
            <a:r>
              <a:rPr lang="en-US" sz="3600" dirty="0" smtClean="0">
                <a:solidFill>
                  <a:schemeClr val="accent1">
                    <a:lumMod val="75000"/>
                  </a:schemeClr>
                </a:solidFill>
              </a:rPr>
              <a:t>(rjweber@lbl.gov)</a:t>
            </a:r>
            <a:r>
              <a:rPr lang="en-US" sz="3600" dirty="0" smtClean="0">
                <a:solidFill>
                  <a:schemeClr val="accent1">
                    <a:lumMod val="40000"/>
                    <a:lumOff val="60000"/>
                  </a:schemeClr>
                </a:solidFill>
              </a:rPr>
              <a:t>, Catharine van </a:t>
            </a:r>
            <a:r>
              <a:rPr lang="en-US" sz="3600" dirty="0" err="1" smtClean="0">
                <a:solidFill>
                  <a:schemeClr val="accent1">
                    <a:lumMod val="40000"/>
                    <a:lumOff val="60000"/>
                  </a:schemeClr>
                </a:solidFill>
              </a:rPr>
              <a:t>Ingen</a:t>
            </a:r>
            <a:r>
              <a:rPr lang="en-US" sz="3600" baseline="30000" dirty="0" err="1" smtClean="0">
                <a:solidFill>
                  <a:schemeClr val="accent1">
                    <a:lumMod val="40000"/>
                    <a:lumOff val="60000"/>
                  </a:schemeClr>
                </a:solidFill>
              </a:rPr>
              <a:t>c</a:t>
            </a:r>
            <a:r>
              <a:rPr lang="en-US" sz="3600" dirty="0" smtClean="0">
                <a:solidFill>
                  <a:schemeClr val="accent1">
                    <a:lumMod val="40000"/>
                    <a:lumOff val="60000"/>
                  </a:schemeClr>
                </a:solidFill>
              </a:rPr>
              <a:t> </a:t>
            </a:r>
            <a:r>
              <a:rPr lang="en-US" sz="3600" dirty="0" smtClean="0">
                <a:solidFill>
                  <a:schemeClr val="accent1">
                    <a:lumMod val="75000"/>
                  </a:schemeClr>
                </a:solidFill>
              </a:rPr>
              <a:t>(vaningen@microsoft.com )</a:t>
            </a:r>
            <a:r>
              <a:rPr lang="en-US" sz="3600" dirty="0" smtClean="0">
                <a:solidFill>
                  <a:schemeClr val="accent1">
                    <a:lumMod val="40000"/>
                    <a:lumOff val="60000"/>
                  </a:schemeClr>
                </a:solidFill>
              </a:rPr>
              <a:t>, and Dennis </a:t>
            </a:r>
            <a:r>
              <a:rPr lang="en-US" sz="3600" dirty="0" err="1" smtClean="0">
                <a:solidFill>
                  <a:schemeClr val="accent1">
                    <a:lumMod val="40000"/>
                    <a:lumOff val="60000"/>
                  </a:schemeClr>
                </a:solidFill>
              </a:rPr>
              <a:t>Baldocchi</a:t>
            </a:r>
            <a:r>
              <a:rPr lang="en-US" sz="3600" baseline="30000" dirty="0" err="1" smtClean="0">
                <a:solidFill>
                  <a:schemeClr val="accent1">
                    <a:lumMod val="40000"/>
                    <a:lumOff val="60000"/>
                  </a:schemeClr>
                </a:solidFill>
              </a:rPr>
              <a:t>ad</a:t>
            </a:r>
            <a:r>
              <a:rPr lang="en-US" sz="3600" dirty="0" smtClean="0">
                <a:solidFill>
                  <a:schemeClr val="accent1">
                    <a:lumMod val="40000"/>
                    <a:lumOff val="60000"/>
                  </a:schemeClr>
                </a:solidFill>
              </a:rPr>
              <a:t> </a:t>
            </a:r>
            <a:r>
              <a:rPr lang="en-US" sz="3600" dirty="0" smtClean="0">
                <a:solidFill>
                  <a:schemeClr val="accent1">
                    <a:lumMod val="75000"/>
                  </a:schemeClr>
                </a:solidFill>
              </a:rPr>
              <a:t>(baldocchi@nature.berkeley.edu)</a:t>
            </a:r>
            <a:r>
              <a:rPr lang="en-US" sz="3600" dirty="0" smtClean="0">
                <a:solidFill>
                  <a:schemeClr val="accent1">
                    <a:lumMod val="40000"/>
                    <a:lumOff val="60000"/>
                  </a:schemeClr>
                </a:solidFill>
              </a:rPr>
              <a:t/>
            </a:r>
            <a:br>
              <a:rPr lang="en-US" sz="3600" dirty="0" smtClean="0">
                <a:solidFill>
                  <a:schemeClr val="accent1">
                    <a:lumMod val="40000"/>
                    <a:lumOff val="60000"/>
                  </a:schemeClr>
                </a:solidFill>
              </a:rPr>
            </a:br>
            <a:r>
              <a:rPr lang="en-US" sz="3200" dirty="0" smtClean="0">
                <a:solidFill>
                  <a:schemeClr val="accent1">
                    <a:lumMod val="40000"/>
                    <a:lumOff val="60000"/>
                  </a:schemeClr>
                </a:solidFill>
              </a:rPr>
              <a:t>Berkeley Water </a:t>
            </a:r>
            <a:r>
              <a:rPr lang="en-US" sz="3200" dirty="0" err="1" smtClean="0">
                <a:solidFill>
                  <a:schemeClr val="accent1">
                    <a:lumMod val="40000"/>
                    <a:lumOff val="60000"/>
                  </a:schemeClr>
                </a:solidFill>
              </a:rPr>
              <a:t>Center</a:t>
            </a:r>
            <a:r>
              <a:rPr lang="en-US" sz="3200" baseline="30000" dirty="0" err="1" smtClean="0">
                <a:solidFill>
                  <a:schemeClr val="accent1">
                    <a:lumMod val="40000"/>
                    <a:lumOff val="60000"/>
                  </a:schemeClr>
                </a:solidFill>
              </a:rPr>
              <a:t>a</a:t>
            </a:r>
            <a:r>
              <a:rPr lang="en-US" sz="3200" dirty="0" smtClean="0">
                <a:solidFill>
                  <a:schemeClr val="accent1">
                    <a:lumMod val="40000"/>
                    <a:lumOff val="60000"/>
                  </a:schemeClr>
                </a:solidFill>
              </a:rPr>
              <a:t>; </a:t>
            </a:r>
            <a:r>
              <a:rPr lang="en-GB" sz="3200" dirty="0" smtClean="0">
                <a:solidFill>
                  <a:schemeClr val="accent1">
                    <a:lumMod val="40000"/>
                    <a:lumOff val="60000"/>
                  </a:schemeClr>
                </a:solidFill>
              </a:rPr>
              <a:t>Lawrence Berkeley National Laboratory</a:t>
            </a:r>
            <a:r>
              <a:rPr lang="en-US" sz="3200" baseline="30000" dirty="0" smtClean="0">
                <a:solidFill>
                  <a:schemeClr val="accent1">
                    <a:lumMod val="40000"/>
                    <a:lumOff val="60000"/>
                  </a:schemeClr>
                </a:solidFill>
              </a:rPr>
              <a:t>b</a:t>
            </a:r>
            <a:r>
              <a:rPr lang="en-GB" sz="3200" dirty="0" smtClean="0">
                <a:solidFill>
                  <a:schemeClr val="accent1">
                    <a:lumMod val="40000"/>
                    <a:lumOff val="60000"/>
                  </a:schemeClr>
                </a:solidFill>
              </a:rPr>
              <a:t>; Microsoft Research</a:t>
            </a:r>
            <a:r>
              <a:rPr lang="en-US" sz="3200" baseline="30000" dirty="0" smtClean="0">
                <a:solidFill>
                  <a:schemeClr val="accent1">
                    <a:lumMod val="40000"/>
                    <a:lumOff val="60000"/>
                  </a:schemeClr>
                </a:solidFill>
              </a:rPr>
              <a:t>c</a:t>
            </a:r>
            <a:r>
              <a:rPr lang="en-GB" sz="3200" dirty="0" smtClean="0">
                <a:solidFill>
                  <a:schemeClr val="accent1">
                    <a:lumMod val="40000"/>
                    <a:lumOff val="60000"/>
                  </a:schemeClr>
                </a:solidFill>
              </a:rPr>
              <a:t>; University of California, Berkeley</a:t>
            </a:r>
            <a:r>
              <a:rPr lang="en-US" sz="3200" baseline="30000" dirty="0" smtClean="0">
                <a:solidFill>
                  <a:schemeClr val="accent1">
                    <a:lumMod val="40000"/>
                    <a:lumOff val="60000"/>
                  </a:schemeClr>
                </a:solidFill>
              </a:rPr>
              <a:t>d</a:t>
            </a:r>
            <a:r>
              <a:rPr lang="en-GB" sz="3200" dirty="0" smtClean="0">
                <a:solidFill>
                  <a:schemeClr val="accent1">
                    <a:lumMod val="40000"/>
                    <a:lumOff val="60000"/>
                  </a:schemeClr>
                </a:solidFill>
              </a:rPr>
              <a:t>; University of Virginia</a:t>
            </a:r>
            <a:r>
              <a:rPr lang="en-US" sz="3200" baseline="30000" dirty="0" smtClean="0">
                <a:solidFill>
                  <a:schemeClr val="accent1">
                    <a:lumMod val="40000"/>
                    <a:lumOff val="60000"/>
                  </a:schemeClr>
                </a:solidFill>
              </a:rPr>
              <a:t>e</a:t>
            </a:r>
            <a:endParaRPr lang="en-GB" sz="3200" dirty="0" smtClean="0">
              <a:solidFill>
                <a:schemeClr val="accent1">
                  <a:lumMod val="40000"/>
                  <a:lumOff val="60000"/>
                </a:schemeClr>
              </a:solidFill>
            </a:endParaRPr>
          </a:p>
          <a:p>
            <a:pPr algn="ctr"/>
            <a:endParaRPr lang="en-US" sz="3700" dirty="0">
              <a:solidFill>
                <a:schemeClr val="accent1">
                  <a:lumMod val="40000"/>
                  <a:lumOff val="60000"/>
                </a:schemeClr>
              </a:solidFill>
            </a:endParaRPr>
          </a:p>
        </p:txBody>
      </p:sp>
      <p:sp>
        <p:nvSpPr>
          <p:cNvPr id="43" name="Rectangle 14"/>
          <p:cNvSpPr>
            <a:spLocks noChangeArrowheads="1"/>
          </p:cNvSpPr>
          <p:nvPr/>
        </p:nvSpPr>
        <p:spPr bwMode="auto">
          <a:xfrm>
            <a:off x="533402" y="9525000"/>
            <a:ext cx="16230598" cy="11277600"/>
          </a:xfrm>
          <a:prstGeom prst="rect">
            <a:avLst/>
          </a:prstGeom>
          <a:noFill/>
          <a:ln w="9525">
            <a:noFill/>
            <a:miter lim="800000"/>
            <a:headEnd/>
            <a:tailEnd/>
          </a:ln>
          <a:effectLst/>
        </p:spPr>
        <p:txBody>
          <a:bodyPr lIns="146282" tIns="73141" rIns="146282" bIns="73141"/>
          <a:lstStyle/>
          <a:p>
            <a:r>
              <a:rPr lang="en-US" sz="4300" dirty="0" smtClean="0"/>
              <a:t>Abstract</a:t>
            </a:r>
          </a:p>
          <a:p>
            <a:endParaRPr lang="en-US" sz="3700" b="0" dirty="0" smtClean="0"/>
          </a:p>
          <a:p>
            <a:r>
              <a:rPr lang="en-US" sz="3600" b="0" dirty="0" smtClean="0"/>
              <a:t>The FLUXNET synthesis data set contains on the order of 960 site-years of sensor data from over 260 sites around the world. This is a living data set; a data update this year should add new site-years from over 200 sites. The data are the ground truth for carbon-climate studies linking models and remote sensing as well as comparative field analyses. Over 70 synthesis teams are using this data to do global and regional scale analyses. The size of the dataset makes browsing the data difficult; for example, a search of the dataset for sites with particular meteorological characteristics would require a download of the complete dataset and then running all of the data through a preliminary analysis. Synthesis studies often need additional non-sensor measurements such as root biomass, soil composition, or fire occurrence; some of these variables require detailed knowledge of the site and the science. The large number of sites makes the assembly, cleaning, and long term </a:t>
            </a:r>
            <a:r>
              <a:rPr lang="en-US" sz="3600" b="0" dirty="0" err="1" smtClean="0"/>
              <a:t>curation</a:t>
            </a:r>
            <a:r>
              <a:rPr lang="en-US" sz="3600" b="0" dirty="0" smtClean="0"/>
              <a:t> of the non-sensor data daunting; a virtual conversation between the data providers, data users, and data curators is needed. The large number of sites also makes tracking updates to the site information and communicating with site PIs difficult for synthesis study teams. </a:t>
            </a:r>
          </a:p>
          <a:p>
            <a:endParaRPr lang="en-US" sz="3600" dirty="0" smtClean="0"/>
          </a:p>
        </p:txBody>
      </p:sp>
      <p:pic>
        <p:nvPicPr>
          <p:cNvPr id="44" name="Picture 43" descr="IMG_0076-crop.jpg"/>
          <p:cNvPicPr>
            <a:picLocks noChangeAspect="1"/>
          </p:cNvPicPr>
          <p:nvPr/>
        </p:nvPicPr>
        <p:blipFill>
          <a:blip r:embed="rId2"/>
          <a:stretch>
            <a:fillRect/>
          </a:stretch>
        </p:blipFill>
        <p:spPr>
          <a:xfrm>
            <a:off x="4114800" y="4912491"/>
            <a:ext cx="11506200" cy="5374509"/>
          </a:xfrm>
          <a:prstGeom prst="rect">
            <a:avLst/>
          </a:prstGeom>
        </p:spPr>
      </p:pic>
      <p:pic>
        <p:nvPicPr>
          <p:cNvPr id="45" name="Picture 44" descr="Fluxnet-towers.gif"/>
          <p:cNvPicPr>
            <a:picLocks noChangeAspect="1"/>
          </p:cNvPicPr>
          <p:nvPr/>
        </p:nvPicPr>
        <p:blipFill>
          <a:blip r:embed="rId3"/>
          <a:stretch>
            <a:fillRect/>
          </a:stretch>
        </p:blipFill>
        <p:spPr>
          <a:xfrm>
            <a:off x="17678401" y="11506200"/>
            <a:ext cx="14926782" cy="7543800"/>
          </a:xfrm>
          <a:prstGeom prst="rect">
            <a:avLst/>
          </a:prstGeom>
        </p:spPr>
      </p:pic>
      <p:sp>
        <p:nvSpPr>
          <p:cNvPr id="46" name="Rectangle 14"/>
          <p:cNvSpPr>
            <a:spLocks noChangeArrowheads="1"/>
          </p:cNvSpPr>
          <p:nvPr/>
        </p:nvSpPr>
        <p:spPr bwMode="auto">
          <a:xfrm>
            <a:off x="17602200" y="4191000"/>
            <a:ext cx="16306800" cy="7924800"/>
          </a:xfrm>
          <a:prstGeom prst="rect">
            <a:avLst/>
          </a:prstGeom>
          <a:noFill/>
          <a:ln w="9525">
            <a:noFill/>
            <a:miter lim="800000"/>
            <a:headEnd/>
            <a:tailEnd/>
          </a:ln>
          <a:effectLst/>
        </p:spPr>
        <p:txBody>
          <a:bodyPr lIns="146282" tIns="73141" rIns="146282" bIns="73141"/>
          <a:lstStyle/>
          <a:p>
            <a:endParaRPr lang="en-US" sz="3600" b="0" dirty="0" smtClean="0"/>
          </a:p>
          <a:p>
            <a:r>
              <a:rPr lang="en-US" sz="3600" b="0" dirty="0" smtClean="0"/>
              <a:t>We have developed a collaborative web portal which enables data browsing on line, orchestrates the data </a:t>
            </a:r>
            <a:r>
              <a:rPr lang="en-US" sz="3600" b="0" dirty="0" err="1" smtClean="0"/>
              <a:t>curation</a:t>
            </a:r>
            <a:r>
              <a:rPr lang="en-US" sz="3600" b="0" dirty="0" smtClean="0"/>
              <a:t> virtual conversation, and enables the synthesis team conversation with sites. Behind the portal is an archive database and OLAP data cube for simple data browsing through query. Scientists can download data files, browse data summaries, update metadata and annotate the data through the portal. Synthesis teams can select sites and exchange e-mail with those sites through the portal. The data can also be browsed directly from Excel spreadsheets or </a:t>
            </a:r>
            <a:r>
              <a:rPr lang="en-US" sz="3600" b="0" dirty="0" err="1" smtClean="0"/>
              <a:t>MatLab</a:t>
            </a:r>
            <a:r>
              <a:rPr lang="en-US" sz="3600" b="0" dirty="0" smtClean="0"/>
              <a:t> from the scientist desktop; the scientist sees no difference between data “in the cloud” and on the desktop. We believe the portal enables science researchers to concentrate on science rather than data management and the collaboration features enable continued growth.</a:t>
            </a:r>
          </a:p>
        </p:txBody>
      </p:sp>
      <p:grpSp>
        <p:nvGrpSpPr>
          <p:cNvPr id="47" name="Group 46"/>
          <p:cNvGrpSpPr/>
          <p:nvPr/>
        </p:nvGrpSpPr>
        <p:grpSpPr>
          <a:xfrm>
            <a:off x="18059400" y="20345400"/>
            <a:ext cx="16154400" cy="9620508"/>
            <a:chOff x="-381000" y="1295400"/>
            <a:chExt cx="9469225" cy="5562600"/>
          </a:xfrm>
        </p:grpSpPr>
        <p:sp>
          <p:nvSpPr>
            <p:cNvPr id="48" name="Rectangle 47"/>
            <p:cNvSpPr/>
            <p:nvPr/>
          </p:nvSpPr>
          <p:spPr>
            <a:xfrm>
              <a:off x="3352800" y="3581400"/>
              <a:ext cx="2438400" cy="251460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sz="2800" dirty="0" smtClean="0"/>
                <a:t>Synthesis Paper Teams (70)</a:t>
              </a:r>
              <a:endParaRPr lang="en-US" sz="2800" dirty="0"/>
            </a:p>
          </p:txBody>
        </p:sp>
        <p:pic>
          <p:nvPicPr>
            <p:cNvPr id="49" name="Picture 20"/>
            <p:cNvPicPr>
              <a:picLocks noChangeAspect="1" noChangeArrowheads="1"/>
            </p:cNvPicPr>
            <p:nvPr/>
          </p:nvPicPr>
          <p:blipFill>
            <a:blip r:embed="rId4" cstate="print"/>
            <a:srcRect/>
            <a:stretch>
              <a:fillRect/>
            </a:stretch>
          </p:blipFill>
          <p:spPr bwMode="auto">
            <a:xfrm>
              <a:off x="3581400" y="3657600"/>
              <a:ext cx="1008610" cy="990600"/>
            </a:xfrm>
            <a:prstGeom prst="rect">
              <a:avLst/>
            </a:prstGeom>
            <a:noFill/>
            <a:ln w="9525">
              <a:noFill/>
              <a:miter lim="800000"/>
              <a:headEnd/>
              <a:tailEnd/>
            </a:ln>
            <a:effectLst/>
          </p:spPr>
        </p:pic>
        <p:pic>
          <p:nvPicPr>
            <p:cNvPr id="50" name="Picture 49" descr="BWC-1.jpg"/>
            <p:cNvPicPr>
              <a:picLocks noChangeAspect="1"/>
            </p:cNvPicPr>
            <p:nvPr/>
          </p:nvPicPr>
          <p:blipFill>
            <a:blip r:embed="rId5" cstate="print"/>
            <a:stretch>
              <a:fillRect/>
            </a:stretch>
          </p:blipFill>
          <p:spPr>
            <a:xfrm>
              <a:off x="3581400" y="4724400"/>
              <a:ext cx="990600" cy="742950"/>
            </a:xfrm>
            <a:prstGeom prst="rect">
              <a:avLst/>
            </a:prstGeom>
          </p:spPr>
        </p:pic>
        <p:pic>
          <p:nvPicPr>
            <p:cNvPr id="51" name="Picture 50" descr="BWC-3.jpg"/>
            <p:cNvPicPr>
              <a:picLocks noChangeAspect="1"/>
            </p:cNvPicPr>
            <p:nvPr/>
          </p:nvPicPr>
          <p:blipFill>
            <a:blip r:embed="rId6" cstate="print"/>
            <a:stretch>
              <a:fillRect/>
            </a:stretch>
          </p:blipFill>
          <p:spPr>
            <a:xfrm>
              <a:off x="4495800" y="4419600"/>
              <a:ext cx="990600" cy="742950"/>
            </a:xfrm>
            <a:prstGeom prst="rect">
              <a:avLst/>
            </a:prstGeom>
          </p:spPr>
        </p:pic>
        <p:sp>
          <p:nvSpPr>
            <p:cNvPr id="52" name="Rectangle 51"/>
            <p:cNvSpPr/>
            <p:nvPr/>
          </p:nvSpPr>
          <p:spPr>
            <a:xfrm>
              <a:off x="228600" y="1447800"/>
              <a:ext cx="1752600" cy="1600200"/>
            </a:xfrm>
            <a:prstGeom prst="rect">
              <a:avLst/>
            </a:prstGeom>
            <a:solidFill>
              <a:schemeClr val="tx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sz="2800" dirty="0" smtClean="0"/>
                <a:t>Site Measurement Scientists (129)</a:t>
              </a:r>
              <a:endParaRPr lang="en-US" sz="2800" dirty="0"/>
            </a:p>
          </p:txBody>
        </p:sp>
        <p:pic>
          <p:nvPicPr>
            <p:cNvPr id="53" name="Picture 20"/>
            <p:cNvPicPr>
              <a:picLocks noChangeAspect="1" noChangeArrowheads="1"/>
            </p:cNvPicPr>
            <p:nvPr/>
          </p:nvPicPr>
          <p:blipFill>
            <a:blip r:embed="rId7" cstate="print"/>
            <a:srcRect/>
            <a:stretch>
              <a:fillRect/>
            </a:stretch>
          </p:blipFill>
          <p:spPr bwMode="auto">
            <a:xfrm>
              <a:off x="1371600" y="1524000"/>
              <a:ext cx="421105" cy="413586"/>
            </a:xfrm>
            <a:prstGeom prst="rect">
              <a:avLst/>
            </a:prstGeom>
            <a:noFill/>
            <a:ln w="9525">
              <a:noFill/>
              <a:miter lim="800000"/>
              <a:headEnd/>
              <a:tailEnd/>
            </a:ln>
            <a:effectLst/>
          </p:spPr>
        </p:pic>
        <p:pic>
          <p:nvPicPr>
            <p:cNvPr id="54" name="Rectangle 6"/>
            <p:cNvPicPr>
              <a:picLocks noChangeAspect="1"/>
            </p:cNvPicPr>
            <p:nvPr/>
          </p:nvPicPr>
          <p:blipFill>
            <a:blip r:embed="rId8" cstate="print"/>
            <a:srcRect/>
            <a:stretch>
              <a:fillRect/>
            </a:stretch>
          </p:blipFill>
          <p:spPr bwMode="auto">
            <a:xfrm>
              <a:off x="228600" y="1524000"/>
              <a:ext cx="762000" cy="559468"/>
            </a:xfrm>
            <a:prstGeom prst="rect">
              <a:avLst/>
            </a:prstGeom>
            <a:noFill/>
            <a:ln w="9525">
              <a:noFill/>
              <a:miter lim="800000"/>
              <a:headEnd/>
              <a:tailEnd/>
            </a:ln>
          </p:spPr>
        </p:pic>
        <p:pic>
          <p:nvPicPr>
            <p:cNvPr id="55" name="Picture 18" descr="MPj04019530000[1]"/>
            <p:cNvPicPr>
              <a:picLocks noChangeAspect="1" noChangeArrowheads="1"/>
            </p:cNvPicPr>
            <p:nvPr/>
          </p:nvPicPr>
          <p:blipFill>
            <a:blip r:embed="rId9" cstate="print"/>
            <a:srcRect/>
            <a:stretch>
              <a:fillRect/>
            </a:stretch>
          </p:blipFill>
          <p:spPr bwMode="auto">
            <a:xfrm>
              <a:off x="838200" y="1828800"/>
              <a:ext cx="572452" cy="381000"/>
            </a:xfrm>
            <a:prstGeom prst="rect">
              <a:avLst/>
            </a:prstGeom>
            <a:noFill/>
          </p:spPr>
        </p:pic>
        <p:sp>
          <p:nvSpPr>
            <p:cNvPr id="56" name="Left-Right Arrow 55"/>
            <p:cNvSpPr/>
            <p:nvPr/>
          </p:nvSpPr>
          <p:spPr>
            <a:xfrm rot="1621029">
              <a:off x="1866341" y="3413771"/>
              <a:ext cx="1496130" cy="18921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p:cNvSpPr txBox="1"/>
            <p:nvPr/>
          </p:nvSpPr>
          <p:spPr>
            <a:xfrm>
              <a:off x="-42813" y="3274600"/>
              <a:ext cx="2971800" cy="1224529"/>
            </a:xfrm>
            <a:prstGeom prst="rect">
              <a:avLst/>
            </a:prstGeom>
            <a:noFill/>
          </p:spPr>
          <p:txBody>
            <a:bodyPr wrap="square" rtlCol="0">
              <a:spAutoFit/>
            </a:bodyPr>
            <a:lstStyle/>
            <a:p>
              <a:pPr>
                <a:buFont typeface="Arial" pitchFamily="34" charset="0"/>
                <a:buChar char="•"/>
              </a:pPr>
              <a:r>
                <a:rPr lang="en-US" sz="2800" b="0" dirty="0" smtClean="0"/>
                <a:t>Ancillary site data</a:t>
              </a:r>
            </a:p>
            <a:p>
              <a:pPr>
                <a:buFont typeface="Arial" pitchFamily="34" charset="0"/>
                <a:buChar char="•"/>
              </a:pPr>
              <a:r>
                <a:rPr lang="en-US" sz="2800" b="0" dirty="0" smtClean="0"/>
                <a:t>Data usage permission </a:t>
              </a:r>
            </a:p>
            <a:p>
              <a:pPr>
                <a:buFont typeface="Arial" pitchFamily="34" charset="0"/>
                <a:buChar char="•"/>
              </a:pPr>
              <a:r>
                <a:rPr lang="en-US" sz="2800" b="0" dirty="0" smtClean="0"/>
                <a:t>Credit/co-authorship</a:t>
              </a:r>
            </a:p>
            <a:p>
              <a:pPr>
                <a:buFont typeface="Arial" pitchFamily="34" charset="0"/>
                <a:buChar char="•"/>
              </a:pPr>
              <a:r>
                <a:rPr lang="en-US" sz="2800" b="0" dirty="0" smtClean="0"/>
                <a:t>Contribution to analysis </a:t>
              </a:r>
              <a:endParaRPr lang="en-US" sz="2800" b="0" dirty="0"/>
            </a:p>
          </p:txBody>
        </p:sp>
        <p:sp>
          <p:nvSpPr>
            <p:cNvPr id="58" name="Rectangle 57"/>
            <p:cNvSpPr/>
            <p:nvPr/>
          </p:nvSpPr>
          <p:spPr>
            <a:xfrm>
              <a:off x="3352800" y="1295400"/>
              <a:ext cx="1676400" cy="114300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Steering Committee of Regional Networks</a:t>
              </a:r>
              <a:endParaRPr lang="en-US" sz="2800" dirty="0"/>
            </a:p>
          </p:txBody>
        </p:sp>
        <p:sp>
          <p:nvSpPr>
            <p:cNvPr id="59" name="Up-Down Arrow 58"/>
            <p:cNvSpPr/>
            <p:nvPr/>
          </p:nvSpPr>
          <p:spPr>
            <a:xfrm>
              <a:off x="4191000" y="2438400"/>
              <a:ext cx="152400" cy="11430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p:cNvSpPr txBox="1"/>
            <p:nvPr/>
          </p:nvSpPr>
          <p:spPr>
            <a:xfrm>
              <a:off x="5126610" y="1312937"/>
              <a:ext cx="2057400" cy="800807"/>
            </a:xfrm>
            <a:prstGeom prst="rect">
              <a:avLst/>
            </a:prstGeom>
            <a:noFill/>
          </p:spPr>
          <p:txBody>
            <a:bodyPr wrap="square" rtlCol="0">
              <a:spAutoFit/>
            </a:bodyPr>
            <a:lstStyle/>
            <a:p>
              <a:r>
                <a:rPr lang="en-US" sz="2800" b="0" dirty="0" smtClean="0"/>
                <a:t>Permission to pursue synthesis activity </a:t>
              </a:r>
              <a:r>
                <a:rPr lang="en-US" sz="2800" b="0" dirty="0" smtClean="0"/>
                <a:t>using </a:t>
              </a:r>
              <a:r>
                <a:rPr lang="en-US" sz="2800" b="0" dirty="0" smtClean="0"/>
                <a:t>the data</a:t>
              </a:r>
              <a:endParaRPr lang="en-US" sz="2800" b="0" dirty="0"/>
            </a:p>
          </p:txBody>
        </p:sp>
        <p:sp>
          <p:nvSpPr>
            <p:cNvPr id="61" name="Rectangle 60"/>
            <p:cNvSpPr/>
            <p:nvPr/>
          </p:nvSpPr>
          <p:spPr>
            <a:xfrm>
              <a:off x="-381000" y="5257800"/>
              <a:ext cx="2057400" cy="1600200"/>
            </a:xfrm>
            <a:prstGeom prst="rect">
              <a:avLst/>
            </a:prstGeom>
            <a:solidFill>
              <a:schemeClr val="tx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sz="2800" dirty="0" smtClean="0"/>
                <a:t>Quality and Gap Fill (2)</a:t>
              </a:r>
              <a:endParaRPr lang="en-US" sz="2800" dirty="0"/>
            </a:p>
          </p:txBody>
        </p:sp>
        <p:pic>
          <p:nvPicPr>
            <p:cNvPr id="62" name="Picture 61" descr="MarkusDario-1.jpg"/>
            <p:cNvPicPr>
              <a:picLocks noChangeAspect="1"/>
            </p:cNvPicPr>
            <p:nvPr/>
          </p:nvPicPr>
          <p:blipFill>
            <a:blip r:embed="rId10" cstate="print"/>
            <a:stretch>
              <a:fillRect/>
            </a:stretch>
          </p:blipFill>
          <p:spPr>
            <a:xfrm>
              <a:off x="609600" y="5334000"/>
              <a:ext cx="685800" cy="513627"/>
            </a:xfrm>
            <a:prstGeom prst="rect">
              <a:avLst/>
            </a:prstGeom>
          </p:spPr>
        </p:pic>
        <p:sp>
          <p:nvSpPr>
            <p:cNvPr id="63" name="Left-Right Arrow 62"/>
            <p:cNvSpPr/>
            <p:nvPr/>
          </p:nvSpPr>
          <p:spPr>
            <a:xfrm rot="20605331">
              <a:off x="1689500" y="5112786"/>
              <a:ext cx="1676400" cy="1524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1752600" y="5334001"/>
              <a:ext cx="1600201" cy="933963"/>
            </a:xfrm>
            <a:prstGeom prst="rect">
              <a:avLst/>
            </a:prstGeom>
            <a:noFill/>
          </p:spPr>
          <p:txBody>
            <a:bodyPr wrap="square" rtlCol="0">
              <a:spAutoFit/>
            </a:bodyPr>
            <a:lstStyle/>
            <a:p>
              <a:pPr>
                <a:buFont typeface="Arial" pitchFamily="34" charset="0"/>
                <a:buChar char="•"/>
              </a:pPr>
              <a:r>
                <a:rPr lang="en-US" sz="2800" b="0" dirty="0" smtClean="0"/>
                <a:t>Clarification </a:t>
              </a:r>
            </a:p>
            <a:p>
              <a:pPr>
                <a:buFont typeface="Arial" pitchFamily="34" charset="0"/>
                <a:buChar char="•"/>
              </a:pPr>
              <a:r>
                <a:rPr lang="en-US" sz="2800" b="0" dirty="0" smtClean="0"/>
                <a:t>Correction</a:t>
              </a:r>
            </a:p>
            <a:p>
              <a:pPr>
                <a:buFont typeface="Arial" pitchFamily="34" charset="0"/>
                <a:buChar char="•"/>
              </a:pPr>
              <a:r>
                <a:rPr lang="en-US" sz="2800" b="0" dirty="0" smtClean="0"/>
                <a:t>Interpretation</a:t>
              </a:r>
              <a:endParaRPr lang="en-US" sz="2800" b="0" dirty="0"/>
            </a:p>
          </p:txBody>
        </p:sp>
        <p:sp>
          <p:nvSpPr>
            <p:cNvPr id="65" name="Rectangle 64"/>
            <p:cNvSpPr/>
            <p:nvPr/>
          </p:nvSpPr>
          <p:spPr>
            <a:xfrm>
              <a:off x="7239000" y="2438400"/>
              <a:ext cx="1295400" cy="1524000"/>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sz="2800" dirty="0" err="1" smtClean="0"/>
                <a:t>Fluxdata</a:t>
              </a:r>
              <a:r>
                <a:rPr lang="en-US" sz="2800" dirty="0" smtClean="0"/>
                <a:t> web site</a:t>
              </a:r>
              <a:endParaRPr lang="en-US" sz="2800" dirty="0"/>
            </a:p>
          </p:txBody>
        </p:sp>
        <p:pic>
          <p:nvPicPr>
            <p:cNvPr id="66" name="Picture 65" descr="FluxnetProposals.jpg"/>
            <p:cNvPicPr>
              <a:picLocks noChangeAspect="1"/>
            </p:cNvPicPr>
            <p:nvPr/>
          </p:nvPicPr>
          <p:blipFill>
            <a:blip r:embed="rId11" cstate="print"/>
            <a:stretch>
              <a:fillRect/>
            </a:stretch>
          </p:blipFill>
          <p:spPr>
            <a:xfrm>
              <a:off x="7419459" y="2514600"/>
              <a:ext cx="858281" cy="733277"/>
            </a:xfrm>
            <a:prstGeom prst="rect">
              <a:avLst/>
            </a:prstGeom>
          </p:spPr>
        </p:pic>
        <p:sp>
          <p:nvSpPr>
            <p:cNvPr id="68" name="Left-Right Arrow 67"/>
            <p:cNvSpPr/>
            <p:nvPr/>
          </p:nvSpPr>
          <p:spPr>
            <a:xfrm rot="20227666">
              <a:off x="5731493" y="3827692"/>
              <a:ext cx="1600200" cy="20102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p:cNvSpPr txBox="1"/>
            <p:nvPr/>
          </p:nvSpPr>
          <p:spPr>
            <a:xfrm>
              <a:off x="6192625" y="4096760"/>
              <a:ext cx="2895600" cy="1515095"/>
            </a:xfrm>
            <a:prstGeom prst="rect">
              <a:avLst/>
            </a:prstGeom>
            <a:noFill/>
          </p:spPr>
          <p:txBody>
            <a:bodyPr wrap="square" rtlCol="0">
              <a:spAutoFit/>
            </a:bodyPr>
            <a:lstStyle/>
            <a:p>
              <a:pPr>
                <a:buFont typeface="Arial" pitchFamily="34" charset="0"/>
                <a:buChar char="•"/>
              </a:pPr>
              <a:r>
                <a:rPr lang="en-US" sz="2800" b="0" dirty="0" smtClean="0"/>
                <a:t>Data access, updates, and corrections</a:t>
              </a:r>
            </a:p>
            <a:p>
              <a:pPr>
                <a:buFont typeface="Arial" pitchFamily="34" charset="0"/>
                <a:buChar char="•"/>
              </a:pPr>
              <a:r>
                <a:rPr lang="en-US" sz="2800" b="0" dirty="0" smtClean="0"/>
                <a:t>Collaboration support</a:t>
              </a:r>
            </a:p>
            <a:p>
              <a:pPr>
                <a:buFont typeface="Arial" pitchFamily="34" charset="0"/>
                <a:buChar char="•"/>
              </a:pPr>
              <a:r>
                <a:rPr lang="en-US" sz="2800" b="0" dirty="0" smtClean="0"/>
                <a:t>Information on other teams</a:t>
              </a:r>
            </a:p>
          </p:txBody>
        </p:sp>
      </p:grpSp>
      <p:grpSp>
        <p:nvGrpSpPr>
          <p:cNvPr id="71" name="Group 70"/>
          <p:cNvGrpSpPr/>
          <p:nvPr/>
        </p:nvGrpSpPr>
        <p:grpSpPr>
          <a:xfrm>
            <a:off x="1066800" y="20421600"/>
            <a:ext cx="14325598" cy="9906000"/>
            <a:chOff x="29955373" y="32842200"/>
            <a:chExt cx="8733252" cy="5638800"/>
          </a:xfrm>
        </p:grpSpPr>
        <p:sp>
          <p:nvSpPr>
            <p:cNvPr id="72" name="Rectangle 71"/>
            <p:cNvSpPr/>
            <p:nvPr/>
          </p:nvSpPr>
          <p:spPr>
            <a:xfrm>
              <a:off x="34573826" y="36499800"/>
              <a:ext cx="3810000" cy="1905000"/>
            </a:xfrm>
            <a:prstGeom prst="rect">
              <a:avLst/>
            </a:prstGeom>
            <a:solidFill>
              <a:schemeClr val="tx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sz="2800" dirty="0" smtClean="0"/>
                <a:t>Data Access and Summaries, Site Biological and Ancillary Metadata,  and Collaboration Support</a:t>
              </a:r>
              <a:endParaRPr lang="en-US" sz="2800" dirty="0"/>
            </a:p>
          </p:txBody>
        </p:sp>
        <p:sp>
          <p:nvSpPr>
            <p:cNvPr id="73" name="Rectangle 72"/>
            <p:cNvSpPr/>
            <p:nvPr/>
          </p:nvSpPr>
          <p:spPr>
            <a:xfrm>
              <a:off x="36631225" y="33375600"/>
              <a:ext cx="2057400" cy="24384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sz="2800" dirty="0" smtClean="0"/>
                <a:t>Quality Assess and Gap Fill</a:t>
              </a:r>
              <a:endParaRPr lang="en-US" sz="2800" dirty="0"/>
            </a:p>
          </p:txBody>
        </p:sp>
        <p:sp>
          <p:nvSpPr>
            <p:cNvPr id="74" name="Rectangle 73"/>
            <p:cNvSpPr/>
            <p:nvPr/>
          </p:nvSpPr>
          <p:spPr>
            <a:xfrm>
              <a:off x="33888026" y="32842200"/>
              <a:ext cx="1981200" cy="3429000"/>
            </a:xfrm>
            <a:prstGeom prst="rect">
              <a:avLst/>
            </a:prstGeom>
            <a:solidFill>
              <a:schemeClr val="bg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sz="2800" dirty="0" smtClean="0"/>
                <a:t>Regional Networks</a:t>
              </a:r>
              <a:endParaRPr lang="en-US" sz="2800" dirty="0"/>
            </a:p>
          </p:txBody>
        </p:sp>
        <p:sp>
          <p:nvSpPr>
            <p:cNvPr id="75" name="Rectangle 74"/>
            <p:cNvSpPr/>
            <p:nvPr/>
          </p:nvSpPr>
          <p:spPr>
            <a:xfrm>
              <a:off x="30459026" y="33299400"/>
              <a:ext cx="3124200" cy="2438400"/>
            </a:xfrm>
            <a:prstGeom prst="rect">
              <a:avLst/>
            </a:prstGeom>
            <a:solidFill>
              <a:schemeClr val="accent6">
                <a:lumMod val="5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30306626" y="33147000"/>
              <a:ext cx="3200400" cy="2514600"/>
            </a:xfrm>
            <a:prstGeom prst="rect">
              <a:avLst/>
            </a:prstGeom>
            <a:solidFill>
              <a:schemeClr val="accent6">
                <a:lumMod val="5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0154226" y="32994600"/>
              <a:ext cx="3276600" cy="2590800"/>
            </a:xfrm>
            <a:prstGeom prst="rect">
              <a:avLst/>
            </a:prstGeom>
            <a:solidFill>
              <a:schemeClr val="accent6">
                <a:lumMod val="5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p:cNvSpPr/>
            <p:nvPr/>
          </p:nvSpPr>
          <p:spPr>
            <a:xfrm>
              <a:off x="30001826" y="32842200"/>
              <a:ext cx="3352800" cy="2667000"/>
            </a:xfrm>
            <a:prstGeom prst="rect">
              <a:avLst/>
            </a:prstGeom>
            <a:solidFill>
              <a:schemeClr val="accent6">
                <a:lumMod val="5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sz="2800" dirty="0" smtClean="0"/>
                <a:t>Measurement Site Scientists</a:t>
              </a:r>
              <a:endParaRPr lang="en-US" sz="2800" dirty="0"/>
            </a:p>
          </p:txBody>
        </p:sp>
        <p:pic>
          <p:nvPicPr>
            <p:cNvPr id="79" name="Picture 9" descr="j0195384"/>
            <p:cNvPicPr>
              <a:picLocks noChangeAspect="1" noChangeArrowheads="1"/>
            </p:cNvPicPr>
            <p:nvPr/>
          </p:nvPicPr>
          <p:blipFill>
            <a:blip r:embed="rId12"/>
            <a:srcRect/>
            <a:stretch>
              <a:fillRect/>
            </a:stretch>
          </p:blipFill>
          <p:spPr bwMode="auto">
            <a:xfrm>
              <a:off x="37240826" y="36576000"/>
              <a:ext cx="702611" cy="717521"/>
            </a:xfrm>
            <a:prstGeom prst="rect">
              <a:avLst/>
            </a:prstGeom>
            <a:noFill/>
          </p:spPr>
        </p:pic>
        <p:pic>
          <p:nvPicPr>
            <p:cNvPr id="80" name="Picture 79" descr="Ameriflux-tower.jpg"/>
            <p:cNvPicPr>
              <a:picLocks noChangeAspect="1"/>
            </p:cNvPicPr>
            <p:nvPr/>
          </p:nvPicPr>
          <p:blipFill>
            <a:blip r:embed="rId13"/>
            <a:stretch>
              <a:fillRect/>
            </a:stretch>
          </p:blipFill>
          <p:spPr>
            <a:xfrm>
              <a:off x="31525826" y="32918400"/>
              <a:ext cx="723900" cy="1285875"/>
            </a:xfrm>
            <a:prstGeom prst="rect">
              <a:avLst/>
            </a:prstGeom>
          </p:spPr>
        </p:pic>
        <p:pic>
          <p:nvPicPr>
            <p:cNvPr id="81" name="Picture 80" descr="Ameriflux-instrument.jpg"/>
            <p:cNvPicPr>
              <a:picLocks noChangeAspect="1"/>
            </p:cNvPicPr>
            <p:nvPr/>
          </p:nvPicPr>
          <p:blipFill>
            <a:blip r:embed="rId14"/>
            <a:stretch>
              <a:fillRect/>
            </a:stretch>
          </p:blipFill>
          <p:spPr>
            <a:xfrm>
              <a:off x="30459026" y="34442400"/>
              <a:ext cx="838200" cy="552450"/>
            </a:xfrm>
            <a:prstGeom prst="rect">
              <a:avLst/>
            </a:prstGeom>
          </p:spPr>
        </p:pic>
        <p:pic>
          <p:nvPicPr>
            <p:cNvPr id="82" name="Picture 18" descr="MPj04019530000[1]"/>
            <p:cNvPicPr>
              <a:picLocks noChangeAspect="1" noChangeArrowheads="1"/>
            </p:cNvPicPr>
            <p:nvPr/>
          </p:nvPicPr>
          <p:blipFill>
            <a:blip r:embed="rId15" cstate="print"/>
            <a:srcRect/>
            <a:stretch>
              <a:fillRect/>
            </a:stretch>
          </p:blipFill>
          <p:spPr bwMode="auto">
            <a:xfrm>
              <a:off x="31449626" y="34594800"/>
              <a:ext cx="954088" cy="635000"/>
            </a:xfrm>
            <a:prstGeom prst="rect">
              <a:avLst/>
            </a:prstGeom>
            <a:noFill/>
          </p:spPr>
        </p:pic>
        <p:pic>
          <p:nvPicPr>
            <p:cNvPr id="83" name="Picture 20"/>
            <p:cNvPicPr>
              <a:picLocks noChangeAspect="1" noChangeArrowheads="1"/>
            </p:cNvPicPr>
            <p:nvPr/>
          </p:nvPicPr>
          <p:blipFill>
            <a:blip r:embed="rId4" cstate="print"/>
            <a:srcRect/>
            <a:stretch>
              <a:fillRect/>
            </a:stretch>
          </p:blipFill>
          <p:spPr bwMode="auto">
            <a:xfrm>
              <a:off x="32211626" y="33832800"/>
              <a:ext cx="800100" cy="785813"/>
            </a:xfrm>
            <a:prstGeom prst="rect">
              <a:avLst/>
            </a:prstGeom>
            <a:noFill/>
            <a:ln w="9525">
              <a:noFill/>
              <a:miter lim="800000"/>
              <a:headEnd/>
              <a:tailEnd/>
            </a:ln>
            <a:effectLst/>
          </p:spPr>
        </p:pic>
        <p:grpSp>
          <p:nvGrpSpPr>
            <p:cNvPr id="84" name="Group 7"/>
            <p:cNvGrpSpPr>
              <a:grpSpLocks/>
            </p:cNvGrpSpPr>
            <p:nvPr/>
          </p:nvGrpSpPr>
          <p:grpSpPr bwMode="auto">
            <a:xfrm>
              <a:off x="30230426" y="37109400"/>
              <a:ext cx="1970750" cy="1066800"/>
              <a:chOff x="2993" y="1074"/>
              <a:chExt cx="2263" cy="1598"/>
            </a:xfrm>
          </p:grpSpPr>
          <p:pic>
            <p:nvPicPr>
              <p:cNvPr id="117" name="Picture 8"/>
              <p:cNvPicPr>
                <a:picLocks noChangeAspect="1" noChangeArrowheads="1"/>
              </p:cNvPicPr>
              <p:nvPr/>
            </p:nvPicPr>
            <p:blipFill>
              <a:blip r:embed="rId16"/>
              <a:srcRect l="26804"/>
              <a:stretch>
                <a:fillRect/>
              </a:stretch>
            </p:blipFill>
            <p:spPr bwMode="auto">
              <a:xfrm>
                <a:off x="2993" y="1074"/>
                <a:ext cx="2263" cy="1598"/>
              </a:xfrm>
              <a:prstGeom prst="rect">
                <a:avLst/>
              </a:prstGeom>
              <a:noFill/>
              <a:ln w="9525">
                <a:noFill/>
                <a:miter lim="800000"/>
                <a:headEnd/>
                <a:tailEnd/>
              </a:ln>
            </p:spPr>
          </p:pic>
          <p:sp>
            <p:nvSpPr>
              <p:cNvPr id="118" name="Text Box 9"/>
              <p:cNvSpPr txBox="1">
                <a:spLocks noChangeAspect="1" noChangeArrowheads="1"/>
              </p:cNvSpPr>
              <p:nvPr/>
            </p:nvSpPr>
            <p:spPr bwMode="auto">
              <a:xfrm>
                <a:off x="4219" y="1813"/>
                <a:ext cx="327" cy="184"/>
              </a:xfrm>
              <a:prstGeom prst="rect">
                <a:avLst/>
              </a:prstGeom>
              <a:noFill/>
              <a:ln w="9525">
                <a:noFill/>
                <a:miter lim="800000"/>
                <a:headEnd/>
                <a:tailEnd/>
              </a:ln>
              <a:effectLst/>
            </p:spPr>
            <p:txBody>
              <a:bodyPr wrap="none">
                <a:spAutoFit/>
              </a:bodyPr>
              <a:lstStyle/>
              <a:p>
                <a:r>
                  <a:rPr lang="en-US" sz="800" b="1" dirty="0">
                    <a:solidFill>
                      <a:srgbClr val="CC3300"/>
                    </a:solidFill>
                    <a:latin typeface="Times" pitchFamily="18" charset="0"/>
                  </a:rPr>
                  <a:t>T AIR</a:t>
                </a:r>
              </a:p>
            </p:txBody>
          </p:sp>
          <p:sp>
            <p:nvSpPr>
              <p:cNvPr id="119" name="Text Box 10"/>
              <p:cNvSpPr txBox="1">
                <a:spLocks noChangeAspect="1" noChangeArrowheads="1"/>
              </p:cNvSpPr>
              <p:nvPr/>
            </p:nvSpPr>
            <p:spPr bwMode="auto">
              <a:xfrm>
                <a:off x="4704" y="1359"/>
                <a:ext cx="368" cy="184"/>
              </a:xfrm>
              <a:prstGeom prst="rect">
                <a:avLst/>
              </a:prstGeom>
              <a:noFill/>
              <a:ln w="9525">
                <a:noFill/>
                <a:miter lim="800000"/>
                <a:headEnd/>
                <a:tailEnd/>
              </a:ln>
              <a:effectLst/>
            </p:spPr>
            <p:txBody>
              <a:bodyPr wrap="none">
                <a:spAutoFit/>
              </a:bodyPr>
              <a:lstStyle/>
              <a:p>
                <a:r>
                  <a:rPr lang="en-US" sz="800" b="1" dirty="0">
                    <a:solidFill>
                      <a:srgbClr val="CC3300"/>
                    </a:solidFill>
                    <a:latin typeface="Times" pitchFamily="18" charset="0"/>
                  </a:rPr>
                  <a:t>T SOIL</a:t>
                </a:r>
              </a:p>
            </p:txBody>
          </p:sp>
          <p:sp>
            <p:nvSpPr>
              <p:cNvPr id="120" name="Line 11"/>
              <p:cNvSpPr>
                <a:spLocks noChangeAspect="1" noChangeShapeType="1"/>
              </p:cNvSpPr>
              <p:nvPr/>
            </p:nvSpPr>
            <p:spPr bwMode="auto">
              <a:xfrm>
                <a:off x="3895" y="1813"/>
                <a:ext cx="0" cy="279"/>
              </a:xfrm>
              <a:prstGeom prst="line">
                <a:avLst/>
              </a:prstGeom>
              <a:noFill/>
              <a:ln w="38100">
                <a:solidFill>
                  <a:srgbClr val="FF0000"/>
                </a:solidFill>
                <a:round/>
                <a:headEnd type="triangle" w="med" len="med"/>
                <a:tailEnd type="triangle" w="med" len="med"/>
              </a:ln>
              <a:effectLst/>
            </p:spPr>
            <p:txBody>
              <a:bodyPr/>
              <a:lstStyle/>
              <a:p>
                <a:endParaRPr lang="en-US" sz="800"/>
              </a:p>
            </p:txBody>
          </p:sp>
          <p:sp>
            <p:nvSpPr>
              <p:cNvPr id="121" name="Text Box 12"/>
              <p:cNvSpPr txBox="1">
                <a:spLocks noChangeAspect="1" noChangeArrowheads="1"/>
              </p:cNvSpPr>
              <p:nvPr/>
            </p:nvSpPr>
            <p:spPr bwMode="auto">
              <a:xfrm>
                <a:off x="3312" y="2208"/>
                <a:ext cx="1143" cy="184"/>
              </a:xfrm>
              <a:prstGeom prst="rect">
                <a:avLst/>
              </a:prstGeom>
              <a:noFill/>
              <a:ln w="9525">
                <a:noFill/>
                <a:miter lim="800000"/>
                <a:headEnd/>
                <a:tailEnd/>
              </a:ln>
              <a:effectLst/>
            </p:spPr>
            <p:txBody>
              <a:bodyPr>
                <a:spAutoFit/>
              </a:bodyPr>
              <a:lstStyle/>
              <a:p>
                <a:r>
                  <a:rPr lang="en-US" sz="800" b="1" dirty="0">
                    <a:solidFill>
                      <a:srgbClr val="CC3300"/>
                    </a:solidFill>
                    <a:latin typeface="Times" pitchFamily="18" charset="0"/>
                  </a:rPr>
                  <a:t>Onset of photosynthesis</a:t>
                </a:r>
              </a:p>
            </p:txBody>
          </p:sp>
          <p:sp>
            <p:nvSpPr>
              <p:cNvPr id="122" name="Line 13"/>
              <p:cNvSpPr>
                <a:spLocks noChangeAspect="1" noChangeShapeType="1"/>
              </p:cNvSpPr>
              <p:nvPr/>
            </p:nvSpPr>
            <p:spPr bwMode="auto">
              <a:xfrm flipV="1">
                <a:off x="3734" y="2127"/>
                <a:ext cx="121" cy="139"/>
              </a:xfrm>
              <a:prstGeom prst="line">
                <a:avLst/>
              </a:prstGeom>
              <a:noFill/>
              <a:ln w="9525">
                <a:solidFill>
                  <a:srgbClr val="FF0000"/>
                </a:solidFill>
                <a:round/>
                <a:headEnd/>
                <a:tailEnd type="triangle" w="med" len="med"/>
              </a:ln>
              <a:effectLst/>
            </p:spPr>
            <p:txBody>
              <a:bodyPr/>
              <a:lstStyle/>
              <a:p>
                <a:endParaRPr lang="en-US" sz="800"/>
              </a:p>
            </p:txBody>
          </p:sp>
        </p:grpSp>
        <p:pic>
          <p:nvPicPr>
            <p:cNvPr id="85" name="Rectangle 6"/>
            <p:cNvPicPr>
              <a:picLocks noChangeAspect="1"/>
            </p:cNvPicPr>
            <p:nvPr/>
          </p:nvPicPr>
          <p:blipFill>
            <a:blip r:embed="rId17"/>
            <a:srcRect/>
            <a:stretch>
              <a:fillRect/>
            </a:stretch>
          </p:blipFill>
          <p:spPr bwMode="auto">
            <a:xfrm>
              <a:off x="30078026" y="33375600"/>
              <a:ext cx="1447800" cy="1062990"/>
            </a:xfrm>
            <a:prstGeom prst="rect">
              <a:avLst/>
            </a:prstGeom>
            <a:noFill/>
            <a:ln w="9525">
              <a:noFill/>
              <a:miter lim="800000"/>
              <a:headEnd/>
              <a:tailEnd/>
            </a:ln>
          </p:spPr>
        </p:pic>
        <p:pic>
          <p:nvPicPr>
            <p:cNvPr id="86" name="Picture 20"/>
            <p:cNvPicPr>
              <a:picLocks noChangeAspect="1" noChangeArrowheads="1"/>
            </p:cNvPicPr>
            <p:nvPr/>
          </p:nvPicPr>
          <p:blipFill>
            <a:blip r:embed="rId4" cstate="print"/>
            <a:srcRect/>
            <a:stretch>
              <a:fillRect/>
            </a:stretch>
          </p:blipFill>
          <p:spPr bwMode="auto">
            <a:xfrm>
              <a:off x="32211626" y="36118800"/>
              <a:ext cx="1008610" cy="990600"/>
            </a:xfrm>
            <a:prstGeom prst="rect">
              <a:avLst/>
            </a:prstGeom>
            <a:noFill/>
            <a:ln w="9525">
              <a:noFill/>
              <a:miter lim="800000"/>
              <a:headEnd/>
              <a:tailEnd/>
            </a:ln>
            <a:effectLst/>
          </p:spPr>
        </p:pic>
        <p:pic>
          <p:nvPicPr>
            <p:cNvPr id="87" name="Picture 86" descr="Asiaflux-logo.gif"/>
            <p:cNvPicPr>
              <a:picLocks noChangeAspect="1"/>
            </p:cNvPicPr>
            <p:nvPr/>
          </p:nvPicPr>
          <p:blipFill>
            <a:blip r:embed="rId18"/>
            <a:stretch>
              <a:fillRect/>
            </a:stretch>
          </p:blipFill>
          <p:spPr>
            <a:xfrm>
              <a:off x="34040426" y="32918400"/>
              <a:ext cx="1019175" cy="742950"/>
            </a:xfrm>
            <a:prstGeom prst="rect">
              <a:avLst/>
            </a:prstGeom>
          </p:spPr>
        </p:pic>
        <p:pic>
          <p:nvPicPr>
            <p:cNvPr id="88" name="Picture 87" descr="carboeurope-logo.gif"/>
            <p:cNvPicPr>
              <a:picLocks noChangeAspect="1"/>
            </p:cNvPicPr>
            <p:nvPr/>
          </p:nvPicPr>
          <p:blipFill>
            <a:blip r:embed="rId19"/>
            <a:stretch>
              <a:fillRect/>
            </a:stretch>
          </p:blipFill>
          <p:spPr>
            <a:xfrm>
              <a:off x="34192826" y="35356800"/>
              <a:ext cx="609600" cy="625642"/>
            </a:xfrm>
            <a:prstGeom prst="rect">
              <a:avLst/>
            </a:prstGeom>
          </p:spPr>
        </p:pic>
        <p:pic>
          <p:nvPicPr>
            <p:cNvPr id="89" name="Picture 88" descr="CarboAfrica-logo.gif"/>
            <p:cNvPicPr>
              <a:picLocks noChangeAspect="1"/>
            </p:cNvPicPr>
            <p:nvPr/>
          </p:nvPicPr>
          <p:blipFill>
            <a:blip r:embed="rId20"/>
            <a:stretch>
              <a:fillRect/>
            </a:stretch>
          </p:blipFill>
          <p:spPr>
            <a:xfrm>
              <a:off x="34116626" y="33730793"/>
              <a:ext cx="855722" cy="444268"/>
            </a:xfrm>
            <a:prstGeom prst="rect">
              <a:avLst/>
            </a:prstGeom>
          </p:spPr>
        </p:pic>
        <p:pic>
          <p:nvPicPr>
            <p:cNvPr id="90" name="Picture 3"/>
            <p:cNvPicPr>
              <a:picLocks noChangeAspect="1" noChangeArrowheads="1"/>
            </p:cNvPicPr>
            <p:nvPr/>
          </p:nvPicPr>
          <p:blipFill>
            <a:blip r:embed="rId21"/>
            <a:srcRect/>
            <a:stretch>
              <a:fillRect/>
            </a:stretch>
          </p:blipFill>
          <p:spPr bwMode="auto">
            <a:xfrm>
              <a:off x="34040426" y="34213800"/>
              <a:ext cx="1676400" cy="455023"/>
            </a:xfrm>
            <a:prstGeom prst="rect">
              <a:avLst/>
            </a:prstGeom>
            <a:noFill/>
            <a:ln w="9525">
              <a:noFill/>
              <a:miter lim="800000"/>
              <a:headEnd/>
              <a:tailEnd/>
            </a:ln>
            <a:effectLst/>
          </p:spPr>
        </p:pic>
        <p:pic>
          <p:nvPicPr>
            <p:cNvPr id="91" name="Picture 2" descr="C:\Documents and Settings\vaningen\Desktop\LaThuileStaging\LaThuile\LgFLUXNET_April2003.jpg"/>
            <p:cNvPicPr>
              <a:picLocks noChangeAspect="1" noChangeArrowheads="1"/>
            </p:cNvPicPr>
            <p:nvPr/>
          </p:nvPicPr>
          <p:blipFill>
            <a:blip r:embed="rId22" cstate="print"/>
            <a:srcRect/>
            <a:stretch>
              <a:fillRect/>
            </a:stretch>
          </p:blipFill>
          <p:spPr bwMode="auto">
            <a:xfrm>
              <a:off x="34116626" y="34594800"/>
              <a:ext cx="758274" cy="762000"/>
            </a:xfrm>
            <a:prstGeom prst="rect">
              <a:avLst/>
            </a:prstGeom>
            <a:noFill/>
          </p:spPr>
        </p:pic>
        <p:sp>
          <p:nvSpPr>
            <p:cNvPr id="92" name="Down Arrow 91"/>
            <p:cNvSpPr/>
            <p:nvPr/>
          </p:nvSpPr>
          <p:spPr>
            <a:xfrm rot="17851845">
              <a:off x="33806223" y="35345520"/>
              <a:ext cx="170365" cy="6062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Down Arrow 92"/>
            <p:cNvSpPr/>
            <p:nvPr/>
          </p:nvSpPr>
          <p:spPr>
            <a:xfrm rot="16200000">
              <a:off x="33676201" y="33555742"/>
              <a:ext cx="184683" cy="6742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Down Arrow 93"/>
            <p:cNvSpPr/>
            <p:nvPr/>
          </p:nvSpPr>
          <p:spPr>
            <a:xfrm rot="16200000">
              <a:off x="33672000" y="34461396"/>
              <a:ext cx="203114" cy="8256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Down Arrow 94"/>
            <p:cNvSpPr/>
            <p:nvPr/>
          </p:nvSpPr>
          <p:spPr>
            <a:xfrm rot="16200000">
              <a:off x="33663653" y="34050454"/>
              <a:ext cx="177628" cy="6062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Down Arrow 95"/>
            <p:cNvSpPr/>
            <p:nvPr/>
          </p:nvSpPr>
          <p:spPr>
            <a:xfrm rot="14423668">
              <a:off x="33608821" y="33034137"/>
              <a:ext cx="155180" cy="71277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7" name="Picture 96" descr="MarkusDario-1.jpg"/>
            <p:cNvPicPr>
              <a:picLocks noChangeAspect="1"/>
            </p:cNvPicPr>
            <p:nvPr/>
          </p:nvPicPr>
          <p:blipFill>
            <a:blip r:embed="rId23" cstate="print"/>
            <a:stretch>
              <a:fillRect/>
            </a:stretch>
          </p:blipFill>
          <p:spPr>
            <a:xfrm>
              <a:off x="37088426" y="33528000"/>
              <a:ext cx="1371600" cy="1027253"/>
            </a:xfrm>
            <a:prstGeom prst="rect">
              <a:avLst/>
            </a:prstGeom>
          </p:spPr>
        </p:pic>
        <p:pic>
          <p:nvPicPr>
            <p:cNvPr id="98" name="Picture 97" descr="carboeurope-logo.gif"/>
            <p:cNvPicPr>
              <a:picLocks noChangeAspect="1"/>
            </p:cNvPicPr>
            <p:nvPr/>
          </p:nvPicPr>
          <p:blipFill>
            <a:blip r:embed="rId19"/>
            <a:stretch>
              <a:fillRect/>
            </a:stretch>
          </p:blipFill>
          <p:spPr>
            <a:xfrm>
              <a:off x="36707426" y="34442400"/>
              <a:ext cx="723900" cy="742950"/>
            </a:xfrm>
            <a:prstGeom prst="rect">
              <a:avLst/>
            </a:prstGeom>
          </p:spPr>
        </p:pic>
        <p:sp>
          <p:nvSpPr>
            <p:cNvPr id="100" name="Right Arrow 99"/>
            <p:cNvSpPr/>
            <p:nvPr/>
          </p:nvSpPr>
          <p:spPr>
            <a:xfrm rot="2018712">
              <a:off x="34997454" y="33662466"/>
              <a:ext cx="1814051" cy="1522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ight Arrow 100"/>
            <p:cNvSpPr/>
            <p:nvPr/>
          </p:nvSpPr>
          <p:spPr>
            <a:xfrm rot="1148604">
              <a:off x="34929626" y="34049836"/>
              <a:ext cx="1814051" cy="1522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ight Arrow 102"/>
            <p:cNvSpPr/>
            <p:nvPr/>
          </p:nvSpPr>
          <p:spPr>
            <a:xfrm rot="537977">
              <a:off x="35650067" y="34450072"/>
              <a:ext cx="1086871" cy="1349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ight Arrow 103"/>
            <p:cNvSpPr/>
            <p:nvPr/>
          </p:nvSpPr>
          <p:spPr>
            <a:xfrm rot="21149226">
              <a:off x="34956991" y="34865140"/>
              <a:ext cx="1814051" cy="1522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ight Arrow 104"/>
            <p:cNvSpPr/>
            <p:nvPr/>
          </p:nvSpPr>
          <p:spPr>
            <a:xfrm rot="20448460">
              <a:off x="34803104" y="35291104"/>
              <a:ext cx="1940472" cy="1313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6" name="Picture 105" descr="FluxnetProposals.jpg"/>
            <p:cNvPicPr>
              <a:picLocks noChangeAspect="1"/>
            </p:cNvPicPr>
            <p:nvPr/>
          </p:nvPicPr>
          <p:blipFill>
            <a:blip r:embed="rId24" cstate="print"/>
            <a:stretch>
              <a:fillRect/>
            </a:stretch>
          </p:blipFill>
          <p:spPr>
            <a:xfrm>
              <a:off x="34726226" y="36652200"/>
              <a:ext cx="1066800" cy="733277"/>
            </a:xfrm>
            <a:prstGeom prst="rect">
              <a:avLst/>
            </a:prstGeom>
          </p:spPr>
        </p:pic>
        <p:pic>
          <p:nvPicPr>
            <p:cNvPr id="107" name="Picture 106" descr="Data-download.jpg"/>
            <p:cNvPicPr>
              <a:picLocks noChangeAspect="1"/>
            </p:cNvPicPr>
            <p:nvPr/>
          </p:nvPicPr>
          <p:blipFill>
            <a:blip r:embed="rId25" cstate="print"/>
            <a:stretch>
              <a:fillRect/>
            </a:stretch>
          </p:blipFill>
          <p:spPr>
            <a:xfrm>
              <a:off x="35259626" y="36880800"/>
              <a:ext cx="919162" cy="609527"/>
            </a:xfrm>
            <a:prstGeom prst="rect">
              <a:avLst/>
            </a:prstGeom>
          </p:spPr>
        </p:pic>
        <p:pic>
          <p:nvPicPr>
            <p:cNvPr id="108" name="Picture 107" descr="matlab.gif"/>
            <p:cNvPicPr>
              <a:picLocks noChangeAspect="1"/>
            </p:cNvPicPr>
            <p:nvPr/>
          </p:nvPicPr>
          <p:blipFill>
            <a:blip r:embed="rId26"/>
            <a:stretch>
              <a:fillRect/>
            </a:stretch>
          </p:blipFill>
          <p:spPr>
            <a:xfrm>
              <a:off x="35945426" y="36576000"/>
              <a:ext cx="907143" cy="714375"/>
            </a:xfrm>
            <a:prstGeom prst="rect">
              <a:avLst/>
            </a:prstGeom>
          </p:spPr>
        </p:pic>
        <p:sp>
          <p:nvSpPr>
            <p:cNvPr id="109" name="Down Arrow 108"/>
            <p:cNvSpPr/>
            <p:nvPr/>
          </p:nvSpPr>
          <p:spPr>
            <a:xfrm rot="1343433">
              <a:off x="36697411" y="35772956"/>
              <a:ext cx="169937" cy="7739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ight Arrow 109"/>
            <p:cNvSpPr/>
            <p:nvPr/>
          </p:nvSpPr>
          <p:spPr>
            <a:xfrm rot="11413497">
              <a:off x="33222717" y="36613898"/>
              <a:ext cx="1295400" cy="1104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TextBox 110"/>
            <p:cNvSpPr txBox="1"/>
            <p:nvPr/>
          </p:nvSpPr>
          <p:spPr>
            <a:xfrm>
              <a:off x="29955373" y="36576000"/>
              <a:ext cx="2230239" cy="297833"/>
            </a:xfrm>
            <a:prstGeom prst="rect">
              <a:avLst/>
            </a:prstGeom>
            <a:noFill/>
          </p:spPr>
          <p:txBody>
            <a:bodyPr wrap="none" rtlCol="0">
              <a:spAutoFit/>
            </a:bodyPr>
            <a:lstStyle/>
            <a:p>
              <a:r>
                <a:rPr lang="en-US" sz="2800" dirty="0" smtClean="0"/>
                <a:t>Synthesis activities</a:t>
              </a:r>
              <a:endParaRPr lang="en-US" sz="2800" dirty="0"/>
            </a:p>
          </p:txBody>
        </p:sp>
        <p:sp>
          <p:nvSpPr>
            <p:cNvPr id="112" name="Right Arrow 111"/>
            <p:cNvSpPr/>
            <p:nvPr/>
          </p:nvSpPr>
          <p:spPr>
            <a:xfrm rot="3772032">
              <a:off x="34959435" y="36277917"/>
              <a:ext cx="283451" cy="1588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3" name="Picture 112" descr="BWC-1.jpg"/>
            <p:cNvPicPr>
              <a:picLocks noChangeAspect="1"/>
            </p:cNvPicPr>
            <p:nvPr/>
          </p:nvPicPr>
          <p:blipFill>
            <a:blip r:embed="rId5" cstate="print"/>
            <a:stretch>
              <a:fillRect/>
            </a:stretch>
          </p:blipFill>
          <p:spPr>
            <a:xfrm>
              <a:off x="32211626" y="37185600"/>
              <a:ext cx="990600" cy="742950"/>
            </a:xfrm>
            <a:prstGeom prst="rect">
              <a:avLst/>
            </a:prstGeom>
          </p:spPr>
        </p:pic>
        <p:sp>
          <p:nvSpPr>
            <p:cNvPr id="114" name="Right Arrow 113"/>
            <p:cNvSpPr/>
            <p:nvPr/>
          </p:nvSpPr>
          <p:spPr>
            <a:xfrm rot="9817552">
              <a:off x="33192283" y="37074714"/>
              <a:ext cx="1394449" cy="130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5" name="Picture 114" descr="BWC-3.jpg"/>
            <p:cNvPicPr>
              <a:picLocks noChangeAspect="1"/>
            </p:cNvPicPr>
            <p:nvPr/>
          </p:nvPicPr>
          <p:blipFill>
            <a:blip r:embed="rId6" cstate="print"/>
            <a:stretch>
              <a:fillRect/>
            </a:stretch>
          </p:blipFill>
          <p:spPr>
            <a:xfrm>
              <a:off x="33126026" y="37738050"/>
              <a:ext cx="990600" cy="742950"/>
            </a:xfrm>
            <a:prstGeom prst="rect">
              <a:avLst/>
            </a:prstGeom>
          </p:spPr>
        </p:pic>
        <p:sp>
          <p:nvSpPr>
            <p:cNvPr id="116" name="Right Arrow 115"/>
            <p:cNvSpPr/>
            <p:nvPr/>
          </p:nvSpPr>
          <p:spPr>
            <a:xfrm rot="8333403">
              <a:off x="33615366" y="37384037"/>
              <a:ext cx="1089589" cy="1159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3" name="Rectangle 42"/>
          <p:cNvSpPr>
            <a:spLocks noChangeArrowheads="1"/>
          </p:cNvSpPr>
          <p:nvPr/>
        </p:nvSpPr>
        <p:spPr bwMode="auto">
          <a:xfrm>
            <a:off x="36445372" y="30836162"/>
            <a:ext cx="13618028" cy="1625038"/>
          </a:xfrm>
          <a:prstGeom prst="rect">
            <a:avLst/>
          </a:prstGeom>
          <a:noFill/>
          <a:ln w="28575" algn="ctr">
            <a:noFill/>
            <a:miter lim="800000"/>
            <a:headEnd/>
            <a:tailEnd/>
          </a:ln>
          <a:effectLst/>
        </p:spPr>
        <p:txBody>
          <a:bodyPr wrap="square" lIns="0" tIns="73141" rIns="0" bIns="73141">
            <a:spAutoFit/>
          </a:bodyPr>
          <a:lstStyle/>
          <a:p>
            <a:r>
              <a:rPr lang="en-US" sz="4800" dirty="0" smtClean="0">
                <a:solidFill>
                  <a:schemeClr val="accent1">
                    <a:lumMod val="40000"/>
                    <a:lumOff val="60000"/>
                  </a:schemeClr>
                </a:solidFill>
              </a:rPr>
              <a:t>URL:  http://www.fluxdata.org/ </a:t>
            </a:r>
            <a:r>
              <a:rPr lang="en-US" sz="4800" dirty="0" smtClean="0">
                <a:solidFill>
                  <a:schemeClr val="bg1"/>
                </a:solidFill>
              </a:rPr>
              <a:t>	               </a:t>
            </a:r>
            <a:r>
              <a:rPr lang="en-US" sz="4800" dirty="0" smtClean="0">
                <a:solidFill>
                  <a:schemeClr val="accent1">
                    <a:lumMod val="40000"/>
                    <a:lumOff val="60000"/>
                  </a:schemeClr>
                </a:solidFill>
              </a:rPr>
              <a:t>e-mail:  fluxdata-support@fluxdata.org  </a:t>
            </a:r>
            <a:endParaRPr lang="en-US" sz="4800" dirty="0">
              <a:solidFill>
                <a:schemeClr val="accent1">
                  <a:lumMod val="40000"/>
                  <a:lumOff val="60000"/>
                </a:schemeClr>
              </a:solidFill>
            </a:endParaRPr>
          </a:p>
        </p:txBody>
      </p:sp>
      <p:sp>
        <p:nvSpPr>
          <p:cNvPr id="124" name="TextBox 123"/>
          <p:cNvSpPr txBox="1"/>
          <p:nvPr/>
        </p:nvSpPr>
        <p:spPr>
          <a:xfrm>
            <a:off x="990600" y="30251400"/>
            <a:ext cx="14855798" cy="646331"/>
          </a:xfrm>
          <a:prstGeom prst="rect">
            <a:avLst/>
          </a:prstGeom>
          <a:noFill/>
        </p:spPr>
        <p:txBody>
          <a:bodyPr wrap="none" rtlCol="0">
            <a:spAutoFit/>
          </a:bodyPr>
          <a:lstStyle/>
          <a:p>
            <a:r>
              <a:rPr lang="en-US" sz="3600" b="0" dirty="0" smtClean="0"/>
              <a:t>FLUXNET Data </a:t>
            </a:r>
            <a:r>
              <a:rPr lang="en-US" sz="3600" b="0" dirty="0" smtClean="0"/>
              <a:t>Flow: Archiving</a:t>
            </a:r>
            <a:r>
              <a:rPr lang="en-US" sz="3600" b="0" dirty="0" smtClean="0"/>
              <a:t>, Processing, Access, and Synthesis Steps </a:t>
            </a:r>
            <a:endParaRPr lang="en-US" sz="3600" b="0" dirty="0"/>
          </a:p>
        </p:txBody>
      </p:sp>
      <p:sp>
        <p:nvSpPr>
          <p:cNvPr id="125" name="TextBox 124"/>
          <p:cNvSpPr txBox="1"/>
          <p:nvPr/>
        </p:nvSpPr>
        <p:spPr>
          <a:xfrm>
            <a:off x="19659600" y="30157777"/>
            <a:ext cx="12928091" cy="646331"/>
          </a:xfrm>
          <a:prstGeom prst="rect">
            <a:avLst/>
          </a:prstGeom>
          <a:noFill/>
        </p:spPr>
        <p:txBody>
          <a:bodyPr wrap="none" rtlCol="0">
            <a:spAutoFit/>
          </a:bodyPr>
          <a:lstStyle/>
          <a:p>
            <a:r>
              <a:rPr lang="en-US" sz="3600" b="0" dirty="0" smtClean="0"/>
              <a:t>FLUXNET </a:t>
            </a:r>
            <a:r>
              <a:rPr lang="en-US" sz="3600" b="0" dirty="0" smtClean="0"/>
              <a:t>Virtual </a:t>
            </a:r>
            <a:r>
              <a:rPr lang="en-US" sz="3600" b="0" dirty="0" smtClean="0"/>
              <a:t>Conversations </a:t>
            </a:r>
            <a:r>
              <a:rPr lang="en-US" sz="3600" b="0" dirty="0" smtClean="0"/>
              <a:t>to  </a:t>
            </a:r>
            <a:r>
              <a:rPr lang="en-US" sz="3600" b="0" dirty="0" smtClean="0"/>
              <a:t>Support </a:t>
            </a:r>
            <a:r>
              <a:rPr lang="en-US" sz="3600" b="0" dirty="0" smtClean="0"/>
              <a:t>Synthesis Activities</a:t>
            </a:r>
            <a:endParaRPr lang="en-US" sz="3600" b="0" dirty="0"/>
          </a:p>
        </p:txBody>
      </p:sp>
      <p:sp>
        <p:nvSpPr>
          <p:cNvPr id="126" name="TextBox 125"/>
          <p:cNvSpPr txBox="1"/>
          <p:nvPr/>
        </p:nvSpPr>
        <p:spPr>
          <a:xfrm>
            <a:off x="21945600" y="19354800"/>
            <a:ext cx="7753918" cy="646331"/>
          </a:xfrm>
          <a:prstGeom prst="rect">
            <a:avLst/>
          </a:prstGeom>
          <a:noFill/>
        </p:spPr>
        <p:txBody>
          <a:bodyPr wrap="none" rtlCol="0">
            <a:spAutoFit/>
          </a:bodyPr>
          <a:lstStyle/>
          <a:p>
            <a:r>
              <a:rPr lang="en-US" sz="3600" b="0" dirty="0" smtClean="0"/>
              <a:t>Worldwide FLUXNET Tower Locations</a:t>
            </a:r>
            <a:endParaRPr lang="en-US" sz="3600" b="0" dirty="0"/>
          </a:p>
        </p:txBody>
      </p:sp>
      <p:pic>
        <p:nvPicPr>
          <p:cNvPr id="4" name="Picture 3" descr="C:\deba\FTP-FWP\BWC\Microsoft\Images\FluxdataDataDownload.jpg"/>
          <p:cNvPicPr>
            <a:picLocks noChangeAspect="1" noChangeArrowheads="1"/>
          </p:cNvPicPr>
          <p:nvPr/>
        </p:nvPicPr>
        <p:blipFill>
          <a:blip r:embed="rId27"/>
          <a:srcRect/>
          <a:stretch>
            <a:fillRect/>
          </a:stretch>
        </p:blipFill>
        <p:spPr bwMode="auto">
          <a:xfrm>
            <a:off x="36241038" y="22021800"/>
            <a:ext cx="6096000" cy="5110895"/>
          </a:xfrm>
          <a:prstGeom prst="rect">
            <a:avLst/>
          </a:prstGeom>
          <a:noFill/>
        </p:spPr>
      </p:pic>
      <p:pic>
        <p:nvPicPr>
          <p:cNvPr id="5" name="Picture 4" descr="C:\deba\FTP-FWP\BWC\Microsoft\Images\FluxdataDataset.jpg"/>
          <p:cNvPicPr>
            <a:picLocks noChangeAspect="1" noChangeArrowheads="1"/>
          </p:cNvPicPr>
          <p:nvPr/>
        </p:nvPicPr>
        <p:blipFill>
          <a:blip r:embed="rId28"/>
          <a:srcRect/>
          <a:stretch>
            <a:fillRect/>
          </a:stretch>
        </p:blipFill>
        <p:spPr bwMode="auto">
          <a:xfrm>
            <a:off x="36271200" y="4876800"/>
            <a:ext cx="6619875" cy="5544361"/>
          </a:xfrm>
          <a:prstGeom prst="rect">
            <a:avLst/>
          </a:prstGeom>
          <a:noFill/>
        </p:spPr>
      </p:pic>
      <p:pic>
        <p:nvPicPr>
          <p:cNvPr id="7" name="Picture 6" descr="C:\deba\FTP-FWP\BWC\Microsoft\Images\FluxdataBlog.jpg"/>
          <p:cNvPicPr>
            <a:picLocks noChangeAspect="1" noChangeArrowheads="1"/>
          </p:cNvPicPr>
          <p:nvPr/>
        </p:nvPicPr>
        <p:blipFill>
          <a:blip r:embed="rId29"/>
          <a:srcRect/>
          <a:stretch>
            <a:fillRect/>
          </a:stretch>
        </p:blipFill>
        <p:spPr bwMode="auto">
          <a:xfrm>
            <a:off x="39090600" y="5638800"/>
            <a:ext cx="6543675" cy="5480541"/>
          </a:xfrm>
          <a:prstGeom prst="rect">
            <a:avLst/>
          </a:prstGeom>
          <a:noFill/>
        </p:spPr>
      </p:pic>
      <p:pic>
        <p:nvPicPr>
          <p:cNvPr id="8" name="Picture 7" descr="C:\deba\FTP-FWP\BWC\Microsoft\Images\FluxdataDataBrowsing.jpg"/>
          <p:cNvPicPr>
            <a:picLocks noChangeAspect="1" noChangeArrowheads="1"/>
          </p:cNvPicPr>
          <p:nvPr/>
        </p:nvPicPr>
        <p:blipFill>
          <a:blip r:embed="rId30"/>
          <a:srcRect/>
          <a:stretch>
            <a:fillRect/>
          </a:stretch>
        </p:blipFill>
        <p:spPr bwMode="auto">
          <a:xfrm>
            <a:off x="39289038" y="22555200"/>
            <a:ext cx="5867400" cy="4919236"/>
          </a:xfrm>
          <a:prstGeom prst="rect">
            <a:avLst/>
          </a:prstGeom>
          <a:noFill/>
        </p:spPr>
      </p:pic>
      <p:pic>
        <p:nvPicPr>
          <p:cNvPr id="9" name="Picture 8" descr="C:\deba\FTP-FWP\BWC\Microsoft\Images\FluxdataInfoAboutSite.jpg"/>
          <p:cNvPicPr>
            <a:picLocks noChangeAspect="1" noChangeArrowheads="1"/>
          </p:cNvPicPr>
          <p:nvPr/>
        </p:nvPicPr>
        <p:blipFill>
          <a:blip r:embed="rId31"/>
          <a:srcRect/>
          <a:stretch>
            <a:fillRect/>
          </a:stretch>
        </p:blipFill>
        <p:spPr bwMode="auto">
          <a:xfrm>
            <a:off x="36195000" y="13868400"/>
            <a:ext cx="5867399" cy="4914138"/>
          </a:xfrm>
          <a:prstGeom prst="rect">
            <a:avLst/>
          </a:prstGeom>
          <a:noFill/>
        </p:spPr>
      </p:pic>
      <p:pic>
        <p:nvPicPr>
          <p:cNvPr id="10" name="Picture 9" descr="C:\deba\FTP-FWP\BWC\Microsoft\Images\FluxdataUpdateAnc.jpg"/>
          <p:cNvPicPr>
            <a:picLocks noChangeAspect="1" noChangeArrowheads="1"/>
          </p:cNvPicPr>
          <p:nvPr/>
        </p:nvPicPr>
        <p:blipFill>
          <a:blip r:embed="rId32"/>
          <a:srcRect/>
          <a:stretch>
            <a:fillRect/>
          </a:stretch>
        </p:blipFill>
        <p:spPr bwMode="auto">
          <a:xfrm>
            <a:off x="39090600" y="14630400"/>
            <a:ext cx="6759688" cy="4495800"/>
          </a:xfrm>
          <a:prstGeom prst="rect">
            <a:avLst/>
          </a:prstGeom>
          <a:noFill/>
        </p:spPr>
      </p:pic>
      <p:pic>
        <p:nvPicPr>
          <p:cNvPr id="2" name="Picture 2" descr="C:\deba\FTP-FWP\BWC\Microsoft\Images\FluxdataProposals.jpg"/>
          <p:cNvPicPr>
            <a:picLocks noChangeAspect="1" noChangeArrowheads="1"/>
          </p:cNvPicPr>
          <p:nvPr/>
        </p:nvPicPr>
        <p:blipFill>
          <a:blip r:embed="rId33"/>
          <a:srcRect/>
          <a:stretch>
            <a:fillRect/>
          </a:stretch>
        </p:blipFill>
        <p:spPr bwMode="auto">
          <a:xfrm>
            <a:off x="41681401" y="6400801"/>
            <a:ext cx="6277726" cy="5257800"/>
          </a:xfrm>
          <a:prstGeom prst="rect">
            <a:avLst/>
          </a:prstGeom>
          <a:noFill/>
        </p:spPr>
      </p:pic>
      <p:sp>
        <p:nvSpPr>
          <p:cNvPr id="127" name="TextBox 126"/>
          <p:cNvSpPr txBox="1"/>
          <p:nvPr/>
        </p:nvSpPr>
        <p:spPr>
          <a:xfrm>
            <a:off x="36347400" y="12363271"/>
            <a:ext cx="13411200" cy="1200329"/>
          </a:xfrm>
          <a:prstGeom prst="rect">
            <a:avLst/>
          </a:prstGeom>
          <a:noFill/>
        </p:spPr>
        <p:txBody>
          <a:bodyPr wrap="square" rtlCol="0">
            <a:spAutoFit/>
          </a:bodyPr>
          <a:lstStyle/>
          <a:p>
            <a:r>
              <a:rPr lang="en-US" sz="3600" b="0" dirty="0" err="1" smtClean="0"/>
              <a:t>Fluxdata</a:t>
            </a:r>
            <a:r>
              <a:rPr lang="en-US" sz="3600" b="0" dirty="0" smtClean="0"/>
              <a:t> Collaboration Portal Public Views: blog, </a:t>
            </a:r>
            <a:r>
              <a:rPr lang="en-US" sz="3600" b="0" dirty="0" smtClean="0"/>
              <a:t>user manual, synthesis activity information</a:t>
            </a:r>
            <a:r>
              <a:rPr lang="en-US" sz="3600" b="0" dirty="0" smtClean="0"/>
              <a:t>, and </a:t>
            </a:r>
            <a:r>
              <a:rPr lang="en-US" sz="3600" b="0" dirty="0" smtClean="0"/>
              <a:t>information about the data set</a:t>
            </a:r>
            <a:endParaRPr lang="en-US" sz="3600" b="0" dirty="0"/>
          </a:p>
        </p:txBody>
      </p:sp>
      <p:pic>
        <p:nvPicPr>
          <p:cNvPr id="6" name="Picture 5" descr="C:\deba\FTP-FWP\BWC\Microsoft\Images\FluxdataSpecificPaperSites.jpg"/>
          <p:cNvPicPr>
            <a:picLocks noChangeAspect="1" noChangeArrowheads="1"/>
          </p:cNvPicPr>
          <p:nvPr/>
        </p:nvPicPr>
        <p:blipFill>
          <a:blip r:embed="rId34"/>
          <a:srcRect/>
          <a:stretch>
            <a:fillRect/>
          </a:stretch>
        </p:blipFill>
        <p:spPr bwMode="auto">
          <a:xfrm>
            <a:off x="44267438" y="7038951"/>
            <a:ext cx="6243637" cy="5229249"/>
          </a:xfrm>
          <a:prstGeom prst="rect">
            <a:avLst/>
          </a:prstGeom>
          <a:noFill/>
        </p:spPr>
      </p:pic>
      <p:pic>
        <p:nvPicPr>
          <p:cNvPr id="12" name="Picture 11" descr="C:\deba\FTP-FWP\BWC\Microsoft\Images\Report-Fluxnet.jpg"/>
          <p:cNvPicPr>
            <a:picLocks noChangeAspect="1" noChangeArrowheads="1"/>
          </p:cNvPicPr>
          <p:nvPr/>
        </p:nvPicPr>
        <p:blipFill>
          <a:blip r:embed="rId35"/>
          <a:srcRect/>
          <a:stretch>
            <a:fillRect/>
          </a:stretch>
        </p:blipFill>
        <p:spPr bwMode="auto">
          <a:xfrm>
            <a:off x="41615746" y="15019523"/>
            <a:ext cx="6466454" cy="4487677"/>
          </a:xfrm>
          <a:prstGeom prst="rect">
            <a:avLst/>
          </a:prstGeom>
          <a:noFill/>
        </p:spPr>
      </p:pic>
      <p:pic>
        <p:nvPicPr>
          <p:cNvPr id="13" name="Picture 12" descr="C:\deba\FTP-FWP\BWC\Microsoft\Images\FluxdataSendEmail.jpg"/>
          <p:cNvPicPr>
            <a:picLocks noChangeAspect="1" noChangeArrowheads="1"/>
          </p:cNvPicPr>
          <p:nvPr/>
        </p:nvPicPr>
        <p:blipFill>
          <a:blip r:embed="rId36"/>
          <a:srcRect/>
          <a:stretch>
            <a:fillRect/>
          </a:stretch>
        </p:blipFill>
        <p:spPr bwMode="auto">
          <a:xfrm>
            <a:off x="44348400" y="15396407"/>
            <a:ext cx="5334000" cy="4415593"/>
          </a:xfrm>
          <a:prstGeom prst="rect">
            <a:avLst/>
          </a:prstGeom>
          <a:noFill/>
        </p:spPr>
      </p:pic>
      <p:sp>
        <p:nvSpPr>
          <p:cNvPr id="131" name="TextBox 130"/>
          <p:cNvSpPr txBox="1"/>
          <p:nvPr/>
        </p:nvSpPr>
        <p:spPr>
          <a:xfrm>
            <a:off x="36271200" y="19964400"/>
            <a:ext cx="13639799" cy="1754326"/>
          </a:xfrm>
          <a:prstGeom prst="rect">
            <a:avLst/>
          </a:prstGeom>
          <a:noFill/>
        </p:spPr>
        <p:txBody>
          <a:bodyPr wrap="square" rtlCol="0">
            <a:spAutoFit/>
          </a:bodyPr>
          <a:lstStyle/>
          <a:p>
            <a:r>
              <a:rPr lang="en-US" sz="3600" b="0" dirty="0" err="1" smtClean="0"/>
              <a:t>Fluxdata</a:t>
            </a:r>
            <a:r>
              <a:rPr lang="en-US" sz="3600" b="0" dirty="0" smtClean="0"/>
              <a:t> Collaboration Portal Measurement Site Scientist Views:  site </a:t>
            </a:r>
            <a:r>
              <a:rPr lang="en-US" sz="3600" b="0" dirty="0" smtClean="0"/>
              <a:t>information display and update, site data download, communicate with synthesis teams, </a:t>
            </a:r>
            <a:r>
              <a:rPr lang="en-US" sz="3600" b="0" dirty="0" smtClean="0"/>
              <a:t>and e-mail </a:t>
            </a:r>
            <a:r>
              <a:rPr lang="en-US" sz="3600" b="0" dirty="0" smtClean="0"/>
              <a:t>participants</a:t>
            </a:r>
            <a:endParaRPr lang="en-US" sz="3600" b="0" dirty="0"/>
          </a:p>
        </p:txBody>
      </p:sp>
      <p:sp>
        <p:nvSpPr>
          <p:cNvPr id="132" name="TextBox 131"/>
          <p:cNvSpPr txBox="1"/>
          <p:nvPr/>
        </p:nvSpPr>
        <p:spPr>
          <a:xfrm>
            <a:off x="36423600" y="28344674"/>
            <a:ext cx="12877800" cy="2308324"/>
          </a:xfrm>
          <a:prstGeom prst="rect">
            <a:avLst/>
          </a:prstGeom>
          <a:noFill/>
        </p:spPr>
        <p:txBody>
          <a:bodyPr wrap="square" rtlCol="0">
            <a:spAutoFit/>
          </a:bodyPr>
          <a:lstStyle/>
          <a:p>
            <a:r>
              <a:rPr lang="en-US" sz="3600" b="0" dirty="0" err="1" smtClean="0"/>
              <a:t>Fluxdata</a:t>
            </a:r>
            <a:r>
              <a:rPr lang="en-US" sz="3600" b="0" dirty="0" smtClean="0"/>
              <a:t> Collaboration Portal Synthesis Team Views:  download data, e-mail measurement site scientists, </a:t>
            </a:r>
            <a:r>
              <a:rPr lang="en-US" sz="3600" b="0" dirty="0" smtClean="0"/>
              <a:t>extensive site and data set </a:t>
            </a:r>
            <a:r>
              <a:rPr lang="en-US" sz="3600" b="0" dirty="0" smtClean="0"/>
              <a:t>details, </a:t>
            </a:r>
            <a:r>
              <a:rPr lang="en-US" sz="3600" b="0" dirty="0" smtClean="0"/>
              <a:t>and data </a:t>
            </a:r>
            <a:r>
              <a:rPr lang="en-US" sz="3600" b="0" dirty="0" smtClean="0"/>
              <a:t>access </a:t>
            </a:r>
            <a:r>
              <a:rPr lang="en-US" sz="3600" b="0" dirty="0" smtClean="0"/>
              <a:t>and browsing via </a:t>
            </a:r>
            <a:r>
              <a:rPr lang="en-US" sz="3600" b="0" dirty="0" err="1" smtClean="0"/>
              <a:t>Matlab</a:t>
            </a:r>
            <a:r>
              <a:rPr lang="en-US" sz="3600" b="0" dirty="0" smtClean="0"/>
              <a:t> and </a:t>
            </a:r>
            <a:r>
              <a:rPr lang="en-US" sz="3600" b="0" dirty="0" smtClean="0"/>
              <a:t>Excel</a:t>
            </a:r>
            <a:endParaRPr lang="en-US" sz="3600" b="0" dirty="0"/>
          </a:p>
        </p:txBody>
      </p:sp>
      <p:pic>
        <p:nvPicPr>
          <p:cNvPr id="14" name="Picture 13" descr="C:\deba\FTP-FWP\BWC\Microsoft\Images\cum-val-report-top.jpg"/>
          <p:cNvPicPr>
            <a:picLocks noChangeAspect="1" noChangeArrowheads="1"/>
          </p:cNvPicPr>
          <p:nvPr/>
        </p:nvPicPr>
        <p:blipFill>
          <a:blip r:embed="rId37"/>
          <a:srcRect/>
          <a:stretch>
            <a:fillRect/>
          </a:stretch>
        </p:blipFill>
        <p:spPr bwMode="auto">
          <a:xfrm>
            <a:off x="41986200" y="22899077"/>
            <a:ext cx="6161157" cy="4773612"/>
          </a:xfrm>
          <a:prstGeom prst="rect">
            <a:avLst/>
          </a:prstGeom>
          <a:noFill/>
        </p:spPr>
      </p:pic>
      <p:pic>
        <p:nvPicPr>
          <p:cNvPr id="11" name="Picture 10" descr="C:\deba\FTP-FWP\BWC\Microsoft\Images\Matlab-QConstruct.gif"/>
          <p:cNvPicPr>
            <a:picLocks noChangeAspect="1" noChangeArrowheads="1"/>
          </p:cNvPicPr>
          <p:nvPr/>
        </p:nvPicPr>
        <p:blipFill>
          <a:blip r:embed="rId38"/>
          <a:srcRect/>
          <a:stretch>
            <a:fillRect/>
          </a:stretch>
        </p:blipFill>
        <p:spPr bwMode="auto">
          <a:xfrm>
            <a:off x="44881800" y="23280077"/>
            <a:ext cx="5668962" cy="5068277"/>
          </a:xfrm>
          <a:prstGeom prst="rect">
            <a:avLst/>
          </a:prstGeom>
          <a:noFill/>
        </p:spPr>
      </p:pic>
      <p:sp>
        <p:nvSpPr>
          <p:cNvPr id="99" name="TextBox 98"/>
          <p:cNvSpPr txBox="1"/>
          <p:nvPr/>
        </p:nvSpPr>
        <p:spPr>
          <a:xfrm>
            <a:off x="0" y="0"/>
            <a:ext cx="3365024" cy="707886"/>
          </a:xfrm>
          <a:prstGeom prst="rect">
            <a:avLst/>
          </a:prstGeom>
          <a:noFill/>
        </p:spPr>
        <p:txBody>
          <a:bodyPr wrap="none" rtlCol="0">
            <a:spAutoFit/>
          </a:bodyPr>
          <a:lstStyle/>
          <a:p>
            <a:r>
              <a:rPr lang="en-US" sz="4000" dirty="0" smtClean="0"/>
              <a:t>IN23B-1092</a:t>
            </a:r>
            <a:endParaRPr lang="en-US" dirty="0"/>
          </a:p>
        </p:txBody>
      </p:sp>
      <p:sp>
        <p:nvSpPr>
          <p:cNvPr id="102" name="Rectangle 101"/>
          <p:cNvSpPr/>
          <p:nvPr/>
        </p:nvSpPr>
        <p:spPr>
          <a:xfrm>
            <a:off x="31242000" y="27756108"/>
            <a:ext cx="2743200" cy="2362200"/>
          </a:xfrm>
          <a:prstGeom prst="rect">
            <a:avLst/>
          </a:prstGeom>
          <a:solidFill>
            <a:schemeClr val="accent2">
              <a:lumMod val="75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sz="2800" dirty="0" smtClean="0"/>
              <a:t>Data access via data cube</a:t>
            </a:r>
            <a:endParaRPr lang="en-US" sz="2800" dirty="0"/>
          </a:p>
        </p:txBody>
      </p:sp>
      <p:pic>
        <p:nvPicPr>
          <p:cNvPr id="1026" name="Picture 2" descr="C:\deba\FTP-FWP\BWC\Microsoft\images\pivot-chart.jpg"/>
          <p:cNvPicPr>
            <a:picLocks noChangeAspect="1" noChangeArrowheads="1"/>
          </p:cNvPicPr>
          <p:nvPr/>
        </p:nvPicPr>
        <p:blipFill>
          <a:blip r:embed="rId39" cstate="print"/>
          <a:srcRect/>
          <a:stretch>
            <a:fillRect/>
          </a:stretch>
        </p:blipFill>
        <p:spPr bwMode="auto">
          <a:xfrm>
            <a:off x="32004000" y="28096366"/>
            <a:ext cx="1981469" cy="967841"/>
          </a:xfrm>
          <a:prstGeom prst="rect">
            <a:avLst/>
          </a:prstGeom>
          <a:noFill/>
        </p:spPr>
      </p:pic>
      <p:pic>
        <p:nvPicPr>
          <p:cNvPr id="128" name="Picture 127" descr="C:\deba\FTP-FWP\BWC\Microsoft\Images\Matlab-QConstruct.gif"/>
          <p:cNvPicPr>
            <a:picLocks noChangeAspect="1" noChangeArrowheads="1"/>
          </p:cNvPicPr>
          <p:nvPr/>
        </p:nvPicPr>
        <p:blipFill>
          <a:blip r:embed="rId38"/>
          <a:srcRect/>
          <a:stretch>
            <a:fillRect/>
          </a:stretch>
        </p:blipFill>
        <p:spPr bwMode="auto">
          <a:xfrm>
            <a:off x="31394400" y="27832308"/>
            <a:ext cx="1149527" cy="1027723"/>
          </a:xfrm>
          <a:prstGeom prst="rect">
            <a:avLst/>
          </a:prstGeom>
          <a:noFill/>
        </p:spPr>
      </p:pic>
      <p:sp>
        <p:nvSpPr>
          <p:cNvPr id="129" name="Left-Right Arrow 128"/>
          <p:cNvSpPr/>
          <p:nvPr/>
        </p:nvSpPr>
        <p:spPr>
          <a:xfrm rot="827574">
            <a:off x="28577085" y="27924120"/>
            <a:ext cx="2729925" cy="34767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5" name="Group 134"/>
          <p:cNvGrpSpPr/>
          <p:nvPr/>
        </p:nvGrpSpPr>
        <p:grpSpPr>
          <a:xfrm>
            <a:off x="152400" y="31629821"/>
            <a:ext cx="34363025" cy="1364779"/>
            <a:chOff x="152400" y="31429796"/>
            <a:chExt cx="34363025" cy="1364779"/>
          </a:xfrm>
        </p:grpSpPr>
        <p:pic>
          <p:nvPicPr>
            <p:cNvPr id="1027" name="Picture 3" descr="C:\deba\FTP-FWP\BWC\Microsoft\images\ileaps_logo_8bit.gif"/>
            <p:cNvPicPr>
              <a:picLocks noChangeAspect="1" noChangeArrowheads="1"/>
            </p:cNvPicPr>
            <p:nvPr/>
          </p:nvPicPr>
          <p:blipFill>
            <a:blip r:embed="rId40"/>
            <a:srcRect/>
            <a:stretch>
              <a:fillRect/>
            </a:stretch>
          </p:blipFill>
          <p:spPr bwMode="auto">
            <a:xfrm>
              <a:off x="6539542" y="31451550"/>
              <a:ext cx="1428750" cy="1343025"/>
            </a:xfrm>
            <a:prstGeom prst="rect">
              <a:avLst/>
            </a:prstGeom>
            <a:noFill/>
          </p:spPr>
        </p:pic>
        <p:pic>
          <p:nvPicPr>
            <p:cNvPr id="130" name="Picture 129" descr="MSR-transparent-sm.gif"/>
            <p:cNvPicPr>
              <a:picLocks noChangeAspect="1"/>
            </p:cNvPicPr>
            <p:nvPr/>
          </p:nvPicPr>
          <p:blipFill>
            <a:blip r:embed="rId41"/>
            <a:stretch>
              <a:fillRect/>
            </a:stretch>
          </p:blipFill>
          <p:spPr>
            <a:xfrm>
              <a:off x="152400" y="31475362"/>
              <a:ext cx="5011615" cy="1143000"/>
            </a:xfrm>
            <a:prstGeom prst="rect">
              <a:avLst/>
            </a:prstGeom>
          </p:spPr>
        </p:pic>
        <p:pic>
          <p:nvPicPr>
            <p:cNvPr id="1028" name="Picture 4" descr="C:\deba\FTP-FWP\BWC\Microsoft\images\NSFlogo1sm.gif"/>
            <p:cNvPicPr>
              <a:picLocks noChangeAspect="1" noChangeArrowheads="1"/>
            </p:cNvPicPr>
            <p:nvPr/>
          </p:nvPicPr>
          <p:blipFill>
            <a:blip r:embed="rId42"/>
            <a:srcRect/>
            <a:stretch>
              <a:fillRect/>
            </a:stretch>
          </p:blipFill>
          <p:spPr bwMode="auto">
            <a:xfrm>
              <a:off x="5288216" y="31474494"/>
              <a:ext cx="1127125" cy="1144736"/>
            </a:xfrm>
            <a:prstGeom prst="rect">
              <a:avLst/>
            </a:prstGeom>
            <a:noFill/>
          </p:spPr>
        </p:pic>
        <p:pic>
          <p:nvPicPr>
            <p:cNvPr id="1030" name="Picture 6" descr="C:\deba\FTP-FWP\BWC\Microsoft\images\att42a0.jpg"/>
            <p:cNvPicPr>
              <a:picLocks noChangeAspect="1" noChangeArrowheads="1"/>
            </p:cNvPicPr>
            <p:nvPr/>
          </p:nvPicPr>
          <p:blipFill>
            <a:blip r:embed="rId43"/>
            <a:srcRect/>
            <a:stretch>
              <a:fillRect/>
            </a:stretch>
          </p:blipFill>
          <p:spPr bwMode="auto">
            <a:xfrm>
              <a:off x="8092493" y="31540450"/>
              <a:ext cx="2854325" cy="1012825"/>
            </a:xfrm>
            <a:prstGeom prst="rect">
              <a:avLst/>
            </a:prstGeom>
            <a:noFill/>
          </p:spPr>
        </p:pic>
        <p:pic>
          <p:nvPicPr>
            <p:cNvPr id="1031" name="Picture 7" descr="C:\deba\FTP-FWP\BWC\Microsoft\images\lbl-logo-sm.gif"/>
            <p:cNvPicPr>
              <a:picLocks noChangeAspect="1" noChangeArrowheads="1"/>
            </p:cNvPicPr>
            <p:nvPr/>
          </p:nvPicPr>
          <p:blipFill>
            <a:blip r:embed="rId44"/>
            <a:srcRect/>
            <a:stretch>
              <a:fillRect/>
            </a:stretch>
          </p:blipFill>
          <p:spPr bwMode="auto">
            <a:xfrm>
              <a:off x="11071019" y="31526162"/>
              <a:ext cx="1554089" cy="1041400"/>
            </a:xfrm>
            <a:prstGeom prst="rect">
              <a:avLst/>
            </a:prstGeom>
            <a:noFill/>
          </p:spPr>
        </p:pic>
        <p:pic>
          <p:nvPicPr>
            <p:cNvPr id="1032" name="Picture 8" descr="C:\deba\FTP-FWP\BWC\Microsoft\images\Uva-logo-sm.gif"/>
            <p:cNvPicPr>
              <a:picLocks noChangeAspect="1" noChangeArrowheads="1"/>
            </p:cNvPicPr>
            <p:nvPr/>
          </p:nvPicPr>
          <p:blipFill>
            <a:blip r:embed="rId45"/>
            <a:srcRect/>
            <a:stretch>
              <a:fillRect/>
            </a:stretch>
          </p:blipFill>
          <p:spPr bwMode="auto">
            <a:xfrm>
              <a:off x="12749309" y="31551562"/>
              <a:ext cx="2285999" cy="990600"/>
            </a:xfrm>
            <a:prstGeom prst="rect">
              <a:avLst/>
            </a:prstGeom>
            <a:noFill/>
          </p:spPr>
        </p:pic>
        <p:pic>
          <p:nvPicPr>
            <p:cNvPr id="1033" name="Picture 9" descr="C:\deba\FTP-FWP\BWC\Microsoft\images\UCB-seal-muted-trans-bkgrnd-sm.gif"/>
            <p:cNvPicPr>
              <a:picLocks noChangeAspect="1" noChangeArrowheads="1"/>
            </p:cNvPicPr>
            <p:nvPr/>
          </p:nvPicPr>
          <p:blipFill>
            <a:blip r:embed="rId46"/>
            <a:srcRect/>
            <a:stretch>
              <a:fillRect/>
            </a:stretch>
          </p:blipFill>
          <p:spPr bwMode="auto">
            <a:xfrm>
              <a:off x="15159509" y="31461075"/>
              <a:ext cx="1171575" cy="1171575"/>
            </a:xfrm>
            <a:prstGeom prst="rect">
              <a:avLst/>
            </a:prstGeom>
            <a:noFill/>
          </p:spPr>
        </p:pic>
        <p:pic>
          <p:nvPicPr>
            <p:cNvPr id="1034" name="Picture 10" descr="C:\deba\FTP-FWP\BWC\Microsoft\images\carboeurope-logo.gif"/>
            <p:cNvPicPr>
              <a:picLocks noChangeAspect="1" noChangeArrowheads="1"/>
            </p:cNvPicPr>
            <p:nvPr/>
          </p:nvPicPr>
          <p:blipFill>
            <a:blip r:embed="rId19"/>
            <a:srcRect/>
            <a:stretch>
              <a:fillRect/>
            </a:stretch>
          </p:blipFill>
          <p:spPr bwMode="auto">
            <a:xfrm>
              <a:off x="16455285" y="31470600"/>
              <a:ext cx="1122973" cy="1152525"/>
            </a:xfrm>
            <a:prstGeom prst="rect">
              <a:avLst/>
            </a:prstGeom>
            <a:noFill/>
          </p:spPr>
        </p:pic>
        <p:pic>
          <p:nvPicPr>
            <p:cNvPr id="1035" name="Picture 11" descr="C:\deba\FTP-FWP\BWC\Microsoft\images\Ameriflux.jpg"/>
            <p:cNvPicPr>
              <a:picLocks noChangeAspect="1" noChangeArrowheads="1"/>
            </p:cNvPicPr>
            <p:nvPr/>
          </p:nvPicPr>
          <p:blipFill>
            <a:blip r:embed="rId47"/>
            <a:srcRect/>
            <a:stretch>
              <a:fillRect/>
            </a:stretch>
          </p:blipFill>
          <p:spPr bwMode="auto">
            <a:xfrm>
              <a:off x="17702459" y="31739534"/>
              <a:ext cx="2224087" cy="614657"/>
            </a:xfrm>
            <a:prstGeom prst="rect">
              <a:avLst/>
            </a:prstGeom>
            <a:noFill/>
          </p:spPr>
        </p:pic>
        <p:pic>
          <p:nvPicPr>
            <p:cNvPr id="1036" name="Picture 12" descr="C:\deba\FTP-FWP\BWC\Microsoft\images\Tuscia-logo.gif"/>
            <p:cNvPicPr>
              <a:picLocks noChangeAspect="1" noChangeArrowheads="1"/>
            </p:cNvPicPr>
            <p:nvPr/>
          </p:nvPicPr>
          <p:blipFill>
            <a:blip r:embed="rId48"/>
            <a:srcRect/>
            <a:stretch>
              <a:fillRect/>
            </a:stretch>
          </p:blipFill>
          <p:spPr bwMode="auto">
            <a:xfrm>
              <a:off x="21903736" y="31506535"/>
              <a:ext cx="914400" cy="1080655"/>
            </a:xfrm>
            <a:prstGeom prst="rect">
              <a:avLst/>
            </a:prstGeom>
            <a:noFill/>
          </p:spPr>
        </p:pic>
        <p:pic>
          <p:nvPicPr>
            <p:cNvPr id="1037" name="Picture 13" descr="C:\deba\FTP-FWP\BWC\Microsoft\images\tcosblackschriftSiberia-logo.gif"/>
            <p:cNvPicPr>
              <a:picLocks noChangeAspect="1" noChangeArrowheads="1"/>
            </p:cNvPicPr>
            <p:nvPr/>
          </p:nvPicPr>
          <p:blipFill>
            <a:blip r:embed="rId49"/>
            <a:srcRect/>
            <a:stretch>
              <a:fillRect/>
            </a:stretch>
          </p:blipFill>
          <p:spPr bwMode="auto">
            <a:xfrm>
              <a:off x="26575497" y="31511054"/>
              <a:ext cx="1491315" cy="1071616"/>
            </a:xfrm>
            <a:prstGeom prst="rect">
              <a:avLst/>
            </a:prstGeom>
            <a:noFill/>
          </p:spPr>
        </p:pic>
        <p:pic>
          <p:nvPicPr>
            <p:cNvPr id="1038" name="Picture 14" descr="C:\deba\FTP-FWP\BWC\Microsoft\images\Fluxnet-Canada-logo.gif"/>
            <p:cNvPicPr>
              <a:picLocks noChangeAspect="1" noChangeArrowheads="1"/>
            </p:cNvPicPr>
            <p:nvPr/>
          </p:nvPicPr>
          <p:blipFill>
            <a:blip r:embed="rId50"/>
            <a:srcRect/>
            <a:stretch>
              <a:fillRect/>
            </a:stretch>
          </p:blipFill>
          <p:spPr bwMode="auto">
            <a:xfrm>
              <a:off x="20050747" y="31522987"/>
              <a:ext cx="1728788" cy="1047750"/>
            </a:xfrm>
            <a:prstGeom prst="rect">
              <a:avLst/>
            </a:prstGeom>
            <a:noFill/>
          </p:spPr>
        </p:pic>
        <p:pic>
          <p:nvPicPr>
            <p:cNvPr id="1039" name="Picture 15" descr="C:\deba\FTP-FWP\BWC\Microsoft\images\Asiaflux-logo.gif"/>
            <p:cNvPicPr>
              <a:picLocks noChangeAspect="1" noChangeArrowheads="1"/>
            </p:cNvPicPr>
            <p:nvPr/>
          </p:nvPicPr>
          <p:blipFill>
            <a:blip r:embed="rId18"/>
            <a:srcRect/>
            <a:stretch>
              <a:fillRect/>
            </a:stretch>
          </p:blipFill>
          <p:spPr bwMode="auto">
            <a:xfrm>
              <a:off x="22942337" y="31589662"/>
              <a:ext cx="1254369" cy="914400"/>
            </a:xfrm>
            <a:prstGeom prst="rect">
              <a:avLst/>
            </a:prstGeom>
            <a:noFill/>
          </p:spPr>
        </p:pic>
        <p:pic>
          <p:nvPicPr>
            <p:cNvPr id="1041" name="Picture 17" descr="C:\deba\FTP-FWP\BWC\Microsoft\images\CarboAfrica-logo.gif"/>
            <p:cNvPicPr>
              <a:picLocks noChangeAspect="1" noChangeArrowheads="1"/>
            </p:cNvPicPr>
            <p:nvPr/>
          </p:nvPicPr>
          <p:blipFill>
            <a:blip r:embed="rId51"/>
            <a:srcRect/>
            <a:stretch>
              <a:fillRect/>
            </a:stretch>
          </p:blipFill>
          <p:spPr bwMode="auto">
            <a:xfrm>
              <a:off x="24320907" y="31530131"/>
              <a:ext cx="944150" cy="1033462"/>
            </a:xfrm>
            <a:prstGeom prst="rect">
              <a:avLst/>
            </a:prstGeom>
            <a:noFill/>
          </p:spPr>
        </p:pic>
        <p:pic>
          <p:nvPicPr>
            <p:cNvPr id="1042" name="Picture 18" descr="C:\deba\FTP-FWP\BWC\Microsoft\images\Chinaflux-logo.gif"/>
            <p:cNvPicPr>
              <a:picLocks noChangeAspect="1" noChangeArrowheads="1"/>
            </p:cNvPicPr>
            <p:nvPr/>
          </p:nvPicPr>
          <p:blipFill>
            <a:blip r:embed="rId52"/>
            <a:srcRect/>
            <a:stretch>
              <a:fillRect/>
            </a:stretch>
          </p:blipFill>
          <p:spPr bwMode="auto">
            <a:xfrm>
              <a:off x="25389258" y="31529287"/>
              <a:ext cx="1062038" cy="1035151"/>
            </a:xfrm>
            <a:prstGeom prst="rect">
              <a:avLst/>
            </a:prstGeom>
            <a:noFill/>
          </p:spPr>
        </p:pic>
        <p:pic>
          <p:nvPicPr>
            <p:cNvPr id="1043" name="Picture 19" descr="C:\deba\FTP-FWP\BWC\Microsoft\images\KoFlux-logo.gif"/>
            <p:cNvPicPr>
              <a:picLocks noChangeAspect="1" noChangeArrowheads="1"/>
            </p:cNvPicPr>
            <p:nvPr/>
          </p:nvPicPr>
          <p:blipFill>
            <a:blip r:embed="rId53"/>
            <a:srcRect/>
            <a:stretch>
              <a:fillRect/>
            </a:stretch>
          </p:blipFill>
          <p:spPr bwMode="auto">
            <a:xfrm>
              <a:off x="28191013" y="31734919"/>
              <a:ext cx="1800360" cy="623887"/>
            </a:xfrm>
            <a:prstGeom prst="rect">
              <a:avLst/>
            </a:prstGeom>
            <a:noFill/>
          </p:spPr>
        </p:pic>
        <p:pic>
          <p:nvPicPr>
            <p:cNvPr id="1044" name="Picture 20" descr="C:\deba\FTP-FWP\BWC\Microsoft\images\SmFLUXNET.jpg"/>
            <p:cNvPicPr>
              <a:picLocks noChangeAspect="1" noChangeArrowheads="1"/>
            </p:cNvPicPr>
            <p:nvPr/>
          </p:nvPicPr>
          <p:blipFill>
            <a:blip r:embed="rId54"/>
            <a:srcRect/>
            <a:stretch>
              <a:fillRect/>
            </a:stretch>
          </p:blipFill>
          <p:spPr bwMode="auto">
            <a:xfrm>
              <a:off x="33299400" y="31429796"/>
              <a:ext cx="1216025" cy="1234132"/>
            </a:xfrm>
            <a:prstGeom prst="rect">
              <a:avLst/>
            </a:prstGeom>
            <a:noFill/>
          </p:spPr>
        </p:pic>
        <p:pic>
          <p:nvPicPr>
            <p:cNvPr id="1045" name="Picture 21" descr="C:\deba\FTP-FWP\BWC\Microsoft\images\Max-Plank-logo.gif"/>
            <p:cNvPicPr>
              <a:picLocks noChangeAspect="1" noChangeArrowheads="1"/>
            </p:cNvPicPr>
            <p:nvPr/>
          </p:nvPicPr>
          <p:blipFill>
            <a:blip r:embed="rId55"/>
            <a:srcRect/>
            <a:stretch>
              <a:fillRect/>
            </a:stretch>
          </p:blipFill>
          <p:spPr bwMode="auto">
            <a:xfrm>
              <a:off x="30115574" y="31603950"/>
              <a:ext cx="858982" cy="885825"/>
            </a:xfrm>
            <a:prstGeom prst="rect">
              <a:avLst/>
            </a:prstGeom>
            <a:noFill/>
          </p:spPr>
        </p:pic>
        <p:pic>
          <p:nvPicPr>
            <p:cNvPr id="1046" name="Picture 22" descr="C:\deba\FTP-FWP\BWC\Microsoft\images\Ozflux-logo.gif"/>
            <p:cNvPicPr>
              <a:picLocks noChangeAspect="1" noChangeArrowheads="1"/>
            </p:cNvPicPr>
            <p:nvPr/>
          </p:nvPicPr>
          <p:blipFill>
            <a:blip r:embed="rId56"/>
            <a:srcRect/>
            <a:stretch>
              <a:fillRect/>
            </a:stretch>
          </p:blipFill>
          <p:spPr bwMode="auto">
            <a:xfrm>
              <a:off x="31098757" y="31746825"/>
              <a:ext cx="2076450" cy="600075"/>
            </a:xfrm>
            <a:prstGeom prst="rect">
              <a:avLst/>
            </a:prstGeom>
            <a:noFill/>
          </p:spPr>
        </p:pic>
      </p:gr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1762</TotalTime>
  <Words>620</Words>
  <Application>Microsoft Office PowerPoint</Application>
  <PresentationFormat>Custom</PresentationFormat>
  <Paragraphs>40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Metro</vt:lpstr>
      <vt:lpstr>Interaction Support for the Global Fluxnet Data Set  </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Catharine van Ingen</dc:creator>
  <cp:lastModifiedBy>daa</cp:lastModifiedBy>
  <cp:revision>188</cp:revision>
  <dcterms:created xsi:type="dcterms:W3CDTF">2006-10-10T17:47:21Z</dcterms:created>
  <dcterms:modified xsi:type="dcterms:W3CDTF">2008-12-15T17:05:32Z</dcterms:modified>
</cp:coreProperties>
</file>
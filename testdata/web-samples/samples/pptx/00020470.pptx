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78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6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</p:sldIdLst>
  <p:sldSz cx="9144000" cy="6858000" type="screen4x3"/>
  <p:notesSz cx="7010400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5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800475" y="1789113"/>
            <a:ext cx="5340350" cy="5056187"/>
            <a:chOff x="2394" y="1127"/>
            <a:chExt cx="3364" cy="3185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ltGray">
            <a:xfrm>
              <a:off x="4230" y="1365"/>
              <a:ext cx="197" cy="10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ltGray">
            <a:xfrm>
              <a:off x="4299" y="1185"/>
              <a:ext cx="47" cy="47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ltGray">
            <a:xfrm rot="995337">
              <a:off x="5205" y="1495"/>
              <a:ext cx="6" cy="20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ltGray">
            <a:xfrm>
              <a:off x="4871" y="3508"/>
              <a:ext cx="66" cy="96"/>
            </a:xfrm>
            <a:custGeom>
              <a:avLst/>
              <a:gdLst/>
              <a:ahLst/>
              <a:cxnLst>
                <a:cxn ang="0">
                  <a:pos x="18" y="96"/>
                </a:cxn>
                <a:cxn ang="0">
                  <a:pos x="42" y="78"/>
                </a:cxn>
                <a:cxn ang="0">
                  <a:pos x="60" y="60"/>
                </a:cxn>
                <a:cxn ang="0">
                  <a:pos x="66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24" y="6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0" y="60"/>
                </a:cxn>
                <a:cxn ang="0">
                  <a:pos x="12" y="84"/>
                </a:cxn>
                <a:cxn ang="0">
                  <a:pos x="18" y="96"/>
                </a:cxn>
                <a:cxn ang="0">
                  <a:pos x="18" y="96"/>
                </a:cxn>
                <a:cxn ang="0">
                  <a:pos x="42" y="18"/>
                </a:cxn>
                <a:cxn ang="0">
                  <a:pos x="54" y="24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36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12" y="48"/>
                </a:cxn>
                <a:cxn ang="0">
                  <a:pos x="18" y="24"/>
                </a:cxn>
                <a:cxn ang="0">
                  <a:pos x="30" y="18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ltGray">
            <a:xfrm rot="91736">
              <a:off x="5487" y="1535"/>
              <a:ext cx="6" cy="199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ltGray">
            <a:xfrm rot="-926223">
              <a:off x="5640" y="1521"/>
              <a:ext cx="6" cy="881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ltGray">
            <a:xfrm rot="-1140313">
              <a:off x="3444" y="1816"/>
              <a:ext cx="6" cy="203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ltGray">
            <a:xfrm rot="1114412">
              <a:off x="2757" y="1821"/>
              <a:ext cx="6" cy="211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ltGray">
            <a:xfrm rot="254676">
              <a:off x="3035" y="1870"/>
              <a:ext cx="6" cy="190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ltGray">
            <a:xfrm>
              <a:off x="4007" y="3021"/>
              <a:ext cx="623" cy="156"/>
            </a:xfrm>
            <a:custGeom>
              <a:avLst/>
              <a:gdLst/>
              <a:ahLst/>
              <a:cxnLst>
                <a:cxn ang="0">
                  <a:pos x="6" y="18"/>
                </a:cxn>
                <a:cxn ang="0">
                  <a:pos x="162" y="36"/>
                </a:cxn>
                <a:cxn ang="0">
                  <a:pos x="251" y="36"/>
                </a:cxn>
                <a:cxn ang="0">
                  <a:pos x="354" y="30"/>
                </a:cxn>
                <a:cxn ang="0">
                  <a:pos x="473" y="18"/>
                </a:cxn>
                <a:cxn ang="0">
                  <a:pos x="611" y="0"/>
                </a:cxn>
                <a:cxn ang="0">
                  <a:pos x="623" y="114"/>
                </a:cxn>
                <a:cxn ang="0">
                  <a:pos x="497" y="138"/>
                </a:cxn>
                <a:cxn ang="0">
                  <a:pos x="414" y="150"/>
                </a:cxn>
                <a:cxn ang="0">
                  <a:pos x="318" y="156"/>
                </a:cxn>
                <a:cxn ang="0">
                  <a:pos x="215" y="156"/>
                </a:cxn>
                <a:cxn ang="0">
                  <a:pos x="108" y="150"/>
                </a:cxn>
                <a:cxn ang="0">
                  <a:pos x="0" y="132"/>
                </a:cxn>
                <a:cxn ang="0">
                  <a:pos x="6" y="18"/>
                </a:cxn>
                <a:cxn ang="0">
                  <a:pos x="6" y="18"/>
                </a:cxn>
              </a:cxnLst>
              <a:rect l="0" t="0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ltGray">
            <a:xfrm>
              <a:off x="4762" y="3591"/>
              <a:ext cx="996" cy="126"/>
            </a:xfrm>
            <a:custGeom>
              <a:avLst/>
              <a:gdLst/>
              <a:ahLst/>
              <a:cxnLst>
                <a:cxn ang="0">
                  <a:pos x="754" y="6"/>
                </a:cxn>
                <a:cxn ang="0">
                  <a:pos x="652" y="6"/>
                </a:cxn>
                <a:cxn ang="0">
                  <a:pos x="563" y="6"/>
                </a:cxn>
                <a:cxn ang="0">
                  <a:pos x="479" y="6"/>
                </a:cxn>
                <a:cxn ang="0">
                  <a:pos x="401" y="6"/>
                </a:cxn>
                <a:cxn ang="0">
                  <a:pos x="335" y="0"/>
                </a:cxn>
                <a:cxn ang="0">
                  <a:pos x="276" y="0"/>
                </a:cxn>
                <a:cxn ang="0">
                  <a:pos x="222" y="0"/>
                </a:cxn>
                <a:cxn ang="0">
                  <a:pos x="180" y="6"/>
                </a:cxn>
                <a:cxn ang="0">
                  <a:pos x="138" y="6"/>
                </a:cxn>
                <a:cxn ang="0">
                  <a:pos x="108" y="6"/>
                </a:cxn>
                <a:cxn ang="0">
                  <a:pos x="54" y="6"/>
                </a:cxn>
                <a:cxn ang="0">
                  <a:pos x="24" y="12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12" y="42"/>
                </a:cxn>
                <a:cxn ang="0">
                  <a:pos x="18" y="48"/>
                </a:cxn>
                <a:cxn ang="0">
                  <a:pos x="30" y="54"/>
                </a:cxn>
                <a:cxn ang="0">
                  <a:pos x="60" y="60"/>
                </a:cxn>
                <a:cxn ang="0">
                  <a:pos x="90" y="72"/>
                </a:cxn>
                <a:cxn ang="0">
                  <a:pos x="144" y="84"/>
                </a:cxn>
                <a:cxn ang="0">
                  <a:pos x="210" y="90"/>
                </a:cxn>
                <a:cxn ang="0">
                  <a:pos x="293" y="102"/>
                </a:cxn>
                <a:cxn ang="0">
                  <a:pos x="389" y="108"/>
                </a:cxn>
                <a:cxn ang="0">
                  <a:pos x="503" y="120"/>
                </a:cxn>
                <a:cxn ang="0">
                  <a:pos x="622" y="120"/>
                </a:cxn>
                <a:cxn ang="0">
                  <a:pos x="754" y="126"/>
                </a:cxn>
                <a:cxn ang="0">
                  <a:pos x="873" y="126"/>
                </a:cxn>
                <a:cxn ang="0">
                  <a:pos x="993" y="126"/>
                </a:cxn>
                <a:cxn ang="0">
                  <a:pos x="993" y="12"/>
                </a:cxn>
                <a:cxn ang="0">
                  <a:pos x="879" y="12"/>
                </a:cxn>
                <a:cxn ang="0">
                  <a:pos x="754" y="6"/>
                </a:cxn>
                <a:cxn ang="0">
                  <a:pos x="754" y="6"/>
                </a:cxn>
              </a:cxnLst>
              <a:rect l="0" t="0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ltGray">
            <a:xfrm>
              <a:off x="4786" y="3645"/>
              <a:ext cx="972" cy="2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54"/>
                </a:cxn>
                <a:cxn ang="0">
                  <a:pos x="66" y="96"/>
                </a:cxn>
                <a:cxn ang="0">
                  <a:pos x="120" y="137"/>
                </a:cxn>
                <a:cxn ang="0">
                  <a:pos x="198" y="173"/>
                </a:cxn>
                <a:cxn ang="0">
                  <a:pos x="293" y="203"/>
                </a:cxn>
                <a:cxn ang="0">
                  <a:pos x="353" y="215"/>
                </a:cxn>
                <a:cxn ang="0">
                  <a:pos x="413" y="227"/>
                </a:cxn>
                <a:cxn ang="0">
                  <a:pos x="479" y="233"/>
                </a:cxn>
                <a:cxn ang="0">
                  <a:pos x="556" y="239"/>
                </a:cxn>
                <a:cxn ang="0">
                  <a:pos x="634" y="245"/>
                </a:cxn>
                <a:cxn ang="0">
                  <a:pos x="724" y="245"/>
                </a:cxn>
                <a:cxn ang="0">
                  <a:pos x="855" y="245"/>
                </a:cxn>
                <a:cxn ang="0">
                  <a:pos x="969" y="239"/>
                </a:cxn>
                <a:cxn ang="0">
                  <a:pos x="969" y="60"/>
                </a:cxn>
                <a:cxn ang="0">
                  <a:pos x="700" y="60"/>
                </a:cxn>
                <a:cxn ang="0">
                  <a:pos x="503" y="54"/>
                </a:cxn>
                <a:cxn ang="0">
                  <a:pos x="317" y="42"/>
                </a:cxn>
                <a:cxn ang="0">
                  <a:pos x="150" y="24"/>
                </a:cxn>
                <a:cxn ang="0">
                  <a:pos x="72" y="1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ltGray">
            <a:xfrm>
              <a:off x="4804" y="3591"/>
              <a:ext cx="954" cy="90"/>
            </a:xfrm>
            <a:custGeom>
              <a:avLst/>
              <a:gdLst/>
              <a:ahLst/>
              <a:cxnLst>
                <a:cxn ang="0">
                  <a:pos x="700" y="0"/>
                </a:cxn>
                <a:cxn ang="0">
                  <a:pos x="598" y="0"/>
                </a:cxn>
                <a:cxn ang="0">
                  <a:pos x="515" y="0"/>
                </a:cxn>
                <a:cxn ang="0">
                  <a:pos x="431" y="0"/>
                </a:cxn>
                <a:cxn ang="0">
                  <a:pos x="365" y="0"/>
                </a:cxn>
                <a:cxn ang="0">
                  <a:pos x="299" y="0"/>
                </a:cxn>
                <a:cxn ang="0">
                  <a:pos x="245" y="0"/>
                </a:cxn>
                <a:cxn ang="0">
                  <a:pos x="198" y="0"/>
                </a:cxn>
                <a:cxn ang="0">
                  <a:pos x="162" y="0"/>
                </a:cxn>
                <a:cxn ang="0">
                  <a:pos x="126" y="6"/>
                </a:cxn>
                <a:cxn ang="0">
                  <a:pos x="96" y="6"/>
                </a:cxn>
                <a:cxn ang="0">
                  <a:pos x="54" y="12"/>
                </a:cxn>
                <a:cxn ang="0">
                  <a:pos x="30" y="12"/>
                </a:cxn>
                <a:cxn ang="0">
                  <a:pos x="12" y="18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6" y="30"/>
                </a:cxn>
                <a:cxn ang="0">
                  <a:pos x="24" y="36"/>
                </a:cxn>
                <a:cxn ang="0">
                  <a:pos x="54" y="42"/>
                </a:cxn>
                <a:cxn ang="0">
                  <a:pos x="102" y="54"/>
                </a:cxn>
                <a:cxn ang="0">
                  <a:pos x="168" y="60"/>
                </a:cxn>
                <a:cxn ang="0">
                  <a:pos x="251" y="66"/>
                </a:cxn>
                <a:cxn ang="0">
                  <a:pos x="341" y="78"/>
                </a:cxn>
                <a:cxn ang="0">
                  <a:pos x="449" y="84"/>
                </a:cxn>
                <a:cxn ang="0">
                  <a:pos x="568" y="84"/>
                </a:cxn>
                <a:cxn ang="0">
                  <a:pos x="694" y="90"/>
                </a:cxn>
                <a:cxn ang="0">
                  <a:pos x="825" y="90"/>
                </a:cxn>
                <a:cxn ang="0">
                  <a:pos x="951" y="90"/>
                </a:cxn>
                <a:cxn ang="0">
                  <a:pos x="951" y="6"/>
                </a:cxn>
                <a:cxn ang="0">
                  <a:pos x="831" y="6"/>
                </a:cxn>
                <a:cxn ang="0">
                  <a:pos x="772" y="6"/>
                </a:cxn>
                <a:cxn ang="0">
                  <a:pos x="700" y="0"/>
                </a:cxn>
                <a:cxn ang="0">
                  <a:pos x="700" y="0"/>
                </a:cxn>
              </a:cxnLst>
              <a:rect l="0" t="0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ltGray">
            <a:xfrm>
              <a:off x="3059" y="1541"/>
              <a:ext cx="102" cy="155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12"/>
                </a:cxn>
                <a:cxn ang="0">
                  <a:pos x="30" y="72"/>
                </a:cxn>
                <a:cxn ang="0">
                  <a:pos x="30" y="155"/>
                </a:cxn>
                <a:cxn ang="0">
                  <a:pos x="72" y="155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ltGray">
            <a:xfrm>
              <a:off x="3059" y="1690"/>
              <a:ext cx="90" cy="96"/>
            </a:xfrm>
            <a:custGeom>
              <a:avLst/>
              <a:gdLst/>
              <a:ahLst/>
              <a:cxnLst>
                <a:cxn ang="0">
                  <a:pos x="48" y="96"/>
                </a:cxn>
                <a:cxn ang="0">
                  <a:pos x="72" y="72"/>
                </a:cxn>
                <a:cxn ang="0">
                  <a:pos x="84" y="48"/>
                </a:cxn>
                <a:cxn ang="0">
                  <a:pos x="90" y="36"/>
                </a:cxn>
                <a:cxn ang="0">
                  <a:pos x="84" y="24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0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0" y="36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8" y="96"/>
                </a:cxn>
                <a:cxn ang="0">
                  <a:pos x="48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54" y="66"/>
                </a:cxn>
                <a:cxn ang="0">
                  <a:pos x="48" y="78"/>
                </a:cxn>
                <a:cxn ang="0">
                  <a:pos x="30" y="66"/>
                </a:cxn>
                <a:cxn ang="0">
                  <a:pos x="24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ltGray">
            <a:xfrm>
              <a:off x="3059" y="1768"/>
              <a:ext cx="90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54" y="108"/>
                </a:cxn>
                <a:cxn ang="0">
                  <a:pos x="78" y="96"/>
                </a:cxn>
                <a:cxn ang="0">
                  <a:pos x="90" y="72"/>
                </a:cxn>
                <a:cxn ang="0">
                  <a:pos x="84" y="42"/>
                </a:cxn>
                <a:cxn ang="0">
                  <a:pos x="66" y="24"/>
                </a:cxn>
                <a:cxn ang="0">
                  <a:pos x="54" y="12"/>
                </a:cxn>
                <a:cxn ang="0">
                  <a:pos x="48" y="6"/>
                </a:cxn>
                <a:cxn ang="0">
                  <a:pos x="48" y="6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30" y="36"/>
                </a:cxn>
                <a:cxn ang="0">
                  <a:pos x="42" y="24"/>
                </a:cxn>
                <a:cxn ang="0">
                  <a:pos x="48" y="18"/>
                </a:cxn>
                <a:cxn ang="0">
                  <a:pos x="66" y="30"/>
                </a:cxn>
                <a:cxn ang="0">
                  <a:pos x="72" y="48"/>
                </a:cxn>
                <a:cxn ang="0">
                  <a:pos x="78" y="72"/>
                </a:cxn>
                <a:cxn ang="0">
                  <a:pos x="78" y="84"/>
                </a:cxn>
                <a:cxn ang="0">
                  <a:pos x="66" y="96"/>
                </a:cxn>
                <a:cxn ang="0">
                  <a:pos x="42" y="102"/>
                </a:cxn>
                <a:cxn ang="0">
                  <a:pos x="30" y="96"/>
                </a:cxn>
                <a:cxn ang="0">
                  <a:pos x="18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ltGray">
            <a:xfrm>
              <a:off x="5470" y="1205"/>
              <a:ext cx="102" cy="156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6"/>
                </a:cxn>
                <a:cxn ang="0">
                  <a:pos x="30" y="72"/>
                </a:cxn>
                <a:cxn ang="0">
                  <a:pos x="30" y="156"/>
                </a:cxn>
                <a:cxn ang="0">
                  <a:pos x="72" y="156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Freeform 20"/>
            <p:cNvSpPr>
              <a:spLocks noEditPoints="1"/>
            </p:cNvSpPr>
            <p:nvPr/>
          </p:nvSpPr>
          <p:spPr bwMode="ltGray">
            <a:xfrm>
              <a:off x="5476" y="1349"/>
              <a:ext cx="84" cy="96"/>
            </a:xfrm>
            <a:custGeom>
              <a:avLst/>
              <a:gdLst/>
              <a:ahLst/>
              <a:cxnLst>
                <a:cxn ang="0">
                  <a:pos x="42" y="96"/>
                </a:cxn>
                <a:cxn ang="0">
                  <a:pos x="66" y="78"/>
                </a:cxn>
                <a:cxn ang="0">
                  <a:pos x="84" y="54"/>
                </a:cxn>
                <a:cxn ang="0">
                  <a:pos x="84" y="30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6"/>
                </a:cxn>
                <a:cxn ang="0">
                  <a:pos x="12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2" y="96"/>
                </a:cxn>
                <a:cxn ang="0">
                  <a:pos x="42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4"/>
                </a:cxn>
                <a:cxn ang="0">
                  <a:pos x="54" y="72"/>
                </a:cxn>
                <a:cxn ang="0">
                  <a:pos x="42" y="84"/>
                </a:cxn>
                <a:cxn ang="0">
                  <a:pos x="42" y="84"/>
                </a:cxn>
                <a:cxn ang="0">
                  <a:pos x="30" y="72"/>
                </a:cxn>
                <a:cxn ang="0">
                  <a:pos x="18" y="54"/>
                </a:cxn>
                <a:cxn ang="0">
                  <a:pos x="18" y="30"/>
                </a:cxn>
                <a:cxn ang="0">
                  <a:pos x="30" y="18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Freeform 21"/>
            <p:cNvSpPr>
              <a:spLocks noEditPoints="1"/>
            </p:cNvSpPr>
            <p:nvPr/>
          </p:nvSpPr>
          <p:spPr bwMode="ltGray">
            <a:xfrm>
              <a:off x="5470" y="1433"/>
              <a:ext cx="90" cy="108"/>
            </a:xfrm>
            <a:custGeom>
              <a:avLst/>
              <a:gdLst/>
              <a:ahLst/>
              <a:cxnLst>
                <a:cxn ang="0">
                  <a:pos x="6" y="90"/>
                </a:cxn>
                <a:cxn ang="0">
                  <a:pos x="18" y="102"/>
                </a:cxn>
                <a:cxn ang="0">
                  <a:pos x="30" y="108"/>
                </a:cxn>
                <a:cxn ang="0">
                  <a:pos x="60" y="108"/>
                </a:cxn>
                <a:cxn ang="0">
                  <a:pos x="84" y="96"/>
                </a:cxn>
                <a:cxn ang="0">
                  <a:pos x="90" y="84"/>
                </a:cxn>
                <a:cxn ang="0">
                  <a:pos x="90" y="66"/>
                </a:cxn>
                <a:cxn ang="0">
                  <a:pos x="84" y="36"/>
                </a:cxn>
                <a:cxn ang="0">
                  <a:pos x="72" y="18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12" y="48"/>
                </a:cxn>
                <a:cxn ang="0">
                  <a:pos x="0" y="66"/>
                </a:cxn>
                <a:cxn ang="0">
                  <a:pos x="6" y="90"/>
                </a:cxn>
                <a:cxn ang="0">
                  <a:pos x="6" y="90"/>
                </a:cxn>
                <a:cxn ang="0">
                  <a:pos x="18" y="66"/>
                </a:cxn>
                <a:cxn ang="0">
                  <a:pos x="24" y="48"/>
                </a:cxn>
                <a:cxn ang="0">
                  <a:pos x="36" y="30"/>
                </a:cxn>
                <a:cxn ang="0">
                  <a:pos x="42" y="18"/>
                </a:cxn>
                <a:cxn ang="0">
                  <a:pos x="48" y="12"/>
                </a:cxn>
                <a:cxn ang="0">
                  <a:pos x="78" y="42"/>
                </a:cxn>
                <a:cxn ang="0">
                  <a:pos x="84" y="66"/>
                </a:cxn>
                <a:cxn ang="0">
                  <a:pos x="66" y="90"/>
                </a:cxn>
                <a:cxn ang="0">
                  <a:pos x="54" y="96"/>
                </a:cxn>
                <a:cxn ang="0">
                  <a:pos x="42" y="96"/>
                </a:cxn>
                <a:cxn ang="0">
                  <a:pos x="30" y="96"/>
                </a:cxn>
                <a:cxn ang="0">
                  <a:pos x="24" y="84"/>
                </a:cxn>
                <a:cxn ang="0">
                  <a:pos x="18" y="78"/>
                </a:cxn>
                <a:cxn ang="0">
                  <a:pos x="18" y="66"/>
                </a:cxn>
                <a:cxn ang="0">
                  <a:pos x="18" y="66"/>
                </a:cxn>
              </a:cxnLst>
              <a:rect l="0" t="0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Freeform 22"/>
            <p:cNvSpPr>
              <a:spLocks noEditPoints="1"/>
            </p:cNvSpPr>
            <p:nvPr/>
          </p:nvSpPr>
          <p:spPr bwMode="ltGray">
            <a:xfrm>
              <a:off x="5428" y="3525"/>
              <a:ext cx="66" cy="96"/>
            </a:xfrm>
            <a:custGeom>
              <a:avLst/>
              <a:gdLst/>
              <a:ahLst/>
              <a:cxnLst>
                <a:cxn ang="0">
                  <a:pos x="30" y="96"/>
                </a:cxn>
                <a:cxn ang="0">
                  <a:pos x="54" y="72"/>
                </a:cxn>
                <a:cxn ang="0">
                  <a:pos x="66" y="48"/>
                </a:cxn>
                <a:cxn ang="0">
                  <a:pos x="66" y="24"/>
                </a:cxn>
                <a:cxn ang="0">
                  <a:pos x="54" y="6"/>
                </a:cxn>
                <a:cxn ang="0">
                  <a:pos x="30" y="0"/>
                </a:cxn>
                <a:cxn ang="0">
                  <a:pos x="18" y="0"/>
                </a:cxn>
                <a:cxn ang="0">
                  <a:pos x="6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18" y="84"/>
                </a:cxn>
                <a:cxn ang="0">
                  <a:pos x="30" y="96"/>
                </a:cxn>
                <a:cxn ang="0">
                  <a:pos x="30" y="96"/>
                </a:cxn>
                <a:cxn ang="0">
                  <a:pos x="30" y="12"/>
                </a:cxn>
                <a:cxn ang="0">
                  <a:pos x="48" y="18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48" y="48"/>
                </a:cxn>
                <a:cxn ang="0">
                  <a:pos x="36" y="66"/>
                </a:cxn>
                <a:cxn ang="0">
                  <a:pos x="30" y="78"/>
                </a:cxn>
                <a:cxn ang="0">
                  <a:pos x="18" y="66"/>
                </a:cxn>
                <a:cxn ang="0">
                  <a:pos x="12" y="48"/>
                </a:cxn>
                <a:cxn ang="0">
                  <a:pos x="6" y="30"/>
                </a:cxn>
                <a:cxn ang="0">
                  <a:pos x="18" y="12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ltGray">
            <a:xfrm>
              <a:off x="3017" y="1127"/>
              <a:ext cx="2603" cy="444"/>
            </a:xfrm>
            <a:custGeom>
              <a:avLst/>
              <a:gdLst/>
              <a:ahLst/>
              <a:cxnLst>
                <a:cxn ang="0">
                  <a:pos x="2577" y="0"/>
                </a:cxn>
                <a:cxn ang="0">
                  <a:pos x="2594" y="72"/>
                </a:cxn>
                <a:cxn ang="0">
                  <a:pos x="6" y="444"/>
                </a:cxn>
                <a:cxn ang="0">
                  <a:pos x="0" y="396"/>
                </a:cxn>
                <a:cxn ang="0">
                  <a:pos x="1225" y="96"/>
                </a:cxn>
                <a:cxn ang="0">
                  <a:pos x="1351" y="78"/>
                </a:cxn>
                <a:cxn ang="0">
                  <a:pos x="2577" y="0"/>
                </a:cxn>
                <a:cxn ang="0">
                  <a:pos x="2577" y="0"/>
                </a:cxn>
              </a:cxnLst>
              <a:rect l="0" t="0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Freeform 24"/>
            <p:cNvSpPr>
              <a:spLocks noEditPoints="1"/>
            </p:cNvSpPr>
            <p:nvPr/>
          </p:nvSpPr>
          <p:spPr bwMode="ltGray">
            <a:xfrm>
              <a:off x="2934" y="3773"/>
              <a:ext cx="84" cy="95"/>
            </a:xfrm>
            <a:custGeom>
              <a:avLst/>
              <a:gdLst/>
              <a:ahLst/>
              <a:cxnLst>
                <a:cxn ang="0">
                  <a:pos x="36" y="95"/>
                </a:cxn>
                <a:cxn ang="0">
                  <a:pos x="60" y="77"/>
                </a:cxn>
                <a:cxn ang="0">
                  <a:pos x="78" y="53"/>
                </a:cxn>
                <a:cxn ang="0">
                  <a:pos x="84" y="42"/>
                </a:cxn>
                <a:cxn ang="0">
                  <a:pos x="84" y="30"/>
                </a:cxn>
                <a:cxn ang="0">
                  <a:pos x="72" y="6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12" y="12"/>
                </a:cxn>
                <a:cxn ang="0">
                  <a:pos x="0" y="24"/>
                </a:cxn>
                <a:cxn ang="0">
                  <a:pos x="0" y="36"/>
                </a:cxn>
                <a:cxn ang="0">
                  <a:pos x="6" y="59"/>
                </a:cxn>
                <a:cxn ang="0">
                  <a:pos x="24" y="83"/>
                </a:cxn>
                <a:cxn ang="0">
                  <a:pos x="36" y="95"/>
                </a:cxn>
                <a:cxn ang="0">
                  <a:pos x="36" y="95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3"/>
                </a:cxn>
                <a:cxn ang="0">
                  <a:pos x="48" y="71"/>
                </a:cxn>
                <a:cxn ang="0">
                  <a:pos x="42" y="77"/>
                </a:cxn>
                <a:cxn ang="0">
                  <a:pos x="36" y="77"/>
                </a:cxn>
                <a:cxn ang="0">
                  <a:pos x="24" y="65"/>
                </a:cxn>
                <a:cxn ang="0">
                  <a:pos x="18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Freeform 25"/>
            <p:cNvSpPr>
              <a:spLocks noEditPoints="1"/>
            </p:cNvSpPr>
            <p:nvPr/>
          </p:nvSpPr>
          <p:spPr bwMode="ltGray">
            <a:xfrm>
              <a:off x="3779" y="3872"/>
              <a:ext cx="90" cy="108"/>
            </a:xfrm>
            <a:custGeom>
              <a:avLst/>
              <a:gdLst/>
              <a:ahLst/>
              <a:cxnLst>
                <a:cxn ang="0">
                  <a:pos x="12" y="96"/>
                </a:cxn>
                <a:cxn ang="0">
                  <a:pos x="24" y="108"/>
                </a:cxn>
                <a:cxn ang="0">
                  <a:pos x="42" y="108"/>
                </a:cxn>
                <a:cxn ang="0">
                  <a:pos x="66" y="102"/>
                </a:cxn>
                <a:cxn ang="0">
                  <a:pos x="84" y="78"/>
                </a:cxn>
                <a:cxn ang="0">
                  <a:pos x="90" y="66"/>
                </a:cxn>
                <a:cxn ang="0">
                  <a:pos x="84" y="48"/>
                </a:cxn>
                <a:cxn ang="0">
                  <a:pos x="66" y="24"/>
                </a:cxn>
                <a:cxn ang="0">
                  <a:pos x="48" y="12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4" y="0"/>
                </a:cxn>
                <a:cxn ang="0">
                  <a:pos x="12" y="30"/>
                </a:cxn>
                <a:cxn ang="0">
                  <a:pos x="0" y="54"/>
                </a:cxn>
                <a:cxn ang="0">
                  <a:pos x="0" y="78"/>
                </a:cxn>
                <a:cxn ang="0">
                  <a:pos x="12" y="96"/>
                </a:cxn>
                <a:cxn ang="0">
                  <a:pos x="12" y="96"/>
                </a:cxn>
                <a:cxn ang="0">
                  <a:pos x="12" y="72"/>
                </a:cxn>
                <a:cxn ang="0">
                  <a:pos x="18" y="54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30" y="12"/>
                </a:cxn>
                <a:cxn ang="0">
                  <a:pos x="48" y="24"/>
                </a:cxn>
                <a:cxn ang="0">
                  <a:pos x="66" y="36"/>
                </a:cxn>
                <a:cxn ang="0">
                  <a:pos x="78" y="54"/>
                </a:cxn>
                <a:cxn ang="0">
                  <a:pos x="78" y="72"/>
                </a:cxn>
                <a:cxn ang="0">
                  <a:pos x="72" y="84"/>
                </a:cxn>
                <a:cxn ang="0">
                  <a:pos x="48" y="96"/>
                </a:cxn>
                <a:cxn ang="0">
                  <a:pos x="36" y="96"/>
                </a:cxn>
                <a:cxn ang="0">
                  <a:pos x="24" y="90"/>
                </a:cxn>
                <a:cxn ang="0">
                  <a:pos x="18" y="84"/>
                </a:cxn>
                <a:cxn ang="0">
                  <a:pos x="12" y="72"/>
                </a:cxn>
                <a:cxn ang="0">
                  <a:pos x="12" y="72"/>
                </a:cxn>
              </a:cxnLst>
              <a:rect l="0" t="0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Freeform 26"/>
            <p:cNvSpPr>
              <a:spLocks noEditPoints="1"/>
            </p:cNvSpPr>
            <p:nvPr/>
          </p:nvSpPr>
          <p:spPr bwMode="ltGray">
            <a:xfrm>
              <a:off x="2400" y="3872"/>
              <a:ext cx="72" cy="90"/>
            </a:xfrm>
            <a:custGeom>
              <a:avLst/>
              <a:gdLst/>
              <a:ahLst/>
              <a:cxnLst>
                <a:cxn ang="0">
                  <a:pos x="71" y="90"/>
                </a:cxn>
                <a:cxn ang="0">
                  <a:pos x="71" y="60"/>
                </a:cxn>
                <a:cxn ang="0">
                  <a:pos x="71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30" y="78"/>
                </a:cxn>
                <a:cxn ang="0">
                  <a:pos x="54" y="90"/>
                </a:cxn>
                <a:cxn ang="0">
                  <a:pos x="71" y="90"/>
                </a:cxn>
                <a:cxn ang="0">
                  <a:pos x="71" y="90"/>
                </a:cxn>
                <a:cxn ang="0">
                  <a:pos x="24" y="18"/>
                </a:cxn>
                <a:cxn ang="0">
                  <a:pos x="42" y="18"/>
                </a:cxn>
                <a:cxn ang="0">
                  <a:pos x="54" y="18"/>
                </a:cxn>
                <a:cxn ang="0">
                  <a:pos x="60" y="42"/>
                </a:cxn>
                <a:cxn ang="0">
                  <a:pos x="60" y="66"/>
                </a:cxn>
                <a:cxn ang="0">
                  <a:pos x="60" y="72"/>
                </a:cxn>
                <a:cxn ang="0">
                  <a:pos x="60" y="78"/>
                </a:cxn>
                <a:cxn ang="0">
                  <a:pos x="42" y="72"/>
                </a:cxn>
                <a:cxn ang="0">
                  <a:pos x="24" y="66"/>
                </a:cxn>
                <a:cxn ang="0">
                  <a:pos x="12" y="48"/>
                </a:cxn>
                <a:cxn ang="0">
                  <a:pos x="12" y="30"/>
                </a:cxn>
                <a:cxn ang="0">
                  <a:pos x="24" y="18"/>
                </a:cxn>
                <a:cxn ang="0">
                  <a:pos x="24" y="18"/>
                </a:cxn>
              </a:cxnLst>
              <a:rect l="0" t="0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27"/>
            <p:cNvSpPr>
              <a:spLocks noChangeArrowheads="1"/>
            </p:cNvSpPr>
            <p:nvPr/>
          </p:nvSpPr>
          <p:spPr bwMode="ltGray">
            <a:xfrm>
              <a:off x="2444" y="3838"/>
              <a:ext cx="1380" cy="389"/>
            </a:xfrm>
            <a:prstGeom prst="ellipse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28"/>
            <p:cNvSpPr>
              <a:spLocks noChangeArrowheads="1"/>
            </p:cNvSpPr>
            <p:nvPr/>
          </p:nvSpPr>
          <p:spPr bwMode="ltGray">
            <a:xfrm>
              <a:off x="2394" y="3834"/>
              <a:ext cx="1502" cy="288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29"/>
            <p:cNvSpPr>
              <a:spLocks noChangeArrowheads="1"/>
            </p:cNvSpPr>
            <p:nvPr/>
          </p:nvSpPr>
          <p:spPr bwMode="ltGray">
            <a:xfrm>
              <a:off x="2441" y="3860"/>
              <a:ext cx="1425" cy="22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Freeform 30"/>
            <p:cNvSpPr>
              <a:spLocks noEditPoints="1"/>
            </p:cNvSpPr>
            <p:nvPr/>
          </p:nvSpPr>
          <p:spPr bwMode="ltGray">
            <a:xfrm>
              <a:off x="3743" y="3788"/>
              <a:ext cx="90" cy="96"/>
            </a:xfrm>
            <a:custGeom>
              <a:avLst/>
              <a:gdLst/>
              <a:ahLst/>
              <a:cxnLst>
                <a:cxn ang="0">
                  <a:pos x="66" y="96"/>
                </a:cxn>
                <a:cxn ang="0">
                  <a:pos x="78" y="66"/>
                </a:cxn>
                <a:cxn ang="0">
                  <a:pos x="90" y="42"/>
                </a:cxn>
                <a:cxn ang="0">
                  <a:pos x="78" y="18"/>
                </a:cxn>
                <a:cxn ang="0">
                  <a:pos x="60" y="0"/>
                </a:cxn>
                <a:cxn ang="0">
                  <a:pos x="30" y="6"/>
                </a:cxn>
                <a:cxn ang="0">
                  <a:pos x="18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24" y="78"/>
                </a:cxn>
                <a:cxn ang="0">
                  <a:pos x="48" y="90"/>
                </a:cxn>
                <a:cxn ang="0">
                  <a:pos x="66" y="96"/>
                </a:cxn>
                <a:cxn ang="0">
                  <a:pos x="66" y="96"/>
                </a:cxn>
                <a:cxn ang="0">
                  <a:pos x="42" y="18"/>
                </a:cxn>
                <a:cxn ang="0">
                  <a:pos x="60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66" y="72"/>
                </a:cxn>
                <a:cxn ang="0">
                  <a:pos x="60" y="78"/>
                </a:cxn>
                <a:cxn ang="0">
                  <a:pos x="60" y="84"/>
                </a:cxn>
                <a:cxn ang="0">
                  <a:pos x="42" y="72"/>
                </a:cxn>
                <a:cxn ang="0">
                  <a:pos x="30" y="66"/>
                </a:cxn>
                <a:cxn ang="0">
                  <a:pos x="18" y="42"/>
                </a:cxn>
                <a:cxn ang="0">
                  <a:pos x="24" y="30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Freeform 31"/>
            <p:cNvSpPr>
              <a:spLocks noEditPoints="1"/>
            </p:cNvSpPr>
            <p:nvPr/>
          </p:nvSpPr>
          <p:spPr bwMode="ltGray">
            <a:xfrm>
              <a:off x="5422" y="3603"/>
              <a:ext cx="72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48" y="108"/>
                </a:cxn>
                <a:cxn ang="0">
                  <a:pos x="66" y="96"/>
                </a:cxn>
                <a:cxn ang="0">
                  <a:pos x="72" y="66"/>
                </a:cxn>
                <a:cxn ang="0">
                  <a:pos x="66" y="42"/>
                </a:cxn>
                <a:cxn ang="0">
                  <a:pos x="60" y="18"/>
                </a:cxn>
                <a:cxn ang="0">
                  <a:pos x="48" y="6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18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24" y="36"/>
                </a:cxn>
                <a:cxn ang="0">
                  <a:pos x="30" y="24"/>
                </a:cxn>
                <a:cxn ang="0">
                  <a:pos x="36" y="18"/>
                </a:cxn>
                <a:cxn ang="0">
                  <a:pos x="54" y="30"/>
                </a:cxn>
                <a:cxn ang="0">
                  <a:pos x="60" y="48"/>
                </a:cxn>
                <a:cxn ang="0">
                  <a:pos x="66" y="72"/>
                </a:cxn>
                <a:cxn ang="0">
                  <a:pos x="66" y="84"/>
                </a:cxn>
                <a:cxn ang="0">
                  <a:pos x="54" y="96"/>
                </a:cxn>
                <a:cxn ang="0">
                  <a:pos x="30" y="102"/>
                </a:cxn>
                <a:cxn ang="0">
                  <a:pos x="24" y="96"/>
                </a:cxn>
                <a:cxn ang="0">
                  <a:pos x="12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ltGray">
            <a:xfrm>
              <a:off x="4238" y="1773"/>
              <a:ext cx="173" cy="2539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ltGray">
            <a:xfrm>
              <a:off x="4288" y="1545"/>
              <a:ext cx="76" cy="24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AutoShape 34"/>
            <p:cNvSpPr>
              <a:spLocks noChangeArrowheads="1"/>
            </p:cNvSpPr>
            <p:nvPr/>
          </p:nvSpPr>
          <p:spPr bwMode="ltGray">
            <a:xfrm>
              <a:off x="4220" y="1743"/>
              <a:ext cx="205" cy="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ltGray">
            <a:xfrm>
              <a:off x="4306" y="1529"/>
              <a:ext cx="252" cy="1576"/>
            </a:xfrm>
            <a:custGeom>
              <a:avLst/>
              <a:gdLst/>
              <a:ahLst/>
              <a:cxnLst>
                <a:cxn ang="0">
                  <a:pos x="252" y="1576"/>
                </a:cxn>
                <a:cxn ang="0">
                  <a:pos x="12" y="84"/>
                </a:cxn>
                <a:cxn ang="0">
                  <a:pos x="12" y="60"/>
                </a:cxn>
                <a:cxn ang="0">
                  <a:pos x="0" y="12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8" y="48"/>
                </a:cxn>
                <a:cxn ang="0">
                  <a:pos x="88" y="66"/>
                </a:cxn>
              </a:cxnLst>
              <a:rect l="0" t="0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ltGray">
            <a:xfrm>
              <a:off x="4169" y="1421"/>
              <a:ext cx="317" cy="138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227" y="6"/>
                </a:cxn>
                <a:cxn ang="0">
                  <a:pos x="275" y="36"/>
                </a:cxn>
                <a:cxn ang="0">
                  <a:pos x="304" y="78"/>
                </a:cxn>
                <a:cxn ang="0">
                  <a:pos x="316" y="138"/>
                </a:cxn>
                <a:cxn ang="0">
                  <a:pos x="0" y="138"/>
                </a:cxn>
                <a:cxn ang="0">
                  <a:pos x="11" y="78"/>
                </a:cxn>
                <a:cxn ang="0">
                  <a:pos x="47" y="36"/>
                </a:cxn>
                <a:cxn ang="0">
                  <a:pos x="95" y="6"/>
                </a:cxn>
                <a:cxn ang="0">
                  <a:pos x="161" y="0"/>
                </a:cxn>
                <a:cxn ang="0">
                  <a:pos x="161" y="0"/>
                </a:cxn>
              </a:cxnLst>
              <a:rect l="0" t="0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4375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376" name="Rectangle 40"/>
          <p:cNvSpPr>
            <a:spLocks noGrp="1" noChangeArrowheads="1"/>
          </p:cNvSpPr>
          <p:nvPr>
            <p:ph type="ctrTitle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9" name="Rectangle 3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" name="Rectangle 3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9BF53-7DA5-4DE9-85BA-C2B260103C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30B23-2340-45AB-8CFD-FB4316936E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C4402C-2C23-4BD7-A324-9A22187E56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9D76A-7AE7-44EA-B38E-4E1350D883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F92FA-FF64-44D8-B17F-546993AFC0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918F8-CA2A-4F36-AEDF-09B44DBCF4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40B3B-EE18-48A7-9623-280BB7C9AB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A8F617-85A1-41BD-94F6-B7CB704058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7F932-DAEB-464F-A393-503DDC219E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35901-9A80-41AD-976E-34D124C9C5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044D7A-6ABF-4602-9CB8-D61D8E3BFC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800475" y="1789113"/>
            <a:ext cx="5340350" cy="5056187"/>
            <a:chOff x="2394" y="1127"/>
            <a:chExt cx="3364" cy="3185"/>
          </a:xfrm>
        </p:grpSpPr>
        <p:sp>
          <p:nvSpPr>
            <p:cNvPr id="13315" name="Rectangle 3"/>
            <p:cNvSpPr>
              <a:spLocks noChangeArrowheads="1"/>
            </p:cNvSpPr>
            <p:nvPr userDrawn="1"/>
          </p:nvSpPr>
          <p:spPr bwMode="ltGray">
            <a:xfrm>
              <a:off x="4230" y="1365"/>
              <a:ext cx="197" cy="10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16" name="Oval 4"/>
            <p:cNvSpPr>
              <a:spLocks noChangeArrowheads="1"/>
            </p:cNvSpPr>
            <p:nvPr userDrawn="1"/>
          </p:nvSpPr>
          <p:spPr bwMode="ltGray">
            <a:xfrm>
              <a:off x="4299" y="1185"/>
              <a:ext cx="47" cy="47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17" name="Rectangle 5"/>
            <p:cNvSpPr>
              <a:spLocks noChangeArrowheads="1"/>
            </p:cNvSpPr>
            <p:nvPr userDrawn="1"/>
          </p:nvSpPr>
          <p:spPr bwMode="ltGray">
            <a:xfrm rot="995337">
              <a:off x="5205" y="1495"/>
              <a:ext cx="6" cy="20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18" name="Freeform 6"/>
            <p:cNvSpPr>
              <a:spLocks noEditPoints="1"/>
            </p:cNvSpPr>
            <p:nvPr userDrawn="1"/>
          </p:nvSpPr>
          <p:spPr bwMode="ltGray">
            <a:xfrm>
              <a:off x="4871" y="3508"/>
              <a:ext cx="66" cy="96"/>
            </a:xfrm>
            <a:custGeom>
              <a:avLst/>
              <a:gdLst/>
              <a:ahLst/>
              <a:cxnLst>
                <a:cxn ang="0">
                  <a:pos x="18" y="96"/>
                </a:cxn>
                <a:cxn ang="0">
                  <a:pos x="42" y="78"/>
                </a:cxn>
                <a:cxn ang="0">
                  <a:pos x="60" y="60"/>
                </a:cxn>
                <a:cxn ang="0">
                  <a:pos x="66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24" y="6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0" y="60"/>
                </a:cxn>
                <a:cxn ang="0">
                  <a:pos x="12" y="84"/>
                </a:cxn>
                <a:cxn ang="0">
                  <a:pos x="18" y="96"/>
                </a:cxn>
                <a:cxn ang="0">
                  <a:pos x="18" y="96"/>
                </a:cxn>
                <a:cxn ang="0">
                  <a:pos x="42" y="18"/>
                </a:cxn>
                <a:cxn ang="0">
                  <a:pos x="54" y="24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36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12" y="48"/>
                </a:cxn>
                <a:cxn ang="0">
                  <a:pos x="18" y="24"/>
                </a:cxn>
                <a:cxn ang="0">
                  <a:pos x="30" y="18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19" name="Rectangle 7"/>
            <p:cNvSpPr>
              <a:spLocks noChangeArrowheads="1"/>
            </p:cNvSpPr>
            <p:nvPr userDrawn="1"/>
          </p:nvSpPr>
          <p:spPr bwMode="ltGray">
            <a:xfrm rot="91736">
              <a:off x="5487" y="1535"/>
              <a:ext cx="6" cy="199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0" name="Rectangle 8"/>
            <p:cNvSpPr>
              <a:spLocks noChangeArrowheads="1"/>
            </p:cNvSpPr>
            <p:nvPr userDrawn="1"/>
          </p:nvSpPr>
          <p:spPr bwMode="ltGray">
            <a:xfrm rot="-926223">
              <a:off x="5640" y="1521"/>
              <a:ext cx="6" cy="881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1" name="Rectangle 9"/>
            <p:cNvSpPr>
              <a:spLocks noChangeArrowheads="1"/>
            </p:cNvSpPr>
            <p:nvPr userDrawn="1"/>
          </p:nvSpPr>
          <p:spPr bwMode="ltGray">
            <a:xfrm rot="-1140313">
              <a:off x="3444" y="1816"/>
              <a:ext cx="6" cy="203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2" name="Rectangle 10"/>
            <p:cNvSpPr>
              <a:spLocks noChangeArrowheads="1"/>
            </p:cNvSpPr>
            <p:nvPr userDrawn="1"/>
          </p:nvSpPr>
          <p:spPr bwMode="ltGray">
            <a:xfrm rot="1114412">
              <a:off x="2757" y="1821"/>
              <a:ext cx="6" cy="211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3" name="Rectangle 11"/>
            <p:cNvSpPr>
              <a:spLocks noChangeArrowheads="1"/>
            </p:cNvSpPr>
            <p:nvPr userDrawn="1"/>
          </p:nvSpPr>
          <p:spPr bwMode="ltGray">
            <a:xfrm rot="254676">
              <a:off x="3035" y="1870"/>
              <a:ext cx="6" cy="190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4" name="Freeform 12"/>
            <p:cNvSpPr>
              <a:spLocks/>
            </p:cNvSpPr>
            <p:nvPr userDrawn="1"/>
          </p:nvSpPr>
          <p:spPr bwMode="ltGray">
            <a:xfrm>
              <a:off x="4007" y="3021"/>
              <a:ext cx="623" cy="156"/>
            </a:xfrm>
            <a:custGeom>
              <a:avLst/>
              <a:gdLst/>
              <a:ahLst/>
              <a:cxnLst>
                <a:cxn ang="0">
                  <a:pos x="6" y="18"/>
                </a:cxn>
                <a:cxn ang="0">
                  <a:pos x="162" y="36"/>
                </a:cxn>
                <a:cxn ang="0">
                  <a:pos x="251" y="36"/>
                </a:cxn>
                <a:cxn ang="0">
                  <a:pos x="354" y="30"/>
                </a:cxn>
                <a:cxn ang="0">
                  <a:pos x="473" y="18"/>
                </a:cxn>
                <a:cxn ang="0">
                  <a:pos x="611" y="0"/>
                </a:cxn>
                <a:cxn ang="0">
                  <a:pos x="623" y="114"/>
                </a:cxn>
                <a:cxn ang="0">
                  <a:pos x="497" y="138"/>
                </a:cxn>
                <a:cxn ang="0">
                  <a:pos x="414" y="150"/>
                </a:cxn>
                <a:cxn ang="0">
                  <a:pos x="318" y="156"/>
                </a:cxn>
                <a:cxn ang="0">
                  <a:pos x="215" y="156"/>
                </a:cxn>
                <a:cxn ang="0">
                  <a:pos x="108" y="150"/>
                </a:cxn>
                <a:cxn ang="0">
                  <a:pos x="0" y="132"/>
                </a:cxn>
                <a:cxn ang="0">
                  <a:pos x="6" y="18"/>
                </a:cxn>
                <a:cxn ang="0">
                  <a:pos x="6" y="18"/>
                </a:cxn>
              </a:cxnLst>
              <a:rect l="0" t="0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5" name="Freeform 13"/>
            <p:cNvSpPr>
              <a:spLocks/>
            </p:cNvSpPr>
            <p:nvPr userDrawn="1"/>
          </p:nvSpPr>
          <p:spPr bwMode="ltGray">
            <a:xfrm>
              <a:off x="4762" y="3591"/>
              <a:ext cx="996" cy="126"/>
            </a:xfrm>
            <a:custGeom>
              <a:avLst/>
              <a:gdLst/>
              <a:ahLst/>
              <a:cxnLst>
                <a:cxn ang="0">
                  <a:pos x="754" y="6"/>
                </a:cxn>
                <a:cxn ang="0">
                  <a:pos x="652" y="6"/>
                </a:cxn>
                <a:cxn ang="0">
                  <a:pos x="563" y="6"/>
                </a:cxn>
                <a:cxn ang="0">
                  <a:pos x="479" y="6"/>
                </a:cxn>
                <a:cxn ang="0">
                  <a:pos x="401" y="6"/>
                </a:cxn>
                <a:cxn ang="0">
                  <a:pos x="335" y="0"/>
                </a:cxn>
                <a:cxn ang="0">
                  <a:pos x="276" y="0"/>
                </a:cxn>
                <a:cxn ang="0">
                  <a:pos x="222" y="0"/>
                </a:cxn>
                <a:cxn ang="0">
                  <a:pos x="180" y="6"/>
                </a:cxn>
                <a:cxn ang="0">
                  <a:pos x="138" y="6"/>
                </a:cxn>
                <a:cxn ang="0">
                  <a:pos x="108" y="6"/>
                </a:cxn>
                <a:cxn ang="0">
                  <a:pos x="54" y="6"/>
                </a:cxn>
                <a:cxn ang="0">
                  <a:pos x="24" y="12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12" y="42"/>
                </a:cxn>
                <a:cxn ang="0">
                  <a:pos x="18" y="48"/>
                </a:cxn>
                <a:cxn ang="0">
                  <a:pos x="30" y="54"/>
                </a:cxn>
                <a:cxn ang="0">
                  <a:pos x="60" y="60"/>
                </a:cxn>
                <a:cxn ang="0">
                  <a:pos x="90" y="72"/>
                </a:cxn>
                <a:cxn ang="0">
                  <a:pos x="144" y="84"/>
                </a:cxn>
                <a:cxn ang="0">
                  <a:pos x="210" y="90"/>
                </a:cxn>
                <a:cxn ang="0">
                  <a:pos x="293" y="102"/>
                </a:cxn>
                <a:cxn ang="0">
                  <a:pos x="389" y="108"/>
                </a:cxn>
                <a:cxn ang="0">
                  <a:pos x="503" y="120"/>
                </a:cxn>
                <a:cxn ang="0">
                  <a:pos x="622" y="120"/>
                </a:cxn>
                <a:cxn ang="0">
                  <a:pos x="754" y="126"/>
                </a:cxn>
                <a:cxn ang="0">
                  <a:pos x="873" y="126"/>
                </a:cxn>
                <a:cxn ang="0">
                  <a:pos x="993" y="126"/>
                </a:cxn>
                <a:cxn ang="0">
                  <a:pos x="993" y="12"/>
                </a:cxn>
                <a:cxn ang="0">
                  <a:pos x="879" y="12"/>
                </a:cxn>
                <a:cxn ang="0">
                  <a:pos x="754" y="6"/>
                </a:cxn>
                <a:cxn ang="0">
                  <a:pos x="754" y="6"/>
                </a:cxn>
              </a:cxnLst>
              <a:rect l="0" t="0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6" name="Freeform 14"/>
            <p:cNvSpPr>
              <a:spLocks/>
            </p:cNvSpPr>
            <p:nvPr userDrawn="1"/>
          </p:nvSpPr>
          <p:spPr bwMode="ltGray">
            <a:xfrm>
              <a:off x="4786" y="3645"/>
              <a:ext cx="972" cy="2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54"/>
                </a:cxn>
                <a:cxn ang="0">
                  <a:pos x="66" y="96"/>
                </a:cxn>
                <a:cxn ang="0">
                  <a:pos x="120" y="137"/>
                </a:cxn>
                <a:cxn ang="0">
                  <a:pos x="198" y="173"/>
                </a:cxn>
                <a:cxn ang="0">
                  <a:pos x="293" y="203"/>
                </a:cxn>
                <a:cxn ang="0">
                  <a:pos x="353" y="215"/>
                </a:cxn>
                <a:cxn ang="0">
                  <a:pos x="413" y="227"/>
                </a:cxn>
                <a:cxn ang="0">
                  <a:pos x="479" y="233"/>
                </a:cxn>
                <a:cxn ang="0">
                  <a:pos x="556" y="239"/>
                </a:cxn>
                <a:cxn ang="0">
                  <a:pos x="634" y="245"/>
                </a:cxn>
                <a:cxn ang="0">
                  <a:pos x="724" y="245"/>
                </a:cxn>
                <a:cxn ang="0">
                  <a:pos x="855" y="245"/>
                </a:cxn>
                <a:cxn ang="0">
                  <a:pos x="969" y="239"/>
                </a:cxn>
                <a:cxn ang="0">
                  <a:pos x="969" y="60"/>
                </a:cxn>
                <a:cxn ang="0">
                  <a:pos x="700" y="60"/>
                </a:cxn>
                <a:cxn ang="0">
                  <a:pos x="503" y="54"/>
                </a:cxn>
                <a:cxn ang="0">
                  <a:pos x="317" y="42"/>
                </a:cxn>
                <a:cxn ang="0">
                  <a:pos x="150" y="24"/>
                </a:cxn>
                <a:cxn ang="0">
                  <a:pos x="72" y="1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7" name="Freeform 15"/>
            <p:cNvSpPr>
              <a:spLocks/>
            </p:cNvSpPr>
            <p:nvPr userDrawn="1"/>
          </p:nvSpPr>
          <p:spPr bwMode="ltGray">
            <a:xfrm>
              <a:off x="4804" y="3591"/>
              <a:ext cx="954" cy="90"/>
            </a:xfrm>
            <a:custGeom>
              <a:avLst/>
              <a:gdLst/>
              <a:ahLst/>
              <a:cxnLst>
                <a:cxn ang="0">
                  <a:pos x="700" y="0"/>
                </a:cxn>
                <a:cxn ang="0">
                  <a:pos x="598" y="0"/>
                </a:cxn>
                <a:cxn ang="0">
                  <a:pos x="515" y="0"/>
                </a:cxn>
                <a:cxn ang="0">
                  <a:pos x="431" y="0"/>
                </a:cxn>
                <a:cxn ang="0">
                  <a:pos x="365" y="0"/>
                </a:cxn>
                <a:cxn ang="0">
                  <a:pos x="299" y="0"/>
                </a:cxn>
                <a:cxn ang="0">
                  <a:pos x="245" y="0"/>
                </a:cxn>
                <a:cxn ang="0">
                  <a:pos x="198" y="0"/>
                </a:cxn>
                <a:cxn ang="0">
                  <a:pos x="162" y="0"/>
                </a:cxn>
                <a:cxn ang="0">
                  <a:pos x="126" y="6"/>
                </a:cxn>
                <a:cxn ang="0">
                  <a:pos x="96" y="6"/>
                </a:cxn>
                <a:cxn ang="0">
                  <a:pos x="54" y="12"/>
                </a:cxn>
                <a:cxn ang="0">
                  <a:pos x="30" y="12"/>
                </a:cxn>
                <a:cxn ang="0">
                  <a:pos x="12" y="18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6" y="30"/>
                </a:cxn>
                <a:cxn ang="0">
                  <a:pos x="24" y="36"/>
                </a:cxn>
                <a:cxn ang="0">
                  <a:pos x="54" y="42"/>
                </a:cxn>
                <a:cxn ang="0">
                  <a:pos x="102" y="54"/>
                </a:cxn>
                <a:cxn ang="0">
                  <a:pos x="168" y="60"/>
                </a:cxn>
                <a:cxn ang="0">
                  <a:pos x="251" y="66"/>
                </a:cxn>
                <a:cxn ang="0">
                  <a:pos x="341" y="78"/>
                </a:cxn>
                <a:cxn ang="0">
                  <a:pos x="449" y="84"/>
                </a:cxn>
                <a:cxn ang="0">
                  <a:pos x="568" y="84"/>
                </a:cxn>
                <a:cxn ang="0">
                  <a:pos x="694" y="90"/>
                </a:cxn>
                <a:cxn ang="0">
                  <a:pos x="825" y="90"/>
                </a:cxn>
                <a:cxn ang="0">
                  <a:pos x="951" y="90"/>
                </a:cxn>
                <a:cxn ang="0">
                  <a:pos x="951" y="6"/>
                </a:cxn>
                <a:cxn ang="0">
                  <a:pos x="831" y="6"/>
                </a:cxn>
                <a:cxn ang="0">
                  <a:pos x="772" y="6"/>
                </a:cxn>
                <a:cxn ang="0">
                  <a:pos x="700" y="0"/>
                </a:cxn>
                <a:cxn ang="0">
                  <a:pos x="700" y="0"/>
                </a:cxn>
              </a:cxnLst>
              <a:rect l="0" t="0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8" name="Freeform 16"/>
            <p:cNvSpPr>
              <a:spLocks/>
            </p:cNvSpPr>
            <p:nvPr userDrawn="1"/>
          </p:nvSpPr>
          <p:spPr bwMode="ltGray">
            <a:xfrm>
              <a:off x="3059" y="1541"/>
              <a:ext cx="102" cy="155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12"/>
                </a:cxn>
                <a:cxn ang="0">
                  <a:pos x="30" y="72"/>
                </a:cxn>
                <a:cxn ang="0">
                  <a:pos x="30" y="155"/>
                </a:cxn>
                <a:cxn ang="0">
                  <a:pos x="72" y="155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9" name="Freeform 17"/>
            <p:cNvSpPr>
              <a:spLocks noEditPoints="1"/>
            </p:cNvSpPr>
            <p:nvPr userDrawn="1"/>
          </p:nvSpPr>
          <p:spPr bwMode="ltGray">
            <a:xfrm>
              <a:off x="3059" y="1690"/>
              <a:ext cx="90" cy="96"/>
            </a:xfrm>
            <a:custGeom>
              <a:avLst/>
              <a:gdLst/>
              <a:ahLst/>
              <a:cxnLst>
                <a:cxn ang="0">
                  <a:pos x="48" y="96"/>
                </a:cxn>
                <a:cxn ang="0">
                  <a:pos x="72" y="72"/>
                </a:cxn>
                <a:cxn ang="0">
                  <a:pos x="84" y="48"/>
                </a:cxn>
                <a:cxn ang="0">
                  <a:pos x="90" y="36"/>
                </a:cxn>
                <a:cxn ang="0">
                  <a:pos x="84" y="24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0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0" y="36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8" y="96"/>
                </a:cxn>
                <a:cxn ang="0">
                  <a:pos x="48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54" y="66"/>
                </a:cxn>
                <a:cxn ang="0">
                  <a:pos x="48" y="78"/>
                </a:cxn>
                <a:cxn ang="0">
                  <a:pos x="30" y="66"/>
                </a:cxn>
                <a:cxn ang="0">
                  <a:pos x="24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30" name="Freeform 18"/>
            <p:cNvSpPr>
              <a:spLocks noEditPoints="1"/>
            </p:cNvSpPr>
            <p:nvPr userDrawn="1"/>
          </p:nvSpPr>
          <p:spPr bwMode="ltGray">
            <a:xfrm>
              <a:off x="3059" y="1768"/>
              <a:ext cx="90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54" y="108"/>
                </a:cxn>
                <a:cxn ang="0">
                  <a:pos x="78" y="96"/>
                </a:cxn>
                <a:cxn ang="0">
                  <a:pos x="90" y="72"/>
                </a:cxn>
                <a:cxn ang="0">
                  <a:pos x="84" y="42"/>
                </a:cxn>
                <a:cxn ang="0">
                  <a:pos x="66" y="24"/>
                </a:cxn>
                <a:cxn ang="0">
                  <a:pos x="54" y="12"/>
                </a:cxn>
                <a:cxn ang="0">
                  <a:pos x="48" y="6"/>
                </a:cxn>
                <a:cxn ang="0">
                  <a:pos x="48" y="6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30" y="36"/>
                </a:cxn>
                <a:cxn ang="0">
                  <a:pos x="42" y="24"/>
                </a:cxn>
                <a:cxn ang="0">
                  <a:pos x="48" y="18"/>
                </a:cxn>
                <a:cxn ang="0">
                  <a:pos x="66" y="30"/>
                </a:cxn>
                <a:cxn ang="0">
                  <a:pos x="72" y="48"/>
                </a:cxn>
                <a:cxn ang="0">
                  <a:pos x="78" y="72"/>
                </a:cxn>
                <a:cxn ang="0">
                  <a:pos x="78" y="84"/>
                </a:cxn>
                <a:cxn ang="0">
                  <a:pos x="66" y="96"/>
                </a:cxn>
                <a:cxn ang="0">
                  <a:pos x="42" y="102"/>
                </a:cxn>
                <a:cxn ang="0">
                  <a:pos x="30" y="96"/>
                </a:cxn>
                <a:cxn ang="0">
                  <a:pos x="18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31" name="Freeform 19"/>
            <p:cNvSpPr>
              <a:spLocks/>
            </p:cNvSpPr>
            <p:nvPr userDrawn="1"/>
          </p:nvSpPr>
          <p:spPr bwMode="ltGray">
            <a:xfrm>
              <a:off x="5470" y="1205"/>
              <a:ext cx="102" cy="156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6"/>
                </a:cxn>
                <a:cxn ang="0">
                  <a:pos x="30" y="72"/>
                </a:cxn>
                <a:cxn ang="0">
                  <a:pos x="30" y="156"/>
                </a:cxn>
                <a:cxn ang="0">
                  <a:pos x="72" y="156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32" name="Freeform 20"/>
            <p:cNvSpPr>
              <a:spLocks noEditPoints="1"/>
            </p:cNvSpPr>
            <p:nvPr userDrawn="1"/>
          </p:nvSpPr>
          <p:spPr bwMode="ltGray">
            <a:xfrm>
              <a:off x="5476" y="1349"/>
              <a:ext cx="84" cy="96"/>
            </a:xfrm>
            <a:custGeom>
              <a:avLst/>
              <a:gdLst/>
              <a:ahLst/>
              <a:cxnLst>
                <a:cxn ang="0">
                  <a:pos x="42" y="96"/>
                </a:cxn>
                <a:cxn ang="0">
                  <a:pos x="66" y="78"/>
                </a:cxn>
                <a:cxn ang="0">
                  <a:pos x="84" y="54"/>
                </a:cxn>
                <a:cxn ang="0">
                  <a:pos x="84" y="30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6"/>
                </a:cxn>
                <a:cxn ang="0">
                  <a:pos x="12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2" y="96"/>
                </a:cxn>
                <a:cxn ang="0">
                  <a:pos x="42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4"/>
                </a:cxn>
                <a:cxn ang="0">
                  <a:pos x="54" y="72"/>
                </a:cxn>
                <a:cxn ang="0">
                  <a:pos x="42" y="84"/>
                </a:cxn>
                <a:cxn ang="0">
                  <a:pos x="42" y="84"/>
                </a:cxn>
                <a:cxn ang="0">
                  <a:pos x="30" y="72"/>
                </a:cxn>
                <a:cxn ang="0">
                  <a:pos x="18" y="54"/>
                </a:cxn>
                <a:cxn ang="0">
                  <a:pos x="18" y="30"/>
                </a:cxn>
                <a:cxn ang="0">
                  <a:pos x="30" y="18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33" name="Freeform 21"/>
            <p:cNvSpPr>
              <a:spLocks noEditPoints="1"/>
            </p:cNvSpPr>
            <p:nvPr userDrawn="1"/>
          </p:nvSpPr>
          <p:spPr bwMode="ltGray">
            <a:xfrm>
              <a:off x="5470" y="1433"/>
              <a:ext cx="90" cy="108"/>
            </a:xfrm>
            <a:custGeom>
              <a:avLst/>
              <a:gdLst/>
              <a:ahLst/>
              <a:cxnLst>
                <a:cxn ang="0">
                  <a:pos x="6" y="90"/>
                </a:cxn>
                <a:cxn ang="0">
                  <a:pos x="18" y="102"/>
                </a:cxn>
                <a:cxn ang="0">
                  <a:pos x="30" y="108"/>
                </a:cxn>
                <a:cxn ang="0">
                  <a:pos x="60" y="108"/>
                </a:cxn>
                <a:cxn ang="0">
                  <a:pos x="84" y="96"/>
                </a:cxn>
                <a:cxn ang="0">
                  <a:pos x="90" y="84"/>
                </a:cxn>
                <a:cxn ang="0">
                  <a:pos x="90" y="66"/>
                </a:cxn>
                <a:cxn ang="0">
                  <a:pos x="84" y="36"/>
                </a:cxn>
                <a:cxn ang="0">
                  <a:pos x="72" y="18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12" y="48"/>
                </a:cxn>
                <a:cxn ang="0">
                  <a:pos x="0" y="66"/>
                </a:cxn>
                <a:cxn ang="0">
                  <a:pos x="6" y="90"/>
                </a:cxn>
                <a:cxn ang="0">
                  <a:pos x="6" y="90"/>
                </a:cxn>
                <a:cxn ang="0">
                  <a:pos x="18" y="66"/>
                </a:cxn>
                <a:cxn ang="0">
                  <a:pos x="24" y="48"/>
                </a:cxn>
                <a:cxn ang="0">
                  <a:pos x="36" y="30"/>
                </a:cxn>
                <a:cxn ang="0">
                  <a:pos x="42" y="18"/>
                </a:cxn>
                <a:cxn ang="0">
                  <a:pos x="48" y="12"/>
                </a:cxn>
                <a:cxn ang="0">
                  <a:pos x="78" y="42"/>
                </a:cxn>
                <a:cxn ang="0">
                  <a:pos x="84" y="66"/>
                </a:cxn>
                <a:cxn ang="0">
                  <a:pos x="66" y="90"/>
                </a:cxn>
                <a:cxn ang="0">
                  <a:pos x="54" y="96"/>
                </a:cxn>
                <a:cxn ang="0">
                  <a:pos x="42" y="96"/>
                </a:cxn>
                <a:cxn ang="0">
                  <a:pos x="30" y="96"/>
                </a:cxn>
                <a:cxn ang="0">
                  <a:pos x="24" y="84"/>
                </a:cxn>
                <a:cxn ang="0">
                  <a:pos x="18" y="78"/>
                </a:cxn>
                <a:cxn ang="0">
                  <a:pos x="18" y="66"/>
                </a:cxn>
                <a:cxn ang="0">
                  <a:pos x="18" y="66"/>
                </a:cxn>
              </a:cxnLst>
              <a:rect l="0" t="0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34" name="Freeform 22"/>
            <p:cNvSpPr>
              <a:spLocks noEditPoints="1"/>
            </p:cNvSpPr>
            <p:nvPr userDrawn="1"/>
          </p:nvSpPr>
          <p:spPr bwMode="ltGray">
            <a:xfrm>
              <a:off x="5428" y="3525"/>
              <a:ext cx="66" cy="96"/>
            </a:xfrm>
            <a:custGeom>
              <a:avLst/>
              <a:gdLst/>
              <a:ahLst/>
              <a:cxnLst>
                <a:cxn ang="0">
                  <a:pos x="30" y="96"/>
                </a:cxn>
                <a:cxn ang="0">
                  <a:pos x="54" y="72"/>
                </a:cxn>
                <a:cxn ang="0">
                  <a:pos x="66" y="48"/>
                </a:cxn>
                <a:cxn ang="0">
                  <a:pos x="66" y="24"/>
                </a:cxn>
                <a:cxn ang="0">
                  <a:pos x="54" y="6"/>
                </a:cxn>
                <a:cxn ang="0">
                  <a:pos x="30" y="0"/>
                </a:cxn>
                <a:cxn ang="0">
                  <a:pos x="18" y="0"/>
                </a:cxn>
                <a:cxn ang="0">
                  <a:pos x="6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18" y="84"/>
                </a:cxn>
                <a:cxn ang="0">
                  <a:pos x="30" y="96"/>
                </a:cxn>
                <a:cxn ang="0">
                  <a:pos x="30" y="96"/>
                </a:cxn>
                <a:cxn ang="0">
                  <a:pos x="30" y="12"/>
                </a:cxn>
                <a:cxn ang="0">
                  <a:pos x="48" y="18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48" y="48"/>
                </a:cxn>
                <a:cxn ang="0">
                  <a:pos x="36" y="66"/>
                </a:cxn>
                <a:cxn ang="0">
                  <a:pos x="30" y="78"/>
                </a:cxn>
                <a:cxn ang="0">
                  <a:pos x="18" y="66"/>
                </a:cxn>
                <a:cxn ang="0">
                  <a:pos x="12" y="48"/>
                </a:cxn>
                <a:cxn ang="0">
                  <a:pos x="6" y="30"/>
                </a:cxn>
                <a:cxn ang="0">
                  <a:pos x="18" y="12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35" name="Freeform 23"/>
            <p:cNvSpPr>
              <a:spLocks/>
            </p:cNvSpPr>
            <p:nvPr userDrawn="1"/>
          </p:nvSpPr>
          <p:spPr bwMode="ltGray">
            <a:xfrm>
              <a:off x="3017" y="1127"/>
              <a:ext cx="2603" cy="444"/>
            </a:xfrm>
            <a:custGeom>
              <a:avLst/>
              <a:gdLst/>
              <a:ahLst/>
              <a:cxnLst>
                <a:cxn ang="0">
                  <a:pos x="2577" y="0"/>
                </a:cxn>
                <a:cxn ang="0">
                  <a:pos x="2594" y="72"/>
                </a:cxn>
                <a:cxn ang="0">
                  <a:pos x="6" y="444"/>
                </a:cxn>
                <a:cxn ang="0">
                  <a:pos x="0" y="396"/>
                </a:cxn>
                <a:cxn ang="0">
                  <a:pos x="1225" y="96"/>
                </a:cxn>
                <a:cxn ang="0">
                  <a:pos x="1351" y="78"/>
                </a:cxn>
                <a:cxn ang="0">
                  <a:pos x="2577" y="0"/>
                </a:cxn>
                <a:cxn ang="0">
                  <a:pos x="2577" y="0"/>
                </a:cxn>
              </a:cxnLst>
              <a:rect l="0" t="0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36" name="Freeform 24"/>
            <p:cNvSpPr>
              <a:spLocks noEditPoints="1"/>
            </p:cNvSpPr>
            <p:nvPr userDrawn="1"/>
          </p:nvSpPr>
          <p:spPr bwMode="ltGray">
            <a:xfrm>
              <a:off x="2934" y="3773"/>
              <a:ext cx="84" cy="95"/>
            </a:xfrm>
            <a:custGeom>
              <a:avLst/>
              <a:gdLst/>
              <a:ahLst/>
              <a:cxnLst>
                <a:cxn ang="0">
                  <a:pos x="36" y="95"/>
                </a:cxn>
                <a:cxn ang="0">
                  <a:pos x="60" y="77"/>
                </a:cxn>
                <a:cxn ang="0">
                  <a:pos x="78" y="53"/>
                </a:cxn>
                <a:cxn ang="0">
                  <a:pos x="84" y="42"/>
                </a:cxn>
                <a:cxn ang="0">
                  <a:pos x="84" y="30"/>
                </a:cxn>
                <a:cxn ang="0">
                  <a:pos x="72" y="6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12" y="12"/>
                </a:cxn>
                <a:cxn ang="0">
                  <a:pos x="0" y="24"/>
                </a:cxn>
                <a:cxn ang="0">
                  <a:pos x="0" y="36"/>
                </a:cxn>
                <a:cxn ang="0">
                  <a:pos x="6" y="59"/>
                </a:cxn>
                <a:cxn ang="0">
                  <a:pos x="24" y="83"/>
                </a:cxn>
                <a:cxn ang="0">
                  <a:pos x="36" y="95"/>
                </a:cxn>
                <a:cxn ang="0">
                  <a:pos x="36" y="95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3"/>
                </a:cxn>
                <a:cxn ang="0">
                  <a:pos x="48" y="71"/>
                </a:cxn>
                <a:cxn ang="0">
                  <a:pos x="42" y="77"/>
                </a:cxn>
                <a:cxn ang="0">
                  <a:pos x="36" y="77"/>
                </a:cxn>
                <a:cxn ang="0">
                  <a:pos x="24" y="65"/>
                </a:cxn>
                <a:cxn ang="0">
                  <a:pos x="18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37" name="Freeform 25"/>
            <p:cNvSpPr>
              <a:spLocks noEditPoints="1"/>
            </p:cNvSpPr>
            <p:nvPr userDrawn="1"/>
          </p:nvSpPr>
          <p:spPr bwMode="ltGray">
            <a:xfrm>
              <a:off x="3779" y="3872"/>
              <a:ext cx="90" cy="108"/>
            </a:xfrm>
            <a:custGeom>
              <a:avLst/>
              <a:gdLst/>
              <a:ahLst/>
              <a:cxnLst>
                <a:cxn ang="0">
                  <a:pos x="12" y="96"/>
                </a:cxn>
                <a:cxn ang="0">
                  <a:pos x="24" y="108"/>
                </a:cxn>
                <a:cxn ang="0">
                  <a:pos x="42" y="108"/>
                </a:cxn>
                <a:cxn ang="0">
                  <a:pos x="66" y="102"/>
                </a:cxn>
                <a:cxn ang="0">
                  <a:pos x="84" y="78"/>
                </a:cxn>
                <a:cxn ang="0">
                  <a:pos x="90" y="66"/>
                </a:cxn>
                <a:cxn ang="0">
                  <a:pos x="84" y="48"/>
                </a:cxn>
                <a:cxn ang="0">
                  <a:pos x="66" y="24"/>
                </a:cxn>
                <a:cxn ang="0">
                  <a:pos x="48" y="12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4" y="0"/>
                </a:cxn>
                <a:cxn ang="0">
                  <a:pos x="12" y="30"/>
                </a:cxn>
                <a:cxn ang="0">
                  <a:pos x="0" y="54"/>
                </a:cxn>
                <a:cxn ang="0">
                  <a:pos x="0" y="78"/>
                </a:cxn>
                <a:cxn ang="0">
                  <a:pos x="12" y="96"/>
                </a:cxn>
                <a:cxn ang="0">
                  <a:pos x="12" y="96"/>
                </a:cxn>
                <a:cxn ang="0">
                  <a:pos x="12" y="72"/>
                </a:cxn>
                <a:cxn ang="0">
                  <a:pos x="18" y="54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30" y="12"/>
                </a:cxn>
                <a:cxn ang="0">
                  <a:pos x="48" y="24"/>
                </a:cxn>
                <a:cxn ang="0">
                  <a:pos x="66" y="36"/>
                </a:cxn>
                <a:cxn ang="0">
                  <a:pos x="78" y="54"/>
                </a:cxn>
                <a:cxn ang="0">
                  <a:pos x="78" y="72"/>
                </a:cxn>
                <a:cxn ang="0">
                  <a:pos x="72" y="84"/>
                </a:cxn>
                <a:cxn ang="0">
                  <a:pos x="48" y="96"/>
                </a:cxn>
                <a:cxn ang="0">
                  <a:pos x="36" y="96"/>
                </a:cxn>
                <a:cxn ang="0">
                  <a:pos x="24" y="90"/>
                </a:cxn>
                <a:cxn ang="0">
                  <a:pos x="18" y="84"/>
                </a:cxn>
                <a:cxn ang="0">
                  <a:pos x="12" y="72"/>
                </a:cxn>
                <a:cxn ang="0">
                  <a:pos x="12" y="72"/>
                </a:cxn>
              </a:cxnLst>
              <a:rect l="0" t="0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38" name="Freeform 26"/>
            <p:cNvSpPr>
              <a:spLocks noEditPoints="1"/>
            </p:cNvSpPr>
            <p:nvPr userDrawn="1"/>
          </p:nvSpPr>
          <p:spPr bwMode="ltGray">
            <a:xfrm>
              <a:off x="2400" y="3872"/>
              <a:ext cx="72" cy="90"/>
            </a:xfrm>
            <a:custGeom>
              <a:avLst/>
              <a:gdLst/>
              <a:ahLst/>
              <a:cxnLst>
                <a:cxn ang="0">
                  <a:pos x="71" y="90"/>
                </a:cxn>
                <a:cxn ang="0">
                  <a:pos x="71" y="60"/>
                </a:cxn>
                <a:cxn ang="0">
                  <a:pos x="71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30" y="78"/>
                </a:cxn>
                <a:cxn ang="0">
                  <a:pos x="54" y="90"/>
                </a:cxn>
                <a:cxn ang="0">
                  <a:pos x="71" y="90"/>
                </a:cxn>
                <a:cxn ang="0">
                  <a:pos x="71" y="90"/>
                </a:cxn>
                <a:cxn ang="0">
                  <a:pos x="24" y="18"/>
                </a:cxn>
                <a:cxn ang="0">
                  <a:pos x="42" y="18"/>
                </a:cxn>
                <a:cxn ang="0">
                  <a:pos x="54" y="18"/>
                </a:cxn>
                <a:cxn ang="0">
                  <a:pos x="60" y="42"/>
                </a:cxn>
                <a:cxn ang="0">
                  <a:pos x="60" y="66"/>
                </a:cxn>
                <a:cxn ang="0">
                  <a:pos x="60" y="72"/>
                </a:cxn>
                <a:cxn ang="0">
                  <a:pos x="60" y="78"/>
                </a:cxn>
                <a:cxn ang="0">
                  <a:pos x="42" y="72"/>
                </a:cxn>
                <a:cxn ang="0">
                  <a:pos x="24" y="66"/>
                </a:cxn>
                <a:cxn ang="0">
                  <a:pos x="12" y="48"/>
                </a:cxn>
                <a:cxn ang="0">
                  <a:pos x="12" y="30"/>
                </a:cxn>
                <a:cxn ang="0">
                  <a:pos x="24" y="18"/>
                </a:cxn>
                <a:cxn ang="0">
                  <a:pos x="24" y="18"/>
                </a:cxn>
              </a:cxnLst>
              <a:rect l="0" t="0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39" name="Oval 27"/>
            <p:cNvSpPr>
              <a:spLocks noChangeArrowheads="1"/>
            </p:cNvSpPr>
            <p:nvPr userDrawn="1"/>
          </p:nvSpPr>
          <p:spPr bwMode="ltGray">
            <a:xfrm>
              <a:off x="2444" y="3838"/>
              <a:ext cx="1380" cy="389"/>
            </a:xfrm>
            <a:prstGeom prst="ellipse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40" name="Oval 28"/>
            <p:cNvSpPr>
              <a:spLocks noChangeArrowheads="1"/>
            </p:cNvSpPr>
            <p:nvPr userDrawn="1"/>
          </p:nvSpPr>
          <p:spPr bwMode="ltGray">
            <a:xfrm>
              <a:off x="2394" y="3834"/>
              <a:ext cx="1502" cy="288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41" name="Oval 29"/>
            <p:cNvSpPr>
              <a:spLocks noChangeArrowheads="1"/>
            </p:cNvSpPr>
            <p:nvPr userDrawn="1"/>
          </p:nvSpPr>
          <p:spPr bwMode="ltGray">
            <a:xfrm>
              <a:off x="2441" y="3860"/>
              <a:ext cx="1425" cy="22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42" name="Freeform 30"/>
            <p:cNvSpPr>
              <a:spLocks noEditPoints="1"/>
            </p:cNvSpPr>
            <p:nvPr userDrawn="1"/>
          </p:nvSpPr>
          <p:spPr bwMode="ltGray">
            <a:xfrm>
              <a:off x="3743" y="3788"/>
              <a:ext cx="90" cy="96"/>
            </a:xfrm>
            <a:custGeom>
              <a:avLst/>
              <a:gdLst/>
              <a:ahLst/>
              <a:cxnLst>
                <a:cxn ang="0">
                  <a:pos x="66" y="96"/>
                </a:cxn>
                <a:cxn ang="0">
                  <a:pos x="78" y="66"/>
                </a:cxn>
                <a:cxn ang="0">
                  <a:pos x="90" y="42"/>
                </a:cxn>
                <a:cxn ang="0">
                  <a:pos x="78" y="18"/>
                </a:cxn>
                <a:cxn ang="0">
                  <a:pos x="60" y="0"/>
                </a:cxn>
                <a:cxn ang="0">
                  <a:pos x="30" y="6"/>
                </a:cxn>
                <a:cxn ang="0">
                  <a:pos x="18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24" y="78"/>
                </a:cxn>
                <a:cxn ang="0">
                  <a:pos x="48" y="90"/>
                </a:cxn>
                <a:cxn ang="0">
                  <a:pos x="66" y="96"/>
                </a:cxn>
                <a:cxn ang="0">
                  <a:pos x="66" y="96"/>
                </a:cxn>
                <a:cxn ang="0">
                  <a:pos x="42" y="18"/>
                </a:cxn>
                <a:cxn ang="0">
                  <a:pos x="60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66" y="72"/>
                </a:cxn>
                <a:cxn ang="0">
                  <a:pos x="60" y="78"/>
                </a:cxn>
                <a:cxn ang="0">
                  <a:pos x="60" y="84"/>
                </a:cxn>
                <a:cxn ang="0">
                  <a:pos x="42" y="72"/>
                </a:cxn>
                <a:cxn ang="0">
                  <a:pos x="30" y="66"/>
                </a:cxn>
                <a:cxn ang="0">
                  <a:pos x="18" y="42"/>
                </a:cxn>
                <a:cxn ang="0">
                  <a:pos x="24" y="30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43" name="Freeform 31"/>
            <p:cNvSpPr>
              <a:spLocks noEditPoints="1"/>
            </p:cNvSpPr>
            <p:nvPr userDrawn="1"/>
          </p:nvSpPr>
          <p:spPr bwMode="ltGray">
            <a:xfrm>
              <a:off x="5422" y="3603"/>
              <a:ext cx="72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48" y="108"/>
                </a:cxn>
                <a:cxn ang="0">
                  <a:pos x="66" y="96"/>
                </a:cxn>
                <a:cxn ang="0">
                  <a:pos x="72" y="66"/>
                </a:cxn>
                <a:cxn ang="0">
                  <a:pos x="66" y="42"/>
                </a:cxn>
                <a:cxn ang="0">
                  <a:pos x="60" y="18"/>
                </a:cxn>
                <a:cxn ang="0">
                  <a:pos x="48" y="6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18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24" y="36"/>
                </a:cxn>
                <a:cxn ang="0">
                  <a:pos x="30" y="24"/>
                </a:cxn>
                <a:cxn ang="0">
                  <a:pos x="36" y="18"/>
                </a:cxn>
                <a:cxn ang="0">
                  <a:pos x="54" y="30"/>
                </a:cxn>
                <a:cxn ang="0">
                  <a:pos x="60" y="48"/>
                </a:cxn>
                <a:cxn ang="0">
                  <a:pos x="66" y="72"/>
                </a:cxn>
                <a:cxn ang="0">
                  <a:pos x="66" y="84"/>
                </a:cxn>
                <a:cxn ang="0">
                  <a:pos x="54" y="96"/>
                </a:cxn>
                <a:cxn ang="0">
                  <a:pos x="30" y="102"/>
                </a:cxn>
                <a:cxn ang="0">
                  <a:pos x="24" y="96"/>
                </a:cxn>
                <a:cxn ang="0">
                  <a:pos x="12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44" name="Rectangle 32"/>
            <p:cNvSpPr>
              <a:spLocks noChangeArrowheads="1"/>
            </p:cNvSpPr>
            <p:nvPr userDrawn="1"/>
          </p:nvSpPr>
          <p:spPr bwMode="ltGray">
            <a:xfrm>
              <a:off x="4238" y="1773"/>
              <a:ext cx="173" cy="2539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45" name="Rectangle 33"/>
            <p:cNvSpPr>
              <a:spLocks noChangeArrowheads="1"/>
            </p:cNvSpPr>
            <p:nvPr userDrawn="1"/>
          </p:nvSpPr>
          <p:spPr bwMode="ltGray">
            <a:xfrm>
              <a:off x="4288" y="1545"/>
              <a:ext cx="76" cy="24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46" name="AutoShape 34"/>
            <p:cNvSpPr>
              <a:spLocks noChangeArrowheads="1"/>
            </p:cNvSpPr>
            <p:nvPr userDrawn="1"/>
          </p:nvSpPr>
          <p:spPr bwMode="ltGray">
            <a:xfrm>
              <a:off x="4220" y="1743"/>
              <a:ext cx="205" cy="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47" name="Freeform 35"/>
            <p:cNvSpPr>
              <a:spLocks/>
            </p:cNvSpPr>
            <p:nvPr userDrawn="1"/>
          </p:nvSpPr>
          <p:spPr bwMode="ltGray">
            <a:xfrm>
              <a:off x="4306" y="1529"/>
              <a:ext cx="252" cy="1576"/>
            </a:xfrm>
            <a:custGeom>
              <a:avLst/>
              <a:gdLst/>
              <a:ahLst/>
              <a:cxnLst>
                <a:cxn ang="0">
                  <a:pos x="252" y="1576"/>
                </a:cxn>
                <a:cxn ang="0">
                  <a:pos x="12" y="84"/>
                </a:cxn>
                <a:cxn ang="0">
                  <a:pos x="12" y="60"/>
                </a:cxn>
                <a:cxn ang="0">
                  <a:pos x="0" y="12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8" y="48"/>
                </a:cxn>
                <a:cxn ang="0">
                  <a:pos x="88" y="66"/>
                </a:cxn>
              </a:cxnLst>
              <a:rect l="0" t="0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48" name="Freeform 36"/>
            <p:cNvSpPr>
              <a:spLocks/>
            </p:cNvSpPr>
            <p:nvPr userDrawn="1"/>
          </p:nvSpPr>
          <p:spPr bwMode="ltGray">
            <a:xfrm>
              <a:off x="4169" y="1421"/>
              <a:ext cx="317" cy="138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227" y="6"/>
                </a:cxn>
                <a:cxn ang="0">
                  <a:pos x="275" y="36"/>
                </a:cxn>
                <a:cxn ang="0">
                  <a:pos x="304" y="78"/>
                </a:cxn>
                <a:cxn ang="0">
                  <a:pos x="316" y="138"/>
                </a:cxn>
                <a:cxn ang="0">
                  <a:pos x="0" y="138"/>
                </a:cxn>
                <a:cxn ang="0">
                  <a:pos x="11" y="78"/>
                </a:cxn>
                <a:cxn ang="0">
                  <a:pos x="47" y="36"/>
                </a:cxn>
                <a:cxn ang="0">
                  <a:pos x="95" y="6"/>
                </a:cxn>
                <a:cxn ang="0">
                  <a:pos x="161" y="0"/>
                </a:cxn>
                <a:cxn ang="0">
                  <a:pos x="161" y="0"/>
                </a:cxn>
              </a:cxnLst>
              <a:rect l="0" t="0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3349" name="Rectangle 3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3350" name="Rectangle 3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351" name="Rectangle 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78563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52" name="Rectangle 4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78563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53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78563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2B174C7-36D8-46B8-ABF5-467ED76519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4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38200"/>
            <a:ext cx="7772400" cy="27432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Analyzing an Image using </a:t>
            </a:r>
            <a:br>
              <a:rPr lang="en-US" sz="4000" dirty="0" smtClean="0"/>
            </a:br>
            <a:r>
              <a:rPr lang="en-US" sz="4000" dirty="0" smtClean="0"/>
              <a:t>MAC Systems </a:t>
            </a:r>
            <a:br>
              <a:rPr lang="en-US" sz="4000" dirty="0" smtClean="0"/>
            </a:br>
            <a:r>
              <a:rPr lang="en-US" sz="4000" dirty="0" smtClean="0"/>
              <a:t>Sleuth kit version 3.2.0 &amp; Autopsy 2.24 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572000"/>
            <a:ext cx="64008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Page 325 from “Guide to Computer Forensics and Investigations </a:t>
            </a:r>
            <a:r>
              <a:rPr lang="en-US" sz="2400" dirty="0" smtClean="0"/>
              <a:t>4th</a:t>
            </a:r>
            <a:r>
              <a:rPr lang="en-US" sz="2400" dirty="0" smtClean="0"/>
              <a:t> </a:t>
            </a:r>
            <a:r>
              <a:rPr lang="en-US" sz="2400" dirty="0" smtClean="0"/>
              <a:t>edition”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MAC Forensic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0075"/>
            <a:ext cx="8229600" cy="4530725"/>
          </a:xfrm>
        </p:spPr>
        <p:txBody>
          <a:bodyPr/>
          <a:lstStyle/>
          <a:p>
            <a:pPr marL="512763" indent="-512763">
              <a:defRPr/>
            </a:pPr>
            <a:r>
              <a:rPr lang="en-US" u="sng" dirty="0" smtClean="0"/>
              <a:t>Sleuth Kit </a:t>
            </a:r>
            <a:r>
              <a:rPr lang="en-US" dirty="0" smtClean="0"/>
              <a:t>– base program for Unix investigations.  Uses a command-line interface.</a:t>
            </a:r>
          </a:p>
          <a:p>
            <a:pPr marL="512763" indent="-512763">
              <a:defRPr/>
            </a:pPr>
            <a:endParaRPr lang="en-US" dirty="0" smtClean="0"/>
          </a:p>
          <a:p>
            <a:pPr marL="512763" indent="-512763">
              <a:defRPr/>
            </a:pPr>
            <a:r>
              <a:rPr lang="en-US" u="sng" dirty="0" smtClean="0"/>
              <a:t>Autopsy</a:t>
            </a:r>
            <a:r>
              <a:rPr lang="en-US" dirty="0" smtClean="0"/>
              <a:t> – Graphical User Interface (GUI) that “sits on top” of Sleuth Kit command-line interface.  Allows access to Sleuth Kit functions via a GUI.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Boot your MAC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Select number 2 on your KVM Switch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Press the power button on the MAC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Login in to the ‘student’ account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Password: $tudent1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Starting Autopsy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1800" dirty="0" smtClean="0"/>
              <a:t>At Terminal change the working directory by typing “</a:t>
            </a:r>
            <a:r>
              <a:rPr lang="en-US" sz="1800" dirty="0" err="1" smtClean="0"/>
              <a:t>cd</a:t>
            </a:r>
            <a:r>
              <a:rPr lang="en-US" sz="1800" dirty="0" smtClean="0"/>
              <a:t> /autopsy-2.24/” without the quotes</a:t>
            </a:r>
          </a:p>
          <a:p>
            <a:pPr>
              <a:defRPr/>
            </a:pPr>
            <a:r>
              <a:rPr lang="en-US" sz="1800" dirty="0" smtClean="0"/>
              <a:t>Now type “</a:t>
            </a:r>
            <a:r>
              <a:rPr lang="en-US" sz="1800" dirty="0" err="1" smtClean="0"/>
              <a:t>sudo</a:t>
            </a:r>
            <a:r>
              <a:rPr lang="en-US" sz="1800" dirty="0" smtClean="0"/>
              <a:t> ./autopsy” and enter the Student password</a:t>
            </a:r>
          </a:p>
          <a:p>
            <a:pPr>
              <a:defRPr/>
            </a:pPr>
            <a:r>
              <a:rPr lang="en-US" sz="1800" dirty="0" smtClean="0"/>
              <a:t>Be sure to add spaces after </a:t>
            </a:r>
            <a:r>
              <a:rPr lang="en-US" sz="1800" i="1" dirty="0" err="1" smtClean="0"/>
              <a:t>cd</a:t>
            </a:r>
            <a:r>
              <a:rPr lang="en-US" sz="1800" i="1" dirty="0" smtClean="0"/>
              <a:t> </a:t>
            </a:r>
            <a:r>
              <a:rPr lang="en-US" sz="1800" dirty="0" smtClean="0"/>
              <a:t>and </a:t>
            </a:r>
            <a:r>
              <a:rPr lang="en-US" sz="1800" i="1" dirty="0" err="1" smtClean="0"/>
              <a:t>sudo</a:t>
            </a:r>
            <a:endParaRPr lang="en-US" sz="1800" dirty="0" smtClean="0"/>
          </a:p>
          <a:p>
            <a:pPr>
              <a:defRPr/>
            </a:pPr>
            <a:r>
              <a:rPr lang="en-US" sz="1800" dirty="0" smtClean="0"/>
              <a:t>Right-click on ‘http://localhost:9999/autopsy’ and select </a:t>
            </a:r>
            <a:r>
              <a:rPr lang="en-US" sz="1800" i="1" dirty="0" smtClean="0"/>
              <a:t>Open URL</a:t>
            </a:r>
          </a:p>
          <a:p>
            <a:pPr>
              <a:buNone/>
              <a:defRPr/>
            </a:pPr>
            <a:endParaRPr lang="en-US" dirty="0" smtClean="0"/>
          </a:p>
          <a:p>
            <a:pPr>
              <a:defRPr/>
            </a:pPr>
            <a:endParaRPr lang="en-US" i="1" dirty="0"/>
          </a:p>
        </p:txBody>
      </p:sp>
      <p:pic>
        <p:nvPicPr>
          <p:cNvPr id="1026" name="Picture 2" descr="G:\Picture 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124200"/>
            <a:ext cx="4495800" cy="3962400"/>
          </a:xfrm>
          <a:prstGeom prst="rect">
            <a:avLst/>
          </a:prstGeom>
          <a:noFill/>
        </p:spPr>
      </p:pic>
      <p:pic>
        <p:nvPicPr>
          <p:cNvPr id="1027" name="Picture 3" descr="G:\Picture 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3112601"/>
            <a:ext cx="4737100" cy="39739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Autopsy Forensic Browser</a:t>
            </a:r>
          </a:p>
        </p:txBody>
      </p:sp>
      <p:pic>
        <p:nvPicPr>
          <p:cNvPr id="2050" name="Picture 2" descr="G:\Picture 1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24718" y="1676400"/>
            <a:ext cx="5085882" cy="4685818"/>
          </a:xfrm>
          <a:prstGeom prst="rect">
            <a:avLst/>
          </a:prstGeom>
          <a:noFill/>
        </p:spPr>
      </p:pic>
      <p:sp>
        <p:nvSpPr>
          <p:cNvPr id="9" name="Text Box 5"/>
          <p:cNvSpPr txBox="1">
            <a:spLocks noGrp="1" noChangeArrowheads="1"/>
          </p:cNvSpPr>
          <p:nvPr>
            <p:ph idx="1"/>
          </p:nvPr>
        </p:nvSpPr>
        <p:spPr bwMode="auto">
          <a:xfrm>
            <a:off x="457200" y="1600200"/>
            <a:ext cx="82296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Click </a:t>
            </a:r>
            <a:r>
              <a:rPr lang="en-US" sz="2000" dirty="0"/>
              <a:t>on </a:t>
            </a:r>
            <a:r>
              <a:rPr lang="en-US" sz="2000" dirty="0" smtClean="0"/>
              <a:t>New </a:t>
            </a:r>
            <a:r>
              <a:rPr lang="en-US" sz="2000" dirty="0"/>
              <a:t>C</a:t>
            </a:r>
            <a:r>
              <a:rPr lang="en-US" sz="2000" dirty="0" smtClean="0"/>
              <a:t>ase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Creating a new case</a:t>
            </a: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304800" y="1828800"/>
            <a:ext cx="32004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Enter the following information:</a:t>
            </a:r>
          </a:p>
          <a:p>
            <a:pPr marL="342900" lvl="0" indent="-342900">
              <a:spcBef>
                <a:spcPct val="20000"/>
              </a:spcBef>
              <a:buClr>
                <a:srgbClr val="FFCC66"/>
              </a:buClr>
              <a:buSzPct val="65000"/>
              <a:buFont typeface="Wingdings" pitchFamily="2" charset="2"/>
              <a:buChar char="n"/>
            </a:pPr>
            <a:endParaRPr lang="en-US" sz="2000" kern="0" dirty="0" smtClea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/>
            </a:endParaRPr>
          </a:p>
          <a:p>
            <a:pPr marL="342900" lvl="0" indent="-342900">
              <a:spcBef>
                <a:spcPct val="20000"/>
              </a:spcBef>
              <a:buClr>
                <a:srgbClr val="FFCC66"/>
              </a:buClr>
              <a:buSzPct val="65000"/>
              <a:buFont typeface="Wingdings" pitchFamily="2" charset="2"/>
              <a:buChar char="n"/>
            </a:pPr>
            <a:r>
              <a:rPr lang="en-US" sz="20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/>
              </a:rPr>
              <a:t>Case name: GCFI-CH8</a:t>
            </a:r>
          </a:p>
          <a:p>
            <a:pPr marL="342900" lvl="0" indent="-342900">
              <a:spcBef>
                <a:spcPct val="20000"/>
              </a:spcBef>
              <a:buClr>
                <a:srgbClr val="FFCC66"/>
              </a:buClr>
              <a:buSzPct val="65000"/>
              <a:buFont typeface="Wingdings" pitchFamily="2" charset="2"/>
              <a:buChar char="n"/>
            </a:pPr>
            <a:r>
              <a:rPr lang="en-US" sz="20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/>
              </a:rPr>
              <a:t>Description: Superior Bicycle Investigation</a:t>
            </a:r>
          </a:p>
          <a:p>
            <a:pPr marL="342900" lvl="0" indent="-342900">
              <a:spcBef>
                <a:spcPct val="20000"/>
              </a:spcBef>
              <a:buClr>
                <a:srgbClr val="FFCC66"/>
              </a:buClr>
              <a:buSzPct val="65000"/>
              <a:buFont typeface="Wingdings" pitchFamily="2" charset="2"/>
              <a:buChar char="n"/>
            </a:pPr>
            <a:r>
              <a:rPr lang="en-US" sz="20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/>
              </a:rPr>
              <a:t>Investigator Names:</a:t>
            </a:r>
          </a:p>
          <a:p>
            <a:pPr marL="342900" lvl="0" indent="-342900">
              <a:spcBef>
                <a:spcPct val="20000"/>
              </a:spcBef>
              <a:buClr>
                <a:srgbClr val="FFCC66"/>
              </a:buClr>
              <a:buSzPct val="65000"/>
            </a:pPr>
            <a:r>
              <a:rPr lang="en-US" sz="20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/>
              </a:rPr>
              <a:t>	a. ‘Your Name’</a:t>
            </a:r>
          </a:p>
          <a:p>
            <a:pPr marL="342900" lvl="0" indent="-342900">
              <a:spcBef>
                <a:spcPct val="20000"/>
              </a:spcBef>
              <a:buClr>
                <a:srgbClr val="FFCC66"/>
              </a:buClr>
              <a:buSzPct val="65000"/>
              <a:buFont typeface="Wingdings" pitchFamily="2" charset="2"/>
              <a:buChar char="n"/>
            </a:pPr>
            <a:r>
              <a:rPr lang="en-US" sz="20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/>
              </a:rPr>
              <a:t>Click New Case</a:t>
            </a:r>
          </a:p>
          <a:p>
            <a:pPr marL="342900" lvl="0" indent="-342900">
              <a:spcBef>
                <a:spcPct val="20000"/>
              </a:spcBef>
              <a:buClr>
                <a:srgbClr val="FFCC66"/>
              </a:buClr>
              <a:buSzPct val="65000"/>
            </a:pPr>
            <a:r>
              <a:rPr lang="en-US" sz="20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/>
              </a:rPr>
              <a:t>	</a:t>
            </a:r>
          </a:p>
        </p:txBody>
      </p:sp>
      <p:pic>
        <p:nvPicPr>
          <p:cNvPr id="3074" name="Picture 2" descr="G:\Picture 1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86018" y="1676400"/>
            <a:ext cx="5127758" cy="4724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New Case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Click ‘Add Host’</a:t>
            </a:r>
            <a:endParaRPr lang="en-US" sz="2000" dirty="0"/>
          </a:p>
        </p:txBody>
      </p:sp>
      <p:pic>
        <p:nvPicPr>
          <p:cNvPr id="4098" name="Picture 2" descr="G:\Picture 12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505200" y="1676400"/>
            <a:ext cx="5114769" cy="47124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Creating a New Case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04800" y="1828800"/>
            <a:ext cx="2971800" cy="2723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Enter the following information: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</a:t>
            </a:r>
            <a:r>
              <a:rPr lang="en-US" dirty="0" smtClean="0"/>
              <a:t>Host </a:t>
            </a:r>
            <a:r>
              <a:rPr lang="en-US" dirty="0"/>
              <a:t>N</a:t>
            </a:r>
            <a:r>
              <a:rPr lang="en-US" dirty="0" smtClean="0"/>
              <a:t>ame</a:t>
            </a:r>
            <a:r>
              <a:rPr lang="en-US" dirty="0"/>
              <a:t>: </a:t>
            </a:r>
            <a:r>
              <a:rPr lang="en-US" dirty="0" smtClean="0"/>
              <a:t>sb10</a:t>
            </a:r>
            <a:endParaRPr lang="en-US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Description: </a:t>
            </a:r>
            <a:r>
              <a:rPr lang="en-US" dirty="0" smtClean="0"/>
              <a:t>Drive Image</a:t>
            </a:r>
            <a:endParaRPr lang="en-US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</a:t>
            </a:r>
            <a:r>
              <a:rPr lang="en-US" dirty="0" smtClean="0"/>
              <a:t>Time zone: EST</a:t>
            </a:r>
            <a:endParaRPr lang="en-US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</a:t>
            </a:r>
            <a:r>
              <a:rPr lang="en-US" dirty="0" err="1" smtClean="0"/>
              <a:t>Timeskew</a:t>
            </a:r>
            <a:r>
              <a:rPr lang="en-US" dirty="0" smtClean="0"/>
              <a:t>: 0</a:t>
            </a:r>
            <a:endParaRPr lang="en-US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Click </a:t>
            </a:r>
            <a:r>
              <a:rPr lang="en-US" dirty="0" smtClean="0"/>
              <a:t>Add Host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57600" y="1819563"/>
            <a:ext cx="4748533" cy="426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Creating a New Case</a:t>
            </a:r>
          </a:p>
        </p:txBody>
      </p:sp>
      <p:pic>
        <p:nvPicPr>
          <p:cNvPr id="14339" name="Picture 4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505200" y="1676399"/>
            <a:ext cx="5105400" cy="4703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304800" y="2743200"/>
            <a:ext cx="335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click Add Image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Adding an Image</a:t>
            </a:r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505200" y="1676400"/>
            <a:ext cx="5127759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381000" y="3124200"/>
            <a:ext cx="3048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click Add Image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Adding a New Image</a:t>
            </a:r>
          </a:p>
        </p:txBody>
      </p:sp>
      <p:pic>
        <p:nvPicPr>
          <p:cNvPr id="16387" name="Picture 4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505200" y="1676400"/>
            <a:ext cx="5127758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152400" y="2971800"/>
            <a:ext cx="31242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</a:t>
            </a:r>
            <a:r>
              <a:rPr lang="en-US" dirty="0" err="1"/>
              <a:t>CaSe</a:t>
            </a:r>
            <a:r>
              <a:rPr lang="en-US" dirty="0"/>
              <a:t> </a:t>
            </a:r>
            <a:r>
              <a:rPr lang="en-US" dirty="0" err="1"/>
              <a:t>SeNsItIvE</a:t>
            </a:r>
            <a:endParaRPr lang="en-US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Location: </a:t>
            </a:r>
            <a:r>
              <a:rPr lang="en-US" dirty="0" smtClean="0"/>
              <a:t>/Forensics/CH8/</a:t>
            </a:r>
          </a:p>
          <a:p>
            <a:pPr>
              <a:spcBef>
                <a:spcPct val="50000"/>
              </a:spcBef>
            </a:pPr>
            <a:r>
              <a:rPr lang="en-US" dirty="0" smtClean="0"/>
              <a:t>  LX/GCFI*</a:t>
            </a:r>
          </a:p>
          <a:p>
            <a:pPr>
              <a:spcBef>
                <a:spcPct val="50000"/>
              </a:spcBef>
            </a:pPr>
            <a:r>
              <a:rPr lang="en-US" dirty="0" smtClean="0"/>
              <a:t>(entries are case sensitive)</a:t>
            </a:r>
            <a:endParaRPr lang="en-US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Type: </a:t>
            </a:r>
            <a:r>
              <a:rPr lang="en-US" dirty="0" err="1"/>
              <a:t>Partiton</a:t>
            </a:r>
            <a:endParaRPr lang="en-US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Import Method: </a:t>
            </a:r>
            <a:r>
              <a:rPr lang="en-US" dirty="0" smtClean="0"/>
              <a:t>Copy </a:t>
            </a:r>
            <a:endParaRPr lang="en-US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click Next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Adding a New Image</a:t>
            </a:r>
          </a:p>
        </p:txBody>
      </p:sp>
      <p:pic>
        <p:nvPicPr>
          <p:cNvPr id="17411" name="Picture 4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505200" y="1676400"/>
            <a:ext cx="5127758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381000" y="3429000"/>
            <a:ext cx="32004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Make sure the image files are in the correct order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Click next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Calculating Hash Values</a:t>
            </a:r>
          </a:p>
        </p:txBody>
      </p:sp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152400" y="3124200"/>
            <a:ext cx="28194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Click the </a:t>
            </a:r>
            <a:r>
              <a:rPr lang="en-US" u="sng" dirty="0"/>
              <a:t>Calculate</a:t>
            </a:r>
            <a:r>
              <a:rPr lang="en-US" dirty="0"/>
              <a:t> the hash value for this image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Click </a:t>
            </a:r>
            <a:r>
              <a:rPr lang="en-US" dirty="0" smtClean="0"/>
              <a:t>Add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 smtClean="0"/>
              <a:t>This will take a few minutes…so don’t keep clicking the Add button</a:t>
            </a:r>
            <a:endParaRPr lang="en-US" dirty="0"/>
          </a:p>
        </p:txBody>
      </p:sp>
      <p:pic>
        <p:nvPicPr>
          <p:cNvPr id="18436" name="Picture 6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505200" y="1676400"/>
            <a:ext cx="5127758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Adding a New Image</a:t>
            </a:r>
          </a:p>
        </p:txBody>
      </p:sp>
      <p:pic>
        <p:nvPicPr>
          <p:cNvPr id="1945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200" y="1676399"/>
            <a:ext cx="5127760" cy="4724401"/>
          </a:xfrm>
          <a:noFill/>
        </p:spPr>
      </p:pic>
      <p:sp>
        <p:nvSpPr>
          <p:cNvPr id="19460" name="TextBox 6"/>
          <p:cNvSpPr txBox="1">
            <a:spLocks noChangeArrowheads="1"/>
          </p:cNvSpPr>
          <p:nvPr/>
        </p:nvSpPr>
        <p:spPr bwMode="auto">
          <a:xfrm>
            <a:off x="304800" y="2971800"/>
            <a:ext cx="35052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Notice the blue bar in the URL, this means it is calculating the hash value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Verify your hash value matches the value in the slide</a:t>
            </a:r>
            <a:endParaRPr lang="en-US" dirty="0"/>
          </a:p>
          <a:p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 After MD5 is calculated, click 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Analyzing the Image</a:t>
            </a:r>
          </a:p>
        </p:txBody>
      </p:sp>
      <p:pic>
        <p:nvPicPr>
          <p:cNvPr id="2048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199" y="1676400"/>
            <a:ext cx="5127759" cy="4724400"/>
          </a:xfrm>
          <a:noFill/>
        </p:spPr>
      </p:pic>
      <p:sp>
        <p:nvSpPr>
          <p:cNvPr id="20484" name="TextBox 4"/>
          <p:cNvSpPr txBox="1">
            <a:spLocks noChangeArrowheads="1"/>
          </p:cNvSpPr>
          <p:nvPr/>
        </p:nvSpPr>
        <p:spPr bwMode="auto">
          <a:xfrm>
            <a:off x="457200" y="3124200"/>
            <a:ext cx="304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/>
              <a:t> Click Analyze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Keyword Search</a:t>
            </a:r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199" y="1676400"/>
            <a:ext cx="5127759" cy="4724400"/>
          </a:xfrm>
          <a:noFill/>
        </p:spPr>
      </p:pic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304800" y="3200400"/>
            <a:ext cx="304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/>
              <a:t> Click on Keyword search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Keywords</a:t>
            </a:r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200" y="1676401"/>
            <a:ext cx="5127760" cy="4724400"/>
          </a:xfrm>
          <a:noFill/>
        </p:spPr>
      </p:pic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533400" y="2209800"/>
            <a:ext cx="30480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Note the Magnifying glass under key word search. This is where you currently </a:t>
            </a:r>
            <a:r>
              <a:rPr lang="en-US" dirty="0" smtClean="0"/>
              <a:t>are</a:t>
            </a:r>
            <a:endParaRPr lang="en-US" dirty="0"/>
          </a:p>
          <a:p>
            <a:pPr>
              <a:buFont typeface="Arial" charset="0"/>
              <a:buChar char="•"/>
            </a:pP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 Type “</a:t>
            </a:r>
            <a:r>
              <a:rPr lang="en-US" dirty="0" err="1"/>
              <a:t>martha</a:t>
            </a:r>
            <a:r>
              <a:rPr lang="en-US" dirty="0"/>
              <a:t>” in the search </a:t>
            </a:r>
            <a:r>
              <a:rPr lang="en-US" dirty="0" smtClean="0"/>
              <a:t>box</a:t>
            </a:r>
            <a:endParaRPr lang="en-US" dirty="0"/>
          </a:p>
          <a:p>
            <a:pPr>
              <a:buFont typeface="Arial" charset="0"/>
              <a:buChar char="•"/>
            </a:pP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 Click </a:t>
            </a:r>
            <a:r>
              <a:rPr lang="en-US" dirty="0" smtClean="0"/>
              <a:t>Search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You will not see a status so be patient and don’t mash buttons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Keyword Search</a:t>
            </a:r>
          </a:p>
        </p:txBody>
      </p:sp>
      <p:pic>
        <p:nvPicPr>
          <p:cNvPr id="2355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74628" y="1752600"/>
            <a:ext cx="4978296" cy="4572000"/>
          </a:xfrm>
          <a:noFill/>
        </p:spPr>
      </p:pic>
      <p:sp>
        <p:nvSpPr>
          <p:cNvPr id="23556" name="TextBox 4"/>
          <p:cNvSpPr txBox="1">
            <a:spLocks noChangeArrowheads="1"/>
          </p:cNvSpPr>
          <p:nvPr/>
        </p:nvSpPr>
        <p:spPr bwMode="auto">
          <a:xfrm>
            <a:off x="381000" y="2438400"/>
            <a:ext cx="32004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  If case sensitive was selected typing “Martha” or “</a:t>
            </a:r>
            <a:r>
              <a:rPr lang="en-US" dirty="0" err="1" smtClean="0"/>
              <a:t>martha</a:t>
            </a:r>
            <a:r>
              <a:rPr lang="en-US" dirty="0" smtClean="0"/>
              <a:t>” would give you different results 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search takes about </a:t>
            </a:r>
            <a:r>
              <a:rPr lang="en-US" dirty="0" smtClean="0"/>
              <a:t>6  minutes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Click link to results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Viewing Keyword Search</a:t>
            </a:r>
          </a:p>
        </p:txBody>
      </p:sp>
      <p:sp>
        <p:nvSpPr>
          <p:cNvPr id="24579" name="TextBox 5"/>
          <p:cNvSpPr txBox="1">
            <a:spLocks noChangeArrowheads="1"/>
          </p:cNvSpPr>
          <p:nvPr/>
        </p:nvSpPr>
        <p:spPr bwMode="auto">
          <a:xfrm>
            <a:off x="228600" y="2519363"/>
            <a:ext cx="27432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Look for Fragment 236019, click on ASCII</a:t>
            </a:r>
          </a:p>
          <a:p>
            <a:pPr>
              <a:buFont typeface="Arial" charset="0"/>
              <a:buChar char="•"/>
            </a:pP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 Review other fragments using the “ASCII” &amp; “Hex” links next to each </a:t>
            </a:r>
            <a:r>
              <a:rPr lang="en-US" dirty="0" smtClean="0"/>
              <a:t>fragment</a:t>
            </a:r>
          </a:p>
          <a:p>
            <a:endParaRPr lang="en-US" dirty="0" smtClean="0"/>
          </a:p>
        </p:txBody>
      </p:sp>
      <p:pic>
        <p:nvPicPr>
          <p:cNvPr id="2458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200" y="1676400"/>
            <a:ext cx="5127758" cy="4724400"/>
          </a:xfr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Viewing Keyword Search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199" y="1676400"/>
            <a:ext cx="5127759" cy="4724400"/>
          </a:xfrm>
          <a:noFill/>
        </p:spPr>
      </p:pic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381000" y="2166938"/>
            <a:ext cx="22098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Contents of a fragment can be exported for reports via clicking “Export contents”</a:t>
            </a:r>
          </a:p>
          <a:p>
            <a:pPr>
              <a:buFont typeface="Arial" charset="0"/>
              <a:buChar char="•"/>
            </a:pP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 Notes about each fragment can be taken by clicking the “Add Note”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Viewing Keyword Search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199" y="1676400"/>
            <a:ext cx="5127759" cy="4724400"/>
          </a:xfrm>
          <a:noFill/>
        </p:spPr>
      </p:pic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381000" y="2166938"/>
            <a:ext cx="22098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We now want to return to the Select a volume to analyze time lines</a:t>
            </a:r>
            <a:endParaRPr lang="en-US" dirty="0"/>
          </a:p>
          <a:p>
            <a:pPr>
              <a:buFont typeface="Arial" charset="0"/>
              <a:buChar char="•"/>
            </a:pP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Click Close to navigate back 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Timelines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200" y="1676400"/>
            <a:ext cx="5127760" cy="4724400"/>
          </a:xfrm>
          <a:noFill/>
        </p:spPr>
      </p:pic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381000" y="2166938"/>
            <a:ext cx="22098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Click File Activity Time Lines button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Creating a Data File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200" y="1676400"/>
            <a:ext cx="5127760" cy="4724400"/>
          </a:xfrm>
          <a:noFill/>
        </p:spPr>
      </p:pic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381000" y="2166938"/>
            <a:ext cx="22098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 Click Create Data File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Creating a Data File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200" y="1676400"/>
            <a:ext cx="5127759" cy="4724400"/>
          </a:xfrm>
          <a:noFill/>
        </p:spPr>
      </p:pic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381000" y="2166938"/>
            <a:ext cx="22098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Select  /1/  GCFI-LX.001-0-0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Type in GCFI-LX-body for the name of output file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Click OK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This will take about 30 seconds to complete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Creating a Data File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200" y="1676400"/>
            <a:ext cx="5127758" cy="4724400"/>
          </a:xfrm>
          <a:noFill/>
        </p:spPr>
      </p:pic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381000" y="2166938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Click OK again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Creating a Timeline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200" y="1676400"/>
            <a:ext cx="5127758" cy="4724399"/>
          </a:xfrm>
          <a:noFill/>
        </p:spPr>
      </p:pic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381000" y="2166938"/>
            <a:ext cx="22098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Select GCFI-LX-body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For starting date click specify and select Dec 1, 2006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For ending date click specify and select Jan 23, 2007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Click OK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Creating a Timeline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200" y="1676400"/>
            <a:ext cx="5127758" cy="4724399"/>
          </a:xfrm>
          <a:noFill/>
        </p:spPr>
      </p:pic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381000" y="2166938"/>
            <a:ext cx="22098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The timeline will also take about 30 seconds to generate 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When the timeline is complete click OK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Viewing a Timeline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05200" y="1676400"/>
            <a:ext cx="5127758" cy="4724399"/>
          </a:xfrm>
          <a:noFill/>
        </p:spPr>
      </p:pic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381000" y="2166938"/>
            <a:ext cx="22098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Use the navigation buttons under the menus to select the dates to view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You can also navigate to the text file by opening CIS POD, Forensics, </a:t>
            </a:r>
            <a:r>
              <a:rPr lang="en-US" dirty="0" err="1" smtClean="0"/>
              <a:t>EvLocker</a:t>
            </a:r>
            <a:r>
              <a:rPr lang="en-US" dirty="0" smtClean="0"/>
              <a:t>, GCFI-CH8, sb10, output and </a:t>
            </a:r>
            <a:r>
              <a:rPr lang="en-US" smtClean="0"/>
              <a:t>selecting timeline.txt</a:t>
            </a:r>
            <a:endParaRPr lang="en-US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Closing Sleuth Kit</a:t>
            </a:r>
          </a:p>
        </p:txBody>
      </p:sp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381000" y="2166938"/>
            <a:ext cx="30480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Click the red x in the upper left corner of the browser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Click inside the Terminal window and use ‘ctrl -c’ to exit the process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You can then click the red x in the upper left corner to close Terminal</a:t>
            </a:r>
          </a:p>
        </p:txBody>
      </p:sp>
      <p:pic>
        <p:nvPicPr>
          <p:cNvPr id="5" name="Picture 3" descr="G:\Picture 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799" y="1524000"/>
            <a:ext cx="5449931" cy="4572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lance">
  <a:themeElements>
    <a:clrScheme name="Balance 1">
      <a:dk1>
        <a:srgbClr val="663300"/>
      </a:dk1>
      <a:lt1>
        <a:srgbClr val="FFFFFF"/>
      </a:lt1>
      <a:dk2>
        <a:srgbClr val="996600"/>
      </a:dk2>
      <a:lt2>
        <a:srgbClr val="DBBD71"/>
      </a:lt2>
      <a:accent1>
        <a:srgbClr val="F8A500"/>
      </a:accent1>
      <a:accent2>
        <a:srgbClr val="808000"/>
      </a:accent2>
      <a:accent3>
        <a:srgbClr val="CAB8AA"/>
      </a:accent3>
      <a:accent4>
        <a:srgbClr val="DADADA"/>
      </a:accent4>
      <a:accent5>
        <a:srgbClr val="FBCFAA"/>
      </a:accent5>
      <a:accent6>
        <a:srgbClr val="737300"/>
      </a:accent6>
      <a:hlink>
        <a:srgbClr val="FFCC66"/>
      </a:hlink>
      <a:folHlink>
        <a:srgbClr val="CCA500"/>
      </a:folHlink>
    </a:clrScheme>
    <a:fontScheme name="Balance">
      <a:majorFont>
        <a:latin typeface="Aria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alance 1">
        <a:dk1>
          <a:srgbClr val="663300"/>
        </a:dk1>
        <a:lt1>
          <a:srgbClr val="FFFFFF"/>
        </a:lt1>
        <a:dk2>
          <a:srgbClr val="996600"/>
        </a:dk2>
        <a:lt2>
          <a:srgbClr val="DBBD71"/>
        </a:lt2>
        <a:accent1>
          <a:srgbClr val="F8A500"/>
        </a:accent1>
        <a:accent2>
          <a:srgbClr val="808000"/>
        </a:accent2>
        <a:accent3>
          <a:srgbClr val="CAB8AA"/>
        </a:accent3>
        <a:accent4>
          <a:srgbClr val="DADADA"/>
        </a:accent4>
        <a:accent5>
          <a:srgbClr val="FBCFAA"/>
        </a:accent5>
        <a:accent6>
          <a:srgbClr val="737300"/>
        </a:accent6>
        <a:hlink>
          <a:srgbClr val="FFCC66"/>
        </a:hlink>
        <a:folHlink>
          <a:srgbClr val="CCA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2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CC66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B8AA"/>
        </a:accent5>
        <a:accent6>
          <a:srgbClr val="AC6D56"/>
        </a:accent6>
        <a:hlink>
          <a:srgbClr val="FFFF99"/>
        </a:hlink>
        <a:folHlink>
          <a:srgbClr val="E5B32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3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2EB62E"/>
        </a:accent1>
        <a:accent2>
          <a:srgbClr val="527C3A"/>
        </a:accent2>
        <a:accent3>
          <a:srgbClr val="B2B9AC"/>
        </a:accent3>
        <a:accent4>
          <a:srgbClr val="DADADA"/>
        </a:accent4>
        <a:accent5>
          <a:srgbClr val="ADD7AD"/>
        </a:accent5>
        <a:accent6>
          <a:srgbClr val="497034"/>
        </a:accent6>
        <a:hlink>
          <a:srgbClr val="DDD8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4">
        <a:dk1>
          <a:srgbClr val="005A58"/>
        </a:dk1>
        <a:lt1>
          <a:srgbClr val="FFFFFF"/>
        </a:lt1>
        <a:dk2>
          <a:srgbClr val="00716E"/>
        </a:dk2>
        <a:lt2>
          <a:srgbClr val="FFFF99"/>
        </a:lt2>
        <a:accent1>
          <a:srgbClr val="2DB3B0"/>
        </a:accent1>
        <a:accent2>
          <a:srgbClr val="6D6FC7"/>
        </a:accent2>
        <a:accent3>
          <a:srgbClr val="AABBBA"/>
        </a:accent3>
        <a:accent4>
          <a:srgbClr val="DADADA"/>
        </a:accent4>
        <a:accent5>
          <a:srgbClr val="ADD6D4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336699"/>
        </a:accent1>
        <a:accent2>
          <a:srgbClr val="00B000"/>
        </a:accent2>
        <a:accent3>
          <a:srgbClr val="ACB3C1"/>
        </a:accent3>
        <a:accent4>
          <a:srgbClr val="DADADA"/>
        </a:accent4>
        <a:accent5>
          <a:srgbClr val="ADB8CA"/>
        </a:accent5>
        <a:accent6>
          <a:srgbClr val="009F00"/>
        </a:accent6>
        <a:hlink>
          <a:srgbClr val="00CCFF"/>
        </a:hlink>
        <a:folHlink>
          <a:srgbClr val="B5FFF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6">
        <a:dk1>
          <a:srgbClr val="2F2D25"/>
        </a:dk1>
        <a:lt1>
          <a:srgbClr val="FFFFFF"/>
        </a:lt1>
        <a:dk2>
          <a:srgbClr val="656151"/>
        </a:dk2>
        <a:lt2>
          <a:srgbClr val="FFFFCC"/>
        </a:lt2>
        <a:accent1>
          <a:srgbClr val="818173"/>
        </a:accent1>
        <a:accent2>
          <a:srgbClr val="809EA8"/>
        </a:accent2>
        <a:accent3>
          <a:srgbClr val="B8B7B3"/>
        </a:accent3>
        <a:accent4>
          <a:srgbClr val="DADADA"/>
        </a:accent4>
        <a:accent5>
          <a:srgbClr val="C1C1BC"/>
        </a:accent5>
        <a:accent6>
          <a:srgbClr val="738F98"/>
        </a:accent6>
        <a:hlink>
          <a:srgbClr val="E2C86A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7">
        <a:dk1>
          <a:srgbClr val="B4AF80"/>
        </a:dk1>
        <a:lt1>
          <a:srgbClr val="FFFFFF"/>
        </a:lt1>
        <a:dk2>
          <a:srgbClr val="C8C6A2"/>
        </a:dk2>
        <a:lt2>
          <a:srgbClr val="827F4C"/>
        </a:lt2>
        <a:accent1>
          <a:srgbClr val="7C784E"/>
        </a:accent1>
        <a:accent2>
          <a:srgbClr val="A2A4AC"/>
        </a:accent2>
        <a:accent3>
          <a:srgbClr val="E0DFCE"/>
        </a:accent3>
        <a:accent4>
          <a:srgbClr val="DADADA"/>
        </a:accent4>
        <a:accent5>
          <a:srgbClr val="BFBEB2"/>
        </a:accent5>
        <a:accent6>
          <a:srgbClr val="92949B"/>
        </a:accent6>
        <a:hlink>
          <a:srgbClr val="33CC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8">
        <a:dk1>
          <a:srgbClr val="000000"/>
        </a:dk1>
        <a:lt1>
          <a:srgbClr val="DDDDDD"/>
        </a:lt1>
        <a:dk2>
          <a:srgbClr val="000000"/>
        </a:dk2>
        <a:lt2>
          <a:srgbClr val="B8B7D1"/>
        </a:lt2>
        <a:accent1>
          <a:srgbClr val="F1F0F4"/>
        </a:accent1>
        <a:accent2>
          <a:srgbClr val="C1BCFC"/>
        </a:accent2>
        <a:accent3>
          <a:srgbClr val="EBEBEB"/>
        </a:accent3>
        <a:accent4>
          <a:srgbClr val="000000"/>
        </a:accent4>
        <a:accent5>
          <a:srgbClr val="F7F6F8"/>
        </a:accent5>
        <a:accent6>
          <a:srgbClr val="AFAAE4"/>
        </a:accent6>
        <a:hlink>
          <a:srgbClr val="5454C6"/>
        </a:hlink>
        <a:folHlink>
          <a:srgbClr val="6A6F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ance 9">
        <a:dk1>
          <a:srgbClr val="000000"/>
        </a:dk1>
        <a:lt1>
          <a:srgbClr val="FFFFFF"/>
        </a:lt1>
        <a:dk2>
          <a:srgbClr val="00A29E"/>
        </a:dk2>
        <a:lt2>
          <a:srgbClr val="CBCBCB"/>
        </a:lt2>
        <a:accent1>
          <a:srgbClr val="E5E5FF"/>
        </a:accent1>
        <a:accent2>
          <a:srgbClr val="79CD6B"/>
        </a:accent2>
        <a:accent3>
          <a:srgbClr val="FFFFFF"/>
        </a:accent3>
        <a:accent4>
          <a:srgbClr val="000000"/>
        </a:accent4>
        <a:accent5>
          <a:srgbClr val="F0F0FF"/>
        </a:accent5>
        <a:accent6>
          <a:srgbClr val="6DBA60"/>
        </a:accent6>
        <a:hlink>
          <a:srgbClr val="4477DE"/>
        </a:hlink>
        <a:folHlink>
          <a:srgbClr val="65498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Balance</Template>
  <TotalTime>6681</TotalTime>
  <Words>710</Words>
  <Application>Microsoft Office PowerPoint</Application>
  <PresentationFormat>On-screen Show (4:3)</PresentationFormat>
  <Paragraphs>135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Balance</vt:lpstr>
      <vt:lpstr> Analyzing an Image using  MAC Systems  Sleuth kit version 3.2.0 &amp; Autopsy 2.24 </vt:lpstr>
      <vt:lpstr>MAC Forensic Tools</vt:lpstr>
      <vt:lpstr>Boot your MAC</vt:lpstr>
      <vt:lpstr>Starting Autopsy</vt:lpstr>
      <vt:lpstr>Autopsy Forensic Browser</vt:lpstr>
      <vt:lpstr>Creating a new case</vt:lpstr>
      <vt:lpstr>Creating a New Case</vt:lpstr>
      <vt:lpstr>Creating a New Case</vt:lpstr>
      <vt:lpstr>Creating a New Case</vt:lpstr>
      <vt:lpstr>Adding an Image</vt:lpstr>
      <vt:lpstr>Adding a New Image</vt:lpstr>
      <vt:lpstr>Adding a New Image</vt:lpstr>
      <vt:lpstr>Calculating Hash Values</vt:lpstr>
      <vt:lpstr>Adding a New Image</vt:lpstr>
      <vt:lpstr>Analyzing the Image</vt:lpstr>
      <vt:lpstr>Keyword Search</vt:lpstr>
      <vt:lpstr>Keywords</vt:lpstr>
      <vt:lpstr>Keyword Search</vt:lpstr>
      <vt:lpstr>Viewing Keyword Search</vt:lpstr>
      <vt:lpstr>Viewing Keyword Search</vt:lpstr>
      <vt:lpstr>Viewing Keyword Search</vt:lpstr>
      <vt:lpstr>Timelines</vt:lpstr>
      <vt:lpstr>Creating a Data File</vt:lpstr>
      <vt:lpstr>Creating a Data File</vt:lpstr>
      <vt:lpstr>Creating a Data File</vt:lpstr>
      <vt:lpstr>Creating a Timeline</vt:lpstr>
      <vt:lpstr>Creating a Timeline</vt:lpstr>
      <vt:lpstr>Viewing a Timeline</vt:lpstr>
      <vt:lpstr>Closing Sleuth Kit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Sleuth kit version 3.0.1 &amp; autopsy 2.21 tutorial</dc:title>
  <dc:creator>Robert Morris University</dc:creator>
  <cp:lastModifiedBy>Windows User</cp:lastModifiedBy>
  <cp:revision>678</cp:revision>
  <dcterms:created xsi:type="dcterms:W3CDTF">2009-03-17T19:56:45Z</dcterms:created>
  <dcterms:modified xsi:type="dcterms:W3CDTF">2012-03-13T15:23:02Z</dcterms:modified>
</cp:coreProperties>
</file>
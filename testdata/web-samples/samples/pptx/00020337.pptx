
<file path=[Content_Types].xml><?xml version="1.0" encoding="utf-8"?>
<Types xmlns="http://schemas.openxmlformats.org/package/2006/content-types">
  <Override PartName="/docProps/core.xml" ContentType="application/vnd.openxmlformats-package.core-properties+xml"/>
  <Default Extension="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Default Extension="png" ContentType="image/png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Default Extension="xml" ContentType="application/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Default Extension="pdf" ContentType="application/pdf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Default Extension="bin" ContentType="application/vnd.openxmlformats-officedocument.presentationml.printerSettings"/>
  <Override PartName="/ppt/slides/slide1.xml" ContentType="application/vnd.openxmlformats-officedocument.presentationml.slide+xml"/>
  <Default Extension="jpeg" ContentType="image/jpeg"/>
  <Override PartName="/ppt/slideLayouts/slideLayout4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/>
  <p:clrMru>
    <a:srgbClr val="E7E7E7"/>
    <a:srgbClr val="D3D3D3"/>
    <a:srgbClr val="91FFE6"/>
    <a:srgbClr val="66FF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 vertBarState="maximized" horzBarState="maximized"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5600" y="3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3D8F-C06D-824A-A5CD-5ACEA7FEA5F5}" type="datetimeFigureOut">
              <a:rPr lang="en-US" smtClean="0"/>
              <a:pPr/>
              <a:t>12/23/10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7F6F-0B51-4948-8004-569C9B7C45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3D8F-C06D-824A-A5CD-5ACEA7FEA5F5}" type="datetimeFigureOut">
              <a:rPr lang="en-US" smtClean="0"/>
              <a:pPr/>
              <a:t>12/23/10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7F6F-0B51-4948-8004-569C9B7C45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3D8F-C06D-824A-A5CD-5ACEA7FEA5F5}" type="datetimeFigureOut">
              <a:rPr lang="en-US" smtClean="0"/>
              <a:pPr/>
              <a:t>12/23/10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7F6F-0B51-4948-8004-569C9B7C45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3D8F-C06D-824A-A5CD-5ACEA7FEA5F5}" type="datetimeFigureOut">
              <a:rPr lang="en-US" smtClean="0"/>
              <a:pPr/>
              <a:t>12/23/10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7F6F-0B51-4948-8004-569C9B7C45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3D8F-C06D-824A-A5CD-5ACEA7FEA5F5}" type="datetimeFigureOut">
              <a:rPr lang="en-US" smtClean="0"/>
              <a:pPr/>
              <a:t>12/23/10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7F6F-0B51-4948-8004-569C9B7C45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3D8F-C06D-824A-A5CD-5ACEA7FEA5F5}" type="datetimeFigureOut">
              <a:rPr lang="en-US" smtClean="0"/>
              <a:pPr/>
              <a:t>12/23/10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7F6F-0B51-4948-8004-569C9B7C45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3D8F-C06D-824A-A5CD-5ACEA7FEA5F5}" type="datetimeFigureOut">
              <a:rPr lang="en-US" smtClean="0"/>
              <a:pPr/>
              <a:t>12/23/10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7F6F-0B51-4948-8004-569C9B7C45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3D8F-C06D-824A-A5CD-5ACEA7FEA5F5}" type="datetimeFigureOut">
              <a:rPr lang="en-US" smtClean="0"/>
              <a:pPr/>
              <a:t>12/23/10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7F6F-0B51-4948-8004-569C9B7C45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3D8F-C06D-824A-A5CD-5ACEA7FEA5F5}" type="datetimeFigureOut">
              <a:rPr lang="en-US" smtClean="0"/>
              <a:pPr/>
              <a:t>12/23/10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7F6F-0B51-4948-8004-569C9B7C45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3D8F-C06D-824A-A5CD-5ACEA7FEA5F5}" type="datetimeFigureOut">
              <a:rPr lang="en-US" smtClean="0"/>
              <a:pPr/>
              <a:t>12/23/10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7F6F-0B51-4948-8004-569C9B7C45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3D8F-C06D-824A-A5CD-5ACEA7FEA5F5}" type="datetimeFigureOut">
              <a:rPr lang="en-US" smtClean="0"/>
              <a:pPr/>
              <a:t>12/23/10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47F6F-0B51-4948-8004-569C9B7C45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B3D8F-C06D-824A-A5CD-5ACEA7FEA5F5}" type="datetimeFigureOut">
              <a:rPr lang="en-US" smtClean="0"/>
              <a:pPr/>
              <a:t>12/23/10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47F6F-0B51-4948-8004-569C9B7C451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df"/><Relationship Id="rId3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hristmas_background.eps"/>
          <p:cNvPicPr>
            <a:picLocks noChangeAspect="1"/>
          </p:cNvPicPr>
          <p:nvPr/>
        </p:nvPicPr>
        <mc:AlternateContent xmlns:ma="http://schemas.microsoft.com/office/mac/drawingml/2008/main">
          <mc:Choice Requires="ma">
            <p:blipFill>
              <a:blip r:embed="rId2">
                <a:lum bright="9000"/>
              </a:blip>
              <a:stretch>
                <a:fillRect/>
              </a:stretch>
            </p:blipFill>
          </mc:Choice>
          <mc:Fallback xmlns:ma="http://schemas.microsoft.com/office/mac/drawingml/2008/main" xmlns=""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>
            <p:blipFill>
              <a:blip r:embed="rId3">
                <a:lum bright="9000"/>
              </a:blip>
              <a:stretch>
                <a:fillRect/>
              </a:stretch>
            </p:blipFill>
          </mc:Fallback>
        </mc:AlternateContent>
        <p:spPr>
          <a:xfrm>
            <a:off x="4673887" y="-1473201"/>
            <a:ext cx="10401013" cy="813295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41330" y="3143191"/>
            <a:ext cx="4605870" cy="1338828"/>
          </a:xfrm>
          <a:prstGeom prst="rect">
            <a:avLst/>
          </a:prstGeom>
          <a:solidFill>
            <a:schemeClr val="tx1">
              <a:lumMod val="95000"/>
              <a:lumOff val="5000"/>
              <a:alpha val="37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9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# </a:t>
            </a:r>
            <a:r>
              <a:rPr lang="en-US" sz="9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hping</a:t>
            </a:r>
            <a:r>
              <a:rPr lang="en-US" sz="9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 --fin --push --</a:t>
            </a:r>
            <a:r>
              <a:rPr lang="en-US" sz="9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urg</a:t>
            </a:r>
            <a:r>
              <a:rPr lang="en-US" sz="9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 --count 3 10.10.10.45 -</a:t>
            </a:r>
            <a:r>
              <a:rPr lang="en-US" sz="9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p</a:t>
            </a:r>
            <a:r>
              <a:rPr lang="en-US" sz="9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 ++79</a:t>
            </a:r>
          </a:p>
          <a:p>
            <a:pPr eaLnBrk="0" hangingPunct="0"/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HPING 10.10.10.45 (eth0 10.10.10.45): FPU set, 40 headers + 0 data bytes</a:t>
            </a:r>
          </a:p>
          <a:p>
            <a:pPr eaLnBrk="0" hangingPunct="0"/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len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=46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ip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=10.10.10.45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ttl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=64 DF id=0 sport=79 flags=RA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seq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=0 win=0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rtt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=0.8 ms</a:t>
            </a:r>
          </a:p>
          <a:p>
            <a:pPr eaLnBrk="0" hangingPunct="0"/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len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=46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ip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=10.10.10.45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ttl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=64 DF id=0 sport=81 flags=RA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seq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=2 win=0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rtt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=2.9 ms</a:t>
            </a:r>
          </a:p>
          <a:p>
            <a:pPr eaLnBrk="0" hangingPunct="0"/>
            <a:endParaRPr lang="en-US" sz="800" b="1" dirty="0" smtClean="0">
              <a:solidFill>
                <a:srgbClr val="FFFFFF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0" hangingPunct="0"/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--- 10.10.10.45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hping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 statistic ---</a:t>
            </a:r>
          </a:p>
          <a:p>
            <a:pPr eaLnBrk="0" hangingPunct="0"/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3 packets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tramitted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, 2 packets received, 34% packet loss</a:t>
            </a:r>
          </a:p>
          <a:p>
            <a:pPr eaLnBrk="0" hangingPunct="0"/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round-trip min/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avg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/max = 0.8/1.8/2.9 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1330" y="4678402"/>
            <a:ext cx="4605870" cy="1708160"/>
          </a:xfrm>
          <a:prstGeom prst="rect">
            <a:avLst/>
          </a:prstGeom>
          <a:solidFill>
            <a:schemeClr val="tx1">
              <a:lumMod val="95000"/>
              <a:lumOff val="5000"/>
              <a:alpha val="37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9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# </a:t>
            </a:r>
            <a:r>
              <a:rPr lang="en-US" sz="9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scapy</a:t>
            </a:r>
            <a:endParaRPr lang="en-US" sz="900" b="1" dirty="0" smtClean="0">
              <a:solidFill>
                <a:srgbClr val="FFFFFF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0" hangingPunct="0"/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Welcome to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Scapy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 (2.1.1)</a:t>
            </a:r>
          </a:p>
          <a:p>
            <a:pPr eaLnBrk="0" hangingPunct="0"/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&gt;&gt;&gt; sr1(IP(dst="10.10.10.45")/TCP(dport=(79,81),flags="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FPU"),timeout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=1)</a:t>
            </a:r>
          </a:p>
          <a:p>
            <a:pPr eaLnBrk="0" hangingPunct="0"/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Begin emission:</a:t>
            </a:r>
          </a:p>
          <a:p>
            <a:pPr eaLnBrk="0" hangingPunct="0"/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.*Finished to send 3 packets.</a:t>
            </a:r>
          </a:p>
          <a:p>
            <a:pPr eaLnBrk="0" hangingPunct="0"/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*..</a:t>
            </a:r>
          </a:p>
          <a:p>
            <a:pPr eaLnBrk="0" hangingPunct="0"/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Received 5 packets, got 2 answers, remaining 1 packets</a:t>
            </a:r>
          </a:p>
          <a:p>
            <a:pPr eaLnBrk="0" hangingPunct="0"/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&lt;IP  version=4L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ihl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=5L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tos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=0x0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len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=40 id=0 flags=DF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frag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=0L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ttl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=64 proto=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tcp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chksum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=0xd18e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src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=10.10.10.45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dst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=10.10.75.1 options=[] |&lt;TCP  sport=finger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dport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ftp_data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seq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=0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ack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=1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dataofs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=5L reserved=0L flags=RA window=0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chksum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=0x462b </a:t>
            </a:r>
            <a:r>
              <a:rPr lang="en-US" sz="800" b="1" dirty="0" err="1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urgptr</a:t>
            </a:r>
            <a:r>
              <a:rPr lang="en-US" sz="800" b="1" dirty="0" smtClean="0">
                <a:solidFill>
                  <a:srgbClr val="FFFFFF"/>
                </a:solidFill>
                <a:latin typeface="Courier New" charset="0"/>
                <a:ea typeface="Courier New" charset="0"/>
                <a:cs typeface="Courier New" charset="0"/>
              </a:rPr>
              <a:t>=0 |&lt;Padding  load='\x00\x00\x00\x00\x00\x00' |&gt;&gt;&gt;</a:t>
            </a:r>
          </a:p>
          <a:p>
            <a:pPr eaLnBrk="0" hangingPunct="0"/>
            <a:endParaRPr lang="en-US" sz="800" b="1" dirty="0" smtClean="0">
              <a:solidFill>
                <a:srgbClr val="FFFFFF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67266" y="5801395"/>
            <a:ext cx="1477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cs typeface="Courier New"/>
              </a:rPr>
              <a:t>SkoudisCards</a:t>
            </a:r>
            <a:endPara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/>
              <a:cs typeface="Courier New"/>
            </a:endParaRPr>
          </a:p>
          <a:p>
            <a:pPr algn="ctr"/>
            <a:r>
              <a:rPr 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cs typeface="Courier New"/>
              </a:rPr>
              <a:t>©2010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/>
              <a:cs typeface="Courier New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41330" y="1338387"/>
            <a:ext cx="4605870" cy="1585049"/>
          </a:xfrm>
          <a:prstGeom prst="rect">
            <a:avLst/>
          </a:prstGeom>
          <a:solidFill>
            <a:schemeClr val="tx1">
              <a:lumMod val="95000"/>
              <a:lumOff val="5000"/>
              <a:alpha val="37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9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# </a:t>
            </a:r>
            <a:r>
              <a:rPr lang="en-US" sz="900" b="1" dirty="0" err="1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nmap</a:t>
            </a:r>
            <a:r>
              <a:rPr lang="en-US" sz="9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-PN -</a:t>
            </a:r>
            <a:r>
              <a:rPr lang="en-US" sz="900" b="1" dirty="0" err="1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sX</a:t>
            </a:r>
            <a:r>
              <a:rPr lang="en-US" sz="9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10.10.10.45 -</a:t>
            </a:r>
            <a:r>
              <a:rPr lang="en-US" sz="900" b="1" dirty="0" err="1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p</a:t>
            </a:r>
            <a:r>
              <a:rPr lang="en-US" sz="9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79-81</a:t>
            </a:r>
          </a:p>
          <a:p>
            <a:pPr eaLnBrk="0" hangingPunct="0"/>
            <a:endParaRPr lang="en-US" sz="800" b="1" dirty="0" smtClean="0">
              <a:solidFill>
                <a:schemeClr val="bg1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0" hangingPunct="0"/>
            <a:r>
              <a:rPr lang="en-US" sz="8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Starting </a:t>
            </a:r>
            <a:r>
              <a:rPr lang="en-US" sz="800" b="1" dirty="0" err="1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Nmap</a:t>
            </a:r>
            <a:r>
              <a:rPr lang="en-US" sz="8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5.21 ( http://</a:t>
            </a:r>
            <a:r>
              <a:rPr lang="en-US" sz="800" b="1" dirty="0" err="1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nmap.org</a:t>
            </a:r>
            <a:r>
              <a:rPr lang="en-US" sz="8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) at 2010-12-25 15:27 EDT</a:t>
            </a:r>
          </a:p>
          <a:p>
            <a:pPr eaLnBrk="0" hangingPunct="0"/>
            <a:r>
              <a:rPr lang="en-US" sz="800" b="1" dirty="0" err="1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Nmap</a:t>
            </a:r>
            <a:r>
              <a:rPr lang="en-US" sz="8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scan report for 10.10.10.45</a:t>
            </a:r>
          </a:p>
          <a:p>
            <a:pPr eaLnBrk="0" hangingPunct="0"/>
            <a:r>
              <a:rPr lang="en-US" sz="8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Host is up (0.0018s latency).</a:t>
            </a:r>
          </a:p>
          <a:p>
            <a:pPr eaLnBrk="0" hangingPunct="0"/>
            <a:r>
              <a:rPr lang="en-US" sz="8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PORT   STATE         SERVICE</a:t>
            </a:r>
          </a:p>
          <a:p>
            <a:pPr eaLnBrk="0" hangingPunct="0"/>
            <a:r>
              <a:rPr lang="en-US" sz="8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79/tcp closed        finger</a:t>
            </a:r>
          </a:p>
          <a:p>
            <a:pPr eaLnBrk="0" hangingPunct="0"/>
            <a:r>
              <a:rPr lang="en-US" sz="8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80/tcp </a:t>
            </a:r>
            <a:r>
              <a:rPr lang="en-US" sz="800" b="1" dirty="0" err="1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open|filtered</a:t>
            </a:r>
            <a:r>
              <a:rPr lang="en-US" sz="8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http</a:t>
            </a:r>
          </a:p>
          <a:p>
            <a:pPr eaLnBrk="0" hangingPunct="0"/>
            <a:r>
              <a:rPr lang="en-US" sz="8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81/tcp closed        hosts2-ns</a:t>
            </a:r>
          </a:p>
          <a:p>
            <a:pPr eaLnBrk="0" hangingPunct="0"/>
            <a:r>
              <a:rPr lang="en-US" sz="8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MAC Address: 00:50:56:17:CF:45 (VMware)</a:t>
            </a:r>
          </a:p>
          <a:p>
            <a:pPr eaLnBrk="0" hangingPunct="0"/>
            <a:endParaRPr lang="en-US" sz="800" b="1" dirty="0" smtClean="0">
              <a:solidFill>
                <a:schemeClr val="bg1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 eaLnBrk="0" hangingPunct="0"/>
            <a:r>
              <a:rPr lang="en-US" sz="800" b="1" dirty="0" err="1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Nmap</a:t>
            </a:r>
            <a:r>
              <a:rPr lang="en-US" sz="800" b="1" dirty="0" smtClean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done: 1 IP address (1 host up) scanned in 14.28 seconds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762501" y="110072"/>
            <a:ext cx="4559300" cy="42780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Ins="9144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#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tcpdump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–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nn</a:t>
            </a:r>
            <a:endParaRPr lang="en-US" sz="800" b="1" dirty="0" smtClean="0">
              <a:latin typeface="Courier New" charset="0"/>
              <a:ea typeface="Courier New" charset="0"/>
              <a:cs typeface="Courier New" charset="0"/>
            </a:endParaRPr>
          </a:p>
          <a:p>
            <a:pPr eaLnBrk="0" hangingPunct="0"/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tcpdump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: verbose output suppressed, use -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v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or -vv for full protocol decode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listening on eth0, link-type EN10MB (Ethernet), capture size 96 bytes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15:27:22.491499 IP 10.10.75.1.39731 &gt; 10.10.10.45.80: FP 3431967323:3431967323(0) win 2048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urg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15:27:22.491537 IP 10.10.75.1.39731 &gt; 10.10.10.45.81: FP 3431967323:3431967323(0) win 2048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urg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15:27:22.491565 IP 10.10.75.1.39731 &gt; 10.10.10.45.79: FP 3431967323:3431967323(0) win 2048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urg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15:27:22.491958 IP 10.10.10.45.81 &gt; 10.10.75.1.39731: R 0:0(0)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ack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3431967324 win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15:27:22.492205 IP 10.10.10.45.79 &gt; 10.10.75.1.39731: R 0:0(0)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ack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3431967324 win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15:27:23.591965 IP 10.10.75.1.39732 &gt; 10.10.10.45.80: FP 3431901786:3431901786(0) win 3072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urg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15:27:42.183352 IP 10.10.75.1.2595 &gt; 10.10.10.45.79: FP 865145577:865145577(0) win 512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urg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15:27:42.183996 IP 10.10.10.45.79 &gt; 10.10.75.1.2595: R 0:0(0)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ack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865145578 win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15:27:43.183654 IP 10.10.75.1.2596 &gt; 10.10.10.45.80: FP 1947954619:1947954619(0) win 512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urg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15:27:44.184011 IP 10.10.75.1.2597 &gt; 10.10.10.45.81: FP 625880305:625880305(0) win 512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urg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15:27:44.186762 IP 10.10.10.45.81 &gt; 10.10.75.1.2597: R 0:0(0)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ack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625880306 win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15:27:53.506242 IP 10.10.75.1.20 &gt; 10.10.10.45.79: FP 0:0(0) win 8192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urg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15:27:53.509146 IP 10.10.10.45.79 &gt; 10.10.75.1.20: R 0:0(0)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ack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1 win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15:27:53.511357 IP 10.10.75.1.20 &gt; 10.10.10.45.80: FP 0:0(0) win 8192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urg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15:27:53.513387 IP 10.10.75.1.20 &gt; 10.10.10.45.81: FP 0:0(0) win 8192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urg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0</a:t>
            </a:r>
          </a:p>
          <a:p>
            <a:pPr eaLnBrk="0" hangingPunct="0"/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15:27:53.514074 IP 10.10.10.45.81 &gt; 10.10.75.1.20: R 0:0(0) </a:t>
            </a:r>
            <a:r>
              <a:rPr lang="en-US" sz="800" b="1" dirty="0" err="1" smtClean="0">
                <a:latin typeface="Courier New" charset="0"/>
                <a:ea typeface="Courier New" charset="0"/>
                <a:cs typeface="Courier New" charset="0"/>
              </a:rPr>
              <a:t>ack</a:t>
            </a:r>
            <a:r>
              <a:rPr lang="en-US" sz="800" b="1" dirty="0" smtClean="0">
                <a:latin typeface="Courier New" charset="0"/>
                <a:ea typeface="Courier New" charset="0"/>
                <a:cs typeface="Courier New" charset="0"/>
              </a:rPr>
              <a:t> 1 win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34475" y="5151957"/>
            <a:ext cx="4314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LED BOARD REVERSED"/>
                <a:cs typeface="LED BOARD REVERSED"/>
              </a:rPr>
              <a:t>Merry Christmas!</a:t>
            </a:r>
          </a:p>
          <a:p>
            <a:pPr algn="ctr"/>
            <a:r>
              <a:rPr lang="en-US" dirty="0" smtClean="0">
                <a:latin typeface="LED BOARD REVERSED"/>
                <a:cs typeface="LED BOARD REVERSED"/>
              </a:rPr>
              <a:t>From the Skoudis Family</a:t>
            </a:r>
            <a:endParaRPr lang="en-US" dirty="0">
              <a:latin typeface="LED BOARD REVERSED"/>
              <a:cs typeface="LED BOARD REVERSE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96393" y="3270258"/>
            <a:ext cx="3139802" cy="1754327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 smtClean="0">
                <a:latin typeface="Courier New"/>
                <a:cs typeface="Courier New"/>
              </a:rPr>
              <a:t>Oh, Christmas Tree (scan),</a:t>
            </a:r>
          </a:p>
          <a:p>
            <a:pPr algn="ctr"/>
            <a:r>
              <a:rPr lang="en-US" sz="1200" b="1" dirty="0" smtClean="0">
                <a:latin typeface="Courier New"/>
                <a:cs typeface="Courier New"/>
              </a:rPr>
              <a:t>Oh, Christmas Tree (scan),</a:t>
            </a:r>
          </a:p>
          <a:p>
            <a:pPr algn="ctr"/>
            <a:r>
              <a:rPr lang="en-US" sz="1200" b="1" dirty="0" smtClean="0">
                <a:latin typeface="Courier New"/>
                <a:cs typeface="Courier New"/>
              </a:rPr>
              <a:t>Your beauty green will teach me</a:t>
            </a:r>
          </a:p>
          <a:p>
            <a:pPr algn="ctr"/>
            <a:r>
              <a:rPr lang="en-US" sz="1200" b="1" dirty="0" smtClean="0">
                <a:latin typeface="Courier New"/>
                <a:cs typeface="Courier New"/>
              </a:rPr>
              <a:t>That hope and love will ever be</a:t>
            </a:r>
            <a:br>
              <a:rPr lang="en-US" sz="1200" b="1" dirty="0" smtClean="0">
                <a:latin typeface="Courier New"/>
                <a:cs typeface="Courier New"/>
              </a:rPr>
            </a:br>
            <a:r>
              <a:rPr lang="en-US" sz="1200" b="1" dirty="0" smtClean="0">
                <a:latin typeface="Courier New"/>
                <a:cs typeface="Courier New"/>
              </a:rPr>
              <a:t>The way to joy and peace for me.</a:t>
            </a:r>
          </a:p>
          <a:p>
            <a:pPr algn="ctr"/>
            <a:endParaRPr lang="en-US" sz="1200" b="1" dirty="0" smtClean="0">
              <a:latin typeface="Courier New"/>
              <a:cs typeface="Courier New"/>
            </a:endParaRPr>
          </a:p>
          <a:p>
            <a:pPr algn="ctr"/>
            <a:r>
              <a:rPr lang="en-US" sz="1200" b="1" dirty="0" smtClean="0">
                <a:latin typeface="Courier New"/>
                <a:cs typeface="Courier New"/>
              </a:rPr>
              <a:t>Oh, Christmas Tree (scan),</a:t>
            </a:r>
          </a:p>
          <a:p>
            <a:pPr algn="ctr"/>
            <a:r>
              <a:rPr lang="en-US" sz="1200" b="1" dirty="0" smtClean="0">
                <a:latin typeface="Courier New"/>
                <a:cs typeface="Courier New"/>
              </a:rPr>
              <a:t>Oh, Christmas Tree (scan),</a:t>
            </a:r>
          </a:p>
          <a:p>
            <a:pPr algn="ctr"/>
            <a:r>
              <a:rPr lang="en-US" sz="1200" b="1" dirty="0" smtClean="0">
                <a:latin typeface="Courier New"/>
                <a:cs typeface="Courier New"/>
              </a:rPr>
              <a:t>How lovely are your packets!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424" y="4237185"/>
            <a:ext cx="787400" cy="78740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633231">
            <a:off x="7984349" y="2993733"/>
            <a:ext cx="964364" cy="964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2884</TotalTime>
  <Words>837</Words>
  <Application>Microsoft Macintosh PowerPoint</Application>
  <PresentationFormat>On-screen Show (4:3)</PresentationFormat>
  <Paragraphs>59</Paragraphs>
  <Slides>2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>Intelguardians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Edward Skoudis</dc:creator>
  <cp:lastModifiedBy>Edward Skoudis</cp:lastModifiedBy>
  <cp:revision>19</cp:revision>
  <cp:lastPrinted>2010-12-17T21:44:13Z</cp:lastPrinted>
  <dcterms:created xsi:type="dcterms:W3CDTF">2010-12-23T21:51:19Z</dcterms:created>
  <dcterms:modified xsi:type="dcterms:W3CDTF">2010-12-23T21:51:43Z</dcterms:modified>
</cp:coreProperties>
</file>
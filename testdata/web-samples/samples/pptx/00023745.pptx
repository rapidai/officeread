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4"/>
  </p:notesMasterIdLst>
  <p:handoutMasterIdLst>
    <p:handoutMasterId r:id="rId5"/>
  </p:handoutMasterIdLst>
  <p:sldIdLst>
    <p:sldId id="279" r:id="rId2"/>
    <p:sldId id="280" r:id="rId3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DDDDDD"/>
    <a:srgbClr val="FB6DA6"/>
    <a:srgbClr val="FC6C7A"/>
    <a:srgbClr val="FE6A83"/>
    <a:srgbClr val="1BFF8D"/>
    <a:srgbClr val="FFFF66"/>
    <a:srgbClr val="00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26" autoAdjust="0"/>
  </p:normalViewPr>
  <p:slideViewPr>
    <p:cSldViewPr>
      <p:cViewPr>
        <p:scale>
          <a:sx n="75" d="100"/>
          <a:sy n="75" d="100"/>
        </p:scale>
        <p:origin x="-930" y="-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66A513C-391F-5A4B-BBC7-09AA3EBC2928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8913" y="0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88975"/>
            <a:ext cx="4702175" cy="35258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43413"/>
            <a:ext cx="5153025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0625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8913" y="8810625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fld id="{FD92E344-C229-224E-AB05-D8A364EB0F6A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7BD91-8105-024B-855C-963B898116ED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824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50" name="Rectangle 10"/>
          <p:cNvSpPr>
            <a:spLocks noChangeArrowheads="1"/>
          </p:cNvSpPr>
          <p:nvPr userDrawn="1"/>
        </p:nvSpPr>
        <p:spPr bwMode="auto">
          <a:xfrm>
            <a:off x="4572000" y="6248400"/>
            <a:ext cx="4214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dirty="0">
                <a:solidFill>
                  <a:schemeClr val="hlink"/>
                </a:solidFill>
                <a:latin typeface="Verdana" pitchFamily="1" charset="0"/>
              </a:rPr>
              <a:t>National Geospatial Advisory Committee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1" r:id="rId2"/>
    <p:sldLayoutId id="2147483770" r:id="rId3"/>
    <p:sldLayoutId id="2147483769" r:id="rId4"/>
    <p:sldLayoutId id="2147483768" r:id="rId5"/>
    <p:sldLayoutId id="2147483767" r:id="rId6"/>
    <p:sldLayoutId id="2147483766" r:id="rId7"/>
    <p:sldLayoutId id="2147483765" r:id="rId8"/>
    <p:sldLayoutId id="2147483764" r:id="rId9"/>
    <p:sldLayoutId id="2147483763" r:id="rId10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600">
          <a:solidFill>
            <a:schemeClr val="tx1"/>
          </a:solidFill>
          <a:latin typeface="+mn-lt"/>
          <a:ea typeface="ＭＳ Ｐゴシック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200">
          <a:solidFill>
            <a:schemeClr val="tx1"/>
          </a:solidFill>
          <a:latin typeface="+mn-lt"/>
          <a:ea typeface="ＭＳ Ｐゴシック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Geolocation Privacy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991600" cy="5181600"/>
          </a:xfrm>
        </p:spPr>
        <p:txBody>
          <a:bodyPr/>
          <a:lstStyle/>
          <a:p>
            <a:r>
              <a:rPr lang="en-US" sz="2400" dirty="0" smtClean="0"/>
              <a:t>Federal Trade Commission (FTC) Program Contacts</a:t>
            </a:r>
          </a:p>
          <a:p>
            <a:pPr lvl="1"/>
            <a:r>
              <a:rPr lang="en-US" sz="2000" dirty="0" smtClean="0"/>
              <a:t>Peder Magee, Staff Attorney</a:t>
            </a:r>
          </a:p>
          <a:p>
            <a:pPr lvl="1"/>
            <a:r>
              <a:rPr lang="en-US" sz="2000" dirty="0" smtClean="0"/>
              <a:t>Chris Olson, Asst. Dr. Privacy &amp; ID Protection Div.</a:t>
            </a:r>
          </a:p>
          <a:p>
            <a:r>
              <a:rPr lang="en-US" sz="2400" dirty="0" smtClean="0"/>
              <a:t>Current Activities of the Program</a:t>
            </a:r>
          </a:p>
          <a:p>
            <a:pPr lvl="1"/>
            <a:r>
              <a:rPr lang="en-US" sz="2000" dirty="0" smtClean="0"/>
              <a:t>Preliminary Staff Report: "Protecting Consumer Privacy in an Era of Rapid Change: A Proposed Framework for Businesses and Policymakers”</a:t>
            </a:r>
          </a:p>
          <a:p>
            <a:pPr lvl="1"/>
            <a:r>
              <a:rPr lang="en-US" sz="2000" dirty="0" smtClean="0"/>
              <a:t>FGDC facilitated meeting with FTC staff on April 27, 2011</a:t>
            </a:r>
          </a:p>
          <a:p>
            <a:r>
              <a:rPr lang="en-US" sz="2400" dirty="0" smtClean="0"/>
              <a:t>Emerging Issues</a:t>
            </a:r>
          </a:p>
          <a:p>
            <a:pPr lvl="1"/>
            <a:r>
              <a:rPr lang="en-US" sz="2000" dirty="0" smtClean="0"/>
              <a:t>What does “need consent to get precise geolocation data” mean?</a:t>
            </a:r>
          </a:p>
          <a:p>
            <a:pPr lvl="1"/>
            <a:r>
              <a:rPr lang="en-US" sz="2000" dirty="0" smtClean="0"/>
              <a:t>FTC concern for mobile devices and location data not creating unintended consequences</a:t>
            </a:r>
          </a:p>
          <a:p>
            <a:pPr lvl="1"/>
            <a:endParaRPr lang="en-US" sz="1800" dirty="0" smtClean="0"/>
          </a:p>
          <a:p>
            <a:pPr lvl="1">
              <a:buNone/>
            </a:pPr>
            <a:r>
              <a:rPr lang="en-US" sz="1800" dirty="0" smtClean="0"/>
              <a:t>Submitted by: Joanne Irene Gabrynowicz,  </a:t>
            </a:r>
            <a:r>
              <a:rPr lang="en-US" sz="1800" dirty="0" smtClean="0"/>
              <a:t>NGAC Program </a:t>
            </a:r>
            <a:r>
              <a:rPr lang="en-US" sz="1800" dirty="0" smtClean="0"/>
              <a:t>POC (June 2011)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Plan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305800" cy="3524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25908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Timeframe</a:t>
                      </a:r>
                      <a:endParaRPr lang="en-US" dirty="0"/>
                    </a:p>
                  </a:txBody>
                  <a:tcPr/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 smtClean="0"/>
                        <a:t>Follow agreement to continue</a:t>
                      </a:r>
                      <a:r>
                        <a:rPr lang="en-US" baseline="0" dirty="0" smtClean="0"/>
                        <a:t> dialogue</a:t>
                      </a:r>
                    </a:p>
                    <a:p>
                      <a:r>
                        <a:rPr lang="en-US" baseline="0" dirty="0" smtClean="0"/>
                        <a:t>FTC wants to use NGAC as a sounding board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Ongoing</a:t>
                      </a:r>
                    </a:p>
                    <a:p>
                      <a:r>
                        <a:rPr lang="en-US" dirty="0" smtClean="0"/>
                        <a:t>Ongoing</a:t>
                      </a:r>
                      <a:endParaRPr lang="en-US" dirty="0"/>
                    </a:p>
                  </a:txBody>
                  <a:tcPr/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lang="en-US" dirty="0" smtClean="0"/>
                        <a:t>Recommend: Invite FTC reps to future NGAC meeting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TBD</a:t>
                      </a:r>
                      <a:endParaRPr lang="en-US" dirty="0"/>
                    </a:p>
                  </a:txBody>
                  <a:tcPr/>
                </a:tc>
              </a:tr>
              <a:tr h="9715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083A2"/>
      </a:accent2>
      <a:accent3>
        <a:srgbClr val="FFFFFF"/>
      </a:accent3>
      <a:accent4>
        <a:srgbClr val="000000"/>
      </a:accent4>
      <a:accent5>
        <a:srgbClr val="AACACA"/>
      </a:accent5>
      <a:accent6>
        <a:srgbClr val="397692"/>
      </a:accent6>
      <a:hlink>
        <a:srgbClr val="4C6D80"/>
      </a:hlink>
      <a:folHlink>
        <a:srgbClr val="B2B2B2"/>
      </a:folHlink>
    </a:clrScheme>
    <a:fontScheme name="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1509</TotalTime>
  <Words>139</Words>
  <Application>Microsoft Office PowerPoint</Application>
  <PresentationFormat>On-screen Show (4:3)</PresentationFormat>
  <Paragraphs>22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Edge</vt:lpstr>
      <vt:lpstr>Geolocation Privacy</vt:lpstr>
      <vt:lpstr>Project Plan</vt:lpstr>
    </vt:vector>
  </TitlesOfParts>
  <Manager/>
  <Company>USGS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NGAC Discussion – Toward a National Geospatial Strategy</dc:title>
  <dc:subject/>
  <dc:creator>jmahoney</dc:creator>
  <cp:keywords/>
  <dc:description/>
  <cp:lastModifiedBy>USGS</cp:lastModifiedBy>
  <cp:revision>91</cp:revision>
  <cp:lastPrinted>2008-10-08T20:42:54Z</cp:lastPrinted>
  <dcterms:created xsi:type="dcterms:W3CDTF">2011-06-03T18:47:57Z</dcterms:created>
  <dcterms:modified xsi:type="dcterms:W3CDTF">2011-06-16T18:21:31Z</dcterms:modified>
  <cp:category/>
</cp:coreProperties>
</file>
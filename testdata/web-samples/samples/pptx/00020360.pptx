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57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0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E405-DB05-46D0-ACF0-7719B30D3F8C}" type="datetimeFigureOut">
              <a:rPr lang="en-US" smtClean="0"/>
              <a:pPr/>
              <a:t>10/24/2012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519-E9EF-44FF-B743-209A28A85F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E405-DB05-46D0-ACF0-7719B30D3F8C}" type="datetimeFigureOut">
              <a:rPr lang="en-US" smtClean="0"/>
              <a:pPr/>
              <a:t>10/24/2012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519-E9EF-44FF-B743-209A28A85F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E405-DB05-46D0-ACF0-7719B30D3F8C}" type="datetimeFigureOut">
              <a:rPr lang="en-US" smtClean="0"/>
              <a:pPr/>
              <a:t>10/24/2012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519-E9EF-44FF-B743-209A28A85F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E405-DB05-46D0-ACF0-7719B30D3F8C}" type="datetimeFigureOut">
              <a:rPr lang="en-US" smtClean="0"/>
              <a:pPr/>
              <a:t>10/24/2012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519-E9EF-44FF-B743-209A28A85F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E405-DB05-46D0-ACF0-7719B30D3F8C}" type="datetimeFigureOut">
              <a:rPr lang="en-US" smtClean="0"/>
              <a:pPr/>
              <a:t>10/24/2012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519-E9EF-44FF-B743-209A28A85F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E405-DB05-46D0-ACF0-7719B30D3F8C}" type="datetimeFigureOut">
              <a:rPr lang="en-US" smtClean="0"/>
              <a:pPr/>
              <a:t>10/24/2012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519-E9EF-44FF-B743-209A28A85F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E405-DB05-46D0-ACF0-7719B30D3F8C}" type="datetimeFigureOut">
              <a:rPr lang="en-US" smtClean="0"/>
              <a:pPr/>
              <a:t>10/24/2012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519-E9EF-44FF-B743-209A28A85F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E405-DB05-46D0-ACF0-7719B30D3F8C}" type="datetimeFigureOut">
              <a:rPr lang="en-US" smtClean="0"/>
              <a:pPr/>
              <a:t>10/24/2012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519-E9EF-44FF-B743-209A28A85F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E405-DB05-46D0-ACF0-7719B30D3F8C}" type="datetimeFigureOut">
              <a:rPr lang="en-US" smtClean="0"/>
              <a:pPr/>
              <a:t>10/24/2012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519-E9EF-44FF-B743-209A28A85F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E405-DB05-46D0-ACF0-7719B30D3F8C}" type="datetimeFigureOut">
              <a:rPr lang="en-US" smtClean="0"/>
              <a:pPr/>
              <a:t>10/24/2012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519-E9EF-44FF-B743-209A28A85F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E405-DB05-46D0-ACF0-7719B30D3F8C}" type="datetimeFigureOut">
              <a:rPr lang="en-US" smtClean="0"/>
              <a:pPr/>
              <a:t>10/24/2012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519-E9EF-44FF-B743-209A28A85F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FE405-DB05-46D0-ACF0-7719B30D3F8C}" type="datetimeFigureOut">
              <a:rPr lang="en-US" smtClean="0"/>
              <a:pPr/>
              <a:t>10/24/2012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A8519-E9EF-44FF-B743-209A28A85F5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indbodygreen.com/0-3423/What-You-Need-to-Know-About-Napping-Infographic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85801"/>
            <a:ext cx="7772400" cy="2914650"/>
          </a:xfrm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r>
              <a:rPr lang="en-US" sz="5400" b="1" dirty="0" smtClean="0"/>
              <a:t>The Art of Napping</a:t>
            </a:r>
            <a:endParaRPr lang="en-US" sz="5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solidFill>
            <a:srgbClr val="00B0F0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Emily </a:t>
            </a:r>
            <a:r>
              <a:rPr lang="en-US" b="1" dirty="0" err="1" smtClean="0">
                <a:solidFill>
                  <a:schemeClr val="tx1"/>
                </a:solidFill>
              </a:rPr>
              <a:t>Kooistra</a:t>
            </a:r>
            <a:r>
              <a:rPr lang="en-US" b="1" dirty="0" smtClean="0">
                <a:solidFill>
                  <a:schemeClr val="tx1"/>
                </a:solidFill>
              </a:rPr>
              <a:t>, Resident Assistant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Penn State- Berks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b="1" dirty="0" smtClean="0"/>
              <a:t>Notes from the author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Supplies to make the board: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Foam poster board, 300 cotton balls, scrapbooking paper, yarn, GLUE, glitter glue, sparkly ribbon, cloud bulletin board paper, felt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b="1" dirty="0" smtClean="0"/>
              <a:t>Steps to make the bulletin board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 smtClean="0"/>
              <a:t>-for the border of the board, I used glitter ribbon and stapled that to the edge.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-the lettering is made from glitter scrapbook paper, and I used a machine to cut each letter for me.  After all the letters were cut, I outlined it in glitter glue, so it would "pop" a little more.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to make the several clouds, I used foam poster board as the backing.  My first cloud I made it "cloud like", however, it gets really hard to cut out the little puffs on the side.  For the rest of the clouds, I just cut circle/oval shapes.  When putting on the cotton balls, I got two sizes, 200 Jumbo cotton balls, and 100 regular ones.  It was easy to glue them on, the smaller ones filled the gaps between the jumbo cotton balls.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-I poked holes on the tops of the clouds, and threaded the yarn. (TIP: wrap tape on the tip of the yarn that you are threading, it frays easily and the tape helps keep the point).  I hung it using thumb tacks, it would be too heavy for tape to hold it.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-To make the cluster of clouds on the bottom left, I made four clouds.  I put two on the bottom, putting space between.  I placed the third one on top, balancing on both.  The fourth one, I glued one edge of it to the third (top) cloud, and I made a trapezoid and used that to support the side that wasn't glued to the cluster.  I taped each side of the trapezoid to the cloud and the board.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-The sleeping person on the board is me, I took a picture of myself "sleeping" and cut it out.  I took a piece of felt and stapled it to the board so it looks like a blanket.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b="1" dirty="0" smtClean="0"/>
              <a:t>Notes from the author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I wrote my information on pieces of scrapbook paper (I used scrapbook paper because it always has fun patterns), and simply glued it onto each cloud.  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TIP, the large cloud above me sleeping, is titled: Things to Sleep On, and is fun facts about napping.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owner\AppData\Local\Microsoft\Windows\Temporary Internet Files\Content.Outlook\HSS7W0X1\october bulliten boar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b="1" dirty="0" smtClean="0"/>
              <a:t>Resource for the Napping Content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The content for this board came form the following resource:  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 </a:t>
            </a:r>
            <a:r>
              <a:rPr lang="en-US" u="sng" dirty="0" smtClean="0">
                <a:hlinkClick r:id="rId2"/>
              </a:rPr>
              <a:t>http://www.mindbodygreen.com/0-3423/What-You-Need-to-Know-About-Napping-Infographic.html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72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The Art of Napping</vt:lpstr>
      <vt:lpstr>Notes from the author</vt:lpstr>
      <vt:lpstr>Steps to make the bulletin board</vt:lpstr>
      <vt:lpstr>Notes from the author</vt:lpstr>
      <vt:lpstr>Slide 5</vt:lpstr>
      <vt:lpstr>Resource for the Napping Content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Napping</dc:title>
  <dc:creator>owner</dc:creator>
  <cp:lastModifiedBy>owner</cp:lastModifiedBy>
  <cp:revision>4</cp:revision>
  <dcterms:created xsi:type="dcterms:W3CDTF">2012-10-02T02:12:41Z</dcterms:created>
  <dcterms:modified xsi:type="dcterms:W3CDTF">2012-10-25T00:06:20Z</dcterms:modified>
</cp:coreProperties>
</file>
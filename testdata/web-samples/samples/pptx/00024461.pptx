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63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33E86-4439-4530-B9D4-A50CD4D3E3E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A9AAF-552E-4076-9F95-150204EE1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Division, Reconciliation, and Expansion</a:t>
            </a:r>
            <a:br>
              <a:rPr lang="en-US" dirty="0" smtClean="0"/>
            </a:br>
            <a:r>
              <a:rPr lang="en-US" dirty="0" smtClean="0"/>
              <a:t>(1850-1914)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Historical Background on the Age of Realism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Prelude to War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North—commerce is king</a:t>
            </a:r>
          </a:p>
          <a:p>
            <a:pPr lvl="1"/>
            <a:r>
              <a:rPr lang="en-US" dirty="0" smtClean="0"/>
              <a:t>Industrial Revolution/cheap transportation</a:t>
            </a:r>
          </a:p>
          <a:p>
            <a:pPr lvl="1"/>
            <a:r>
              <a:rPr lang="en-US" dirty="0" smtClean="0"/>
              <a:t>Immigration a major factor</a:t>
            </a:r>
          </a:p>
          <a:p>
            <a:r>
              <a:rPr lang="en-US" dirty="0" smtClean="0"/>
              <a:t>South—cotton ruled </a:t>
            </a:r>
          </a:p>
          <a:p>
            <a:pPr lvl="1"/>
            <a:r>
              <a:rPr lang="en-US" dirty="0" smtClean="0"/>
              <a:t>Also sugar, tobacco, rice</a:t>
            </a:r>
          </a:p>
          <a:p>
            <a:pPr lvl="1"/>
            <a:r>
              <a:rPr lang="en-US" dirty="0" smtClean="0"/>
              <a:t>Technological progress-little impact here</a:t>
            </a:r>
          </a:p>
          <a:p>
            <a:pPr lvl="1"/>
            <a:r>
              <a:rPr lang="en-US" dirty="0" smtClean="0"/>
              <a:t>Believed slavery vital to the South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Prelude to War,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Fugitive Slave Law (1850)</a:t>
            </a:r>
            <a:endParaRPr lang="en-US" dirty="0"/>
          </a:p>
          <a:p>
            <a:r>
              <a:rPr lang="en-US" dirty="0" smtClean="0"/>
              <a:t>Expansion of slavery</a:t>
            </a:r>
          </a:p>
          <a:p>
            <a:pPr lvl="1"/>
            <a:r>
              <a:rPr lang="en-US" dirty="0" smtClean="0"/>
              <a:t>Bloody Kansas</a:t>
            </a:r>
          </a:p>
          <a:p>
            <a:r>
              <a:rPr lang="en-US" dirty="0" smtClean="0"/>
              <a:t>Harpers Ferry, West Virginia, 1859</a:t>
            </a:r>
          </a:p>
          <a:p>
            <a:pPr lvl="1"/>
            <a:r>
              <a:rPr lang="en-US" dirty="0" smtClean="0"/>
              <a:t>John Brown attempts to provoke armed slave revolt</a:t>
            </a:r>
          </a:p>
          <a:p>
            <a:pPr lvl="1"/>
            <a:r>
              <a:rPr lang="en-US" dirty="0" smtClean="0"/>
              <a:t>Executed for treason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 Is Dissolved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1860—Lincoln elected</a:t>
            </a:r>
          </a:p>
          <a:p>
            <a:pPr lvl="1"/>
            <a:r>
              <a:rPr lang="en-US" dirty="0" smtClean="0"/>
              <a:t>New Republican party vowed to halt spread of slavery</a:t>
            </a:r>
          </a:p>
          <a:p>
            <a:r>
              <a:rPr lang="en-US" dirty="0" smtClean="0"/>
              <a:t>Succession begins</a:t>
            </a:r>
          </a:p>
          <a:p>
            <a:r>
              <a:rPr lang="en-US" dirty="0" smtClean="0"/>
              <a:t>Fighting begins—Ft. Sumter, Charlestown</a:t>
            </a:r>
          </a:p>
          <a:p>
            <a:r>
              <a:rPr lang="en-US" dirty="0" smtClean="0"/>
              <a:t>Most anticipated short war</a:t>
            </a:r>
          </a:p>
          <a:p>
            <a:pPr lvl="1"/>
            <a:r>
              <a:rPr lang="en-US" dirty="0" smtClean="0"/>
              <a:t>Lasted 4 years</a:t>
            </a:r>
          </a:p>
          <a:p>
            <a:pPr lvl="1"/>
            <a:r>
              <a:rPr lang="en-US" dirty="0" smtClean="0"/>
              <a:t>26,000 dead at Antietam in one day</a:t>
            </a:r>
          </a:p>
          <a:p>
            <a:pPr lvl="1"/>
            <a:r>
              <a:rPr lang="en-US" dirty="0" smtClean="0"/>
              <a:t>Siege of Vicksburg</a:t>
            </a:r>
          </a:p>
          <a:p>
            <a:pPr lvl="1"/>
            <a:r>
              <a:rPr lang="en-US" dirty="0" smtClean="0"/>
              <a:t>Destruction of Georgia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After the Surrender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Lee surrendered in 1865</a:t>
            </a:r>
          </a:p>
          <a:p>
            <a:r>
              <a:rPr lang="en-US" dirty="0" smtClean="0"/>
              <a:t>620,000 dead</a:t>
            </a:r>
          </a:p>
          <a:p>
            <a:r>
              <a:rPr lang="en-US" dirty="0" smtClean="0"/>
              <a:t>500,000 wounded</a:t>
            </a:r>
          </a:p>
          <a:p>
            <a:r>
              <a:rPr lang="en-US" dirty="0" smtClean="0"/>
              <a:t>South destroyed</a:t>
            </a:r>
          </a:p>
          <a:p>
            <a:r>
              <a:rPr lang="en-US" dirty="0" smtClean="0"/>
              <a:t>Lincoln </a:t>
            </a:r>
            <a:r>
              <a:rPr lang="en-US" dirty="0" err="1" smtClean="0"/>
              <a:t>assasinated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Expanding America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Homestead Act of 1862</a:t>
            </a:r>
          </a:p>
          <a:p>
            <a:r>
              <a:rPr lang="en-US" dirty="0" smtClean="0"/>
              <a:t>Transcontinental Railroad</a:t>
            </a:r>
          </a:p>
          <a:p>
            <a:r>
              <a:rPr lang="en-US" dirty="0" smtClean="0"/>
              <a:t>Disappearing frontier</a:t>
            </a:r>
          </a:p>
          <a:p>
            <a:pPr lvl="1"/>
            <a:r>
              <a:rPr lang="en-US" dirty="0" smtClean="0"/>
              <a:t>Buffalo herds gone</a:t>
            </a:r>
          </a:p>
          <a:p>
            <a:pPr lvl="1"/>
            <a:r>
              <a:rPr lang="en-US" dirty="0" smtClean="0"/>
              <a:t>Open range gone</a:t>
            </a:r>
          </a:p>
          <a:p>
            <a:pPr lvl="1"/>
            <a:r>
              <a:rPr lang="en-US" dirty="0" smtClean="0"/>
              <a:t>Indian nations gone</a:t>
            </a:r>
          </a:p>
          <a:p>
            <a:pPr lvl="1"/>
            <a:r>
              <a:rPr lang="en-US" dirty="0" smtClean="0"/>
              <a:t>West lived on in folktales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Changing Society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Second Industrial Revolution</a:t>
            </a:r>
          </a:p>
          <a:p>
            <a:pPr lvl="1"/>
            <a:r>
              <a:rPr lang="en-US" dirty="0" smtClean="0"/>
              <a:t>Introduction of Electricity</a:t>
            </a:r>
          </a:p>
          <a:p>
            <a:pPr lvl="1"/>
            <a:r>
              <a:rPr lang="en-US" dirty="0" smtClean="0"/>
              <a:t>“Modern” life begins</a:t>
            </a:r>
          </a:p>
          <a:p>
            <a:pPr lvl="1"/>
            <a:r>
              <a:rPr lang="en-US" dirty="0" smtClean="0"/>
              <a:t>Mass production of consumer goods</a:t>
            </a:r>
          </a:p>
          <a:p>
            <a:pPr lvl="2"/>
            <a:r>
              <a:rPr lang="en-US" dirty="0" smtClean="0"/>
              <a:t>Advertising</a:t>
            </a:r>
            <a:endParaRPr lang="en-US" dirty="0"/>
          </a:p>
          <a:p>
            <a:pPr lvl="1"/>
            <a:r>
              <a:rPr lang="en-US" dirty="0" smtClean="0"/>
              <a:t>Urban life</a:t>
            </a:r>
            <a:endParaRPr lang="en-US" dirty="0"/>
          </a:p>
          <a:p>
            <a:pPr lvl="2"/>
            <a:r>
              <a:rPr lang="en-US" dirty="0" smtClean="0"/>
              <a:t>Skyscrapers, department stores, mass transit</a:t>
            </a:r>
          </a:p>
          <a:p>
            <a:pPr lvl="2"/>
            <a:r>
              <a:rPr lang="en-US" dirty="0" smtClean="0"/>
              <a:t>Noise, traffic jams, air pollution</a:t>
            </a:r>
          </a:p>
          <a:p>
            <a:pPr lvl="2"/>
            <a:r>
              <a:rPr lang="en-US" dirty="0" smtClean="0"/>
              <a:t>Surge in immigration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Changing Society, cont.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New extremes of wealth and power</a:t>
            </a:r>
          </a:p>
          <a:p>
            <a:pPr lvl="1"/>
            <a:r>
              <a:rPr lang="en-US" dirty="0" smtClean="0"/>
              <a:t>Industrial wages low</a:t>
            </a:r>
          </a:p>
          <a:p>
            <a:pPr lvl="1"/>
            <a:r>
              <a:rPr lang="en-US" dirty="0" smtClean="0"/>
              <a:t>Child labor</a:t>
            </a:r>
          </a:p>
          <a:p>
            <a:pPr lvl="1"/>
            <a:r>
              <a:rPr lang="en-US" dirty="0" smtClean="0"/>
              <a:t>Disease rampant in cramped working/living spaces</a:t>
            </a:r>
          </a:p>
          <a:p>
            <a:pPr lvl="1"/>
            <a:r>
              <a:rPr lang="en-US" dirty="0" smtClean="0"/>
              <a:t>A handful of men made fortunes &amp; lived like royalty</a:t>
            </a:r>
          </a:p>
          <a:p>
            <a:pPr lvl="2"/>
            <a:r>
              <a:rPr lang="en-US" dirty="0" smtClean="0"/>
              <a:t>“The Gilded Age”</a:t>
            </a:r>
          </a:p>
          <a:p>
            <a:pPr lvl="1"/>
            <a:r>
              <a:rPr lang="en-US" dirty="0" smtClean="0"/>
              <a:t>Discontent beneath the prosperity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239</Words>
  <Application>Microsoft Office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Division, Reconciliation, and Expansion (1850-1914)</vt:lpstr>
      <vt:lpstr>Prelude to War</vt:lpstr>
      <vt:lpstr>Prelude to War, cont.</vt:lpstr>
      <vt:lpstr>Union Is Dissolved</vt:lpstr>
      <vt:lpstr>After the Surrender</vt:lpstr>
      <vt:lpstr>Expanding America</vt:lpstr>
      <vt:lpstr>Changing Society</vt:lpstr>
      <vt:lpstr>Changing Society, cont. </vt:lpstr>
    </vt:vector>
  </TitlesOfParts>
  <Company>Platte-Geddes School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Division, Reconciliation, and Expansion (1850-1914)</dc:title>
  <dc:creator>administrator</dc:creator>
  <cp:lastModifiedBy>administrator</cp:lastModifiedBy>
  <cp:revision>2</cp:revision>
  <dcterms:created xsi:type="dcterms:W3CDTF">2009-09-01T19:59:02Z</dcterms:created>
  <dcterms:modified xsi:type="dcterms:W3CDTF">2009-10-20T15:34:58Z</dcterms:modified>
</cp:coreProperties>
</file>
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FABDC-F1FA-4F8B-B59B-67BE74EEF2D3}" type="datetimeFigureOut">
              <a:rPr lang="en-US" smtClean="0"/>
              <a:t>10/30/2011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8E253-3894-4BF4-8EAA-B50A756486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92D05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Names Beautiful Names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Nicole </a:t>
            </a:r>
            <a:r>
              <a:rPr lang="en-US" dirty="0" err="1" smtClean="0">
                <a:solidFill>
                  <a:schemeClr val="tx1"/>
                </a:solidFill>
              </a:rPr>
              <a:t>Hauswirth</a:t>
            </a:r>
            <a:r>
              <a:rPr lang="en-US" dirty="0" smtClean="0">
                <a:solidFill>
                  <a:schemeClr val="tx1"/>
                </a:solidFill>
              </a:rPr>
              <a:t>, Submitted by Paula Randazza, </a:t>
            </a:r>
            <a:r>
              <a:rPr lang="en-US" dirty="0" err="1" smtClean="0">
                <a:solidFill>
                  <a:schemeClr val="tx1"/>
                </a:solidFill>
              </a:rPr>
              <a:t>Rivier</a:t>
            </a:r>
            <a:r>
              <a:rPr lang="en-US" dirty="0" smtClean="0">
                <a:solidFill>
                  <a:schemeClr val="tx1"/>
                </a:solidFill>
              </a:rPr>
              <a:t> College, 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ashua, NH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owner\Documents\Res Life.net\Content 2011\New to be edited and filed\Oct 2011\Door Tag idea Nam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Names Beautiful Names</vt:lpstr>
      <vt:lpstr>Slide 2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Names Beautiful Names</dc:title>
  <dc:creator>owner</dc:creator>
  <cp:lastModifiedBy>owner</cp:lastModifiedBy>
  <cp:revision>1</cp:revision>
  <dcterms:created xsi:type="dcterms:W3CDTF">2011-10-30T05:28:28Z</dcterms:created>
  <dcterms:modified xsi:type="dcterms:W3CDTF">2011-10-30T05:33:40Z</dcterms:modified>
</cp:coreProperties>
</file>